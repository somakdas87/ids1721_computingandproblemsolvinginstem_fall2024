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365" r:id="rId5"/>
    <p:sldId id="381" r:id="rId6"/>
    <p:sldId id="380" r:id="rId7"/>
    <p:sldId id="383" r:id="rId8"/>
    <p:sldId id="384" r:id="rId9"/>
    <p:sldId id="385" r:id="rId10"/>
    <p:sldId id="386" r:id="rId11"/>
    <p:sldId id="382" r:id="rId12"/>
    <p:sldId id="387" r:id="rId13"/>
    <p:sldId id="388" r:id="rId14"/>
    <p:sldId id="389" r:id="rId15"/>
    <p:sldId id="391" r:id="rId16"/>
    <p:sldId id="39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365"/>
            <p14:sldId id="381"/>
            <p14:sldId id="380"/>
            <p14:sldId id="383"/>
            <p14:sldId id="384"/>
            <p14:sldId id="385"/>
            <p14:sldId id="386"/>
            <p14:sldId id="382"/>
            <p14:sldId id="387"/>
            <p14:sldId id="388"/>
            <p14:sldId id="389"/>
            <p14:sldId id="391"/>
            <p14:sldId id="3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EB7C7C"/>
    <a:srgbClr val="CC00FF"/>
    <a:srgbClr val="2E1B46"/>
    <a:srgbClr val="48287C"/>
    <a:srgbClr val="53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2CF812-AA12-CA80-C373-901C62AE4738}" v="358" dt="2024-09-09T03:19:47.485"/>
    <p1510:client id="{723B2DC0-4C58-3AA1-BBA3-0D1408E5C1B9}" v="528" dt="2024-09-08T19:21:14.366"/>
    <p1510:client id="{8233D810-E61F-64C9-F7A0-182146AC8027}" v="285" dt="2024-09-09T02:55:26.552"/>
    <p1510:client id="{93452773-1C1B-CB7A-225E-01C4806E37AE}" v="2" dt="2024-09-09T03:37:46.877"/>
    <p1510:client id="{E87FA006-2F58-0430-BEF0-6A56DD4957BB}" v="856" dt="2024-09-08T03:58:02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E87FA006-2F58-0430-BEF0-6A56DD4957BB}"/>
    <pc:docChg chg="addSld delSld modSld sldOrd modSection">
      <pc:chgData name="Somak Das" userId="S::sdas@floridapoly.edu::98cebb13-2fc4-4808-95b9-daeb7e6acc01" providerId="AD" clId="Web-{E87FA006-2F58-0430-BEF0-6A56DD4957BB}" dt="2024-09-08T03:58:02.530" v="829" actId="20577"/>
      <pc:docMkLst>
        <pc:docMk/>
      </pc:docMkLst>
      <pc:sldChg chg="add del">
        <pc:chgData name="Somak Das" userId="S::sdas@floridapoly.edu::98cebb13-2fc4-4808-95b9-daeb7e6acc01" providerId="AD" clId="Web-{E87FA006-2F58-0430-BEF0-6A56DD4957BB}" dt="2024-09-08T02:57:41.869" v="123"/>
        <pc:sldMkLst>
          <pc:docMk/>
          <pc:sldMk cId="3665023349" sldId="343"/>
        </pc:sldMkLst>
      </pc:sldChg>
      <pc:sldChg chg="add del">
        <pc:chgData name="Somak Das" userId="S::sdas@floridapoly.edu::98cebb13-2fc4-4808-95b9-daeb7e6acc01" providerId="AD" clId="Web-{E87FA006-2F58-0430-BEF0-6A56DD4957BB}" dt="2024-09-08T02:57:47.416" v="124"/>
        <pc:sldMkLst>
          <pc:docMk/>
          <pc:sldMk cId="3509818843" sldId="346"/>
        </pc:sldMkLst>
      </pc:sldChg>
      <pc:sldChg chg="modSp">
        <pc:chgData name="Somak Das" userId="S::sdas@floridapoly.edu::98cebb13-2fc4-4808-95b9-daeb7e6acc01" providerId="AD" clId="Web-{E87FA006-2F58-0430-BEF0-6A56DD4957BB}" dt="2024-09-08T02:54:59.631" v="6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E87FA006-2F58-0430-BEF0-6A56DD4957BB}" dt="2024-09-08T02:54:59.631" v="6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modSp new del">
        <pc:chgData name="Somak Das" userId="S::sdas@floridapoly.edu::98cebb13-2fc4-4808-95b9-daeb7e6acc01" providerId="AD" clId="Web-{E87FA006-2F58-0430-BEF0-6A56DD4957BB}" dt="2024-09-08T02:56:52.868" v="87"/>
        <pc:sldMkLst>
          <pc:docMk/>
          <pc:sldMk cId="1160988939" sldId="366"/>
        </pc:sldMkLst>
        <pc:spChg chg="mod">
          <ac:chgData name="Somak Das" userId="S::sdas@floridapoly.edu::98cebb13-2fc4-4808-95b9-daeb7e6acc01" providerId="AD" clId="Web-{E87FA006-2F58-0430-BEF0-6A56DD4957BB}" dt="2024-09-08T02:56:50.290" v="86" actId="20577"/>
          <ac:spMkLst>
            <pc:docMk/>
            <pc:sldMk cId="1160988939" sldId="366"/>
            <ac:spMk id="2" creationId="{1BBB14CC-3D7E-1433-617F-AAB7C6F44355}"/>
          </ac:spMkLst>
        </pc:spChg>
        <pc:spChg chg="mod">
          <ac:chgData name="Somak Das" userId="S::sdas@floridapoly.edu::98cebb13-2fc4-4808-95b9-daeb7e6acc01" providerId="AD" clId="Web-{E87FA006-2F58-0430-BEF0-6A56DD4957BB}" dt="2024-09-08T02:56:47.681" v="80" actId="20577"/>
          <ac:spMkLst>
            <pc:docMk/>
            <pc:sldMk cId="1160988939" sldId="366"/>
            <ac:spMk id="3" creationId="{7243ACCB-7EF6-5DD1-237C-5D8E94B52E47}"/>
          </ac:spMkLst>
        </pc:spChg>
      </pc:sldChg>
      <pc:sldChg chg="add del">
        <pc:chgData name="Somak Das" userId="S::sdas@floridapoly.edu::98cebb13-2fc4-4808-95b9-daeb7e6acc01" providerId="AD" clId="Web-{E87FA006-2F58-0430-BEF0-6A56DD4957BB}" dt="2024-09-08T02:57:41.869" v="120"/>
        <pc:sldMkLst>
          <pc:docMk/>
          <pc:sldMk cId="4026378510" sldId="366"/>
        </pc:sldMkLst>
      </pc:sldChg>
      <pc:sldChg chg="add del">
        <pc:chgData name="Somak Das" userId="S::sdas@floridapoly.edu::98cebb13-2fc4-4808-95b9-daeb7e6acc01" providerId="AD" clId="Web-{E87FA006-2F58-0430-BEF0-6A56DD4957BB}" dt="2024-09-08T02:57:41.869" v="122"/>
        <pc:sldMkLst>
          <pc:docMk/>
          <pc:sldMk cId="3985552435" sldId="368"/>
        </pc:sldMkLst>
      </pc:sldChg>
      <pc:sldChg chg="add del">
        <pc:chgData name="Somak Das" userId="S::sdas@floridapoly.edu::98cebb13-2fc4-4808-95b9-daeb7e6acc01" providerId="AD" clId="Web-{E87FA006-2F58-0430-BEF0-6A56DD4957BB}" dt="2024-09-08T02:57:41.869" v="119"/>
        <pc:sldMkLst>
          <pc:docMk/>
          <pc:sldMk cId="2079027889" sldId="369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8"/>
        <pc:sldMkLst>
          <pc:docMk/>
          <pc:sldMk cId="124241174" sldId="370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7"/>
        <pc:sldMkLst>
          <pc:docMk/>
          <pc:sldMk cId="3451763861" sldId="371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6"/>
        <pc:sldMkLst>
          <pc:docMk/>
          <pc:sldMk cId="869483577" sldId="372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5"/>
        <pc:sldMkLst>
          <pc:docMk/>
          <pc:sldMk cId="3182590695" sldId="373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4"/>
        <pc:sldMkLst>
          <pc:docMk/>
          <pc:sldMk cId="1169307009" sldId="374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3"/>
        <pc:sldMkLst>
          <pc:docMk/>
          <pc:sldMk cId="936853904" sldId="375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2"/>
        <pc:sldMkLst>
          <pc:docMk/>
          <pc:sldMk cId="783102877" sldId="376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1"/>
        <pc:sldMkLst>
          <pc:docMk/>
          <pc:sldMk cId="3036108891" sldId="377"/>
        </pc:sldMkLst>
      </pc:sldChg>
      <pc:sldChg chg="add del">
        <pc:chgData name="Somak Das" userId="S::sdas@floridapoly.edu::98cebb13-2fc4-4808-95b9-daeb7e6acc01" providerId="AD" clId="Web-{E87FA006-2F58-0430-BEF0-6A56DD4957BB}" dt="2024-09-08T02:57:41.854" v="110"/>
        <pc:sldMkLst>
          <pc:docMk/>
          <pc:sldMk cId="4151336825" sldId="378"/>
        </pc:sldMkLst>
      </pc:sldChg>
      <pc:sldChg chg="add del">
        <pc:chgData name="Somak Das" userId="S::sdas@floridapoly.edu::98cebb13-2fc4-4808-95b9-daeb7e6acc01" providerId="AD" clId="Web-{E87FA006-2F58-0430-BEF0-6A56DD4957BB}" dt="2024-09-08T02:57:41.838" v="109"/>
        <pc:sldMkLst>
          <pc:docMk/>
          <pc:sldMk cId="1345516017" sldId="379"/>
        </pc:sldMkLst>
      </pc:sldChg>
      <pc:sldChg chg="delSp modSp add del">
        <pc:chgData name="Somak Das" userId="S::sdas@floridapoly.edu::98cebb13-2fc4-4808-95b9-daeb7e6acc01" providerId="AD" clId="Web-{E87FA006-2F58-0430-BEF0-6A56DD4957BB}" dt="2024-09-08T03:25:15.502" v="628" actId="20577"/>
        <pc:sldMkLst>
          <pc:docMk/>
          <pc:sldMk cId="1122387926" sldId="380"/>
        </pc:sldMkLst>
        <pc:spChg chg="mod">
          <ac:chgData name="Somak Das" userId="S::sdas@floridapoly.edu::98cebb13-2fc4-4808-95b9-daeb7e6acc01" providerId="AD" clId="Web-{E87FA006-2F58-0430-BEF0-6A56DD4957BB}" dt="2024-09-08T03:25:15.502" v="628" actId="20577"/>
          <ac:spMkLst>
            <pc:docMk/>
            <pc:sldMk cId="1122387926" sldId="380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E87FA006-2F58-0430-BEF0-6A56DD4957BB}" dt="2024-09-08T03:23:06.515" v="623" actId="20577"/>
          <ac:spMkLst>
            <pc:docMk/>
            <pc:sldMk cId="1122387926" sldId="380"/>
            <ac:spMk id="3" creationId="{10AD0E58-93FB-6A47-493C-616E6D59704E}"/>
          </ac:spMkLst>
        </pc:spChg>
        <pc:picChg chg="del">
          <ac:chgData name="Somak Das" userId="S::sdas@floridapoly.edu::98cebb13-2fc4-4808-95b9-daeb7e6acc01" providerId="AD" clId="Web-{E87FA006-2F58-0430-BEF0-6A56DD4957BB}" dt="2024-09-08T03:17:36.398" v="574"/>
          <ac:picMkLst>
            <pc:docMk/>
            <pc:sldMk cId="1122387926" sldId="380"/>
            <ac:picMk id="14" creationId="{4FBCDCD0-1BE5-50CB-4AE2-1B4739B05EA7}"/>
          </ac:picMkLst>
        </pc:picChg>
      </pc:sldChg>
      <pc:sldChg chg="add del">
        <pc:chgData name="Somak Das" userId="S::sdas@floridapoly.edu::98cebb13-2fc4-4808-95b9-daeb7e6acc01" providerId="AD" clId="Web-{E87FA006-2F58-0430-BEF0-6A56DD4957BB}" dt="2024-09-08T02:57:47.416" v="128"/>
        <pc:sldMkLst>
          <pc:docMk/>
          <pc:sldMk cId="508060794" sldId="381"/>
        </pc:sldMkLst>
      </pc:sldChg>
      <pc:sldChg chg="modSp new">
        <pc:chgData name="Somak Das" userId="S::sdas@floridapoly.edu::98cebb13-2fc4-4808-95b9-daeb7e6acc01" providerId="AD" clId="Web-{E87FA006-2F58-0430-BEF0-6A56DD4957BB}" dt="2024-09-08T03:58:02.530" v="829" actId="20577"/>
        <pc:sldMkLst>
          <pc:docMk/>
          <pc:sldMk cId="3618763552" sldId="381"/>
        </pc:sldMkLst>
        <pc:spChg chg="mod">
          <ac:chgData name="Somak Das" userId="S::sdas@floridapoly.edu::98cebb13-2fc4-4808-95b9-daeb7e6acc01" providerId="AD" clId="Web-{E87FA006-2F58-0430-BEF0-6A56DD4957BB}" dt="2024-09-08T03:15:38.129" v="496"/>
          <ac:spMkLst>
            <pc:docMk/>
            <pc:sldMk cId="3618763552" sldId="381"/>
            <ac:spMk id="2" creationId="{AF9FB59A-AF03-19F6-9F6F-6A56AE3ABCB4}"/>
          </ac:spMkLst>
        </pc:spChg>
        <pc:spChg chg="mod">
          <ac:chgData name="Somak Das" userId="S::sdas@floridapoly.edu::98cebb13-2fc4-4808-95b9-daeb7e6acc01" providerId="AD" clId="Web-{E87FA006-2F58-0430-BEF0-6A56DD4957BB}" dt="2024-09-08T03:58:02.530" v="829" actId="20577"/>
          <ac:spMkLst>
            <pc:docMk/>
            <pc:sldMk cId="3618763552" sldId="381"/>
            <ac:spMk id="3" creationId="{36F8DBA5-3200-32EB-2C49-A65915282DF1}"/>
          </ac:spMkLst>
        </pc:spChg>
      </pc:sldChg>
      <pc:sldChg chg="modSp new ord">
        <pc:chgData name="Somak Das" userId="S::sdas@floridapoly.edu::98cebb13-2fc4-4808-95b9-daeb7e6acc01" providerId="AD" clId="Web-{E87FA006-2F58-0430-BEF0-6A56DD4957BB}" dt="2024-09-08T02:59:29.481" v="143" actId="20577"/>
        <pc:sldMkLst>
          <pc:docMk/>
          <pc:sldMk cId="972232934" sldId="382"/>
        </pc:sldMkLst>
        <pc:spChg chg="mod">
          <ac:chgData name="Somak Das" userId="S::sdas@floridapoly.edu::98cebb13-2fc4-4808-95b9-daeb7e6acc01" providerId="AD" clId="Web-{E87FA006-2F58-0430-BEF0-6A56DD4957BB}" dt="2024-09-08T02:59:29.481" v="143" actId="20577"/>
          <ac:spMkLst>
            <pc:docMk/>
            <pc:sldMk cId="972232934" sldId="382"/>
            <ac:spMk id="3" creationId="{6AAA1F16-4B2D-7301-A21D-817B86B4F9B7}"/>
          </ac:spMkLst>
        </pc:spChg>
      </pc:sldChg>
      <pc:sldChg chg="add del">
        <pc:chgData name="Somak Das" userId="S::sdas@floridapoly.edu::98cebb13-2fc4-4808-95b9-daeb7e6acc01" providerId="AD" clId="Web-{E87FA006-2F58-0430-BEF0-6A56DD4957BB}" dt="2024-09-08T02:57:47.416" v="127"/>
        <pc:sldMkLst>
          <pc:docMk/>
          <pc:sldMk cId="3501253409" sldId="382"/>
        </pc:sldMkLst>
      </pc:sldChg>
      <pc:sldChg chg="modSp new">
        <pc:chgData name="Somak Das" userId="S::sdas@floridapoly.edu::98cebb13-2fc4-4808-95b9-daeb7e6acc01" providerId="AD" clId="Web-{E87FA006-2F58-0430-BEF0-6A56DD4957BB}" dt="2024-09-08T03:27:14.552" v="654" actId="1076"/>
        <pc:sldMkLst>
          <pc:docMk/>
          <pc:sldMk cId="1877419172" sldId="383"/>
        </pc:sldMkLst>
        <pc:spChg chg="mod">
          <ac:chgData name="Somak Das" userId="S::sdas@floridapoly.edu::98cebb13-2fc4-4808-95b9-daeb7e6acc01" providerId="AD" clId="Web-{E87FA006-2F58-0430-BEF0-6A56DD4957BB}" dt="2024-09-08T03:27:08.630" v="653"/>
          <ac:spMkLst>
            <pc:docMk/>
            <pc:sldMk cId="1877419172" sldId="383"/>
            <ac:spMk id="2" creationId="{51FBAA92-CD7A-DCFD-5775-A5A65798D3F5}"/>
          </ac:spMkLst>
        </pc:spChg>
        <pc:spChg chg="mod">
          <ac:chgData name="Somak Das" userId="S::sdas@floridapoly.edu::98cebb13-2fc4-4808-95b9-daeb7e6acc01" providerId="AD" clId="Web-{E87FA006-2F58-0430-BEF0-6A56DD4957BB}" dt="2024-09-08T03:27:14.552" v="654" actId="1076"/>
          <ac:spMkLst>
            <pc:docMk/>
            <pc:sldMk cId="1877419172" sldId="383"/>
            <ac:spMk id="3" creationId="{9BCCE04E-B291-6044-F0BF-C84294548F33}"/>
          </ac:spMkLst>
        </pc:spChg>
      </pc:sldChg>
      <pc:sldChg chg="add del">
        <pc:chgData name="Somak Das" userId="S::sdas@floridapoly.edu::98cebb13-2fc4-4808-95b9-daeb7e6acc01" providerId="AD" clId="Web-{E87FA006-2F58-0430-BEF0-6A56DD4957BB}" dt="2024-09-08T02:57:47.416" v="126"/>
        <pc:sldMkLst>
          <pc:docMk/>
          <pc:sldMk cId="3150395374" sldId="383"/>
        </pc:sldMkLst>
      </pc:sldChg>
      <pc:sldChg chg="add del">
        <pc:chgData name="Somak Das" userId="S::sdas@floridapoly.edu::98cebb13-2fc4-4808-95b9-daeb7e6acc01" providerId="AD" clId="Web-{E87FA006-2F58-0430-BEF0-6A56DD4957BB}" dt="2024-09-08T02:57:47.416" v="125"/>
        <pc:sldMkLst>
          <pc:docMk/>
          <pc:sldMk cId="4067671551" sldId="384"/>
        </pc:sldMkLst>
      </pc:sldChg>
      <pc:sldChg chg="addSp delSp modSp new">
        <pc:chgData name="Somak Das" userId="S::sdas@floridapoly.edu::98cebb13-2fc4-4808-95b9-daeb7e6acc01" providerId="AD" clId="Web-{E87FA006-2F58-0430-BEF0-6A56DD4957BB}" dt="2024-09-08T03:45:12.788" v="710" actId="1076"/>
        <pc:sldMkLst>
          <pc:docMk/>
          <pc:sldMk cId="4135864638" sldId="384"/>
        </pc:sldMkLst>
        <pc:spChg chg="mod">
          <ac:chgData name="Somak Das" userId="S::sdas@floridapoly.edu::98cebb13-2fc4-4808-95b9-daeb7e6acc01" providerId="AD" clId="Web-{E87FA006-2F58-0430-BEF0-6A56DD4957BB}" dt="2024-09-08T03:35:13.438" v="657" actId="20577"/>
          <ac:spMkLst>
            <pc:docMk/>
            <pc:sldMk cId="4135864638" sldId="384"/>
            <ac:spMk id="2" creationId="{C6699BA2-6AE7-46BA-4BE2-73781878FB8E}"/>
          </ac:spMkLst>
        </pc:spChg>
        <pc:spChg chg="del">
          <ac:chgData name="Somak Das" userId="S::sdas@floridapoly.edu::98cebb13-2fc4-4808-95b9-daeb7e6acc01" providerId="AD" clId="Web-{E87FA006-2F58-0430-BEF0-6A56DD4957BB}" dt="2024-09-08T03:38:39.037" v="658"/>
          <ac:spMkLst>
            <pc:docMk/>
            <pc:sldMk cId="4135864638" sldId="384"/>
            <ac:spMk id="3" creationId="{0E02263F-CF54-0F9A-5BE4-D82C38125BE8}"/>
          </ac:spMkLst>
        </pc:spChg>
        <pc:spChg chg="add mod">
          <ac:chgData name="Somak Das" userId="S::sdas@floridapoly.edu::98cebb13-2fc4-4808-95b9-daeb7e6acc01" providerId="AD" clId="Web-{E87FA006-2F58-0430-BEF0-6A56DD4957BB}" dt="2024-09-08T03:45:12.788" v="710" actId="1076"/>
          <ac:spMkLst>
            <pc:docMk/>
            <pc:sldMk cId="4135864638" sldId="384"/>
            <ac:spMk id="5" creationId="{5446B102-4CB6-0B68-133C-0983CA9E60D5}"/>
          </ac:spMkLst>
        </pc:spChg>
        <pc:picChg chg="add mod ord">
          <ac:chgData name="Somak Das" userId="S::sdas@floridapoly.edu::98cebb13-2fc4-4808-95b9-daeb7e6acc01" providerId="AD" clId="Web-{E87FA006-2F58-0430-BEF0-6A56DD4957BB}" dt="2024-09-08T03:39:30.491" v="662" actId="1076"/>
          <ac:picMkLst>
            <pc:docMk/>
            <pc:sldMk cId="4135864638" sldId="384"/>
            <ac:picMk id="4" creationId="{EC4D30BE-0D6C-E665-59E7-4DF8BFF6C9FF}"/>
          </ac:picMkLst>
        </pc:picChg>
      </pc:sldChg>
      <pc:sldChg chg="add del">
        <pc:chgData name="Somak Das" userId="S::sdas@floridapoly.edu::98cebb13-2fc4-4808-95b9-daeb7e6acc01" providerId="AD" clId="Web-{E87FA006-2F58-0430-BEF0-6A56DD4957BB}" dt="2024-09-08T02:57:41.869" v="121"/>
        <pc:sldMkLst>
          <pc:docMk/>
          <pc:sldMk cId="4097139382" sldId="385"/>
        </pc:sldMkLst>
      </pc:sldChg>
    </pc:docChg>
  </pc:docChgLst>
  <pc:docChgLst>
    <pc:chgData name="Somak Das" userId="S::sdas@floridapoly.edu::98cebb13-2fc4-4808-95b9-daeb7e6acc01" providerId="AD" clId="Web-{8233D810-E61F-64C9-F7A0-182146AC8027}"/>
    <pc:docChg chg="addSld delSld modSld modSection">
      <pc:chgData name="Somak Das" userId="S::sdas@floridapoly.edu::98cebb13-2fc4-4808-95b9-daeb7e6acc01" providerId="AD" clId="Web-{8233D810-E61F-64C9-F7A0-182146AC8027}" dt="2024-09-09T02:55:26.552" v="177" actId="14100"/>
      <pc:docMkLst>
        <pc:docMk/>
      </pc:docMkLst>
      <pc:sldChg chg="addSp delSp modSp new mod setBg">
        <pc:chgData name="Somak Das" userId="S::sdas@floridapoly.edu::98cebb13-2fc4-4808-95b9-daeb7e6acc01" providerId="AD" clId="Web-{8233D810-E61F-64C9-F7A0-182146AC8027}" dt="2024-09-09T02:37:49.858" v="35" actId="20577"/>
        <pc:sldMkLst>
          <pc:docMk/>
          <pc:sldMk cId="2673732335" sldId="390"/>
        </pc:sldMkLst>
        <pc:spChg chg="mod">
          <ac:chgData name="Somak Das" userId="S::sdas@floridapoly.edu::98cebb13-2fc4-4808-95b9-daeb7e6acc01" providerId="AD" clId="Web-{8233D810-E61F-64C9-F7A0-182146AC8027}" dt="2024-09-09T02:37:15.123" v="8"/>
          <ac:spMkLst>
            <pc:docMk/>
            <pc:sldMk cId="2673732335" sldId="390"/>
            <ac:spMk id="2" creationId="{02901142-954D-D436-06DB-876D4512E017}"/>
          </ac:spMkLst>
        </pc:spChg>
        <pc:spChg chg="del">
          <ac:chgData name="Somak Das" userId="S::sdas@floridapoly.edu::98cebb13-2fc4-4808-95b9-daeb7e6acc01" providerId="AD" clId="Web-{8233D810-E61F-64C9-F7A0-182146AC8027}" dt="2024-09-09T02:37:02.060" v="6"/>
          <ac:spMkLst>
            <pc:docMk/>
            <pc:sldMk cId="2673732335" sldId="390"/>
            <ac:spMk id="3" creationId="{4E146FEF-A943-8D35-1EF2-1E85283CCB14}"/>
          </ac:spMkLst>
        </pc:spChg>
        <pc:spChg chg="add mod">
          <ac:chgData name="Somak Das" userId="S::sdas@floridapoly.edu::98cebb13-2fc4-4808-95b9-daeb7e6acc01" providerId="AD" clId="Web-{8233D810-E61F-64C9-F7A0-182146AC8027}" dt="2024-09-09T02:37:49.858" v="35" actId="20577"/>
          <ac:spMkLst>
            <pc:docMk/>
            <pc:sldMk cId="2673732335" sldId="390"/>
            <ac:spMk id="8" creationId="{02FD5AD3-D069-180C-CD95-437336717FAF}"/>
          </ac:spMkLst>
        </pc:spChg>
        <pc:spChg chg="add">
          <ac:chgData name="Somak Das" userId="S::sdas@floridapoly.edu::98cebb13-2fc4-4808-95b9-daeb7e6acc01" providerId="AD" clId="Web-{8233D810-E61F-64C9-F7A0-182146AC8027}" dt="2024-09-09T02:37:15.123" v="8"/>
          <ac:spMkLst>
            <pc:docMk/>
            <pc:sldMk cId="2673732335" sldId="390"/>
            <ac:spMk id="11" creationId="{131BAD53-4E89-4F62-BBB7-26359763ED39}"/>
          </ac:spMkLst>
        </pc:spChg>
        <pc:spChg chg="add">
          <ac:chgData name="Somak Das" userId="S::sdas@floridapoly.edu::98cebb13-2fc4-4808-95b9-daeb7e6acc01" providerId="AD" clId="Web-{8233D810-E61F-64C9-F7A0-182146AC8027}" dt="2024-09-09T02:37:15.123" v="8"/>
          <ac:spMkLst>
            <pc:docMk/>
            <pc:sldMk cId="2673732335" sldId="390"/>
            <ac:spMk id="13" creationId="{62756DA2-40EB-4C6F-B962-5822FFB54FB6}"/>
          </ac:spMkLst>
        </pc:spChg>
        <pc:picChg chg="add mod ord">
          <ac:chgData name="Somak Das" userId="S::sdas@floridapoly.edu::98cebb13-2fc4-4808-95b9-daeb7e6acc01" providerId="AD" clId="Web-{8233D810-E61F-64C9-F7A0-182146AC8027}" dt="2024-09-09T02:37:15.123" v="8"/>
          <ac:picMkLst>
            <pc:docMk/>
            <pc:sldMk cId="2673732335" sldId="390"/>
            <ac:picMk id="4" creationId="{3235E30D-D74C-7386-1AA7-7952B3F87681}"/>
          </ac:picMkLst>
        </pc:picChg>
      </pc:sldChg>
      <pc:sldChg chg="new del">
        <pc:chgData name="Somak Das" userId="S::sdas@floridapoly.edu::98cebb13-2fc4-4808-95b9-daeb7e6acc01" providerId="AD" clId="Web-{8233D810-E61F-64C9-F7A0-182146AC8027}" dt="2024-09-09T02:44:46.631" v="37"/>
        <pc:sldMkLst>
          <pc:docMk/>
          <pc:sldMk cId="312012627" sldId="391"/>
        </pc:sldMkLst>
      </pc:sldChg>
      <pc:sldChg chg="modSp add replId">
        <pc:chgData name="Somak Das" userId="S::sdas@floridapoly.edu::98cebb13-2fc4-4808-95b9-daeb7e6acc01" providerId="AD" clId="Web-{8233D810-E61F-64C9-F7A0-182146AC8027}" dt="2024-09-09T02:55:26.552" v="177" actId="14100"/>
        <pc:sldMkLst>
          <pc:docMk/>
          <pc:sldMk cId="1988054024" sldId="391"/>
        </pc:sldMkLst>
        <pc:spChg chg="mod">
          <ac:chgData name="Somak Das" userId="S::sdas@floridapoly.edu::98cebb13-2fc4-4808-95b9-daeb7e6acc01" providerId="AD" clId="Web-{8233D810-E61F-64C9-F7A0-182146AC8027}" dt="2024-09-09T02:55:26.552" v="177" actId="14100"/>
          <ac:spMkLst>
            <pc:docMk/>
            <pc:sldMk cId="1988054024" sldId="391"/>
            <ac:spMk id="5" creationId="{35E7F9FF-6ED1-088A-82C8-7D5BC13D6485}"/>
          </ac:spMkLst>
        </pc:spChg>
      </pc:sldChg>
    </pc:docChg>
  </pc:docChgLst>
  <pc:docChgLst>
    <pc:chgData name="Edwar Romero-Ramirez" userId="92bc0edd-ad5d-44a7-8ba7-72607029cc7a" providerId="ADAL" clId="{2411B0E9-5B86-5F47-8642-73065063E12B}"/>
    <pc:docChg chg="undo custSel addSld delSld modSld modSection">
      <pc:chgData name="Edwar Romero-Ramirez" userId="92bc0edd-ad5d-44a7-8ba7-72607029cc7a" providerId="ADAL" clId="{2411B0E9-5B86-5F47-8642-73065063E12B}" dt="2024-06-16T16:54:59.138" v="859" actId="20577"/>
      <pc:docMkLst>
        <pc:docMk/>
      </pc:docMkLst>
      <pc:sldChg chg="modSp">
        <pc:chgData name="Edwar Romero-Ramirez" userId="92bc0edd-ad5d-44a7-8ba7-72607029cc7a" providerId="ADAL" clId="{2411B0E9-5B86-5F47-8642-73065063E12B}" dt="2024-06-16T15:45:33.550" v="21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411B0E9-5B86-5F47-8642-73065063E12B}" dt="2024-06-16T15:45:33.550" v="21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add del">
        <pc:chgData name="Edwar Romero-Ramirez" userId="92bc0edd-ad5d-44a7-8ba7-72607029cc7a" providerId="ADAL" clId="{2411B0E9-5B86-5F47-8642-73065063E12B}" dt="2024-06-16T16:16:43.593" v="78" actId="22"/>
        <pc:sldMkLst>
          <pc:docMk/>
          <pc:sldMk cId="3509818843" sldId="346"/>
        </pc:sldMkLst>
      </pc:sldChg>
      <pc:sldChg chg="modSp">
        <pc:chgData name="Edwar Romero-Ramirez" userId="92bc0edd-ad5d-44a7-8ba7-72607029cc7a" providerId="ADAL" clId="{2411B0E9-5B86-5F47-8642-73065063E12B}" dt="2024-06-16T15:46:20.600" v="7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2411B0E9-5B86-5F47-8642-73065063E12B}" dt="2024-06-16T15:46:20.600" v="7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add modNotesTx">
        <pc:chgData name="Edwar Romero-Ramirez" userId="92bc0edd-ad5d-44a7-8ba7-72607029cc7a" providerId="ADAL" clId="{2411B0E9-5B86-5F47-8642-73065063E12B}" dt="2024-06-16T16:36:41.504" v="287" actId="20577"/>
        <pc:sldMkLst>
          <pc:docMk/>
          <pc:sldMk cId="936853904" sldId="375"/>
        </pc:sldMkLst>
        <pc:spChg chg="mod">
          <ac:chgData name="Edwar Romero-Ramirez" userId="92bc0edd-ad5d-44a7-8ba7-72607029cc7a" providerId="ADAL" clId="{2411B0E9-5B86-5F47-8642-73065063E12B}" dt="2024-06-16T16:29:56.247" v="89" actId="22"/>
          <ac:spMkLst>
            <pc:docMk/>
            <pc:sldMk cId="936853904" sldId="375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411B0E9-5B86-5F47-8642-73065063E12B}" dt="2024-06-16T16:36:41.504" v="287" actId="20577"/>
          <ac:spMkLst>
            <pc:docMk/>
            <pc:sldMk cId="936853904" sldId="375"/>
            <ac:spMk id="3" creationId="{10AD0E58-93FB-6A47-493C-616E6D59704E}"/>
          </ac:spMkLst>
        </pc:spChg>
        <pc:picChg chg="del">
          <ac:chgData name="Edwar Romero-Ramirez" userId="92bc0edd-ad5d-44a7-8ba7-72607029cc7a" providerId="ADAL" clId="{2411B0E9-5B86-5F47-8642-73065063E12B}" dt="2024-06-16T16:16:58.346" v="81" actId="478"/>
          <ac:picMkLst>
            <pc:docMk/>
            <pc:sldMk cId="936853904" sldId="375"/>
            <ac:picMk id="9" creationId="{FA24FF5C-1E27-EF8D-1247-D801F07A3A86}"/>
          </ac:picMkLst>
        </pc:picChg>
        <pc:picChg chg="del">
          <ac:chgData name="Edwar Romero-Ramirez" userId="92bc0edd-ad5d-44a7-8ba7-72607029cc7a" providerId="ADAL" clId="{2411B0E9-5B86-5F47-8642-73065063E12B}" dt="2024-06-16T16:16:57.622" v="80" actId="478"/>
          <ac:picMkLst>
            <pc:docMk/>
            <pc:sldMk cId="936853904" sldId="375"/>
            <ac:picMk id="10" creationId="{36811DD9-DD55-2B88-0E59-03FBDEBA3E88}"/>
          </ac:picMkLst>
        </pc:picChg>
        <pc:picChg chg="del">
          <ac:chgData name="Edwar Romero-Ramirez" userId="92bc0edd-ad5d-44a7-8ba7-72607029cc7a" providerId="ADAL" clId="{2411B0E9-5B86-5F47-8642-73065063E12B}" dt="2024-06-16T16:16:59.067" v="82" actId="478"/>
          <ac:picMkLst>
            <pc:docMk/>
            <pc:sldMk cId="936853904" sldId="375"/>
            <ac:picMk id="11" creationId="{68E480E0-FA87-048B-6A65-3BDB885AEE62}"/>
          </ac:picMkLst>
        </pc:picChg>
        <pc:picChg chg="add del mod">
          <ac:chgData name="Edwar Romero-Ramirez" userId="92bc0edd-ad5d-44a7-8ba7-72607029cc7a" providerId="ADAL" clId="{2411B0E9-5B86-5F47-8642-73065063E12B}" dt="2024-06-16T16:29:35.925" v="88" actId="478"/>
          <ac:picMkLst>
            <pc:docMk/>
            <pc:sldMk cId="936853904" sldId="375"/>
            <ac:picMk id="14" creationId="{E805E368-FDFA-96F2-0ECC-C29DAE2E68B9}"/>
          </ac:picMkLst>
        </pc:picChg>
        <pc:picChg chg="del">
          <ac:chgData name="Edwar Romero-Ramirez" userId="92bc0edd-ad5d-44a7-8ba7-72607029cc7a" providerId="ADAL" clId="{2411B0E9-5B86-5F47-8642-73065063E12B}" dt="2024-06-16T16:16:55.585" v="79" actId="478"/>
          <ac:picMkLst>
            <pc:docMk/>
            <pc:sldMk cId="936853904" sldId="375"/>
            <ac:picMk id="15" creationId="{8302A4BB-BEF3-78C0-548F-1C00B9EB3CB8}"/>
          </ac:picMkLst>
        </pc:picChg>
        <pc:picChg chg="del">
          <ac:chgData name="Edwar Romero-Ramirez" userId="92bc0edd-ad5d-44a7-8ba7-72607029cc7a" providerId="ADAL" clId="{2411B0E9-5B86-5F47-8642-73065063E12B}" dt="2024-06-16T16:30:00.912" v="90" actId="478"/>
          <ac:picMkLst>
            <pc:docMk/>
            <pc:sldMk cId="936853904" sldId="375"/>
            <ac:picMk id="16" creationId="{3EDE6D08-50D5-0D43-BF0F-F0C4A669C3FF}"/>
          </ac:picMkLst>
        </pc:picChg>
        <pc:picChg chg="add del mod">
          <ac:chgData name="Edwar Romero-Ramirez" userId="92bc0edd-ad5d-44a7-8ba7-72607029cc7a" providerId="ADAL" clId="{2411B0E9-5B86-5F47-8642-73065063E12B}" dt="2024-06-16T16:33:44.306" v="98" actId="478"/>
          <ac:picMkLst>
            <pc:docMk/>
            <pc:sldMk cId="936853904" sldId="375"/>
            <ac:picMk id="19" creationId="{02F94B82-4E59-E16F-0BAA-857B171BE1D8}"/>
          </ac:picMkLst>
        </pc:picChg>
        <pc:picChg chg="add del mod">
          <ac:chgData name="Edwar Romero-Ramirez" userId="92bc0edd-ad5d-44a7-8ba7-72607029cc7a" providerId="ADAL" clId="{2411B0E9-5B86-5F47-8642-73065063E12B}" dt="2024-06-16T16:33:43.015" v="97" actId="478"/>
          <ac:picMkLst>
            <pc:docMk/>
            <pc:sldMk cId="936853904" sldId="375"/>
            <ac:picMk id="22" creationId="{AEF6C886-AAF3-B7CD-ED50-FBA0771CC37A}"/>
          </ac:picMkLst>
        </pc:picChg>
        <pc:picChg chg="add mod">
          <ac:chgData name="Edwar Romero-Ramirez" userId="92bc0edd-ad5d-44a7-8ba7-72607029cc7a" providerId="ADAL" clId="{2411B0E9-5B86-5F47-8642-73065063E12B}" dt="2024-06-16T16:34:11.554" v="103" actId="14100"/>
          <ac:picMkLst>
            <pc:docMk/>
            <pc:sldMk cId="936853904" sldId="375"/>
            <ac:picMk id="25" creationId="{0A199BFD-2875-969E-ED1E-947E2F403C4B}"/>
          </ac:picMkLst>
        </pc:picChg>
        <pc:picChg chg="add mod">
          <ac:chgData name="Edwar Romero-Ramirez" userId="92bc0edd-ad5d-44a7-8ba7-72607029cc7a" providerId="ADAL" clId="{2411B0E9-5B86-5F47-8642-73065063E12B}" dt="2024-06-16T16:34:18.518" v="105" actId="14100"/>
          <ac:picMkLst>
            <pc:docMk/>
            <pc:sldMk cId="936853904" sldId="375"/>
            <ac:picMk id="28" creationId="{E287BECC-3C16-892D-10A9-365E452677A7}"/>
          </ac:picMkLst>
        </pc:picChg>
      </pc:sldChg>
      <pc:sldChg chg="addSp delSp modSp add">
        <pc:chgData name="Edwar Romero-Ramirez" userId="92bc0edd-ad5d-44a7-8ba7-72607029cc7a" providerId="ADAL" clId="{2411B0E9-5B86-5F47-8642-73065063E12B}" dt="2024-06-16T16:49:36.996" v="491" actId="207"/>
        <pc:sldMkLst>
          <pc:docMk/>
          <pc:sldMk cId="783102877" sldId="376"/>
        </pc:sldMkLst>
        <pc:spChg chg="mod">
          <ac:chgData name="Edwar Romero-Ramirez" userId="92bc0edd-ad5d-44a7-8ba7-72607029cc7a" providerId="ADAL" clId="{2411B0E9-5B86-5F47-8642-73065063E12B}" dt="2024-06-16T16:42:56.135" v="300" actId="20577"/>
          <ac:spMkLst>
            <pc:docMk/>
            <pc:sldMk cId="783102877" sldId="376"/>
            <ac:spMk id="3" creationId="{10AD0E58-93FB-6A47-493C-616E6D59704E}"/>
          </ac:spMkLst>
        </pc:spChg>
        <pc:spChg chg="add mod ord">
          <ac:chgData name="Edwar Romero-Ramirez" userId="92bc0edd-ad5d-44a7-8ba7-72607029cc7a" providerId="ADAL" clId="{2411B0E9-5B86-5F47-8642-73065063E12B}" dt="2024-06-16T16:49:36.996" v="491" actId="207"/>
          <ac:spMkLst>
            <pc:docMk/>
            <pc:sldMk cId="783102877" sldId="376"/>
            <ac:spMk id="16" creationId="{1CB7A709-C4D1-B131-0F7B-00239AA28768}"/>
          </ac:spMkLst>
        </pc:spChg>
        <pc:spChg chg="add del">
          <ac:chgData name="Edwar Romero-Ramirez" userId="92bc0edd-ad5d-44a7-8ba7-72607029cc7a" providerId="ADAL" clId="{2411B0E9-5B86-5F47-8642-73065063E12B}" dt="2024-06-16T16:44:21.305" v="306" actId="22"/>
          <ac:spMkLst>
            <pc:docMk/>
            <pc:sldMk cId="783102877" sldId="376"/>
            <ac:spMk id="18" creationId="{96B2D98A-19E8-011A-D328-A3BC57C6DD03}"/>
          </ac:spMkLst>
        </pc:spChg>
        <pc:picChg chg="add del mod">
          <ac:chgData name="Edwar Romero-Ramirez" userId="92bc0edd-ad5d-44a7-8ba7-72607029cc7a" providerId="ADAL" clId="{2411B0E9-5B86-5F47-8642-73065063E12B}" dt="2024-06-16T16:43:57.216" v="303" actId="478"/>
          <ac:picMkLst>
            <pc:docMk/>
            <pc:sldMk cId="783102877" sldId="376"/>
            <ac:picMk id="11" creationId="{DAD410AE-1172-7544-2038-4A1D8E899633}"/>
          </ac:picMkLst>
        </pc:picChg>
        <pc:picChg chg="add mod">
          <ac:chgData name="Edwar Romero-Ramirez" userId="92bc0edd-ad5d-44a7-8ba7-72607029cc7a" providerId="ADAL" clId="{2411B0E9-5B86-5F47-8642-73065063E12B}" dt="2024-06-16T16:42:28.957" v="297" actId="1076"/>
          <ac:picMkLst>
            <pc:docMk/>
            <pc:sldMk cId="783102877" sldId="376"/>
            <ac:picMk id="14" creationId="{30837F2A-69A9-79E5-78E6-FAC3CD27033B}"/>
          </ac:picMkLst>
        </pc:picChg>
        <pc:picChg chg="add mod">
          <ac:chgData name="Edwar Romero-Ramirez" userId="92bc0edd-ad5d-44a7-8ba7-72607029cc7a" providerId="ADAL" clId="{2411B0E9-5B86-5F47-8642-73065063E12B}" dt="2024-06-16T16:49:00.496" v="487" actId="1076"/>
          <ac:picMkLst>
            <pc:docMk/>
            <pc:sldMk cId="783102877" sldId="376"/>
            <ac:picMk id="21" creationId="{5BBEB755-66AC-53A3-3491-7136D2DC31FF}"/>
          </ac:picMkLst>
        </pc:picChg>
        <pc:picChg chg="del">
          <ac:chgData name="Edwar Romero-Ramirez" userId="92bc0edd-ad5d-44a7-8ba7-72607029cc7a" providerId="ADAL" clId="{2411B0E9-5B86-5F47-8642-73065063E12B}" dt="2024-06-16T16:40:49.623" v="289" actId="478"/>
          <ac:picMkLst>
            <pc:docMk/>
            <pc:sldMk cId="783102877" sldId="376"/>
            <ac:picMk id="25" creationId="{0A199BFD-2875-969E-ED1E-947E2F403C4B}"/>
          </ac:picMkLst>
        </pc:picChg>
        <pc:picChg chg="del">
          <ac:chgData name="Edwar Romero-Ramirez" userId="92bc0edd-ad5d-44a7-8ba7-72607029cc7a" providerId="ADAL" clId="{2411B0E9-5B86-5F47-8642-73065063E12B}" dt="2024-06-16T16:40:51.519" v="290" actId="478"/>
          <ac:picMkLst>
            <pc:docMk/>
            <pc:sldMk cId="783102877" sldId="376"/>
            <ac:picMk id="28" creationId="{E287BECC-3C16-892D-10A9-365E452677A7}"/>
          </ac:picMkLst>
        </pc:picChg>
      </pc:sldChg>
      <pc:sldChg chg="delSp modSp add">
        <pc:chgData name="Edwar Romero-Ramirez" userId="92bc0edd-ad5d-44a7-8ba7-72607029cc7a" providerId="ADAL" clId="{2411B0E9-5B86-5F47-8642-73065063E12B}" dt="2024-06-16T16:54:59.138" v="859" actId="20577"/>
        <pc:sldMkLst>
          <pc:docMk/>
          <pc:sldMk cId="3036108891" sldId="377"/>
        </pc:sldMkLst>
        <pc:spChg chg="mod">
          <ac:chgData name="Edwar Romero-Ramirez" userId="92bc0edd-ad5d-44a7-8ba7-72607029cc7a" providerId="ADAL" clId="{2411B0E9-5B86-5F47-8642-73065063E12B}" dt="2024-06-16T16:54:59.138" v="859" actId="20577"/>
          <ac:spMkLst>
            <pc:docMk/>
            <pc:sldMk cId="3036108891" sldId="377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411B0E9-5B86-5F47-8642-73065063E12B}" dt="2024-06-16T16:50:54.307" v="493" actId="478"/>
          <ac:spMkLst>
            <pc:docMk/>
            <pc:sldMk cId="3036108891" sldId="377"/>
            <ac:spMk id="16" creationId="{1CB7A709-C4D1-B131-0F7B-00239AA28768}"/>
          </ac:spMkLst>
        </pc:spChg>
        <pc:picChg chg="del">
          <ac:chgData name="Edwar Romero-Ramirez" userId="92bc0edd-ad5d-44a7-8ba7-72607029cc7a" providerId="ADAL" clId="{2411B0E9-5B86-5F47-8642-73065063E12B}" dt="2024-06-16T16:50:56.156" v="494" actId="478"/>
          <ac:picMkLst>
            <pc:docMk/>
            <pc:sldMk cId="3036108891" sldId="377"/>
            <ac:picMk id="14" creationId="{30837F2A-69A9-79E5-78E6-FAC3CD27033B}"/>
          </ac:picMkLst>
        </pc:picChg>
        <pc:picChg chg="del">
          <ac:chgData name="Edwar Romero-Ramirez" userId="92bc0edd-ad5d-44a7-8ba7-72607029cc7a" providerId="ADAL" clId="{2411B0E9-5B86-5F47-8642-73065063E12B}" dt="2024-06-16T16:50:57.616" v="495" actId="478"/>
          <ac:picMkLst>
            <pc:docMk/>
            <pc:sldMk cId="3036108891" sldId="377"/>
            <ac:picMk id="21" creationId="{5BBEB755-66AC-53A3-3491-7136D2DC31FF}"/>
          </ac:picMkLst>
        </pc:picChg>
      </pc:sldChg>
    </pc:docChg>
  </pc:docChgLst>
  <pc:docChgLst>
    <pc:chgData name="Edwar Romero-Ramirez" userId="92bc0edd-ad5d-44a7-8ba7-72607029cc7a" providerId="ADAL" clId="{84EA6B7E-58BA-4BD1-B3CB-C7FF9770875A}"/>
    <pc:docChg chg="undo custSel addSld delSld modSld modSection">
      <pc:chgData name="Edwar Romero-Ramirez" userId="92bc0edd-ad5d-44a7-8ba7-72607029cc7a" providerId="ADAL" clId="{84EA6B7E-58BA-4BD1-B3CB-C7FF9770875A}" dt="2024-06-14T19:01:05.514" v="1405" actId="20577"/>
      <pc:docMkLst>
        <pc:docMk/>
      </pc:docMkLst>
      <pc:sldChg chg="addSp delSp modSp mod">
        <pc:chgData name="Edwar Romero-Ramirez" userId="92bc0edd-ad5d-44a7-8ba7-72607029cc7a" providerId="ADAL" clId="{84EA6B7E-58BA-4BD1-B3CB-C7FF9770875A}" dt="2024-06-14T19:00:22.073" v="1400" actId="20577"/>
        <pc:sldMkLst>
          <pc:docMk/>
          <pc:sldMk cId="783844113" sldId="256"/>
        </pc:sldMkLst>
        <pc:spChg chg="del">
          <ac:chgData name="Edwar Romero-Ramirez" userId="92bc0edd-ad5d-44a7-8ba7-72607029cc7a" providerId="ADAL" clId="{84EA6B7E-58BA-4BD1-B3CB-C7FF9770875A}" dt="2024-06-14T19:00:15.664" v="1397" actId="478"/>
          <ac:spMkLst>
            <pc:docMk/>
            <pc:sldMk cId="783844113" sldId="256"/>
            <ac:spMk id="5" creationId="{B0656759-C71E-DE55-C394-61B9D6321BE3}"/>
          </ac:spMkLst>
        </pc:spChg>
        <pc:spChg chg="add mod">
          <ac:chgData name="Edwar Romero-Ramirez" userId="92bc0edd-ad5d-44a7-8ba7-72607029cc7a" providerId="ADAL" clId="{84EA6B7E-58BA-4BD1-B3CB-C7FF9770875A}" dt="2024-06-14T19:00:22.073" v="1400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84EA6B7E-58BA-4BD1-B3CB-C7FF9770875A}" dt="2024-06-14T19:00:42.056" v="1403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84EA6B7E-58BA-4BD1-B3CB-C7FF9770875A}" dt="2024-06-14T19:00:42.056" v="1403" actId="20577"/>
          <ac:spMkLst>
            <pc:docMk/>
            <pc:sldMk cId="2289991728" sldId="342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8:06:22.827" v="1386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84EA6B7E-58BA-4BD1-B3CB-C7FF9770875A}" dt="2024-06-14T18:06:22.827" v="1386" actId="20577"/>
          <ac:spMkLst>
            <pc:docMk/>
            <pc:sldMk cId="3665023349" sldId="343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38.452" v="79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4EA6B7E-58BA-4BD1-B3CB-C7FF9770875A}" dt="2024-06-14T17:04:38.452" v="79" actId="20577"/>
          <ac:spMkLst>
            <pc:docMk/>
            <pc:sldMk cId="3912467275" sldId="351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4.066" v="80"/>
        <pc:sldMkLst>
          <pc:docMk/>
          <pc:sldMk cId="839535825" sldId="352"/>
        </pc:sldMkLst>
        <pc:spChg chg="mod">
          <ac:chgData name="Edwar Romero-Ramirez" userId="92bc0edd-ad5d-44a7-8ba7-72607029cc7a" providerId="ADAL" clId="{84EA6B7E-58BA-4BD1-B3CB-C7FF9770875A}" dt="2024-06-14T17:04:44.066" v="80"/>
          <ac:spMkLst>
            <pc:docMk/>
            <pc:sldMk cId="839535825" sldId="352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6.889" v="81"/>
        <pc:sldMkLst>
          <pc:docMk/>
          <pc:sldMk cId="2838901669" sldId="353"/>
        </pc:sldMkLst>
        <pc:spChg chg="mod">
          <ac:chgData name="Edwar Romero-Ramirez" userId="92bc0edd-ad5d-44a7-8ba7-72607029cc7a" providerId="ADAL" clId="{84EA6B7E-58BA-4BD1-B3CB-C7FF9770875A}" dt="2024-06-14T17:04:46.889" v="81"/>
          <ac:spMkLst>
            <pc:docMk/>
            <pc:sldMk cId="2838901669" sldId="353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9.434" v="82"/>
        <pc:sldMkLst>
          <pc:docMk/>
          <pc:sldMk cId="3245362616" sldId="354"/>
        </pc:sldMkLst>
        <pc:spChg chg="mod">
          <ac:chgData name="Edwar Romero-Ramirez" userId="92bc0edd-ad5d-44a7-8ba7-72607029cc7a" providerId="ADAL" clId="{84EA6B7E-58BA-4BD1-B3CB-C7FF9770875A}" dt="2024-06-14T17:04:49.434" v="82"/>
          <ac:spMkLst>
            <pc:docMk/>
            <pc:sldMk cId="3245362616" sldId="354"/>
            <ac:spMk id="5" creationId="{3F1CE5EF-1993-48B6-7353-FC6D457CA39A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12.722" v="86" actId="166"/>
        <pc:sldMkLst>
          <pc:docMk/>
          <pc:sldMk cId="4183556849" sldId="355"/>
        </pc:sldMkLst>
        <pc:spChg chg="add mod">
          <ac:chgData name="Edwar Romero-Ramirez" userId="92bc0edd-ad5d-44a7-8ba7-72607029cc7a" providerId="ADAL" clId="{84EA6B7E-58BA-4BD1-B3CB-C7FF9770875A}" dt="2024-06-14T17:05:04.147" v="84"/>
          <ac:spMkLst>
            <pc:docMk/>
            <pc:sldMk cId="4183556849" sldId="355"/>
            <ac:spMk id="4" creationId="{BF244BDF-83C8-27C0-C0C8-383C66F757D9}"/>
          </ac:spMkLst>
        </pc:spChg>
        <pc:spChg chg="del">
          <ac:chgData name="Edwar Romero-Ramirez" userId="92bc0edd-ad5d-44a7-8ba7-72607029cc7a" providerId="ADAL" clId="{84EA6B7E-58BA-4BD1-B3CB-C7FF9770875A}" dt="2024-06-14T17:05:03.690" v="83" actId="478"/>
          <ac:spMkLst>
            <pc:docMk/>
            <pc:sldMk cId="4183556849" sldId="355"/>
            <ac:spMk id="5" creationId="{3F1CE5EF-1993-48B6-7353-FC6D457CA39A}"/>
          </ac:spMkLst>
        </pc:spChg>
        <pc:picChg chg="ord">
          <ac:chgData name="Edwar Romero-Ramirez" userId="92bc0edd-ad5d-44a7-8ba7-72607029cc7a" providerId="ADAL" clId="{84EA6B7E-58BA-4BD1-B3CB-C7FF9770875A}" dt="2024-06-14T17:05:12.722" v="86" actId="166"/>
          <ac:picMkLst>
            <pc:docMk/>
            <pc:sldMk cId="4183556849" sldId="355"/>
            <ac:picMk id="17" creationId="{81A7133B-4EF4-6F2E-F115-3E1B669ABF10}"/>
          </ac:picMkLst>
        </pc:picChg>
      </pc:sldChg>
      <pc:sldChg chg="modSp mod">
        <pc:chgData name="Edwar Romero-Ramirez" userId="92bc0edd-ad5d-44a7-8ba7-72607029cc7a" providerId="ADAL" clId="{84EA6B7E-58BA-4BD1-B3CB-C7FF9770875A}" dt="2024-06-14T17:47:34.253" v="1370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84EA6B7E-58BA-4BD1-B3CB-C7FF9770875A}" dt="2024-06-14T17:47:34.253" v="1370" actId="207"/>
          <ac:spMkLst>
            <pc:docMk/>
            <pc:sldMk cId="1929717596" sldId="356"/>
            <ac:spMk id="3" creationId="{EEA82FBA-2EB2-5C2F-0014-4EC7486CBC03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3.146" v="89" actId="167"/>
        <pc:sldMkLst>
          <pc:docMk/>
          <pc:sldMk cId="413745526" sldId="357"/>
        </pc:sldMkLst>
        <pc:spChg chg="del">
          <ac:chgData name="Edwar Romero-Ramirez" userId="92bc0edd-ad5d-44a7-8ba7-72607029cc7a" providerId="ADAL" clId="{84EA6B7E-58BA-4BD1-B3CB-C7FF9770875A}" dt="2024-06-14T17:05:17.574" v="87" actId="478"/>
          <ac:spMkLst>
            <pc:docMk/>
            <pc:sldMk cId="413745526" sldId="357"/>
            <ac:spMk id="5" creationId="{3F1CE5EF-1993-48B6-7353-FC6D457CA39A}"/>
          </ac:spMkLst>
        </pc:spChg>
        <pc:spChg chg="add mod ord">
          <ac:chgData name="Edwar Romero-Ramirez" userId="92bc0edd-ad5d-44a7-8ba7-72607029cc7a" providerId="ADAL" clId="{84EA6B7E-58BA-4BD1-B3CB-C7FF9770875A}" dt="2024-06-14T17:05:23.146" v="89" actId="167"/>
          <ac:spMkLst>
            <pc:docMk/>
            <pc:sldMk cId="413745526" sldId="357"/>
            <ac:spMk id="7" creationId="{14E4FBE0-2519-8375-AFC4-AD168790B03E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9.243" v="92" actId="167"/>
        <pc:sldMkLst>
          <pc:docMk/>
          <pc:sldMk cId="798543756" sldId="358"/>
        </pc:sldMkLst>
        <pc:spChg chg="add mod ord">
          <ac:chgData name="Edwar Romero-Ramirez" userId="92bc0edd-ad5d-44a7-8ba7-72607029cc7a" providerId="ADAL" clId="{84EA6B7E-58BA-4BD1-B3CB-C7FF9770875A}" dt="2024-06-14T17:05:29.243" v="92" actId="167"/>
          <ac:spMkLst>
            <pc:docMk/>
            <pc:sldMk cId="798543756" sldId="358"/>
            <ac:spMk id="4" creationId="{CF53D729-AE03-B162-6D02-EB0D0F153172}"/>
          </ac:spMkLst>
        </pc:spChg>
        <pc:spChg chg="del">
          <ac:chgData name="Edwar Romero-Ramirez" userId="92bc0edd-ad5d-44a7-8ba7-72607029cc7a" providerId="ADAL" clId="{84EA6B7E-58BA-4BD1-B3CB-C7FF9770875A}" dt="2024-06-14T17:05:26.132" v="90" actId="478"/>
          <ac:spMkLst>
            <pc:docMk/>
            <pc:sldMk cId="798543756" sldId="358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6:00.323" v="99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84EA6B7E-58BA-4BD1-B3CB-C7FF9770875A}" dt="2024-06-14T17:06:00.323" v="99" actId="1076"/>
          <ac:spMkLst>
            <pc:docMk/>
            <pc:sldMk cId="1580297987" sldId="359"/>
            <ac:spMk id="12" creationId="{4BB7780D-4490-CE9E-60DA-94C0FD0ECB9C}"/>
          </ac:spMkLst>
        </pc:spChg>
      </pc:sldChg>
      <pc:sldChg chg="addSp delSp modSp mod modNotesTx">
        <pc:chgData name="Edwar Romero-Ramirez" userId="92bc0edd-ad5d-44a7-8ba7-72607029cc7a" providerId="ADAL" clId="{84EA6B7E-58BA-4BD1-B3CB-C7FF9770875A}" dt="2024-06-14T17:16:01.089" v="564" actId="1036"/>
        <pc:sldMkLst>
          <pc:docMk/>
          <pc:sldMk cId="2501000224" sldId="360"/>
        </pc:sldMkLst>
        <pc:spChg chg="mod">
          <ac:chgData name="Edwar Romero-Ramirez" userId="92bc0edd-ad5d-44a7-8ba7-72607029cc7a" providerId="ADAL" clId="{84EA6B7E-58BA-4BD1-B3CB-C7FF9770875A}" dt="2024-06-14T17:00:32.132" v="52" actId="20577"/>
          <ac:spMkLst>
            <pc:docMk/>
            <pc:sldMk cId="2501000224" sldId="360"/>
            <ac:spMk id="2" creationId="{A43E3E30-0CCC-0FCC-69DC-1C2820744E12}"/>
          </ac:spMkLst>
        </pc:spChg>
        <pc:spChg chg="add del mod">
          <ac:chgData name="Edwar Romero-Ramirez" userId="92bc0edd-ad5d-44a7-8ba7-72607029cc7a" providerId="ADAL" clId="{84EA6B7E-58BA-4BD1-B3CB-C7FF9770875A}" dt="2024-06-14T17:00:22.183" v="39" actId="478"/>
          <ac:spMkLst>
            <pc:docMk/>
            <pc:sldMk cId="2501000224" sldId="360"/>
            <ac:spMk id="10" creationId="{1D20C0B0-7CAD-0765-3445-3A6C5917A8A7}"/>
          </ac:spMkLst>
        </pc:spChg>
        <pc:spChg chg="add mod">
          <ac:chgData name="Edwar Romero-Ramirez" userId="92bc0edd-ad5d-44a7-8ba7-72607029cc7a" providerId="ADAL" clId="{84EA6B7E-58BA-4BD1-B3CB-C7FF9770875A}" dt="2024-06-14T17:13:55.583" v="496" actId="207"/>
          <ac:spMkLst>
            <pc:docMk/>
            <pc:sldMk cId="2501000224" sldId="360"/>
            <ac:spMk id="17" creationId="{2E248608-8B55-0F35-32D1-CD5EC17D6C69}"/>
          </ac:spMkLst>
        </pc:spChg>
        <pc:spChg chg="add mod">
          <ac:chgData name="Edwar Romero-Ramirez" userId="92bc0edd-ad5d-44a7-8ba7-72607029cc7a" providerId="ADAL" clId="{84EA6B7E-58BA-4BD1-B3CB-C7FF9770875A}" dt="2024-06-14T17:15:40.035" v="549" actId="1076"/>
          <ac:spMkLst>
            <pc:docMk/>
            <pc:sldMk cId="2501000224" sldId="360"/>
            <ac:spMk id="19" creationId="{057391AB-4AEF-F3D2-D1CC-82363465539F}"/>
          </ac:spMkLst>
        </pc:spChg>
        <pc:picChg chg="add del mod">
          <ac:chgData name="Edwar Romero-Ramirez" userId="92bc0edd-ad5d-44a7-8ba7-72607029cc7a" providerId="ADAL" clId="{84EA6B7E-58BA-4BD1-B3CB-C7FF9770875A}" dt="2024-06-14T16:55:32.753" v="2" actId="478"/>
          <ac:picMkLst>
            <pc:docMk/>
            <pc:sldMk cId="2501000224" sldId="360"/>
            <ac:picMk id="5" creationId="{555E96F9-F69A-4AB2-EF52-D5FB773ACEC1}"/>
          </ac:picMkLst>
        </pc:picChg>
        <pc:picChg chg="add del">
          <ac:chgData name="Edwar Romero-Ramirez" userId="92bc0edd-ad5d-44a7-8ba7-72607029cc7a" providerId="ADAL" clId="{84EA6B7E-58BA-4BD1-B3CB-C7FF9770875A}" dt="2024-06-14T16:56:10.557" v="4" actId="478"/>
          <ac:picMkLst>
            <pc:docMk/>
            <pc:sldMk cId="2501000224" sldId="360"/>
            <ac:picMk id="7" creationId="{D960CFBC-28E2-4AA2-685D-DDABAB710F41}"/>
          </ac:picMkLst>
        </pc:picChg>
        <pc:picChg chg="add mod modCrop">
          <ac:chgData name="Edwar Romero-Ramirez" userId="92bc0edd-ad5d-44a7-8ba7-72607029cc7a" providerId="ADAL" clId="{84EA6B7E-58BA-4BD1-B3CB-C7FF9770875A}" dt="2024-06-14T16:58:29.924" v="36"/>
          <ac:picMkLst>
            <pc:docMk/>
            <pc:sldMk cId="2501000224" sldId="360"/>
            <ac:picMk id="9" creationId="{66E72D36-BD18-3C6F-ECE3-E221FF5F166B}"/>
          </ac:picMkLst>
        </pc:picChg>
        <pc:picChg chg="add mod modCrop">
          <ac:chgData name="Edwar Romero-Ramirez" userId="92bc0edd-ad5d-44a7-8ba7-72607029cc7a" providerId="ADAL" clId="{84EA6B7E-58BA-4BD1-B3CB-C7FF9770875A}" dt="2024-06-14T16:58:42.975" v="37"/>
          <ac:picMkLst>
            <pc:docMk/>
            <pc:sldMk cId="2501000224" sldId="360"/>
            <ac:picMk id="11" creationId="{78D65D4A-08BF-ECD4-BA60-62C0F34AD47D}"/>
          </ac:picMkLst>
        </pc:picChg>
        <pc:picChg chg="add mod modCrop">
          <ac:chgData name="Edwar Romero-Ramirez" userId="92bc0edd-ad5d-44a7-8ba7-72607029cc7a" providerId="ADAL" clId="{84EA6B7E-58BA-4BD1-B3CB-C7FF9770875A}" dt="2024-06-14T16:58:52.428" v="38"/>
          <ac:picMkLst>
            <pc:docMk/>
            <pc:sldMk cId="2501000224" sldId="360"/>
            <ac:picMk id="12" creationId="{1B621B2D-B0FC-D0E4-0703-699CA95075FA}"/>
          </ac:picMkLst>
        </pc:picChg>
        <pc:picChg chg="add mod modCrop">
          <ac:chgData name="Edwar Romero-Ramirez" userId="92bc0edd-ad5d-44a7-8ba7-72607029cc7a" providerId="ADAL" clId="{84EA6B7E-58BA-4BD1-B3CB-C7FF9770875A}" dt="2024-06-14T16:58:09.436" v="33" actId="1076"/>
          <ac:picMkLst>
            <pc:docMk/>
            <pc:sldMk cId="2501000224" sldId="360"/>
            <ac:picMk id="13" creationId="{D8378094-A974-C8BF-325C-8FC621133A14}"/>
          </ac:picMkLst>
        </pc:picChg>
        <pc:cxnChg chg="add mod">
          <ac:chgData name="Edwar Romero-Ramirez" userId="92bc0edd-ad5d-44a7-8ba7-72607029cc7a" providerId="ADAL" clId="{84EA6B7E-58BA-4BD1-B3CB-C7FF9770875A}" dt="2024-06-14T17:13:58.822" v="497" actId="14100"/>
          <ac:cxnSpMkLst>
            <pc:docMk/>
            <pc:sldMk cId="2501000224" sldId="360"/>
            <ac:cxnSpMk id="15" creationId="{05947427-E671-A323-A189-AB49867D60B7}"/>
          </ac:cxnSpMkLst>
        </pc:cxnChg>
        <pc:cxnChg chg="add mod">
          <ac:chgData name="Edwar Romero-Ramirez" userId="92bc0edd-ad5d-44a7-8ba7-72607029cc7a" providerId="ADAL" clId="{84EA6B7E-58BA-4BD1-B3CB-C7FF9770875A}" dt="2024-06-14T17:15:51.431" v="554" actId="1035"/>
          <ac:cxnSpMkLst>
            <pc:docMk/>
            <pc:sldMk cId="2501000224" sldId="360"/>
            <ac:cxnSpMk id="20" creationId="{EA0D6448-E6E4-EB3E-55E5-C8D258816D2C}"/>
          </ac:cxnSpMkLst>
        </pc:cxnChg>
        <pc:cxnChg chg="add mod">
          <ac:chgData name="Edwar Romero-Ramirez" userId="92bc0edd-ad5d-44a7-8ba7-72607029cc7a" providerId="ADAL" clId="{84EA6B7E-58BA-4BD1-B3CB-C7FF9770875A}" dt="2024-06-14T17:15:59.113" v="559" actId="1036"/>
          <ac:cxnSpMkLst>
            <pc:docMk/>
            <pc:sldMk cId="2501000224" sldId="360"/>
            <ac:cxnSpMk id="21" creationId="{3168768E-367B-ACB5-B5D3-6E4203F871EB}"/>
          </ac:cxnSpMkLst>
        </pc:cxnChg>
        <pc:cxnChg chg="add mod">
          <ac:chgData name="Edwar Romero-Ramirez" userId="92bc0edd-ad5d-44a7-8ba7-72607029cc7a" providerId="ADAL" clId="{84EA6B7E-58BA-4BD1-B3CB-C7FF9770875A}" dt="2024-06-14T17:16:01.089" v="564" actId="1036"/>
          <ac:cxnSpMkLst>
            <pc:docMk/>
            <pc:sldMk cId="2501000224" sldId="360"/>
            <ac:cxnSpMk id="25" creationId="{18D17195-812B-DE1E-2900-BD9D767E6463}"/>
          </ac:cxnSpMkLst>
        </pc:cxnChg>
      </pc:sldChg>
      <pc:sldChg chg="delSp add del mod">
        <pc:chgData name="Edwar Romero-Ramirez" userId="92bc0edd-ad5d-44a7-8ba7-72607029cc7a" providerId="ADAL" clId="{84EA6B7E-58BA-4BD1-B3CB-C7FF9770875A}" dt="2024-06-14T17:09:00.271" v="103" actId="47"/>
        <pc:sldMkLst>
          <pc:docMk/>
          <pc:sldMk cId="1154147279" sldId="361"/>
        </pc:sldMkLst>
        <pc:picChg chg="del">
          <ac:chgData name="Edwar Romero-Ramirez" userId="92bc0edd-ad5d-44a7-8ba7-72607029cc7a" providerId="ADAL" clId="{84EA6B7E-58BA-4BD1-B3CB-C7FF9770875A}" dt="2024-06-14T17:08:52.799" v="101" actId="478"/>
          <ac:picMkLst>
            <pc:docMk/>
            <pc:sldMk cId="1154147279" sldId="361"/>
            <ac:picMk id="4" creationId="{2F80A794-EBFE-9BB3-45D9-E64FBFCC7AEB}"/>
          </ac:picMkLst>
        </pc:picChg>
      </pc:sldChg>
      <pc:sldChg chg="addSp delSp modSp new mod setBg">
        <pc:chgData name="Edwar Romero-Ramirez" userId="92bc0edd-ad5d-44a7-8ba7-72607029cc7a" providerId="ADAL" clId="{84EA6B7E-58BA-4BD1-B3CB-C7FF9770875A}" dt="2024-06-14T17:18:55.400" v="727" actId="207"/>
        <pc:sldMkLst>
          <pc:docMk/>
          <pc:sldMk cId="1231324176" sldId="362"/>
        </pc:sldMkLst>
        <pc:spChg chg="mod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2" creationId="{06117536-4891-2E52-9415-7B1DF21EFB53}"/>
          </ac:spMkLst>
        </pc:spChg>
        <pc:spChg chg="mod">
          <ac:chgData name="Edwar Romero-Ramirez" userId="92bc0edd-ad5d-44a7-8ba7-72607029cc7a" providerId="ADAL" clId="{84EA6B7E-58BA-4BD1-B3CB-C7FF9770875A}" dt="2024-06-14T17:18:55.400" v="727" actId="207"/>
          <ac:spMkLst>
            <pc:docMk/>
            <pc:sldMk cId="1231324176" sldId="362"/>
            <ac:spMk id="3" creationId="{FC90D7F7-2C95-6249-0889-0F5E236DFAB8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0" creationId="{69D47016-023F-44BD-981C-50E7A10A6609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2" creationId="{6D8B37B0-0682-433E-BC8D-498C04ABD9A7}"/>
          </ac:spMkLst>
        </pc:spChg>
        <pc:picChg chg="add mod ord">
          <ac:chgData name="Edwar Romero-Ramirez" userId="92bc0edd-ad5d-44a7-8ba7-72607029cc7a" providerId="ADAL" clId="{84EA6B7E-58BA-4BD1-B3CB-C7FF9770875A}" dt="2024-06-14T17:10:00.775" v="132" actId="1076"/>
          <ac:picMkLst>
            <pc:docMk/>
            <pc:sldMk cId="1231324176" sldId="362"/>
            <ac:picMk id="4" creationId="{1A65938B-9259-67E3-BA38-22C28D281E2E}"/>
          </ac:picMkLst>
        </pc:picChg>
        <pc:picChg chg="add mod">
          <ac:chgData name="Edwar Romero-Ramirez" userId="92bc0edd-ad5d-44a7-8ba7-72607029cc7a" providerId="ADAL" clId="{84EA6B7E-58BA-4BD1-B3CB-C7FF9770875A}" dt="2024-06-14T17:10:47.825" v="167" actId="1076"/>
          <ac:picMkLst>
            <pc:docMk/>
            <pc:sldMk cId="1231324176" sldId="362"/>
            <ac:picMk id="5" creationId="{1E03C5E2-D293-290C-D69D-B0F8D4107948}"/>
          </ac:picMkLst>
        </pc:picChg>
      </pc:sldChg>
      <pc:sldChg chg="addSp modSp new mod">
        <pc:chgData name="Edwar Romero-Ramirez" userId="92bc0edd-ad5d-44a7-8ba7-72607029cc7a" providerId="ADAL" clId="{84EA6B7E-58BA-4BD1-B3CB-C7FF9770875A}" dt="2024-06-14T18:42:43.157" v="1396" actId="20577"/>
        <pc:sldMkLst>
          <pc:docMk/>
          <pc:sldMk cId="2381675726" sldId="363"/>
        </pc:sldMkLst>
        <pc:spChg chg="mod">
          <ac:chgData name="Edwar Romero-Ramirez" userId="92bc0edd-ad5d-44a7-8ba7-72607029cc7a" providerId="ADAL" clId="{84EA6B7E-58BA-4BD1-B3CB-C7FF9770875A}" dt="2024-06-14T18:42:25.900" v="1395" actId="1076"/>
          <ac:spMkLst>
            <pc:docMk/>
            <pc:sldMk cId="2381675726" sldId="363"/>
            <ac:spMk id="2" creationId="{A4CDD661-C9C2-889C-9C19-3F4F5EE7E894}"/>
          </ac:spMkLst>
        </pc:spChg>
        <pc:spChg chg="mod">
          <ac:chgData name="Edwar Romero-Ramirez" userId="92bc0edd-ad5d-44a7-8ba7-72607029cc7a" providerId="ADAL" clId="{84EA6B7E-58BA-4BD1-B3CB-C7FF9770875A}" dt="2024-06-14T18:42:43.157" v="1396" actId="20577"/>
          <ac:spMkLst>
            <pc:docMk/>
            <pc:sldMk cId="2381675726" sldId="363"/>
            <ac:spMk id="3" creationId="{0B6BD6F5-61D8-6580-398C-90A44B46AF5B}"/>
          </ac:spMkLst>
        </pc:spChg>
        <pc:picChg chg="add mod">
          <ac:chgData name="Edwar Romero-Ramirez" userId="92bc0edd-ad5d-44a7-8ba7-72607029cc7a" providerId="ADAL" clId="{84EA6B7E-58BA-4BD1-B3CB-C7FF9770875A}" dt="2024-06-14T17:23:39.668" v="948" actId="1076"/>
          <ac:picMkLst>
            <pc:docMk/>
            <pc:sldMk cId="2381675726" sldId="363"/>
            <ac:picMk id="5" creationId="{E3E61222-AEC8-0148-3AFE-13C6FAE05B02}"/>
          </ac:picMkLst>
        </pc:picChg>
      </pc:sldChg>
      <pc:sldChg chg="addSp delSp modSp new mod modNotesTx">
        <pc:chgData name="Edwar Romero-Ramirez" userId="92bc0edd-ad5d-44a7-8ba7-72607029cc7a" providerId="ADAL" clId="{84EA6B7E-58BA-4BD1-B3CB-C7FF9770875A}" dt="2024-06-14T17:45:48.848" v="1364" actId="207"/>
        <pc:sldMkLst>
          <pc:docMk/>
          <pc:sldMk cId="2203140714" sldId="364"/>
        </pc:sldMkLst>
        <pc:spChg chg="mod">
          <ac:chgData name="Edwar Romero-Ramirez" userId="92bc0edd-ad5d-44a7-8ba7-72607029cc7a" providerId="ADAL" clId="{84EA6B7E-58BA-4BD1-B3CB-C7FF9770875A}" dt="2024-06-14T17:26:17.568" v="975" actId="20577"/>
          <ac:spMkLst>
            <pc:docMk/>
            <pc:sldMk cId="2203140714" sldId="364"/>
            <ac:spMk id="2" creationId="{F1520D59-2F75-8C42-4FE9-0B1477CB1D3F}"/>
          </ac:spMkLst>
        </pc:spChg>
        <pc:spChg chg="mod">
          <ac:chgData name="Edwar Romero-Ramirez" userId="92bc0edd-ad5d-44a7-8ba7-72607029cc7a" providerId="ADAL" clId="{84EA6B7E-58BA-4BD1-B3CB-C7FF9770875A}" dt="2024-06-14T17:45:48.848" v="1364" actId="207"/>
          <ac:spMkLst>
            <pc:docMk/>
            <pc:sldMk cId="2203140714" sldId="364"/>
            <ac:spMk id="3" creationId="{35914221-7D5F-0765-689E-93798C7AD3AF}"/>
          </ac:spMkLst>
        </pc:spChg>
        <pc:picChg chg="add del mod">
          <ac:chgData name="Edwar Romero-Ramirez" userId="92bc0edd-ad5d-44a7-8ba7-72607029cc7a" providerId="ADAL" clId="{84EA6B7E-58BA-4BD1-B3CB-C7FF9770875A}" dt="2024-06-14T17:30:08.727" v="1010" actId="478"/>
          <ac:picMkLst>
            <pc:docMk/>
            <pc:sldMk cId="2203140714" sldId="364"/>
            <ac:picMk id="5" creationId="{C3D3364B-F2BA-2E6D-B96E-ADDC29192A3D}"/>
          </ac:picMkLst>
        </pc:picChg>
        <pc:picChg chg="add mod modCrop">
          <ac:chgData name="Edwar Romero-Ramirez" userId="92bc0edd-ad5d-44a7-8ba7-72607029cc7a" providerId="ADAL" clId="{84EA6B7E-58BA-4BD1-B3CB-C7FF9770875A}" dt="2024-06-14T17:30:24.983" v="1014" actId="732"/>
          <ac:picMkLst>
            <pc:docMk/>
            <pc:sldMk cId="2203140714" sldId="364"/>
            <ac:picMk id="7" creationId="{BD076126-7F35-03D6-CD06-92B116A9BDFC}"/>
          </ac:picMkLst>
        </pc:picChg>
        <pc:picChg chg="add del mod">
          <ac:chgData name="Edwar Romero-Ramirez" userId="92bc0edd-ad5d-44a7-8ba7-72607029cc7a" providerId="ADAL" clId="{84EA6B7E-58BA-4BD1-B3CB-C7FF9770875A}" dt="2024-06-14T17:31:42.544" v="1045" actId="478"/>
          <ac:picMkLst>
            <pc:docMk/>
            <pc:sldMk cId="2203140714" sldId="364"/>
            <ac:picMk id="9" creationId="{5ADB4723-0ED4-8D00-917C-86AFD18780A3}"/>
          </ac:picMkLst>
        </pc:picChg>
        <pc:picChg chg="add mod">
          <ac:chgData name="Edwar Romero-Ramirez" userId="92bc0edd-ad5d-44a7-8ba7-72607029cc7a" providerId="ADAL" clId="{84EA6B7E-58BA-4BD1-B3CB-C7FF9770875A}" dt="2024-06-14T17:42:44.140" v="1232"/>
          <ac:picMkLst>
            <pc:docMk/>
            <pc:sldMk cId="2203140714" sldId="364"/>
            <ac:picMk id="11" creationId="{E05242E2-95A4-9711-BB66-48101DE8F663}"/>
          </ac:picMkLst>
        </pc:picChg>
      </pc:sldChg>
      <pc:sldChg chg="modSp add mod">
        <pc:chgData name="Edwar Romero-Ramirez" userId="92bc0edd-ad5d-44a7-8ba7-72607029cc7a" providerId="ADAL" clId="{84EA6B7E-58BA-4BD1-B3CB-C7FF9770875A}" dt="2024-06-14T19:01:05.514" v="1405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84EA6B7E-58BA-4BD1-B3CB-C7FF9770875A}" dt="2024-06-14T19:01:05.514" v="1405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5A2CF812-AA12-CA80-C373-901C62AE4738}"/>
    <pc:docChg chg="modSld">
      <pc:chgData name="Somak Das" userId="S::sdas@floridapoly.edu::98cebb13-2fc4-4808-95b9-daeb7e6acc01" providerId="AD" clId="Web-{5A2CF812-AA12-CA80-C373-901C62AE4738}" dt="2024-09-09T03:19:47.485" v="210" actId="1076"/>
      <pc:docMkLst>
        <pc:docMk/>
      </pc:docMkLst>
      <pc:sldChg chg="modSp">
        <pc:chgData name="Somak Das" userId="S::sdas@floridapoly.edu::98cebb13-2fc4-4808-95b9-daeb7e6acc01" providerId="AD" clId="Web-{5A2CF812-AA12-CA80-C373-901C62AE4738}" dt="2024-09-09T03:19:47.485" v="210" actId="1076"/>
        <pc:sldMkLst>
          <pc:docMk/>
          <pc:sldMk cId="595883669" sldId="389"/>
        </pc:sldMkLst>
        <pc:spChg chg="mod">
          <ac:chgData name="Somak Das" userId="S::sdas@floridapoly.edu::98cebb13-2fc4-4808-95b9-daeb7e6acc01" providerId="AD" clId="Web-{5A2CF812-AA12-CA80-C373-901C62AE4738}" dt="2024-09-09T03:19:37.328" v="208" actId="1076"/>
          <ac:spMkLst>
            <pc:docMk/>
            <pc:sldMk cId="595883669" sldId="389"/>
            <ac:spMk id="3" creationId="{D48FB838-1476-F935-3521-5FE90013F685}"/>
          </ac:spMkLst>
        </pc:spChg>
        <pc:spChg chg="mod">
          <ac:chgData name="Somak Das" userId="S::sdas@floridapoly.edu::98cebb13-2fc4-4808-95b9-daeb7e6acc01" providerId="AD" clId="Web-{5A2CF812-AA12-CA80-C373-901C62AE4738}" dt="2024-09-09T03:19:47.485" v="210" actId="1076"/>
          <ac:spMkLst>
            <pc:docMk/>
            <pc:sldMk cId="595883669" sldId="389"/>
            <ac:spMk id="4" creationId="{A1B34B63-5D47-7377-FABC-F09C82B964F5}"/>
          </ac:spMkLst>
        </pc:spChg>
      </pc:sldChg>
      <pc:sldChg chg="addSp delSp modSp">
        <pc:chgData name="Somak Das" userId="S::sdas@floridapoly.edu::98cebb13-2fc4-4808-95b9-daeb7e6acc01" providerId="AD" clId="Web-{5A2CF812-AA12-CA80-C373-901C62AE4738}" dt="2024-09-09T03:18:33.732" v="207" actId="1076"/>
        <pc:sldMkLst>
          <pc:docMk/>
          <pc:sldMk cId="2673732335" sldId="390"/>
        </pc:sldMkLst>
        <pc:picChg chg="add mod">
          <ac:chgData name="Somak Das" userId="S::sdas@floridapoly.edu::98cebb13-2fc4-4808-95b9-daeb7e6acc01" providerId="AD" clId="Web-{5A2CF812-AA12-CA80-C373-901C62AE4738}" dt="2024-09-09T03:18:33.732" v="207" actId="1076"/>
          <ac:picMkLst>
            <pc:docMk/>
            <pc:sldMk cId="2673732335" sldId="390"/>
            <ac:picMk id="3" creationId="{45478FCC-7670-0BF9-0226-C00E8EFE5DDF}"/>
          </ac:picMkLst>
        </pc:picChg>
        <pc:picChg chg="del">
          <ac:chgData name="Somak Das" userId="S::sdas@floridapoly.edu::98cebb13-2fc4-4808-95b9-daeb7e6acc01" providerId="AD" clId="Web-{5A2CF812-AA12-CA80-C373-901C62AE4738}" dt="2024-09-09T03:18:12.872" v="202"/>
          <ac:picMkLst>
            <pc:docMk/>
            <pc:sldMk cId="2673732335" sldId="390"/>
            <ac:picMk id="4" creationId="{3235E30D-D74C-7386-1AA7-7952B3F87681}"/>
          </ac:picMkLst>
        </pc:picChg>
      </pc:sldChg>
      <pc:sldChg chg="addSp delSp modSp">
        <pc:chgData name="Somak Das" userId="S::sdas@floridapoly.edu::98cebb13-2fc4-4808-95b9-daeb7e6acc01" providerId="AD" clId="Web-{5A2CF812-AA12-CA80-C373-901C62AE4738}" dt="2024-09-09T03:10:47.121" v="200" actId="1076"/>
        <pc:sldMkLst>
          <pc:docMk/>
          <pc:sldMk cId="1988054024" sldId="391"/>
        </pc:sldMkLst>
        <pc:spChg chg="mod">
          <ac:chgData name="Somak Das" userId="S::sdas@floridapoly.edu::98cebb13-2fc4-4808-95b9-daeb7e6acc01" providerId="AD" clId="Web-{5A2CF812-AA12-CA80-C373-901C62AE4738}" dt="2024-09-09T03:10:42.573" v="199" actId="1076"/>
          <ac:spMkLst>
            <pc:docMk/>
            <pc:sldMk cId="1988054024" sldId="391"/>
            <ac:spMk id="3" creationId="{D48FB838-1476-F935-3521-5FE90013F685}"/>
          </ac:spMkLst>
        </pc:spChg>
        <pc:spChg chg="mod">
          <ac:chgData name="Somak Das" userId="S::sdas@floridapoly.edu::98cebb13-2fc4-4808-95b9-daeb7e6acc01" providerId="AD" clId="Web-{5A2CF812-AA12-CA80-C373-901C62AE4738}" dt="2024-09-09T03:10:47.121" v="200" actId="1076"/>
          <ac:spMkLst>
            <pc:docMk/>
            <pc:sldMk cId="1988054024" sldId="391"/>
            <ac:spMk id="4" creationId="{A1B34B63-5D47-7377-FABC-F09C82B964F5}"/>
          </ac:spMkLst>
        </pc:spChg>
        <pc:spChg chg="del mod">
          <ac:chgData name="Somak Das" userId="S::sdas@floridapoly.edu::98cebb13-2fc4-4808-95b9-daeb7e6acc01" providerId="AD" clId="Web-{5A2CF812-AA12-CA80-C373-901C62AE4738}" dt="2024-09-09T03:00:04.533" v="40"/>
          <ac:spMkLst>
            <pc:docMk/>
            <pc:sldMk cId="1988054024" sldId="391"/>
            <ac:spMk id="5" creationId="{35E7F9FF-6ED1-088A-82C8-7D5BC13D6485}"/>
          </ac:spMkLst>
        </pc:spChg>
        <pc:spChg chg="add mod">
          <ac:chgData name="Somak Das" userId="S::sdas@floridapoly.edu::98cebb13-2fc4-4808-95b9-daeb7e6acc01" providerId="AD" clId="Web-{5A2CF812-AA12-CA80-C373-901C62AE4738}" dt="2024-09-09T03:10:35.838" v="198" actId="20577"/>
          <ac:spMkLst>
            <pc:docMk/>
            <pc:sldMk cId="1988054024" sldId="391"/>
            <ac:spMk id="6" creationId="{ED3DC027-7098-B749-0616-51FA0327C750}"/>
          </ac:spMkLst>
        </pc:spChg>
      </pc:sldChg>
    </pc:docChg>
  </pc:docChgLst>
  <pc:docChgLst>
    <pc:chgData name="Somak Das" userId="S::sdas@floridapoly.edu::98cebb13-2fc4-4808-95b9-daeb7e6acc01" providerId="AD" clId="Web-{93452773-1C1B-CB7A-225E-01C4806E37AE}"/>
    <pc:docChg chg="modSld">
      <pc:chgData name="Somak Das" userId="S::sdas@floridapoly.edu::98cebb13-2fc4-4808-95b9-daeb7e6acc01" providerId="AD" clId="Web-{93452773-1C1B-CB7A-225E-01C4806E37AE}" dt="2024-09-09T03:37:45.236" v="0" actId="20577"/>
      <pc:docMkLst>
        <pc:docMk/>
      </pc:docMkLst>
      <pc:sldChg chg="modSp">
        <pc:chgData name="Somak Das" userId="S::sdas@floridapoly.edu::98cebb13-2fc4-4808-95b9-daeb7e6acc01" providerId="AD" clId="Web-{93452773-1C1B-CB7A-225E-01C4806E37AE}" dt="2024-09-09T03:37:45.236" v="0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93452773-1C1B-CB7A-225E-01C4806E37AE}" dt="2024-09-09T03:37:45.236" v="0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Edwar Romero-Ramirez" userId="92bc0edd-ad5d-44a7-8ba7-72607029cc7a" providerId="ADAL" clId="{78465D34-1EB2-491B-8403-F3ACF65151D3}"/>
    <pc:docChg chg="custSel addSld delSld modSld modSection">
      <pc:chgData name="Edwar Romero-Ramirez" userId="92bc0edd-ad5d-44a7-8ba7-72607029cc7a" providerId="ADAL" clId="{78465D34-1EB2-491B-8403-F3ACF65151D3}" dt="2024-08-08T20:40:05.500" v="129" actId="113"/>
      <pc:docMkLst>
        <pc:docMk/>
      </pc:docMkLst>
      <pc:sldChg chg="modSp mod">
        <pc:chgData name="Edwar Romero-Ramirez" userId="92bc0edd-ad5d-44a7-8ba7-72607029cc7a" providerId="ADAL" clId="{78465D34-1EB2-491B-8403-F3ACF65151D3}" dt="2024-08-08T20:37:49.066" v="10" actId="14100"/>
        <pc:sldMkLst>
          <pc:docMk/>
          <pc:sldMk cId="783844113" sldId="256"/>
        </pc:sldMkLst>
        <pc:spChg chg="mod">
          <ac:chgData name="Edwar Romero-Ramirez" userId="92bc0edd-ad5d-44a7-8ba7-72607029cc7a" providerId="ADAL" clId="{78465D34-1EB2-491B-8403-F3ACF65151D3}" dt="2024-08-08T20:37:49.066" v="10" actId="14100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342402045" sldId="339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865576695" sldId="344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2642871710" sldId="345"/>
        </pc:sldMkLst>
      </pc:sldChg>
      <pc:sldChg chg="modSp mod">
        <pc:chgData name="Edwar Romero-Ramirez" userId="92bc0edd-ad5d-44a7-8ba7-72607029cc7a" providerId="ADAL" clId="{78465D34-1EB2-491B-8403-F3ACF65151D3}" dt="2024-08-08T20:38:07.255" v="2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78465D34-1EB2-491B-8403-F3ACF65151D3}" dt="2024-08-08T20:38:07.255" v="23" actId="20577"/>
          <ac:spMkLst>
            <pc:docMk/>
            <pc:sldMk cId="2275632493" sldId="365"/>
            <ac:spMk id="6" creationId="{86649F24-8FCC-CDEB-B4C7-3B4C1F0F6A52}"/>
          </ac:spMkLst>
        </pc:spChg>
        <pc:picChg chg="mod">
          <ac:chgData name="Edwar Romero-Ramirez" userId="92bc0edd-ad5d-44a7-8ba7-72607029cc7a" providerId="ADAL" clId="{78465D34-1EB2-491B-8403-F3ACF65151D3}" dt="2024-08-08T20:37:58.829" v="12" actId="14100"/>
          <ac:picMkLst>
            <pc:docMk/>
            <pc:sldMk cId="2275632493" sldId="365"/>
            <ac:picMk id="4" creationId="{03A91DEA-A578-1C25-E401-D5C259262012}"/>
          </ac:picMkLst>
        </pc:picChg>
      </pc:sldChg>
      <pc:sldChg chg="modSp new mod">
        <pc:chgData name="Edwar Romero-Ramirez" userId="92bc0edd-ad5d-44a7-8ba7-72607029cc7a" providerId="ADAL" clId="{78465D34-1EB2-491B-8403-F3ACF65151D3}" dt="2024-08-08T20:40:05.500" v="129" actId="113"/>
        <pc:sldMkLst>
          <pc:docMk/>
          <pc:sldMk cId="438380780" sldId="385"/>
        </pc:sldMkLst>
        <pc:spChg chg="mod">
          <ac:chgData name="Edwar Romero-Ramirez" userId="92bc0edd-ad5d-44a7-8ba7-72607029cc7a" providerId="ADAL" clId="{78465D34-1EB2-491B-8403-F3ACF65151D3}" dt="2024-08-08T20:38:47.175" v="43" actId="20577"/>
          <ac:spMkLst>
            <pc:docMk/>
            <pc:sldMk cId="438380780" sldId="385"/>
            <ac:spMk id="2" creationId="{1B1231CD-7D50-348D-B42A-F1123924C1DA}"/>
          </ac:spMkLst>
        </pc:spChg>
        <pc:spChg chg="mod">
          <ac:chgData name="Edwar Romero-Ramirez" userId="92bc0edd-ad5d-44a7-8ba7-72607029cc7a" providerId="ADAL" clId="{78465D34-1EB2-491B-8403-F3ACF65151D3}" dt="2024-08-08T20:40:05.500" v="129" actId="113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16F0B38C-007C-B487-377A-603CC8C24D8B}"/>
    <pc:docChg chg="addSld delSld modSld modSection">
      <pc:chgData name="Somak Das" userId="S::sdas@floridapoly.edu::98cebb13-2fc4-4808-95b9-daeb7e6acc01" providerId="AD" clId="Web-{16F0B38C-007C-B487-377A-603CC8C24D8B}" dt="2024-08-28T15:32:49.404" v="887"/>
      <pc:docMkLst>
        <pc:docMk/>
      </pc:docMkLst>
      <pc:sldChg chg="addSp delSp modSp">
        <pc:chgData name="Somak Das" userId="S::sdas@floridapoly.edu::98cebb13-2fc4-4808-95b9-daeb7e6acc01" providerId="AD" clId="Web-{16F0B38C-007C-B487-377A-603CC8C24D8B}" dt="2024-08-28T14:05:20.427" v="124" actId="20577"/>
        <pc:sldMkLst>
          <pc:docMk/>
          <pc:sldMk cId="3665023349" sldId="343"/>
        </pc:sldMkLst>
        <pc:spChg chg="mod">
          <ac:chgData name="Somak Das" userId="S::sdas@floridapoly.edu::98cebb13-2fc4-4808-95b9-daeb7e6acc01" providerId="AD" clId="Web-{16F0B38C-007C-B487-377A-603CC8C24D8B}" dt="2024-08-28T14:05:20.427" v="124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16F0B38C-007C-B487-377A-603CC8C24D8B}" dt="2024-08-28T14:03:06.344" v="105" actId="20577"/>
          <ac:spMkLst>
            <pc:docMk/>
            <pc:sldMk cId="3665023349" sldId="343"/>
            <ac:spMk id="3" creationId="{78D6B0DC-8DDB-A7DA-E1AC-AD2D78ED7DCB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4" creationId="{53B021B3-DE93-4AB7-8A18-CF5F1CED88B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7" creationId="{52D502E5-F6B4-4D58-B4AE-FC466FF15EE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1" creationId="{59F31D2D-1E0A-2AD5-0E1B-6A9A84FE567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2" creationId="{1BB92166-AF64-9330-499B-3DD3A9FEB2D6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3" creationId="{FD368431-689F-C080-9710-D6A633581BEA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4" creationId="{4F1F5C71-9BD7-4BE7-2E98-F91032FE3F53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5" creationId="{A707EC8C-E26B-DF9F-5CB5-FD4D70A6A1BA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6" creationId="{D0658B09-856C-5FEC-DDA6-FF4A45529DE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8" creationId="{8CE11F0D-E556-2600-F436-C4BA1A646F49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9" creationId="{89AF9DC8-0C83-B1FE-F703-C0D1C9E57227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1" creationId="{10B8CD3B-DEEE-32C2-2F5F-F40583F76484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2" creationId="{9E945400-C1D8-DD2A-0700-686F4F50E1E0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3" creationId="{28E29AED-0E93-7FEC-D7B5-0CE8DB131A0E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4" creationId="{94D70FB3-6C0B-849B-A27C-8F1142A02E7C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5" creationId="{C2D16203-EE7A-880C-03DD-780AA06BBE85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6" creationId="{53B021B3-DE93-4AB7-8A18-CF5F1CED88B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7" creationId="{52D502E5-F6B4-4D58-B4AE-FC466FF15EE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9" creationId="{59F31D2D-1E0A-2AD5-0E1B-6A9A84FE567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0" creationId="{1BB92166-AF64-9330-499B-3DD3A9FEB2D6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1" creationId="{FD368431-689F-C080-9710-D6A633581BEA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2" creationId="{4F1F5C71-9BD7-4BE7-2E98-F91032FE3F53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3" creationId="{A707EC8C-E26B-DF9F-5CB5-FD4D70A6A1BA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4" creationId="{D0658B09-856C-5FEC-DDA6-FF4A45529DE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5" creationId="{8CE11F0D-E556-2600-F436-C4BA1A646F49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6" creationId="{89AF9DC8-0C83-B1FE-F703-C0D1C9E57227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7" creationId="{10B8CD3B-DEEE-32C2-2F5F-F40583F76484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8" creationId="{9E945400-C1D8-DD2A-0700-686F4F50E1E0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9" creationId="{28E29AED-0E93-7FEC-D7B5-0CE8DB131A0E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40" creationId="{94D70FB3-6C0B-849B-A27C-8F1142A02E7C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41" creationId="{C2D16203-EE7A-880C-03DD-780AA06BBE85}"/>
          </ac:spMkLst>
        </pc:spChg>
        <pc:spChg chg="add mod">
          <ac:chgData name="Somak Das" userId="S::sdas@floridapoly.edu::98cebb13-2fc4-4808-95b9-daeb7e6acc01" providerId="AD" clId="Web-{16F0B38C-007C-B487-377A-603CC8C24D8B}" dt="2024-08-28T13:59:48.790" v="45"/>
          <ac:spMkLst>
            <pc:docMk/>
            <pc:sldMk cId="3665023349" sldId="343"/>
            <ac:spMk id="42" creationId="{71DD1877-9F8B-5F3F-56AB-D1B1A6E7F041}"/>
          </ac:spMkLst>
        </pc:spChg>
        <pc:picChg chg="add del">
          <ac:chgData name="Somak Das" userId="S::sdas@floridapoly.edu::98cebb13-2fc4-4808-95b9-daeb7e6acc01" providerId="AD" clId="Web-{16F0B38C-007C-B487-377A-603CC8C24D8B}" dt="2024-08-28T13:53:04.478" v="14"/>
          <ac:picMkLst>
            <pc:docMk/>
            <pc:sldMk cId="3665023349" sldId="343"/>
            <ac:picMk id="8" creationId="{F0000F2B-3F9A-7DCF-159C-00F49788EE61}"/>
          </ac:picMkLst>
        </pc:picChg>
        <pc:picChg chg="add del">
          <ac:chgData name="Somak Das" userId="S::sdas@floridapoly.edu::98cebb13-2fc4-4808-95b9-daeb7e6acc01" providerId="AD" clId="Web-{16F0B38C-007C-B487-377A-603CC8C24D8B}" dt="2024-08-28T13:54:47.091" v="18"/>
          <ac:picMkLst>
            <pc:docMk/>
            <pc:sldMk cId="3665023349" sldId="343"/>
            <ac:picMk id="20" creationId="{8ACD7155-55E9-9155-2A93-FD0C051A52EC}"/>
          </ac:picMkLst>
        </pc:picChg>
        <pc:picChg chg="add del">
          <ac:chgData name="Somak Das" userId="S::sdas@floridapoly.edu::98cebb13-2fc4-4808-95b9-daeb7e6acc01" providerId="AD" clId="Web-{16F0B38C-007C-B487-377A-603CC8C24D8B}" dt="2024-08-28T13:54:44.700" v="17"/>
          <ac:picMkLst>
            <pc:docMk/>
            <pc:sldMk cId="3665023349" sldId="343"/>
            <ac:picMk id="28" creationId="{F0000F2B-3F9A-7DCF-159C-00F49788EE61}"/>
          </ac:picMkLst>
        </pc:picChg>
      </pc:sldChg>
      <pc:sldChg chg="modSp">
        <pc:chgData name="Somak Das" userId="S::sdas@floridapoly.edu::98cebb13-2fc4-4808-95b9-daeb7e6acc01" providerId="AD" clId="Web-{16F0B38C-007C-B487-377A-603CC8C24D8B}" dt="2024-08-28T13:50:12.971" v="4" actId="1076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16F0B38C-007C-B487-377A-603CC8C24D8B}" dt="2024-08-28T13:50:12.971" v="4" actId="1076"/>
          <ac:spMkLst>
            <pc:docMk/>
            <pc:sldMk cId="2275632493" sldId="365"/>
            <ac:spMk id="6" creationId="{86649F24-8FCC-CDEB-B4C7-3B4C1F0F6A52}"/>
          </ac:spMkLst>
        </pc:spChg>
      </pc:sldChg>
      <pc:sldChg chg="delSp modSp mod modClrScheme chgLayout">
        <pc:chgData name="Somak Das" userId="S::sdas@floridapoly.edu::98cebb13-2fc4-4808-95b9-daeb7e6acc01" providerId="AD" clId="Web-{16F0B38C-007C-B487-377A-603CC8C24D8B}" dt="2024-08-28T15:32:49.404" v="887"/>
        <pc:sldMkLst>
          <pc:docMk/>
          <pc:sldMk cId="4026378510" sldId="366"/>
        </pc:sldMkLst>
        <pc:spChg chg="mod ord">
          <ac:chgData name="Somak Das" userId="S::sdas@floridapoly.edu::98cebb13-2fc4-4808-95b9-daeb7e6acc01" providerId="AD" clId="Web-{16F0B38C-007C-B487-377A-603CC8C24D8B}" dt="2024-08-28T15:29:49.116" v="886"/>
          <ac:spMkLst>
            <pc:docMk/>
            <pc:sldMk cId="4026378510" sldId="366"/>
            <ac:spMk id="2" creationId="{4D3BEB11-28D7-C522-E5E9-6807A609E96E}"/>
          </ac:spMkLst>
        </pc:spChg>
        <pc:spChg chg="mod ord">
          <ac:chgData name="Somak Das" userId="S::sdas@floridapoly.edu::98cebb13-2fc4-4808-95b9-daeb7e6acc01" providerId="AD" clId="Web-{16F0B38C-007C-B487-377A-603CC8C24D8B}" dt="2024-08-28T15:29:49.116" v="886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16F0B38C-007C-B487-377A-603CC8C24D8B}" dt="2024-08-28T15:21:31.925" v="828" actId="1076"/>
          <ac:picMkLst>
            <pc:docMk/>
            <pc:sldMk cId="4026378510" sldId="366"/>
            <ac:picMk id="7" creationId="{6F6976E1-4066-78FF-0D38-8CC5E311648F}"/>
          </ac:picMkLst>
        </pc:picChg>
        <pc:picChg chg="del">
          <ac:chgData name="Somak Das" userId="S::sdas@floridapoly.edu::98cebb13-2fc4-4808-95b9-daeb7e6acc01" providerId="AD" clId="Web-{16F0B38C-007C-B487-377A-603CC8C24D8B}" dt="2024-08-28T15:09:19.867" v="608"/>
          <ac:picMkLst>
            <pc:docMk/>
            <pc:sldMk cId="4026378510" sldId="366"/>
            <ac:picMk id="11" creationId="{EB78B041-4A74-9EC8-D506-FE9FCCD95E04}"/>
          </ac:picMkLst>
        </pc:picChg>
        <pc:picChg chg="mod">
          <ac:chgData name="Somak Das" userId="S::sdas@floridapoly.edu::98cebb13-2fc4-4808-95b9-daeb7e6acc01" providerId="AD" clId="Web-{16F0B38C-007C-B487-377A-603CC8C24D8B}" dt="2024-08-28T15:32:49.404" v="887"/>
          <ac:picMkLst>
            <pc:docMk/>
            <pc:sldMk cId="4026378510" sldId="366"/>
            <ac:picMk id="16" creationId="{4F334977-0BD6-6E1B-2299-19AAB5F0A57B}"/>
          </ac:picMkLst>
        </pc:picChg>
        <pc:picChg chg="del mod">
          <ac:chgData name="Somak Das" userId="S::sdas@floridapoly.edu::98cebb13-2fc4-4808-95b9-daeb7e6acc01" providerId="AD" clId="Web-{16F0B38C-007C-B487-377A-603CC8C24D8B}" dt="2024-08-28T15:27:22.564" v="884"/>
          <ac:picMkLst>
            <pc:docMk/>
            <pc:sldMk cId="4026378510" sldId="366"/>
            <ac:picMk id="19" creationId="{0844BCAD-81F9-95B7-7CAA-A81B4B0E2DB6}"/>
          </ac:picMkLst>
        </pc:picChg>
        <pc:picChg chg="del mod">
          <ac:chgData name="Somak Das" userId="S::sdas@floridapoly.edu::98cebb13-2fc4-4808-95b9-daeb7e6acc01" providerId="AD" clId="Web-{16F0B38C-007C-B487-377A-603CC8C24D8B}" dt="2024-08-28T15:24:06.931" v="844"/>
          <ac:picMkLst>
            <pc:docMk/>
            <pc:sldMk cId="4026378510" sldId="366"/>
            <ac:picMk id="21" creationId="{4B1B8C37-C76B-0073-5B46-78B84567EA7A}"/>
          </ac:picMkLst>
        </pc:picChg>
      </pc:sldChg>
      <pc:sldChg chg="del">
        <pc:chgData name="Somak Das" userId="S::sdas@floridapoly.edu::98cebb13-2fc4-4808-95b9-daeb7e6acc01" providerId="AD" clId="Web-{16F0B38C-007C-B487-377A-603CC8C24D8B}" dt="2024-08-28T13:51:11.395" v="5"/>
        <pc:sldMkLst>
          <pc:docMk/>
          <pc:sldMk cId="3756043976" sldId="367"/>
        </pc:sldMkLst>
      </pc:sldChg>
      <pc:sldChg chg="modSp">
        <pc:chgData name="Somak Das" userId="S::sdas@floridapoly.edu::98cebb13-2fc4-4808-95b9-daeb7e6acc01" providerId="AD" clId="Web-{16F0B38C-007C-B487-377A-603CC8C24D8B}" dt="2024-08-28T14:10:44.673" v="170" actId="14100"/>
        <pc:sldMkLst>
          <pc:docMk/>
          <pc:sldMk cId="3985552435" sldId="368"/>
        </pc:sldMkLst>
        <pc:spChg chg="mod">
          <ac:chgData name="Somak Das" userId="S::sdas@floridapoly.edu::98cebb13-2fc4-4808-95b9-daeb7e6acc01" providerId="AD" clId="Web-{16F0B38C-007C-B487-377A-603CC8C24D8B}" dt="2024-08-28T14:10:44.673" v="170" actId="14100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16F0B38C-007C-B487-377A-603CC8C24D8B}" dt="2024-08-28T14:09:38.655" v="148" actId="20577"/>
          <ac:spMkLst>
            <pc:docMk/>
            <pc:sldMk cId="3985552435" sldId="368"/>
            <ac:spMk id="3" creationId="{78D6B0DC-8DDB-A7DA-E1AC-AD2D78ED7DCB}"/>
          </ac:spMkLst>
        </pc:spChg>
      </pc:sldChg>
      <pc:sldChg chg="addSp delSp modSp add replId">
        <pc:chgData name="Somak Das" userId="S::sdas@floridapoly.edu::98cebb13-2fc4-4808-95b9-daeb7e6acc01" providerId="AD" clId="Web-{16F0B38C-007C-B487-377A-603CC8C24D8B}" dt="2024-08-28T14:59:43.767" v="601" actId="20577"/>
        <pc:sldMkLst>
          <pc:docMk/>
          <pc:sldMk cId="4097139382" sldId="385"/>
        </pc:sldMkLst>
        <pc:spChg chg="mod">
          <ac:chgData name="Somak Das" userId="S::sdas@floridapoly.edu::98cebb13-2fc4-4808-95b9-daeb7e6acc01" providerId="AD" clId="Web-{16F0B38C-007C-B487-377A-603CC8C24D8B}" dt="2024-08-28T14:59:43.767" v="601" actId="20577"/>
          <ac:spMkLst>
            <pc:docMk/>
            <pc:sldMk cId="4097139382" sldId="385"/>
            <ac:spMk id="2" creationId="{4D3BEB11-28D7-C522-E5E9-6807A609E96E}"/>
          </ac:spMkLst>
        </pc:spChg>
        <pc:spChg chg="del mod">
          <ac:chgData name="Somak Das" userId="S::sdas@floridapoly.edu::98cebb13-2fc4-4808-95b9-daeb7e6acc01" providerId="AD" clId="Web-{16F0B38C-007C-B487-377A-603CC8C24D8B}" dt="2024-08-28T14:12:38.459" v="194"/>
          <ac:spMkLst>
            <pc:docMk/>
            <pc:sldMk cId="4097139382" sldId="385"/>
            <ac:spMk id="3" creationId="{78D6B0DC-8DDB-A7DA-E1AC-AD2D78ED7DCB}"/>
          </ac:spMkLst>
        </pc:spChg>
        <pc:spChg chg="del">
          <ac:chgData name="Somak Das" userId="S::sdas@floridapoly.edu::98cebb13-2fc4-4808-95b9-daeb7e6acc01" providerId="AD" clId="Web-{16F0B38C-007C-B487-377A-603CC8C24D8B}" dt="2024-08-28T14:12:06.161" v="188"/>
          <ac:spMkLst>
            <pc:docMk/>
            <pc:sldMk cId="4097139382" sldId="385"/>
            <ac:spMk id="9" creationId="{5DD5144A-4474-2479-FA5D-0FB5B8C4C171}"/>
          </ac:spMkLst>
        </pc:spChg>
        <pc:spChg chg="del">
          <ac:chgData name="Somak Das" userId="S::sdas@floridapoly.edu::98cebb13-2fc4-4808-95b9-daeb7e6acc01" providerId="AD" clId="Web-{16F0B38C-007C-B487-377A-603CC8C24D8B}" dt="2024-08-28T14:12:00.723" v="187"/>
          <ac:spMkLst>
            <pc:docMk/>
            <pc:sldMk cId="4097139382" sldId="385"/>
            <ac:spMk id="10" creationId="{0276F1E8-2449-BCC1-6357-841D80B71EA8}"/>
          </ac:spMkLst>
        </pc:spChg>
        <pc:spChg chg="mod">
          <ac:chgData name="Somak Das" userId="S::sdas@floridapoly.edu::98cebb13-2fc4-4808-95b9-daeb7e6acc01" providerId="AD" clId="Web-{16F0B38C-007C-B487-377A-603CC8C24D8B}" dt="2024-08-28T14:52:21.016" v="573" actId="1076"/>
          <ac:spMkLst>
            <pc:docMk/>
            <pc:sldMk cId="4097139382" sldId="385"/>
            <ac:spMk id="15" creationId="{216BFA64-3032-6100-5E2A-946FC81C6E09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8" actId="1076"/>
          <ac:spMkLst>
            <pc:docMk/>
            <pc:sldMk cId="4097139382" sldId="385"/>
            <ac:spMk id="16" creationId="{C3D88507-9FDA-2FBE-D93F-E4D99E8C49B8}"/>
          </ac:spMkLst>
        </pc:spChg>
        <pc:spChg chg="del">
          <ac:chgData name="Somak Das" userId="S::sdas@floridapoly.edu::98cebb13-2fc4-4808-95b9-daeb7e6acc01" providerId="AD" clId="Web-{16F0B38C-007C-B487-377A-603CC8C24D8B}" dt="2024-08-28T14:12:54.350" v="197"/>
          <ac:spMkLst>
            <pc:docMk/>
            <pc:sldMk cId="4097139382" sldId="385"/>
            <ac:spMk id="17" creationId="{2E4E6A32-1D8A-B594-4757-83C24109F215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7" actId="1076"/>
          <ac:spMkLst>
            <pc:docMk/>
            <pc:sldMk cId="4097139382" sldId="385"/>
            <ac:spMk id="18" creationId="{06720BA1-AA1B-A1BC-B8B2-267872770798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25:51.035" v="358"/>
          <ac:spMkLst>
            <pc:docMk/>
            <pc:sldMk cId="4097139382" sldId="385"/>
            <ac:spMk id="19" creationId="{5E3D40A3-A3B4-7D0F-36DD-646E8D5BB2FA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6" actId="1076"/>
          <ac:spMkLst>
            <pc:docMk/>
            <pc:sldMk cId="4097139382" sldId="385"/>
            <ac:spMk id="20" creationId="{B58B756D-DE9D-6F4C-285B-A8FDECD8D17B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4" actId="1076"/>
          <ac:spMkLst>
            <pc:docMk/>
            <pc:sldMk cId="4097139382" sldId="385"/>
            <ac:spMk id="22" creationId="{49A377C7-B240-7293-8B74-CD3E3D41A9B0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3" actId="1076"/>
          <ac:spMkLst>
            <pc:docMk/>
            <pc:sldMk cId="4097139382" sldId="385"/>
            <ac:spMk id="23" creationId="{EED19BB9-6417-A715-EA61-35E372144DE2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28:48.448" v="387"/>
          <ac:spMkLst>
            <pc:docMk/>
            <pc:sldMk cId="4097139382" sldId="385"/>
            <ac:spMk id="25" creationId="{A3A0A61A-9B3B-A28B-744F-B66B860EEE1A}"/>
          </ac:spMkLst>
        </pc:spChg>
        <pc:spChg chg="add mod ord">
          <ac:chgData name="Somak Das" userId="S::sdas@floridapoly.edu::98cebb13-2fc4-4808-95b9-daeb7e6acc01" providerId="AD" clId="Web-{16F0B38C-007C-B487-377A-603CC8C24D8B}" dt="2024-08-28T14:43:19.465" v="543"/>
          <ac:spMkLst>
            <pc:docMk/>
            <pc:sldMk cId="4097139382" sldId="385"/>
            <ac:spMk id="33" creationId="{76D45FCB-D5BE-3F91-BD77-8FD4898AF9EA}"/>
          </ac:spMkLst>
        </pc:spChg>
        <pc:spChg chg="add mod">
          <ac:chgData name="Somak Das" userId="S::sdas@floridapoly.edu::98cebb13-2fc4-4808-95b9-daeb7e6acc01" providerId="AD" clId="Web-{16F0B38C-007C-B487-377A-603CC8C24D8B}" dt="2024-08-28T14:43:34.887" v="545" actId="1076"/>
          <ac:spMkLst>
            <pc:docMk/>
            <pc:sldMk cId="4097139382" sldId="385"/>
            <ac:spMk id="34" creationId="{CC3EC1D0-9C54-1270-3E9D-E74CDAD1929B}"/>
          </ac:spMkLst>
        </pc:spChg>
        <pc:spChg chg="add mod">
          <ac:chgData name="Somak Das" userId="S::sdas@floridapoly.edu::98cebb13-2fc4-4808-95b9-daeb7e6acc01" providerId="AD" clId="Web-{16F0B38C-007C-B487-377A-603CC8C24D8B}" dt="2024-08-28T14:44:20.389" v="549" actId="20577"/>
          <ac:spMkLst>
            <pc:docMk/>
            <pc:sldMk cId="4097139382" sldId="385"/>
            <ac:spMk id="35" creationId="{20E81312-B6AF-45F1-6841-2A0ED56D4BDC}"/>
          </ac:spMkLst>
        </pc:spChg>
        <pc:spChg chg="add mod ord">
          <ac:chgData name="Somak Das" userId="S::sdas@floridapoly.edu::98cebb13-2fc4-4808-95b9-daeb7e6acc01" providerId="AD" clId="Web-{16F0B38C-007C-B487-377A-603CC8C24D8B}" dt="2024-08-28T14:42:40.885" v="539"/>
          <ac:spMkLst>
            <pc:docMk/>
            <pc:sldMk cId="4097139382" sldId="385"/>
            <ac:spMk id="37" creationId="{EE788281-A85A-6A81-A47E-84ED545A5398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45:23.782" v="560"/>
          <ac:spMkLst>
            <pc:docMk/>
            <pc:sldMk cId="4097139382" sldId="385"/>
            <ac:spMk id="38" creationId="{0AD41508-37FF-BB67-12A0-85AD92B9DA5A}"/>
          </ac:spMkLst>
        </pc:spChg>
        <pc:spChg chg="add mod">
          <ac:chgData name="Somak Das" userId="S::sdas@floridapoly.edu::98cebb13-2fc4-4808-95b9-daeb7e6acc01" providerId="AD" clId="Web-{16F0B38C-007C-B487-377A-603CC8C24D8B}" dt="2024-08-28T14:53:15.909" v="579" actId="1076"/>
          <ac:spMkLst>
            <pc:docMk/>
            <pc:sldMk cId="4097139382" sldId="385"/>
            <ac:spMk id="42" creationId="{BCACE951-AC7C-8308-3377-BF4F5A69B9AD}"/>
          </ac:spMkLst>
        </pc:spChg>
        <pc:picChg chg="mod ord">
          <ac:chgData name="Somak Das" userId="S::sdas@floridapoly.edu::98cebb13-2fc4-4808-95b9-daeb7e6acc01" providerId="AD" clId="Web-{16F0B38C-007C-B487-377A-603CC8C24D8B}" dt="2024-08-28T14:45:05.781" v="557" actId="1076"/>
          <ac:picMkLst>
            <pc:docMk/>
            <pc:sldMk cId="4097139382" sldId="385"/>
            <ac:picMk id="5" creationId="{63AC7670-6DC5-7960-AC16-50AC8F8E2B9B}"/>
          </ac:picMkLst>
        </pc:picChg>
        <pc:picChg chg="mod">
          <ac:chgData name="Somak Das" userId="S::sdas@floridapoly.edu::98cebb13-2fc4-4808-95b9-daeb7e6acc01" providerId="AD" clId="Web-{16F0B38C-007C-B487-377A-603CC8C24D8B}" dt="2024-08-28T14:26:57.788" v="368" actId="1076"/>
          <ac:picMkLst>
            <pc:docMk/>
            <pc:sldMk cId="4097139382" sldId="385"/>
            <ac:picMk id="6" creationId="{DA05F2B8-F03B-B63B-4AA2-4E906B0FA76F}"/>
          </ac:picMkLst>
        </pc:picChg>
        <pc:picChg chg="mod">
          <ac:chgData name="Somak Das" userId="S::sdas@floridapoly.edu::98cebb13-2fc4-4808-95b9-daeb7e6acc01" providerId="AD" clId="Web-{16F0B38C-007C-B487-377A-603CC8C24D8B}" dt="2024-08-28T14:52:21.001" v="571" actId="1076"/>
          <ac:picMkLst>
            <pc:docMk/>
            <pc:sldMk cId="4097139382" sldId="385"/>
            <ac:picMk id="12" creationId="{34DABB26-E85B-E3AA-5B48-DA322D7BCAE3}"/>
          </ac:picMkLst>
        </pc:picChg>
        <pc:picChg chg="mod">
          <ac:chgData name="Somak Das" userId="S::sdas@floridapoly.edu::98cebb13-2fc4-4808-95b9-daeb7e6acc01" providerId="AD" clId="Web-{16F0B38C-007C-B487-377A-603CC8C24D8B}" dt="2024-08-28T14:52:21.001" v="572" actId="1076"/>
          <ac:picMkLst>
            <pc:docMk/>
            <pc:sldMk cId="4097139382" sldId="385"/>
            <ac:picMk id="13" creationId="{5237F4B0-22FF-5564-DA6C-E106786C82A3}"/>
          </ac:picMkLst>
        </pc:picChg>
        <pc:picChg chg="add mod">
          <ac:chgData name="Somak Das" userId="S::sdas@floridapoly.edu::98cebb13-2fc4-4808-95b9-daeb7e6acc01" providerId="AD" clId="Web-{16F0B38C-007C-B487-377A-603CC8C24D8B}" dt="2024-08-28T14:53:40.082" v="583" actId="14100"/>
          <ac:picMkLst>
            <pc:docMk/>
            <pc:sldMk cId="4097139382" sldId="385"/>
            <ac:picMk id="41" creationId="{39AD12CE-494B-D6E3-DBE8-874E4D25ADC1}"/>
          </ac:picMkLst>
        </pc:picChg>
        <pc:picChg chg="add mod">
          <ac:chgData name="Somak Das" userId="S::sdas@floridapoly.edu::98cebb13-2fc4-4808-95b9-daeb7e6acc01" providerId="AD" clId="Web-{16F0B38C-007C-B487-377A-603CC8C24D8B}" dt="2024-08-28T14:58:18.467" v="595" actId="1076"/>
          <ac:picMkLst>
            <pc:docMk/>
            <pc:sldMk cId="4097139382" sldId="385"/>
            <ac:picMk id="43" creationId="{6F18D2FE-99EE-EB6A-20A1-2D88722A28CF}"/>
          </ac:picMkLst>
        </pc:picChg>
        <pc:cxnChg chg="add mod">
          <ac:chgData name="Somak Das" userId="S::sdas@floridapoly.edu::98cebb13-2fc4-4808-95b9-daeb7e6acc01" providerId="AD" clId="Web-{16F0B38C-007C-B487-377A-603CC8C24D8B}" dt="2024-08-28T14:34:28.320" v="453" actId="1076"/>
          <ac:cxnSpMkLst>
            <pc:docMk/>
            <pc:sldMk cId="4097139382" sldId="385"/>
            <ac:cxnSpMk id="4" creationId="{5241E302-41A1-D6DD-8309-C7D30224537E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52" actId="1076"/>
          <ac:cxnSpMkLst>
            <pc:docMk/>
            <pc:sldMk cId="4097139382" sldId="385"/>
            <ac:cxnSpMk id="7" creationId="{3F3ACF04-EF1A-C300-A80C-AEA3AAC516E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51" actId="1076"/>
          <ac:cxnSpMkLst>
            <pc:docMk/>
            <pc:sldMk cId="4097139382" sldId="385"/>
            <ac:cxnSpMk id="8" creationId="{B0DB6124-05F3-B036-B622-27403D8DA94D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34:28.320" v="450" actId="1076"/>
          <ac:cxnSpMkLst>
            <pc:docMk/>
            <pc:sldMk cId="4097139382" sldId="385"/>
            <ac:cxnSpMk id="11" creationId="{7C5AB2A7-D4B0-A9D9-2A25-C4D39F684439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9" actId="1076"/>
          <ac:cxnSpMkLst>
            <pc:docMk/>
            <pc:sldMk cId="4097139382" sldId="385"/>
            <ac:cxnSpMk id="14" creationId="{2378EE44-7010-9463-9760-DD05E3FADAF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5" actId="1076"/>
          <ac:cxnSpMkLst>
            <pc:docMk/>
            <pc:sldMk cId="4097139382" sldId="385"/>
            <ac:cxnSpMk id="21" creationId="{558CA780-CAFD-34C8-79C3-798733E48F0F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27:46.758" v="377"/>
          <ac:cxnSpMkLst>
            <pc:docMk/>
            <pc:sldMk cId="4097139382" sldId="385"/>
            <ac:cxnSpMk id="24" creationId="{F5BEC6EF-A347-2954-A538-4347E5D9371A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1" actId="1076"/>
          <ac:cxnSpMkLst>
            <pc:docMk/>
            <pc:sldMk cId="4097139382" sldId="385"/>
            <ac:cxnSpMk id="26" creationId="{40EEB2DE-E7EE-0EDA-4C29-71D034DA6B4A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2" actId="1076"/>
          <ac:cxnSpMkLst>
            <pc:docMk/>
            <pc:sldMk cId="4097139382" sldId="385"/>
            <ac:cxnSpMk id="27" creationId="{2C1CB99D-E14D-4F85-4C75-00E3B1647E71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6:44.622" v="507" actId="1076"/>
          <ac:cxnSpMkLst>
            <pc:docMk/>
            <pc:sldMk cId="4097139382" sldId="385"/>
            <ac:cxnSpMk id="28" creationId="{8A277EBF-D585-7721-7E37-8FE3AF591879}"/>
          </ac:cxnSpMkLst>
        </pc:cxnChg>
        <pc:cxnChg chg="add mod ord">
          <ac:chgData name="Somak Das" userId="S::sdas@floridapoly.edu::98cebb13-2fc4-4808-95b9-daeb7e6acc01" providerId="AD" clId="Web-{16F0B38C-007C-B487-377A-603CC8C24D8B}" dt="2024-08-28T14:44:45.562" v="553" actId="1076"/>
          <ac:cxnSpMkLst>
            <pc:docMk/>
            <pc:sldMk cId="4097139382" sldId="385"/>
            <ac:cxnSpMk id="29" creationId="{ACEC1CCC-0EE7-9D59-FF24-ADE2B2D1D5E9}"/>
          </ac:cxnSpMkLst>
        </pc:cxnChg>
        <pc:cxnChg chg="add mod ord">
          <ac:chgData name="Somak Das" userId="S::sdas@floridapoly.edu::98cebb13-2fc4-4808-95b9-daeb7e6acc01" providerId="AD" clId="Web-{16F0B38C-007C-B487-377A-603CC8C24D8B}" dt="2024-08-28T14:39:46.988" v="522" actId="14100"/>
          <ac:cxnSpMkLst>
            <pc:docMk/>
            <pc:sldMk cId="4097139382" sldId="385"/>
            <ac:cxnSpMk id="30" creationId="{9FFC5A06-F959-B138-B877-DF86218DC8B8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5:15.485" v="558" actId="1076"/>
          <ac:cxnSpMkLst>
            <pc:docMk/>
            <pc:sldMk cId="4097139382" sldId="385"/>
            <ac:cxnSpMk id="31" creationId="{1007B27B-001B-E292-23BF-FFB24DFC80B0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2:04.790" v="534" actId="14100"/>
          <ac:cxnSpMkLst>
            <pc:docMk/>
            <pc:sldMk cId="4097139382" sldId="385"/>
            <ac:cxnSpMk id="32" creationId="{3CE9D583-0F48-F1F4-7F2B-BE6BB12CE2A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8:39.439" v="518" actId="14100"/>
          <ac:cxnSpMkLst>
            <pc:docMk/>
            <pc:sldMk cId="4097139382" sldId="385"/>
            <ac:cxnSpMk id="36" creationId="{906E7BA7-A7CF-DF12-E291-FFD0DB657D4F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45:23.782" v="559"/>
          <ac:cxnSpMkLst>
            <pc:docMk/>
            <pc:sldMk cId="4097139382" sldId="385"/>
            <ac:cxnSpMk id="39" creationId="{2A5B9C8D-B59F-3F25-D641-E747318A3C9F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4:09.701" v="546" actId="1076"/>
          <ac:cxnSpMkLst>
            <pc:docMk/>
            <pc:sldMk cId="4097139382" sldId="385"/>
            <ac:cxnSpMk id="40" creationId="{A3F67B6F-3F8D-FC2E-1297-5102766B6269}"/>
          </ac:cxnSpMkLst>
        </pc:cxnChg>
      </pc:sldChg>
    </pc:docChg>
  </pc:docChgLst>
  <pc:docChgLst>
    <pc:chgData name="Somak Das" userId="S::sdas@floridapoly.edu::98cebb13-2fc4-4808-95b9-daeb7e6acc01" providerId="AD" clId="Web-{6858E484-1DD0-903E-8B02-5011D36EF042}"/>
    <pc:docChg chg="addSld delSld modSld sldOrd modSection">
      <pc:chgData name="Somak Das" userId="S::sdas@floridapoly.edu::98cebb13-2fc4-4808-95b9-daeb7e6acc01" providerId="AD" clId="Web-{6858E484-1DD0-903E-8B02-5011D36EF042}" dt="2024-08-28T02:50:12.456" v="1801" actId="1076"/>
      <pc:docMkLst>
        <pc:docMk/>
      </pc:docMkLst>
      <pc:sldChg chg="modSp">
        <pc:chgData name="Somak Das" userId="S::sdas@floridapoly.edu::98cebb13-2fc4-4808-95b9-daeb7e6acc01" providerId="AD" clId="Web-{6858E484-1DD0-903E-8B02-5011D36EF042}" dt="2024-08-28T01:57:17.866" v="1304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6858E484-1DD0-903E-8B02-5011D36EF042}" dt="2024-08-28T01:57:17.866" v="1304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9:15.531" v="159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6858E484-1DD0-903E-8B02-5011D36EF042}" dt="2024-08-28T00:39:15.531" v="159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4:40.742" v="82" actId="14100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6858E484-1DD0-903E-8B02-5011D36EF042}" dt="2024-08-28T00:34:38.132" v="81" actId="20577"/>
          <ac:spMkLst>
            <pc:docMk/>
            <pc:sldMk cId="450661816" sldId="349"/>
            <ac:spMk id="3" creationId="{9556065C-AC8D-F8CF-D5A2-F5C7B2A8889E}"/>
          </ac:spMkLst>
        </pc:spChg>
        <pc:picChg chg="mod">
          <ac:chgData name="Somak Das" userId="S::sdas@floridapoly.edu::98cebb13-2fc4-4808-95b9-daeb7e6acc01" providerId="AD" clId="Web-{6858E484-1DD0-903E-8B02-5011D36EF042}" dt="2024-08-28T00:34:40.742" v="82" actId="14100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">
        <pc:chgData name="Somak Das" userId="S::sdas@floridapoly.edu::98cebb13-2fc4-4808-95b9-daeb7e6acc01" providerId="AD" clId="Web-{6858E484-1DD0-903E-8B02-5011D36EF042}" dt="2024-08-28T00:41:23.770" v="177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858E484-1DD0-903E-8B02-5011D36EF042}" dt="2024-08-28T00:41:23.770" v="177" actId="20577"/>
          <ac:spMkLst>
            <pc:docMk/>
            <pc:sldMk cId="756175004" sldId="350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7"/>
          <ac:spMkLst>
            <pc:docMk/>
            <pc:sldMk cId="756175004" sldId="350"/>
            <ac:spMk id="8" creationId="{7BE43FA3-19D9-8187-186A-8D385EAF5745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6"/>
          <ac:spMkLst>
            <pc:docMk/>
            <pc:sldMk cId="756175004" sldId="350"/>
            <ac:spMk id="9" creationId="{BE014130-4091-E15F-51D4-C5A46F28041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5"/>
          <ac:spMkLst>
            <pc:docMk/>
            <pc:sldMk cId="756175004" sldId="350"/>
            <ac:spMk id="10" creationId="{21BB2043-E470-9C43-25AA-FC4AFCECBD9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4"/>
          <ac:spMkLst>
            <pc:docMk/>
            <pc:sldMk cId="756175004" sldId="350"/>
            <ac:spMk id="11" creationId="{FC38F92C-8107-D3B8-A935-33EE396CE83D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9"/>
          <ac:spMkLst>
            <pc:docMk/>
            <pc:sldMk cId="756175004" sldId="350"/>
            <ac:spMk id="12" creationId="{49B9E8A9-352D-4DCB-9485-C777000D4979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3"/>
          <ac:spMkLst>
            <pc:docMk/>
            <pc:sldMk cId="756175004" sldId="350"/>
            <ac:spMk id="13" creationId="{205D6A8C-7F2C-0A52-039A-8BB58ECAFD16}"/>
          </ac:spMkLst>
        </pc:spChg>
        <pc:spChg chg="del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14" creationId="{C2A9B0E5-C2C1-4B85-99A9-117A659D5FE0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2"/>
          <ac:spMkLst>
            <pc:docMk/>
            <pc:sldMk cId="756175004" sldId="350"/>
            <ac:spMk id="15" creationId="{C96283B7-0F28-3B2C-BBE7-E90A954519A5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8"/>
          <ac:spMkLst>
            <pc:docMk/>
            <pc:sldMk cId="756175004" sldId="350"/>
            <ac:spMk id="16" creationId="{3A8AEACA-9535-4BE8-A91B-8BE82BA5475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1"/>
          <ac:spMkLst>
            <pc:docMk/>
            <pc:sldMk cId="756175004" sldId="350"/>
            <ac:spMk id="17" creationId="{1B5D2364-A08F-16BF-7B06-D9E560FDEBE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0"/>
          <ac:spMkLst>
            <pc:docMk/>
            <pc:sldMk cId="756175004" sldId="350"/>
            <ac:spMk id="18" creationId="{2B78BA7D-C89E-70B6-D78F-A9AD326795E2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9"/>
          <ac:spMkLst>
            <pc:docMk/>
            <pc:sldMk cId="756175004" sldId="350"/>
            <ac:spMk id="19" creationId="{99533F32-F2DE-98B6-E7B0-F294B94305F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8"/>
          <ac:spMkLst>
            <pc:docMk/>
            <pc:sldMk cId="756175004" sldId="350"/>
            <ac:spMk id="20" creationId="{061D2922-AB69-3F6D-D068-8E5DB75A416D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2" creationId="{352BEC0E-22F8-46D0-9632-375DB541B06C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4" creationId="{3FCFB1DE-0B7E-48CC-BA90-B2AB0889F9D6}"/>
          </ac:spMkLst>
        </pc:spChg>
        <pc:picChg chg="mod ord">
          <ac:chgData name="Somak Das" userId="S::sdas@floridapoly.edu::98cebb13-2fc4-4808-95b9-daeb7e6acc01" providerId="AD" clId="Web-{6858E484-1DD0-903E-8B02-5011D36EF042}" dt="2024-08-28T00:40:16.236" v="163" actId="14100"/>
          <ac:picMkLst>
            <pc:docMk/>
            <pc:sldMk cId="756175004" sldId="350"/>
            <ac:picMk id="6" creationId="{50535E7C-5C90-3DB5-404B-E48DB8C9ECFD}"/>
          </ac:picMkLst>
        </pc:picChg>
        <pc:picChg chg="mod ord">
          <ac:chgData name="Somak Das" userId="S::sdas@floridapoly.edu::98cebb13-2fc4-4808-95b9-daeb7e6acc01" providerId="AD" clId="Web-{6858E484-1DD0-903E-8B02-5011D36EF042}" dt="2024-08-28T00:40:05.189" v="161" actId="14100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1:05:11.236" v="611" actId="20577"/>
        <pc:sldMkLst>
          <pc:docMk/>
          <pc:sldMk cId="3912467275" sldId="351"/>
        </pc:sldMkLst>
        <pc:spChg chg="mo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0:49:27.815" v="372" actId="20577"/>
          <ac:spMkLst>
            <pc:docMk/>
            <pc:sldMk cId="3912467275" sldId="351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42:31.334" v="187"/>
          <ac:spMkLst>
            <pc:docMk/>
            <pc:sldMk cId="3912467275" sldId="351"/>
            <ac:spMk id="5" creationId="{3F1CE5EF-1993-48B6-7353-FC6D457CA39A}"/>
          </ac:spMkLst>
        </pc:spChg>
        <pc:spChg chg="add del">
          <ac:chgData name="Somak Das" userId="S::sdas@floridapoly.edu::98cebb13-2fc4-4808-95b9-daeb7e6acc01" providerId="AD" clId="Web-{6858E484-1DD0-903E-8B02-5011D36EF042}" dt="2024-08-28T00:50:28.505" v="374"/>
          <ac:spMkLst>
            <pc:docMk/>
            <pc:sldMk cId="3912467275" sldId="351"/>
            <ac:spMk id="7" creationId="{DFEDAD02-6845-DBEA-4EB4-F75AEC7AD861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8" creationId="{69D47016-023F-44BD-981C-50E7A10A6609}"/>
          </ac:spMkLst>
        </pc:spChg>
        <pc:spChg chg="add mod">
          <ac:chgData name="Somak Das" userId="S::sdas@floridapoly.edu::98cebb13-2fc4-4808-95b9-daeb7e6acc01" providerId="AD" clId="Web-{6858E484-1DD0-903E-8B02-5011D36EF042}" dt="2024-08-28T01:03:13.888" v="581" actId="20577"/>
          <ac:spMkLst>
            <pc:docMk/>
            <pc:sldMk cId="3912467275" sldId="351"/>
            <ac:spMk id="9" creationId="{85EE88C8-1D33-E3FC-D91E-39CBD8A29572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10" creationId="{6D8B37B0-0682-433E-BC8D-498C04ABD9A7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2.014" v="582" actId="1076"/>
          <ac:spMkLst>
            <pc:docMk/>
            <pc:sldMk cId="3912467275" sldId="351"/>
            <ac:spMk id="11" creationId="{0A2CE0D6-434D-BD84-BEEF-027405F40705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9.107" v="583" actId="1076"/>
          <ac:spMkLst>
            <pc:docMk/>
            <pc:sldMk cId="3912467275" sldId="351"/>
            <ac:spMk id="12" creationId="{92169DED-78C2-C66D-C626-A5FC8161C10C}"/>
          </ac:spMkLst>
        </pc:spChg>
        <pc:spChg chg="add mod">
          <ac:chgData name="Somak Das" userId="S::sdas@floridapoly.edu::98cebb13-2fc4-4808-95b9-daeb7e6acc01" providerId="AD" clId="Web-{6858E484-1DD0-903E-8B02-5011D36EF042}" dt="2024-08-28T01:05:11.236" v="611" actId="20577"/>
          <ac:spMkLst>
            <pc:docMk/>
            <pc:sldMk cId="3912467275" sldId="351"/>
            <ac:spMk id="13" creationId="{9D3BEBC4-2179-CEDA-AF3C-A642C8BF32A3}"/>
          </ac:spMkLst>
        </pc:spChg>
        <pc:graphicFrameChg chg="add mod modGraphic">
          <ac:chgData name="Somak Das" userId="S::sdas@floridapoly.edu::98cebb13-2fc4-4808-95b9-daeb7e6acc01" providerId="AD" clId="Web-{6858E484-1DD0-903E-8B02-5011D36EF042}" dt="2024-08-28T00:49:02.893" v="370"/>
          <ac:graphicFrameMkLst>
            <pc:docMk/>
            <pc:sldMk cId="3912467275" sldId="351"/>
            <ac:graphicFrameMk id="4" creationId="{18DA96E2-6581-CF6C-1613-324A80D246B9}"/>
          </ac:graphicFrameMkLst>
        </pc:graphicFrameChg>
        <pc:picChg chg="mod ord">
          <ac:chgData name="Somak Das" userId="S::sdas@floridapoly.edu::98cebb13-2fc4-4808-95b9-daeb7e6acc01" providerId="AD" clId="Web-{6858E484-1DD0-903E-8B02-5011D36EF042}" dt="2024-08-28T00:46:29.763" v="296" actId="14100"/>
          <ac:picMkLst>
            <pc:docMk/>
            <pc:sldMk cId="3912467275" sldId="351"/>
            <ac:picMk id="6" creationId="{50535E7C-5C90-3DB5-404B-E48DB8C9ECFD}"/>
          </ac:picMkLst>
        </pc:picChg>
      </pc:sldChg>
      <pc:sldChg chg="delSp modSp">
        <pc:chgData name="Somak Das" userId="S::sdas@floridapoly.edu::98cebb13-2fc4-4808-95b9-daeb7e6acc01" providerId="AD" clId="Web-{6858E484-1DD0-903E-8B02-5011D36EF042}" dt="2024-08-28T01:32:28.500" v="1128" actId="20577"/>
        <pc:sldMkLst>
          <pc:docMk/>
          <pc:sldMk cId="839535825" sldId="352"/>
        </pc:sldMkLst>
        <pc:spChg chg="mod">
          <ac:chgData name="Somak Das" userId="S::sdas@floridapoly.edu::98cebb13-2fc4-4808-95b9-daeb7e6acc01" providerId="AD" clId="Web-{6858E484-1DD0-903E-8B02-5011D36EF042}" dt="2024-08-28T01:32:28.500" v="1128" actId="20577"/>
          <ac:spMkLst>
            <pc:docMk/>
            <pc:sldMk cId="839535825" sldId="352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1:06:11.441" v="614"/>
          <ac:spMkLst>
            <pc:docMk/>
            <pc:sldMk cId="839535825" sldId="352"/>
            <ac:spMk id="5" creationId="{3F1CE5EF-1993-48B6-7353-FC6D457CA39A}"/>
          </ac:spMkLst>
        </pc:spChg>
        <pc:picChg chg="mod">
          <ac:chgData name="Somak Das" userId="S::sdas@floridapoly.edu::98cebb13-2fc4-4808-95b9-daeb7e6acc01" providerId="AD" clId="Web-{6858E484-1DD0-903E-8B02-5011D36EF042}" dt="2024-08-28T01:30:09.965" v="1099" actId="14100"/>
          <ac:picMkLst>
            <pc:docMk/>
            <pc:sldMk cId="839535825" sldId="352"/>
            <ac:picMk id="6" creationId="{50535E7C-5C90-3DB5-404B-E48DB8C9ECFD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2:42:18.848" v="1740" actId="20577"/>
        <pc:sldMkLst>
          <pc:docMk/>
          <pc:sldMk cId="2838901669" sldId="353"/>
        </pc:sldMkLst>
        <pc:spChg chg="mo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42:18.848" v="1740" actId="20577"/>
          <ac:spMkLst>
            <pc:docMk/>
            <pc:sldMk cId="2838901669" sldId="353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858E484-1DD0-903E-8B02-5011D36EF042}" dt="2024-08-28T01:31:05.513" v="1101"/>
          <ac:spMkLst>
            <pc:docMk/>
            <pc:sldMk cId="2838901669" sldId="353"/>
            <ac:spMk id="5" creationId="{3F1CE5EF-1993-48B6-7353-FC6D457CA39A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10" creationId="{DB17E863-922E-4C26-BD64-E8FD41D28661}"/>
          </ac:spMkLst>
        </pc:spChg>
        <pc:picChg chg="del">
          <ac:chgData name="Somak Das" userId="S::sdas@floridapoly.edu::98cebb13-2fc4-4808-95b9-daeb7e6acc01" providerId="AD" clId="Web-{6858E484-1DD0-903E-8B02-5011D36EF042}" dt="2024-08-28T01:31:09.045" v="1102"/>
          <ac:picMkLst>
            <pc:docMk/>
            <pc:sldMk cId="2838901669" sldId="353"/>
            <ac:picMk id="6" creationId="{50535E7C-5C90-3DB5-404B-E48DB8C9ECFD}"/>
          </ac:picMkLst>
        </pc:picChg>
      </pc:sldChg>
      <pc:sldChg chg="addSp delSp modSp ord">
        <pc:chgData name="Somak Das" userId="S::sdas@floridapoly.edu::98cebb13-2fc4-4808-95b9-daeb7e6acc01" providerId="AD" clId="Web-{6858E484-1DD0-903E-8B02-5011D36EF042}" dt="2024-08-28T02:35:01.283" v="1667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858E484-1DD0-903E-8B02-5011D36EF042}" dt="2024-08-28T02:16:14.900" v="1503" actId="1076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34:24.016" v="1663" actId="1076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858E484-1DD0-903E-8B02-5011D36EF042}" dt="2024-08-28T02:18:12.845" v="1546"/>
          <ac:spMkLst>
            <pc:docMk/>
            <pc:sldMk cId="3245362616" sldId="354"/>
            <ac:spMk id="4" creationId="{11EE0B85-E429-8E8F-8471-C8730B66B3F1}"/>
          </ac:spMkLst>
        </pc:spChg>
        <pc:spChg chg="del">
          <ac:chgData name="Somak Das" userId="S::sdas@floridapoly.edu::98cebb13-2fc4-4808-95b9-daeb7e6acc01" providerId="AD" clId="Web-{6858E484-1DD0-903E-8B02-5011D36EF042}" dt="2024-08-28T02:05:00.208" v="1327"/>
          <ac:spMkLst>
            <pc:docMk/>
            <pc:sldMk cId="3245362616" sldId="354"/>
            <ac:spMk id="5" creationId="{3F1CE5EF-1993-48B6-7353-FC6D457CA39A}"/>
          </ac:spMkLst>
        </pc:spChg>
        <pc:spChg chg="mod">
          <ac:chgData name="Somak Das" userId="S::sdas@floridapoly.edu::98cebb13-2fc4-4808-95b9-daeb7e6acc01" providerId="AD" clId="Web-{6858E484-1DD0-903E-8B02-5011D36EF042}" dt="2024-08-28T02:32:00.059" v="1640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858E484-1DD0-903E-8B02-5011D36EF042}" dt="2024-08-28T02:33:24.530" v="1660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858E484-1DD0-903E-8B02-5011D36EF042}" dt="2024-08-28T02:19:53.613" v="1566" actId="14100"/>
          <ac:spMkLst>
            <pc:docMk/>
            <pc:sldMk cId="3245362616" sldId="354"/>
            <ac:spMk id="9" creationId="{01C7816C-C07B-B55B-220A-C69E96BCCDD5}"/>
          </ac:spMkLst>
        </pc:spChg>
        <pc:spChg chg="add del mod">
          <ac:chgData name="Somak Das" userId="S::sdas@floridapoly.edu::98cebb13-2fc4-4808-95b9-daeb7e6acc01" providerId="AD" clId="Web-{6858E484-1DD0-903E-8B02-5011D36EF042}" dt="2024-08-28T02:19:43.753" v="1564"/>
          <ac:spMkLst>
            <pc:docMk/>
            <pc:sldMk cId="3245362616" sldId="354"/>
            <ac:spMk id="11" creationId="{FC17DBA4-0131-090B-0759-9B7506E51F3C}"/>
          </ac:spMkLst>
        </pc:spChg>
        <pc:spChg chg="add mod">
          <ac:chgData name="Somak Das" userId="S::sdas@floridapoly.edu::98cebb13-2fc4-4808-95b9-daeb7e6acc01" providerId="AD" clId="Web-{6858E484-1DD0-903E-8B02-5011D36EF042}" dt="2024-08-28T02:18:12.860" v="1553"/>
          <ac:spMkLst>
            <pc:docMk/>
            <pc:sldMk cId="3245362616" sldId="354"/>
            <ac:spMk id="14" creationId="{C5BFBF85-0D62-63CD-F1CE-D5A29506FC24}"/>
          </ac:spMkLst>
        </pc:spChg>
        <pc:spChg chg="add mod">
          <ac:chgData name="Somak Das" userId="S::sdas@floridapoly.edu::98cebb13-2fc4-4808-95b9-daeb7e6acc01" providerId="AD" clId="Web-{6858E484-1DD0-903E-8B02-5011D36EF042}" dt="2024-08-28T02:26:12.703" v="1633" actId="20577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858E484-1DD0-903E-8B02-5011D36EF042}" dt="2024-08-28T02:33:35.109" v="1661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858E484-1DD0-903E-8B02-5011D36EF042}" dt="2024-08-28T02:32:00.106" v="1645" actId="1076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Somak Das" userId="S::sdas@floridapoly.edu::98cebb13-2fc4-4808-95b9-daeb7e6acc01" providerId="AD" clId="Web-{6858E484-1DD0-903E-8B02-5011D36EF042}" dt="2024-08-28T02:35:01.283" v="1667" actId="20577"/>
          <ac:spMkLst>
            <pc:docMk/>
            <pc:sldMk cId="3245362616" sldId="354"/>
            <ac:spMk id="22" creationId="{65CFFE8E-DD44-2774-3479-74F482CA0062}"/>
          </ac:spMkLst>
        </pc:spChg>
        <pc:spChg chg="del">
          <ac:chgData name="Somak Das" userId="S::sdas@floridapoly.edu::98cebb13-2fc4-4808-95b9-daeb7e6acc01" providerId="AD" clId="Web-{6858E484-1DD0-903E-8B02-5011D36EF042}" dt="2024-08-28T02:04:52.255" v="1325"/>
          <ac:spMkLst>
            <pc:docMk/>
            <pc:sldMk cId="3245362616" sldId="354"/>
            <ac:spMk id="23" creationId="{C8FE6EEE-BE1B-7417-F65F-2A5E83A14468}"/>
          </ac:spMkLst>
        </pc:spChg>
        <pc:spChg chg="add mod">
          <ac:chgData name="Somak Das" userId="S::sdas@floridapoly.edu::98cebb13-2fc4-4808-95b9-daeb7e6acc01" providerId="AD" clId="Web-{6858E484-1DD0-903E-8B02-5011D36EF042}" dt="2024-08-28T02:32:00.137" v="1647" actId="1076"/>
          <ac:spMkLst>
            <pc:docMk/>
            <pc:sldMk cId="3245362616" sldId="354"/>
            <ac:spMk id="25" creationId="{2D310DAF-EFD1-9019-43CC-9571589460FC}"/>
          </ac:spMkLst>
        </pc:spChg>
        <pc:picChg chg="del">
          <ac:chgData name="Somak Das" userId="S::sdas@floridapoly.edu::98cebb13-2fc4-4808-95b9-daeb7e6acc01" providerId="AD" clId="Web-{6858E484-1DD0-903E-8B02-5011D36EF042}" dt="2024-08-28T02:04:55.020" v="1326"/>
          <ac:picMkLst>
            <pc:docMk/>
            <pc:sldMk cId="3245362616" sldId="354"/>
            <ac:picMk id="6" creationId="{50535E7C-5C90-3DB5-404B-E48DB8C9ECFD}"/>
          </ac:picMkLst>
        </pc:picChg>
        <pc:cxnChg chg="mod">
          <ac:chgData name="Somak Das" userId="S::sdas@floridapoly.edu::98cebb13-2fc4-4808-95b9-daeb7e6acc01" providerId="AD" clId="Web-{6858E484-1DD0-903E-8B02-5011D36EF042}" dt="2024-08-28T02:16:42.495" v="151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858E484-1DD0-903E-8B02-5011D36EF042}" dt="2024-08-28T02:16:50.120" v="1523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00.059" v="16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858E484-1DD0-903E-8B02-5011D36EF042}" dt="2024-08-28T02:34:46.611" v="1664" actId="1076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17:06.886" v="1526" actId="1076"/>
          <ac:cxnSpMkLst>
            <pc:docMk/>
            <pc:sldMk cId="3245362616" sldId="354"/>
            <ac:cxnSpMk id="17" creationId="{B134A02D-1B50-CBEA-EDB7-3B32EC54EF7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1:38.261" v="1639" actId="14100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51.388" v="1654" actId="14100"/>
          <ac:cxnSpMkLst>
            <pc:docMk/>
            <pc:sldMk cId="3245362616" sldId="354"/>
            <ac:cxnSpMk id="19" creationId="{8F6395DD-847B-0D38-3590-B34123BF4B43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2:00.153" v="1649" actId="1076"/>
          <ac:cxnSpMkLst>
            <pc:docMk/>
            <pc:sldMk cId="3245362616" sldId="354"/>
            <ac:cxnSpMk id="24" creationId="{E29897B8-D0C3-B19F-9A71-3D8BC1685F54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3:17.233" v="1658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del">
        <pc:chgData name="Somak Das" userId="S::sdas@floridapoly.edu::98cebb13-2fc4-4808-95b9-daeb7e6acc01" providerId="AD" clId="Web-{6858E484-1DD0-903E-8B02-5011D36EF042}" dt="2024-08-28T02:48:02.374" v="1789"/>
        <pc:sldMkLst>
          <pc:docMk/>
          <pc:sldMk cId="4183556849" sldId="355"/>
        </pc:sldMkLst>
      </pc:sldChg>
      <pc:sldChg chg="del">
        <pc:chgData name="Somak Das" userId="S::sdas@floridapoly.edu::98cebb13-2fc4-4808-95b9-daeb7e6acc01" providerId="AD" clId="Web-{6858E484-1DD0-903E-8B02-5011D36EF042}" dt="2024-08-28T01:57:35.945" v="1305"/>
        <pc:sldMkLst>
          <pc:docMk/>
          <pc:sldMk cId="1929717596" sldId="356"/>
        </pc:sldMkLst>
      </pc:sldChg>
      <pc:sldChg chg="delSp">
        <pc:chgData name="Somak Das" userId="S::sdas@floridapoly.edu::98cebb13-2fc4-4808-95b9-daeb7e6acc01" providerId="AD" clId="Web-{6858E484-1DD0-903E-8B02-5011D36EF042}" dt="2024-08-28T02:47:11.310" v="1787"/>
        <pc:sldMkLst>
          <pc:docMk/>
          <pc:sldMk cId="413745526" sldId="357"/>
        </pc:sldMkLst>
        <pc:picChg chg="del">
          <ac:chgData name="Somak Das" userId="S::sdas@floridapoly.edu::98cebb13-2fc4-4808-95b9-daeb7e6acc01" providerId="AD" clId="Web-{6858E484-1DD0-903E-8B02-5011D36EF042}" dt="2024-08-28T02:47:11.310" v="1787"/>
          <ac:picMkLst>
            <pc:docMk/>
            <pc:sldMk cId="413745526" sldId="357"/>
            <ac:picMk id="4" creationId="{270FBBD8-074C-B728-4DF2-2B107CEE27C1}"/>
          </ac:picMkLst>
        </pc:picChg>
      </pc:sldChg>
      <pc:sldChg chg="del">
        <pc:chgData name="Somak Das" userId="S::sdas@floridapoly.edu::98cebb13-2fc4-4808-95b9-daeb7e6acc01" providerId="AD" clId="Web-{6858E484-1DD0-903E-8B02-5011D36EF042}" dt="2024-08-28T02:48:23.313" v="1791"/>
        <pc:sldMkLst>
          <pc:docMk/>
          <pc:sldMk cId="1580297987" sldId="359"/>
        </pc:sldMkLst>
      </pc:sldChg>
      <pc:sldChg chg="del">
        <pc:chgData name="Somak Das" userId="S::sdas@floridapoly.edu::98cebb13-2fc4-4808-95b9-daeb7e6acc01" providerId="AD" clId="Web-{6858E484-1DD0-903E-8B02-5011D36EF042}" dt="2024-08-28T02:48:48.641" v="1792"/>
        <pc:sldMkLst>
          <pc:docMk/>
          <pc:sldMk cId="2381675726" sldId="363"/>
        </pc:sldMkLst>
      </pc:sldChg>
      <pc:sldChg chg="modSp">
        <pc:chgData name="Somak Das" userId="S::sdas@floridapoly.edu::98cebb13-2fc4-4808-95b9-daeb7e6acc01" providerId="AD" clId="Web-{6858E484-1DD0-903E-8B02-5011D36EF042}" dt="2024-08-28T02:49:04.923" v="1799" actId="20577"/>
        <pc:sldMkLst>
          <pc:docMk/>
          <pc:sldMk cId="2203140714" sldId="364"/>
        </pc:sldMkLst>
        <pc:spChg chg="mod">
          <ac:chgData name="Somak Das" userId="S::sdas@floridapoly.edu::98cebb13-2fc4-4808-95b9-daeb7e6acc01" providerId="AD" clId="Web-{6858E484-1DD0-903E-8B02-5011D36EF042}" dt="2024-08-28T02:49:04.923" v="1799" actId="20577"/>
          <ac:spMkLst>
            <pc:docMk/>
            <pc:sldMk cId="2203140714" sldId="364"/>
            <ac:spMk id="2" creationId="{F1520D59-2F75-8C42-4FE9-0B1477CB1D3F}"/>
          </ac:spMkLst>
        </pc:spChg>
      </pc:sldChg>
      <pc:sldChg chg="addSp delSp modSp new mod setBg">
        <pc:chgData name="Somak Das" userId="S::sdas@floridapoly.edu::98cebb13-2fc4-4808-95b9-daeb7e6acc01" providerId="AD" clId="Web-{6858E484-1DD0-903E-8B02-5011D36EF042}" dt="2024-08-28T01:44:41.871" v="1266" actId="1076"/>
        <pc:sldMkLst>
          <pc:docMk/>
          <pc:sldMk cId="3724979230" sldId="385"/>
        </pc:sldMkLst>
        <pc:spChg chg="mod">
          <ac:chgData name="Somak Das" userId="S::sdas@floridapoly.edu::98cebb13-2fc4-4808-95b9-daeb7e6acc01" providerId="AD" clId="Web-{6858E484-1DD0-903E-8B02-5011D36EF042}" dt="2024-08-28T01:44:41.871" v="1266" actId="1076"/>
          <ac:spMkLst>
            <pc:docMk/>
            <pc:sldMk cId="3724979230" sldId="385"/>
            <ac:spMk id="2" creationId="{B772E65E-1598-20A8-75D1-ED4FDBD5D05C}"/>
          </ac:spMkLst>
        </pc:spChg>
        <pc:spChg chg="del">
          <ac:chgData name="Somak Das" userId="S::sdas@floridapoly.edu::98cebb13-2fc4-4808-95b9-daeb7e6acc01" providerId="AD" clId="Web-{6858E484-1DD0-903E-8B02-5011D36EF042}" dt="2024-08-28T01:40:53.331" v="1210"/>
          <ac:spMkLst>
            <pc:docMk/>
            <pc:sldMk cId="3724979230" sldId="385"/>
            <ac:spMk id="3" creationId="{56FA13C5-748C-8EDF-4AE5-CF37470CD3C6}"/>
          </ac:spMkLst>
        </pc:spChg>
        <pc:spChg chg="add mod">
          <ac:chgData name="Somak Das" userId="S::sdas@floridapoly.edu::98cebb13-2fc4-4808-95b9-daeb7e6acc01" providerId="AD" clId="Web-{6858E484-1DD0-903E-8B02-5011D36EF042}" dt="2024-08-28T01:43:58.354" v="1263" actId="20577"/>
          <ac:spMkLst>
            <pc:docMk/>
            <pc:sldMk cId="3724979230" sldId="385"/>
            <ac:spMk id="5" creationId="{FAEBE7E8-FD76-E70E-3B24-1E54FF2C80AF}"/>
          </ac:spMkLst>
        </pc:spChg>
        <pc:spChg chg="add del">
          <ac:chgData name="Somak Das" userId="S::sdas@floridapoly.edu::98cebb13-2fc4-4808-95b9-daeb7e6acc01" providerId="AD" clId="Web-{6858E484-1DD0-903E-8B02-5011D36EF042}" dt="2024-08-28T01:41:28.879" v="1215"/>
          <ac:spMkLst>
            <pc:docMk/>
            <pc:sldMk cId="3724979230" sldId="385"/>
            <ac:spMk id="9" creationId="{D4771268-CB57-404A-9271-370EB28F6090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1" creationId="{3FCFB1DE-0B7E-48CC-BA90-B2AB0889F9D6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2" creationId="{665DBBEF-238B-476B-96AB-8AAC3224ECEA}"/>
          </ac:spMkLst>
        </pc:spChg>
        <pc:picChg chg="add mod">
          <ac:chgData name="Somak Das" userId="S::sdas@floridapoly.edu::98cebb13-2fc4-4808-95b9-daeb7e6acc01" providerId="AD" clId="Web-{6858E484-1DD0-903E-8B02-5011D36EF042}" dt="2024-08-28T01:44:06.261" v="1264" actId="1076"/>
          <ac:picMkLst>
            <pc:docMk/>
            <pc:sldMk cId="3724979230" sldId="385"/>
            <ac:picMk id="4" creationId="{F399F1A6-90C1-3312-864D-8883211FAEDE}"/>
          </ac:picMkLst>
        </pc:picChg>
      </pc:sldChg>
      <pc:sldChg chg="modSp new">
        <pc:chgData name="Somak Das" userId="S::sdas@floridapoly.edu::98cebb13-2fc4-4808-95b9-daeb7e6acc01" providerId="AD" clId="Web-{6858E484-1DD0-903E-8B02-5011D36EF042}" dt="2024-08-28T02:39:04.965" v="1709" actId="20577"/>
        <pc:sldMkLst>
          <pc:docMk/>
          <pc:sldMk cId="2545679489" sldId="386"/>
        </pc:sldMkLst>
        <pc:spChg chg="mod">
          <ac:chgData name="Somak Das" userId="S::sdas@floridapoly.edu::98cebb13-2fc4-4808-95b9-daeb7e6acc01" providerId="AD" clId="Web-{6858E484-1DD0-903E-8B02-5011D36EF042}" dt="2024-08-28T01:52:01.091" v="1276" actId="20577"/>
          <ac:spMkLst>
            <pc:docMk/>
            <pc:sldMk cId="2545679489" sldId="386"/>
            <ac:spMk id="2" creationId="{DF1837AF-2E82-3CFB-172D-511ACCEA0EE3}"/>
          </ac:spMkLst>
        </pc:spChg>
        <pc:spChg chg="mod">
          <ac:chgData name="Somak Das" userId="S::sdas@floridapoly.edu::98cebb13-2fc4-4808-95b9-daeb7e6acc01" providerId="AD" clId="Web-{6858E484-1DD0-903E-8B02-5011D36EF042}" dt="2024-08-28T02:39:04.965" v="1709" actId="20577"/>
          <ac:spMkLst>
            <pc:docMk/>
            <pc:sldMk cId="2545679489" sldId="386"/>
            <ac:spMk id="3" creationId="{E40671FC-BCC1-4C34-9858-A3A6EBA1F1DF}"/>
          </ac:spMkLst>
        </pc:spChg>
      </pc:sldChg>
      <pc:sldChg chg="addSp delSp modSp new">
        <pc:chgData name="Somak Das" userId="S::sdas@floridapoly.edu::98cebb13-2fc4-4808-95b9-daeb7e6acc01" providerId="AD" clId="Web-{6858E484-1DD0-903E-8B02-5011D36EF042}" dt="2024-08-28T02:36:46.911" v="1697" actId="20577"/>
        <pc:sldMkLst>
          <pc:docMk/>
          <pc:sldMk cId="3218015848" sldId="387"/>
        </pc:sldMkLst>
        <pc:spChg chg="mod">
          <ac:chgData name="Somak Das" userId="S::sdas@floridapoly.edu::98cebb13-2fc4-4808-95b9-daeb7e6acc01" providerId="AD" clId="Web-{6858E484-1DD0-903E-8B02-5011D36EF042}" dt="2024-08-28T02:36:46.911" v="1697" actId="20577"/>
          <ac:spMkLst>
            <pc:docMk/>
            <pc:sldMk cId="3218015848" sldId="387"/>
            <ac:spMk id="2" creationId="{7EEC8B2B-FAA1-1DA3-7F82-71D0443CDC3A}"/>
          </ac:spMkLst>
        </pc:spChg>
        <pc:spChg chg="del mod">
          <ac:chgData name="Somak Das" userId="S::sdas@floridapoly.edu::98cebb13-2fc4-4808-95b9-daeb7e6acc01" providerId="AD" clId="Web-{6858E484-1DD0-903E-8B02-5011D36EF042}" dt="2024-08-28T02:03:13.471" v="1310"/>
          <ac:spMkLst>
            <pc:docMk/>
            <pc:sldMk cId="3218015848" sldId="387"/>
            <ac:spMk id="3" creationId="{9238EA81-BCF2-A2D3-0FE1-48032E6AB211}"/>
          </ac:spMkLst>
        </pc:spChg>
        <pc:spChg chg="add mod">
          <ac:chgData name="Somak Das" userId="S::sdas@floridapoly.edu::98cebb13-2fc4-4808-95b9-daeb7e6acc01" providerId="AD" clId="Web-{6858E484-1DD0-903E-8B02-5011D36EF042}" dt="2024-08-28T02:03:50.347" v="1321" actId="20577"/>
          <ac:spMkLst>
            <pc:docMk/>
            <pc:sldMk cId="3218015848" sldId="387"/>
            <ac:spMk id="6" creationId="{355FDF35-449D-7BEF-6AAC-EF555CC8FD9A}"/>
          </ac:spMkLst>
        </pc:spChg>
        <pc:picChg chg="add mod ord">
          <ac:chgData name="Somak Das" userId="S::sdas@floridapoly.edu::98cebb13-2fc4-4808-95b9-daeb7e6acc01" providerId="AD" clId="Web-{6858E484-1DD0-903E-8B02-5011D36EF042}" dt="2024-08-28T02:03:24.143" v="1314" actId="14100"/>
          <ac:picMkLst>
            <pc:docMk/>
            <pc:sldMk cId="3218015848" sldId="387"/>
            <ac:picMk id="4" creationId="{A5559F1A-9390-D942-0AB7-026EC418064F}"/>
          </ac:picMkLst>
        </pc:picChg>
        <pc:picChg chg="add mod">
          <ac:chgData name="Somak Das" userId="S::sdas@floridapoly.edu::98cebb13-2fc4-4808-95b9-daeb7e6acc01" providerId="AD" clId="Web-{6858E484-1DD0-903E-8B02-5011D36EF042}" dt="2024-08-28T02:03:17.533" v="1312" actId="1076"/>
          <ac:picMkLst>
            <pc:docMk/>
            <pc:sldMk cId="3218015848" sldId="387"/>
            <ac:picMk id="5" creationId="{9F8DEE1A-BB0F-51AE-E7D9-31CA77EC3218}"/>
          </ac:picMkLst>
        </pc:picChg>
      </pc:sldChg>
      <pc:sldChg chg="addSp modSp add replId">
        <pc:chgData name="Somak Das" userId="S::sdas@floridapoly.edu::98cebb13-2fc4-4808-95b9-daeb7e6acc01" providerId="AD" clId="Web-{6858E484-1DD0-903E-8B02-5011D36EF042}" dt="2024-08-28T02:50:12.456" v="1801" actId="1076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858E484-1DD0-903E-8B02-5011D36EF042}" dt="2024-08-28T02:38:53.199" v="1708" actId="20577"/>
          <ac:spMkLst>
            <pc:docMk/>
            <pc:sldMk cId="1746890718" sldId="388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50:01.347" v="1800" actId="20577"/>
          <ac:spMkLst>
            <pc:docMk/>
            <pc:sldMk cId="1746890718" sldId="388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858E484-1DD0-903E-8B02-5011D36EF042}" dt="2024-08-28T02:44:56.650" v="1776"/>
          <ac:spMkLst>
            <pc:docMk/>
            <pc:sldMk cId="1746890718" sldId="388"/>
            <ac:spMk id="4" creationId="{879460E3-E1E9-966E-736A-F8006564153D}"/>
          </ac:spMkLst>
        </pc:spChg>
        <pc:spChg chg="add mod">
          <ac:chgData name="Somak Das" userId="S::sdas@floridapoly.edu::98cebb13-2fc4-4808-95b9-daeb7e6acc01" providerId="AD" clId="Web-{6858E484-1DD0-903E-8B02-5011D36EF042}" dt="2024-08-28T02:50:12.456" v="1801" actId="1076"/>
          <ac:spMkLst>
            <pc:docMk/>
            <pc:sldMk cId="1746890718" sldId="388"/>
            <ac:spMk id="6" creationId="{B6515CFD-CE83-1088-7D9C-3A38FB8ADB94}"/>
          </ac:spMkLst>
        </pc:spChg>
        <pc:cxnChg chg="add mod">
          <ac:chgData name="Somak Das" userId="S::sdas@floridapoly.edu::98cebb13-2fc4-4808-95b9-daeb7e6acc01" providerId="AD" clId="Web-{6858E484-1DD0-903E-8B02-5011D36EF042}" dt="2024-08-28T02:46:04.824" v="1781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 replId">
        <pc:chgData name="Somak Das" userId="S::sdas@floridapoly.edu::98cebb13-2fc4-4808-95b9-daeb7e6acc01" providerId="AD" clId="Web-{6858E484-1DD0-903E-8B02-5011D36EF042}" dt="2024-08-28T02:48:14.015" v="1790"/>
        <pc:sldMkLst>
          <pc:docMk/>
          <pc:sldMk cId="2197864155" sldId="389"/>
        </pc:sldMkLst>
      </pc:sldChg>
    </pc:docChg>
  </pc:docChgLst>
  <pc:docChgLst>
    <pc:chgData name="Somak Das" userId="S::sdas@floridapoly.edu::98cebb13-2fc4-4808-95b9-daeb7e6acc01" providerId="AD" clId="Web-{E506F93A-9FAB-15B1-4D9E-A1DDB1AEA615}"/>
    <pc:docChg chg="modSld">
      <pc:chgData name="Somak Das" userId="S::sdas@floridapoly.edu::98cebb13-2fc4-4808-95b9-daeb7e6acc01" providerId="AD" clId="Web-{E506F93A-9FAB-15B1-4D9E-A1DDB1AEA615}" dt="2024-08-29T01:03:13.188" v="11" actId="20577"/>
      <pc:docMkLst>
        <pc:docMk/>
      </pc:docMkLst>
      <pc:sldChg chg="modSp">
        <pc:chgData name="Somak Das" userId="S::sdas@floridapoly.edu::98cebb13-2fc4-4808-95b9-daeb7e6acc01" providerId="AD" clId="Web-{E506F93A-9FAB-15B1-4D9E-A1DDB1AEA615}" dt="2024-08-29T01:03:13.188" v="11" actId="20577"/>
        <pc:sldMkLst>
          <pc:docMk/>
          <pc:sldMk cId="4026378510" sldId="366"/>
        </pc:sldMkLst>
        <pc:spChg chg="mod">
          <ac:chgData name="Somak Das" userId="S::sdas@floridapoly.edu::98cebb13-2fc4-4808-95b9-daeb7e6acc01" providerId="AD" clId="Web-{E506F93A-9FAB-15B1-4D9E-A1DDB1AEA615}" dt="2024-08-29T01:03:13.188" v="11" actId="20577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E506F93A-9FAB-15B1-4D9E-A1DDB1AEA615}" dt="2024-08-29T01:02:38.624" v="6" actId="1076"/>
          <ac:picMkLst>
            <pc:docMk/>
            <pc:sldMk cId="4026378510" sldId="366"/>
            <ac:picMk id="7" creationId="{6F6976E1-4066-78FF-0D38-8CC5E311648F}"/>
          </ac:picMkLst>
        </pc:picChg>
        <pc:picChg chg="mod">
          <ac:chgData name="Somak Das" userId="S::sdas@floridapoly.edu::98cebb13-2fc4-4808-95b9-daeb7e6acc01" providerId="AD" clId="Web-{E506F93A-9FAB-15B1-4D9E-A1DDB1AEA615}" dt="2024-08-29T01:02:42.921" v="7" actId="1076"/>
          <ac:picMkLst>
            <pc:docMk/>
            <pc:sldMk cId="4026378510" sldId="366"/>
            <ac:picMk id="16" creationId="{4F334977-0BD6-6E1B-2299-19AAB5F0A57B}"/>
          </ac:picMkLst>
        </pc:picChg>
      </pc:sldChg>
    </pc:docChg>
  </pc:docChgLst>
  <pc:docChgLst>
    <pc:chgData name="Somak Das" userId="S::sdas@floridapoly.edu::98cebb13-2fc4-4808-95b9-daeb7e6acc01" providerId="AD" clId="Web-{79F8E7E8-B577-268C-5851-72EF409F746D}"/>
    <pc:docChg chg="addSld delSld modSld modSection">
      <pc:chgData name="Somak Das" userId="S::sdas@floridapoly.edu::98cebb13-2fc4-4808-95b9-daeb7e6acc01" providerId="AD" clId="Web-{79F8E7E8-B577-268C-5851-72EF409F746D}" dt="2024-08-23T04:24:23.341" v="171" actId="20577"/>
      <pc:docMkLst>
        <pc:docMk/>
      </pc:docMkLst>
      <pc:sldChg chg="delSp modSp add">
        <pc:chgData name="Somak Das" userId="S::sdas@floridapoly.edu::98cebb13-2fc4-4808-95b9-daeb7e6acc01" providerId="AD" clId="Web-{79F8E7E8-B577-268C-5851-72EF409F746D}" dt="2024-08-23T03:31:21.661" v="24" actId="1076"/>
        <pc:sldMkLst>
          <pc:docMk/>
          <pc:sldMk cId="1084738940" sldId="316"/>
        </pc:sldMkLst>
        <pc:spChg chg="mod">
          <ac:chgData name="Somak Das" userId="S::sdas@floridapoly.edu::98cebb13-2fc4-4808-95b9-daeb7e6acc01" providerId="AD" clId="Web-{79F8E7E8-B577-268C-5851-72EF409F746D}" dt="2024-08-23T03:31:21.426" v="20" actId="1076"/>
          <ac:spMkLst>
            <pc:docMk/>
            <pc:sldMk cId="1084738940" sldId="316"/>
            <ac:spMk id="8" creationId="{C932C11A-C7EB-C062-F91F-99210EB6CF94}"/>
          </ac:spMkLst>
        </pc:spChg>
        <pc:spChg chg="del">
          <ac:chgData name="Somak Das" userId="S::sdas@floridapoly.edu::98cebb13-2fc4-4808-95b9-daeb7e6acc01" providerId="AD" clId="Web-{79F8E7E8-B577-268C-5851-72EF409F746D}" dt="2024-08-23T03:31:04.098" v="17"/>
          <ac:spMkLst>
            <pc:docMk/>
            <pc:sldMk cId="1084738940" sldId="316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79F8E7E8-B577-268C-5851-72EF409F746D}" dt="2024-08-23T03:31:21.645" v="23" actId="1076"/>
          <ac:spMkLst>
            <pc:docMk/>
            <pc:sldMk cId="1084738940" sldId="316"/>
            <ac:spMk id="12" creationId="{EDDF90F8-C42A-8935-55C7-1FDF8AB5862F}"/>
          </ac:spMkLst>
        </pc:spChg>
        <pc:spChg chg="mod">
          <ac:chgData name="Somak Das" userId="S::sdas@floridapoly.edu::98cebb13-2fc4-4808-95b9-daeb7e6acc01" providerId="AD" clId="Web-{79F8E7E8-B577-268C-5851-72EF409F746D}" dt="2024-08-23T03:31:21.661" v="24" actId="1076"/>
          <ac:spMkLst>
            <pc:docMk/>
            <pc:sldMk cId="1084738940" sldId="316"/>
            <ac:spMk id="13" creationId="{5344010B-2B0E-72A3-F680-9016EC0E08F8}"/>
          </ac:spMkLst>
        </pc:spChg>
        <pc:picChg chg="mod">
          <ac:chgData name="Somak Das" userId="S::sdas@floridapoly.edu::98cebb13-2fc4-4808-95b9-daeb7e6acc01" providerId="AD" clId="Web-{79F8E7E8-B577-268C-5851-72EF409F746D}" dt="2024-08-23T03:31:21.520" v="21" actId="1076"/>
          <ac:picMkLst>
            <pc:docMk/>
            <pc:sldMk cId="1084738940" sldId="316"/>
            <ac:picMk id="3" creationId="{70C20295-CBAC-364D-A2E2-9468E4CF1BDA}"/>
          </ac:picMkLst>
        </pc:picChg>
        <pc:picChg chg="mod">
          <ac:chgData name="Somak Das" userId="S::sdas@floridapoly.edu::98cebb13-2fc4-4808-95b9-daeb7e6acc01" providerId="AD" clId="Web-{79F8E7E8-B577-268C-5851-72EF409F746D}" dt="2024-08-23T03:31:21.614" v="22" actId="1076"/>
          <ac:picMkLst>
            <pc:docMk/>
            <pc:sldMk cId="1084738940" sldId="316"/>
            <ac:picMk id="11" creationId="{C7939FFA-204B-4C5A-DBFA-47B513F33E46}"/>
          </ac:picMkLst>
        </pc:picChg>
        <pc:cxnChg chg="del">
          <ac:chgData name="Somak Das" userId="S::sdas@floridapoly.edu::98cebb13-2fc4-4808-95b9-daeb7e6acc01" providerId="AD" clId="Web-{79F8E7E8-B577-268C-5851-72EF409F746D}" dt="2024-08-23T03:31:07.410" v="18"/>
          <ac:cxnSpMkLst>
            <pc:docMk/>
            <pc:sldMk cId="1084738940" sldId="316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79F8E7E8-B577-268C-5851-72EF409F746D}" dt="2024-08-23T03:31:10.160" v="19"/>
          <ac:cxnSpMkLst>
            <pc:docMk/>
            <pc:sldMk cId="1084738940" sldId="316"/>
            <ac:cxnSpMk id="7" creationId="{840CDFCC-E13B-7867-6F04-2CC89D1BEC3B}"/>
          </ac:cxnSpMkLst>
        </pc:cxnChg>
      </pc:sldChg>
      <pc:sldChg chg="addSp modSp mod setBg">
        <pc:chgData name="Somak Das" userId="S::sdas@floridapoly.edu::98cebb13-2fc4-4808-95b9-daeb7e6acc01" providerId="AD" clId="Web-{79F8E7E8-B577-268C-5851-72EF409F746D}" dt="2024-08-23T03:15:08.808" v="0"/>
        <pc:sldMkLst>
          <pc:docMk/>
          <pc:sldMk cId="4139804777" sldId="330"/>
        </pc:sldMkLst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3" creationId="{799B180D-4364-B046-CF85-E1C85B403559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0" creationId="{8D71EDA1-87BF-4D5D-AB79-F346FD19278A}"/>
          </ac:spMkLst>
        </pc:spChg>
      </pc:sldChg>
      <pc:sldChg chg="addSp delSp modSp mod setBg">
        <pc:chgData name="Somak Das" userId="S::sdas@floridapoly.edu::98cebb13-2fc4-4808-95b9-daeb7e6acc01" providerId="AD" clId="Web-{79F8E7E8-B577-268C-5851-72EF409F746D}" dt="2024-08-23T04:24:23.341" v="171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79F8E7E8-B577-268C-5851-72EF409F746D}" dt="2024-08-23T04:11:58.586" v="100" actId="1076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79F8E7E8-B577-268C-5851-72EF409F746D}" dt="2024-08-23T04:24:23.341" v="171" actId="20577"/>
          <ac:spMkLst>
            <pc:docMk/>
            <pc:sldMk cId="2289991728" sldId="342"/>
            <ac:spMk id="3" creationId="{78D6B0DC-8DDB-A7DA-E1AC-AD2D78ED7DCB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5" creationId="{B96204FE-9C6F-5343-F85F-65A423684D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6" creationId="{59F31D2D-1E0A-2AD5-0E1B-6A9A84FE567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7" creationId="{1BB92166-AF64-9330-499B-3DD3A9FEB2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8" creationId="{FD368431-689F-C080-9710-D6A633581BE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9" creationId="{4F1F5C71-9BD7-4BE7-2E98-F91032FE3F53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0" creationId="{A707EC8C-E26B-DF9F-5CB5-FD4D70A6A1B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1" creationId="{D0658B09-856C-5FEC-DDA6-FF4A45529DE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2" creationId="{8CE11F0D-E556-2600-F436-C4BA1A646F49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3" creationId="{89AF9DC8-0C83-B1FE-F703-C0D1C9E57227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4" creationId="{10B8CD3B-DEEE-32C2-2F5F-F40583F76484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5" creationId="{9E945400-C1D8-DD2A-0700-686F4F50E1E0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6" creationId="{28E29AED-0E93-7FEC-D7B5-0CE8DB131A0E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7" creationId="{94D70FB3-6C0B-849B-A27C-8F1142A02E7C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8" creationId="{C2D16203-EE7A-880C-03DD-780AA06BBE85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2" creationId="{53B021B3-DE93-4AB7-8A18-CF5F1CED88B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3" creationId="{52D502E5-F6B4-4D58-B4AE-FC466FF15EE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4" creationId="{9DECDBF4-02B6-4BB4-B65B-B8107AD6A9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5" creationId="{53B021B3-DE93-4AB7-8A18-CF5F1CED88B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7" creationId="{52D502E5-F6B4-4D58-B4AE-FC466FF15E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9" creationId="{9DECDBF4-02B6-4BB4-B65B-B8107AD6A9E8}"/>
          </ac:spMkLst>
        </pc:spChg>
        <pc:picChg chg="mod">
          <ac:chgData name="Somak Das" userId="S::sdas@floridapoly.edu::98cebb13-2fc4-4808-95b9-daeb7e6acc01" providerId="AD" clId="Web-{79F8E7E8-B577-268C-5851-72EF409F746D}" dt="2024-08-23T03:18:12.125" v="14"/>
          <ac:picMkLst>
            <pc:docMk/>
            <pc:sldMk cId="2289991728" sldId="342"/>
            <ac:picMk id="2050" creationId="{F0000F2B-3F9A-7DCF-159C-00F49788EE61}"/>
          </ac:picMkLst>
        </pc:picChg>
      </pc:sldChg>
      <pc:sldChg chg="addSp modSp mod setBg">
        <pc:chgData name="Somak Das" userId="S::sdas@floridapoly.edu::98cebb13-2fc4-4808-95b9-daeb7e6acc01" providerId="AD" clId="Web-{79F8E7E8-B577-268C-5851-72EF409F746D}" dt="2024-08-23T03:58:03.126" v="61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Somak Das" userId="S::sdas@floridapoly.edu::98cebb13-2fc4-4808-95b9-daeb7e6acc01" providerId="AD" clId="Web-{79F8E7E8-B577-268C-5851-72EF409F746D}" dt="2024-08-23T03:58:03.126" v="61" actId="20577"/>
          <ac:spMkLst>
            <pc:docMk/>
            <pc:sldMk cId="1970439454" sldId="348"/>
            <ac:spMk id="3" creationId="{F285B28E-72AD-AF1D-30A6-84208CFFAB4E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0" creationId="{8D71EDA1-87BF-4D5D-AB79-F346FD19278A}"/>
          </ac:spMkLst>
        </pc:spChg>
      </pc:sldChg>
      <pc:sldChg chg="modSp del">
        <pc:chgData name="Somak Das" userId="S::sdas@floridapoly.edu::98cebb13-2fc4-4808-95b9-daeb7e6acc01" providerId="AD" clId="Web-{79F8E7E8-B577-268C-5851-72EF409F746D}" dt="2024-08-23T03:16:19.263" v="2"/>
        <pc:sldMkLst>
          <pc:docMk/>
          <pc:sldMk cId="438380780" sldId="385"/>
        </pc:sldMkLst>
        <pc:spChg chg="mod">
          <ac:chgData name="Somak Das" userId="S::sdas@floridapoly.edu::98cebb13-2fc4-4808-95b9-daeb7e6acc01" providerId="AD" clId="Web-{79F8E7E8-B577-268C-5851-72EF409F746D}" dt="2024-08-23T03:16:17.575" v="1" actId="20577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Edwar Romero-Ramirez" userId="92bc0edd-ad5d-44a7-8ba7-72607029cc7a" providerId="ADAL" clId="{82FA9D74-6A72-4B45-873D-1296FFFC9B42}"/>
    <pc:docChg chg="undo custSel addSld delSld modSld modSection">
      <pc:chgData name="Edwar Romero-Ramirez" userId="92bc0edd-ad5d-44a7-8ba7-72607029cc7a" providerId="ADAL" clId="{82FA9D74-6A72-4B45-873D-1296FFFC9B42}" dt="2024-07-01T16:33:23.613" v="3567" actId="113"/>
      <pc:docMkLst>
        <pc:docMk/>
      </pc:docMkLst>
      <pc:sldChg chg="modSp mod">
        <pc:chgData name="Edwar Romero-Ramirez" userId="92bc0edd-ad5d-44a7-8ba7-72607029cc7a" providerId="ADAL" clId="{82FA9D74-6A72-4B45-873D-1296FFFC9B42}" dt="2024-07-01T16:33:23.613" v="3567" actId="113"/>
        <pc:sldMkLst>
          <pc:docMk/>
          <pc:sldMk cId="4139804777" sldId="330"/>
        </pc:sldMkLst>
        <pc:spChg chg="mod">
          <ac:chgData name="Edwar Romero-Ramirez" userId="92bc0edd-ad5d-44a7-8ba7-72607029cc7a" providerId="ADAL" clId="{82FA9D74-6A72-4B45-873D-1296FFFC9B42}" dt="2024-07-01T16:33:23.613" v="3567" actId="113"/>
          <ac:spMkLst>
            <pc:docMk/>
            <pc:sldMk cId="4139804777" sldId="330"/>
            <ac:spMk id="3" creationId="{799B180D-4364-B046-CF85-E1C85B403559}"/>
          </ac:spMkLst>
        </pc:spChg>
      </pc:sldChg>
      <pc:sldChg chg="modSp mod">
        <pc:chgData name="Edwar Romero-Ramirez" userId="92bc0edd-ad5d-44a7-8ba7-72607029cc7a" providerId="ADAL" clId="{82FA9D74-6A72-4B45-873D-1296FFFC9B42}" dt="2024-05-29T16:50:38.687" v="148" actId="207"/>
        <pc:sldMkLst>
          <pc:docMk/>
          <pc:sldMk cId="2289991728" sldId="342"/>
        </pc:sldMkLst>
        <pc:spChg chg="mod">
          <ac:chgData name="Edwar Romero-Ramirez" userId="92bc0edd-ad5d-44a7-8ba7-72607029cc7a" providerId="ADAL" clId="{82FA9D74-6A72-4B45-873D-1296FFFC9B42}" dt="2024-05-29T16:50:38.687" v="148" actId="207"/>
          <ac:spMkLst>
            <pc:docMk/>
            <pc:sldMk cId="2289991728" sldId="342"/>
            <ac:spMk id="3" creationId="{78D6B0DC-8DDB-A7DA-E1AC-AD2D78ED7DCB}"/>
          </ac:spMkLst>
        </pc:spChg>
      </pc:sldChg>
      <pc:sldChg chg="modSp mod">
        <pc:chgData name="Edwar Romero-Ramirez" userId="92bc0edd-ad5d-44a7-8ba7-72607029cc7a" providerId="ADAL" clId="{82FA9D74-6A72-4B45-873D-1296FFFC9B42}" dt="2024-06-25T03:25:08.344" v="2756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82FA9D74-6A72-4B45-873D-1296FFFC9B42}" dt="2024-06-25T03:25:08.344" v="2756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addSp delSp modSp new mod modNotesTx">
        <pc:chgData name="Edwar Romero-Ramirez" userId="92bc0edd-ad5d-44a7-8ba7-72607029cc7a" providerId="ADAL" clId="{82FA9D74-6A72-4B45-873D-1296FFFC9B42}" dt="2024-06-06T15:16:05.436" v="613" actId="207"/>
        <pc:sldMkLst>
          <pc:docMk/>
          <pc:sldMk cId="450661816" sldId="349"/>
        </pc:sldMkLst>
        <pc:spChg chg="mod">
          <ac:chgData name="Edwar Romero-Ramirez" userId="92bc0edd-ad5d-44a7-8ba7-72607029cc7a" providerId="ADAL" clId="{82FA9D74-6A72-4B45-873D-1296FFFC9B42}" dt="2024-05-29T16:46:40.607" v="69" actId="20577"/>
          <ac:spMkLst>
            <pc:docMk/>
            <pc:sldMk cId="450661816" sldId="349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16:05.436" v="613" actId="207"/>
          <ac:spMkLst>
            <pc:docMk/>
            <pc:sldMk cId="450661816" sldId="349"/>
            <ac:spMk id="3" creationId="{9556065C-AC8D-F8CF-D5A2-F5C7B2A8889E}"/>
          </ac:spMkLst>
        </pc:spChg>
        <pc:picChg chg="add del mod modCrop">
          <ac:chgData name="Edwar Romero-Ramirez" userId="92bc0edd-ad5d-44a7-8ba7-72607029cc7a" providerId="ADAL" clId="{82FA9D74-6A72-4B45-873D-1296FFFC9B42}" dt="2024-06-06T15:08:53.574" v="305" actId="478"/>
          <ac:picMkLst>
            <pc:docMk/>
            <pc:sldMk cId="450661816" sldId="349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6-06T15:09:01.399" v="308" actId="1076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 add mod modNotesTx">
        <pc:chgData name="Edwar Romero-Ramirez" userId="92bc0edd-ad5d-44a7-8ba7-72607029cc7a" providerId="ADAL" clId="{82FA9D74-6A72-4B45-873D-1296FFFC9B42}" dt="2024-06-06T15:24:52.006" v="807" actId="108"/>
        <pc:sldMkLst>
          <pc:docMk/>
          <pc:sldMk cId="756175004" sldId="350"/>
        </pc:sldMkLst>
        <pc:spChg chg="mod">
          <ac:chgData name="Edwar Romero-Ramirez" userId="92bc0edd-ad5d-44a7-8ba7-72607029cc7a" providerId="ADAL" clId="{82FA9D74-6A72-4B45-873D-1296FFFC9B42}" dt="2024-06-06T15:24:52.006" v="807" actId="108"/>
          <ac:spMkLst>
            <pc:docMk/>
            <pc:sldMk cId="756175004" sldId="350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5:14:14.457" v="552" actId="57"/>
          <ac:spMkLst>
            <pc:docMk/>
            <pc:sldMk cId="756175004" sldId="350"/>
            <ac:spMk id="5" creationId="{3F1CE5EF-1993-48B6-7353-FC6D457CA39A}"/>
          </ac:spMkLst>
        </pc:spChg>
        <pc:picChg chg="del">
          <ac:chgData name="Edwar Romero-Ramirez" userId="92bc0edd-ad5d-44a7-8ba7-72607029cc7a" providerId="ADAL" clId="{82FA9D74-6A72-4B45-873D-1296FFFC9B42}" dt="2024-05-29T16:54:21.358" v="260" actId="478"/>
          <ac:picMkLst>
            <pc:docMk/>
            <pc:sldMk cId="756175004" sldId="350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5-29T16:54:32.230" v="264" actId="1076"/>
          <ac:picMkLst>
            <pc:docMk/>
            <pc:sldMk cId="756175004" sldId="350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5:32:25.850" v="1313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2FA9D74-6A72-4B45-873D-1296FFFC9B42}" dt="2024-06-06T15:25:14.678" v="824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32:25.850" v="1313" actId="20577"/>
          <ac:spMkLst>
            <pc:docMk/>
            <pc:sldMk cId="3912467275" sldId="351"/>
            <ac:spMk id="3" creationId="{9556065C-AC8D-F8CF-D5A2-F5C7B2A8889E}"/>
          </ac:spMkLst>
        </pc:spChg>
        <pc:picChg chg="ord">
          <ac:chgData name="Edwar Romero-Ramirez" userId="92bc0edd-ad5d-44a7-8ba7-72607029cc7a" providerId="ADAL" clId="{82FA9D74-6A72-4B45-873D-1296FFFC9B42}" dt="2024-06-06T15:25:44.033" v="830" actId="167"/>
          <ac:picMkLst>
            <pc:docMk/>
            <pc:sldMk cId="3912467275" sldId="351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6:56:34.081" v="2728" actId="20577"/>
        <pc:sldMkLst>
          <pc:docMk/>
          <pc:sldMk cId="839535825" sldId="352"/>
        </pc:sldMkLst>
        <pc:spChg chg="mod">
          <ac:chgData name="Edwar Romero-Ramirez" userId="92bc0edd-ad5d-44a7-8ba7-72607029cc7a" providerId="ADAL" clId="{82FA9D74-6A72-4B45-873D-1296FFFC9B42}" dt="2024-06-06T16:56:34.081" v="2728" actId="20577"/>
          <ac:spMkLst>
            <pc:docMk/>
            <pc:sldMk cId="839535825" sldId="352"/>
            <ac:spMk id="3" creationId="{9556065C-AC8D-F8CF-D5A2-F5C7B2A8889E}"/>
          </ac:spMkLst>
        </pc:spChg>
      </pc:sldChg>
      <pc:sldChg chg="modSp add mod">
        <pc:chgData name="Edwar Romero-Ramirez" userId="92bc0edd-ad5d-44a7-8ba7-72607029cc7a" providerId="ADAL" clId="{82FA9D74-6A72-4B45-873D-1296FFFC9B42}" dt="2024-06-06T16:56:30.062" v="2725" actId="20577"/>
        <pc:sldMkLst>
          <pc:docMk/>
          <pc:sldMk cId="2838901669" sldId="353"/>
        </pc:sldMkLst>
        <pc:spChg chg="mod">
          <ac:chgData name="Edwar Romero-Ramirez" userId="92bc0edd-ad5d-44a7-8ba7-72607029cc7a" providerId="ADAL" clId="{82FA9D74-6A72-4B45-873D-1296FFFC9B42}" dt="2024-06-06T16:56:30.062" v="2725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06T16:42:24.521" v="2225" actId="1038"/>
        <pc:sldMkLst>
          <pc:docMk/>
          <pc:sldMk cId="3245362616" sldId="354"/>
        </pc:sldMkLst>
        <pc:spChg chg="mod">
          <ac:chgData name="Edwar Romero-Ramirez" userId="92bc0edd-ad5d-44a7-8ba7-72607029cc7a" providerId="ADAL" clId="{82FA9D74-6A72-4B45-873D-1296FFFC9B42}" dt="2024-06-06T16:39:04.444" v="2021" actId="20577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6:37:34.605" v="1991" actId="207"/>
          <ac:spMkLst>
            <pc:docMk/>
            <pc:sldMk cId="3245362616" sldId="354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6:41:59.626" v="2205" actId="1038"/>
          <ac:spMkLst>
            <pc:docMk/>
            <pc:sldMk cId="3245362616" sldId="354"/>
            <ac:spMk id="4" creationId="{11EE0B85-E429-8E8F-8471-C8730B66B3F1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7" creationId="{C0C27DB5-DBAC-F6B2-48B7-EB391F83B449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8" creationId="{26CBE47B-50B1-FB44-38B3-98A2FD157F6D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9" creationId="{01C7816C-C07B-B55B-220A-C69E96BCCDD5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20" creationId="{4BC6DF06-8AAC-9C87-F081-6F01BB8FC70D}"/>
          </ac:spMkLst>
        </pc:spChg>
        <pc:spChg chg="add mod">
          <ac:chgData name="Edwar Romero-Ramirez" userId="92bc0edd-ad5d-44a7-8ba7-72607029cc7a" providerId="ADAL" clId="{82FA9D74-6A72-4B45-873D-1296FFFC9B42}" dt="2024-06-06T16:42:08.323" v="2208" actId="14100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Edwar Romero-Ramirez" userId="92bc0edd-ad5d-44a7-8ba7-72607029cc7a" providerId="ADAL" clId="{82FA9D74-6A72-4B45-873D-1296FFFC9B42}" dt="2024-06-06T16:41:22.340" v="2131" actId="1076"/>
          <ac:spMkLst>
            <pc:docMk/>
            <pc:sldMk cId="3245362616" sldId="354"/>
            <ac:spMk id="23" creationId="{C8FE6EEE-BE1B-7417-F65F-2A5E83A14468}"/>
          </ac:spMkLst>
        </pc:spChg>
        <pc:cxnChg chg="add mod">
          <ac:chgData name="Edwar Romero-Ramirez" userId="92bc0edd-ad5d-44a7-8ba7-72607029cc7a" providerId="ADAL" clId="{82FA9D74-6A72-4B45-873D-1296FFFC9B42}" dt="2024-06-06T16:42:13.138" v="2216" actId="1037"/>
          <ac:cxnSpMkLst>
            <pc:docMk/>
            <pc:sldMk cId="3245362616" sldId="354"/>
            <ac:cxnSpMk id="10" creationId="{503D687C-C993-EF97-6802-C239BBAA4D2A}"/>
          </ac:cxnSpMkLst>
        </pc:cxnChg>
        <pc:cxnChg chg="add mod">
          <ac:chgData name="Edwar Romero-Ramirez" userId="92bc0edd-ad5d-44a7-8ba7-72607029cc7a" providerId="ADAL" clId="{82FA9D74-6A72-4B45-873D-1296FFFC9B42}" dt="2024-06-06T16:42:24.521" v="2225" actId="1038"/>
          <ac:cxnSpMkLst>
            <pc:docMk/>
            <pc:sldMk cId="3245362616" sldId="354"/>
            <ac:cxnSpMk id="12" creationId="{CAEFFA5A-E422-8A8A-76DE-590689BC5379}"/>
          </ac:cxnSpMkLst>
        </pc:cxnChg>
        <pc:cxnChg chg="add mod">
          <ac:chgData name="Edwar Romero-Ramirez" userId="92bc0edd-ad5d-44a7-8ba7-72607029cc7a" providerId="ADAL" clId="{82FA9D74-6A72-4B45-873D-1296FFFC9B42}" dt="2024-06-06T16:41:59.626" v="2205" actId="1038"/>
          <ac:cxnSpMkLst>
            <pc:docMk/>
            <pc:sldMk cId="3245362616" sldId="354"/>
            <ac:cxnSpMk id="13" creationId="{F2D651C0-46B1-7958-D9CC-828337C30633}"/>
          </ac:cxnSpMkLst>
        </pc:cxnChg>
        <pc:cxnChg chg="add mod">
          <ac:chgData name="Edwar Romero-Ramirez" userId="92bc0edd-ad5d-44a7-8ba7-72607029cc7a" providerId="ADAL" clId="{82FA9D74-6A72-4B45-873D-1296FFFC9B42}" dt="2024-06-06T16:42:21.328" v="2222" actId="1038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Edwar Romero-Ramirez" userId="92bc0edd-ad5d-44a7-8ba7-72607029cc7a" providerId="ADAL" clId="{82FA9D74-6A72-4B45-873D-1296FFFC9B42}" dt="2024-06-06T16:42:22.324" v="2223" actId="1038"/>
          <ac:cxnSpMkLst>
            <pc:docMk/>
            <pc:sldMk cId="3245362616" sldId="354"/>
            <ac:cxnSpMk id="19" creationId="{8F6395DD-847B-0D38-3590-B34123BF4B43}"/>
          </ac:cxnSpMkLst>
        </pc:cxnChg>
      </pc:sldChg>
      <pc:sldChg chg="modSp add del mod">
        <pc:chgData name="Edwar Romero-Ramirez" userId="92bc0edd-ad5d-44a7-8ba7-72607029cc7a" providerId="ADAL" clId="{82FA9D74-6A72-4B45-873D-1296FFFC9B42}" dt="2024-06-06T16:47:08.715" v="2226" actId="47"/>
        <pc:sldMkLst>
          <pc:docMk/>
          <pc:sldMk cId="976568637" sldId="355"/>
        </pc:sldMkLst>
        <pc:spChg chg="mod">
          <ac:chgData name="Edwar Romero-Ramirez" userId="92bc0edd-ad5d-44a7-8ba7-72607029cc7a" providerId="ADAL" clId="{82FA9D74-6A72-4B45-873D-1296FFFC9B42}" dt="2024-06-06T16:39:11.674" v="2022" actId="6549"/>
          <ac:spMkLst>
            <pc:docMk/>
            <pc:sldMk cId="976568637" sldId="355"/>
            <ac:spMk id="2" creationId="{A43E3E30-0CCC-0FCC-69DC-1C2820744E12}"/>
          </ac:spMkLst>
        </pc:spChg>
      </pc:sldChg>
      <pc:sldChg chg="addSp delSp modSp add mod">
        <pc:chgData name="Edwar Romero-Ramirez" userId="92bc0edd-ad5d-44a7-8ba7-72607029cc7a" providerId="ADAL" clId="{82FA9D74-6A72-4B45-873D-1296FFFC9B42}" dt="2024-06-06T16:57:03.174" v="2734" actId="14100"/>
        <pc:sldMkLst>
          <pc:docMk/>
          <pc:sldMk cId="4183556849" sldId="355"/>
        </pc:sldMkLst>
        <pc:spChg chg="mod">
          <ac:chgData name="Edwar Romero-Ramirez" userId="92bc0edd-ad5d-44a7-8ba7-72607029cc7a" providerId="ADAL" clId="{82FA9D74-6A72-4B45-873D-1296FFFC9B42}" dt="2024-06-06T16:56:58.633" v="2733" actId="27636"/>
          <ac:spMkLst>
            <pc:docMk/>
            <pc:sldMk cId="4183556849" sldId="355"/>
            <ac:spMk id="3" creationId="{9556065C-AC8D-F8CF-D5A2-F5C7B2A8889E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4" creationId="{11EE0B85-E429-8E8F-8471-C8730B66B3F1}"/>
          </ac:spMkLst>
        </pc:spChg>
        <pc:spChg chg="add del">
          <ac:chgData name="Edwar Romero-Ramirez" userId="92bc0edd-ad5d-44a7-8ba7-72607029cc7a" providerId="ADAL" clId="{82FA9D74-6A72-4B45-873D-1296FFFC9B42}" dt="2024-06-06T16:53:04.923" v="2451" actId="478"/>
          <ac:spMkLst>
            <pc:docMk/>
            <pc:sldMk cId="4183556849" sldId="355"/>
            <ac:spMk id="5" creationId="{3F1CE5EF-1993-48B6-7353-FC6D457CA39A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7" creationId="{C0C27DB5-DBAC-F6B2-48B7-EB391F83B449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8" creationId="{26CBE47B-50B1-FB44-38B3-98A2FD157F6D}"/>
          </ac:spMkLst>
        </pc:spChg>
        <pc:spChg chg="add del">
          <ac:chgData name="Edwar Romero-Ramirez" userId="92bc0edd-ad5d-44a7-8ba7-72607029cc7a" providerId="ADAL" clId="{82FA9D74-6A72-4B45-873D-1296FFFC9B42}" dt="2024-06-06T16:53:11.681" v="2453" actId="478"/>
          <ac:spMkLst>
            <pc:docMk/>
            <pc:sldMk cId="4183556849" sldId="355"/>
            <ac:spMk id="9" creationId="{01C7816C-C07B-B55B-220A-C69E96BCCDD5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0" creationId="{4BC6DF06-8AAC-9C87-F081-6F01BB8FC70D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1" creationId="{B8EBE528-E30A-1B10-7528-3111E7BFCDC8}"/>
          </ac:spMkLst>
        </pc:spChg>
        <pc:spChg chg="del">
          <ac:chgData name="Edwar Romero-Ramirez" userId="92bc0edd-ad5d-44a7-8ba7-72607029cc7a" providerId="ADAL" clId="{82FA9D74-6A72-4B45-873D-1296FFFC9B42}" dt="2024-06-06T16:51:19.742" v="2431" actId="478"/>
          <ac:spMkLst>
            <pc:docMk/>
            <pc:sldMk cId="4183556849" sldId="355"/>
            <ac:spMk id="23" creationId="{C8FE6EEE-BE1B-7417-F65F-2A5E83A14468}"/>
          </ac:spMkLst>
        </pc:spChg>
        <pc:picChg chg="mod">
          <ac:chgData name="Edwar Romero-Ramirez" userId="92bc0edd-ad5d-44a7-8ba7-72607029cc7a" providerId="ADAL" clId="{82FA9D74-6A72-4B45-873D-1296FFFC9B42}" dt="2024-06-06T16:52:39.904" v="2436" actId="1076"/>
          <ac:picMkLst>
            <pc:docMk/>
            <pc:sldMk cId="4183556849" sldId="355"/>
            <ac:picMk id="6" creationId="{50535E7C-5C90-3DB5-404B-E48DB8C9ECFD}"/>
          </ac:picMkLst>
        </pc:picChg>
        <pc:picChg chg="add del mod">
          <ac:chgData name="Edwar Romero-Ramirez" userId="92bc0edd-ad5d-44a7-8ba7-72607029cc7a" providerId="ADAL" clId="{82FA9D74-6A72-4B45-873D-1296FFFC9B42}" dt="2024-06-06T16:53:00.951" v="2447" actId="22"/>
          <ac:picMkLst>
            <pc:docMk/>
            <pc:sldMk cId="4183556849" sldId="355"/>
            <ac:picMk id="14" creationId="{FEAFB513-1FDC-6C84-3F0A-982CF17DD146}"/>
          </ac:picMkLst>
        </pc:picChg>
        <pc:picChg chg="add mod">
          <ac:chgData name="Edwar Romero-Ramirez" userId="92bc0edd-ad5d-44a7-8ba7-72607029cc7a" providerId="ADAL" clId="{82FA9D74-6A72-4B45-873D-1296FFFC9B42}" dt="2024-06-06T16:57:03.174" v="2734" actId="14100"/>
          <ac:picMkLst>
            <pc:docMk/>
            <pc:sldMk cId="4183556849" sldId="355"/>
            <ac:picMk id="17" creationId="{81A7133B-4EF4-6F2E-F115-3E1B669ABF10}"/>
          </ac:picMkLst>
        </pc:pic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0" creationId="{503D687C-C993-EF97-6802-C239BBAA4D2A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2" creationId="{CAEFFA5A-E422-8A8A-76DE-590689BC5379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3" creationId="{F2D651C0-46B1-7958-D9CC-828337C30633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5" creationId="{D1C3ECE3-B524-4114-85FD-591FF270C481}"/>
          </ac:cxnSpMkLst>
        </pc:cxnChg>
        <pc:cxnChg chg="add del mod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9" creationId="{8F6395DD-847B-0D38-3590-B34123BF4B43}"/>
          </ac:cxnSpMkLst>
        </pc:cxnChg>
      </pc:sldChg>
      <pc:sldChg chg="modSp mod">
        <pc:chgData name="Edwar Romero-Ramirez" userId="92bc0edd-ad5d-44a7-8ba7-72607029cc7a" providerId="ADAL" clId="{82FA9D74-6A72-4B45-873D-1296FFFC9B42}" dt="2024-06-25T03:41:30.011" v="2849" actId="207"/>
        <pc:sldMkLst>
          <pc:docMk/>
          <pc:sldMk cId="869483577" sldId="372"/>
        </pc:sldMkLst>
        <pc:spChg chg="mod">
          <ac:chgData name="Edwar Romero-Ramirez" userId="92bc0edd-ad5d-44a7-8ba7-72607029cc7a" providerId="ADAL" clId="{82FA9D74-6A72-4B45-873D-1296FFFC9B42}" dt="2024-06-25T03:41:30.011" v="2849" actId="207"/>
          <ac:spMkLst>
            <pc:docMk/>
            <pc:sldMk cId="869483577" sldId="372"/>
            <ac:spMk id="3" creationId="{10AD0E58-93FB-6A47-493C-616E6D59704E}"/>
          </ac:spMkLst>
        </pc:spChg>
      </pc:sldChg>
      <pc:sldChg chg="modSp mod">
        <pc:chgData name="Edwar Romero-Ramirez" userId="92bc0edd-ad5d-44a7-8ba7-72607029cc7a" providerId="ADAL" clId="{82FA9D74-6A72-4B45-873D-1296FFFC9B42}" dt="2024-06-25T03:26:51.350" v="2777" actId="20577"/>
        <pc:sldMkLst>
          <pc:docMk/>
          <pc:sldMk cId="783102877" sldId="376"/>
        </pc:sldMkLst>
        <pc:spChg chg="mod">
          <ac:chgData name="Edwar Romero-Ramirez" userId="92bc0edd-ad5d-44a7-8ba7-72607029cc7a" providerId="ADAL" clId="{82FA9D74-6A72-4B45-873D-1296FFFC9B42}" dt="2024-06-25T03:26:51.350" v="2777" actId="20577"/>
          <ac:spMkLst>
            <pc:docMk/>
            <pc:sldMk cId="783102877" sldId="376"/>
            <ac:spMk id="16" creationId="{1CB7A709-C4D1-B131-0F7B-00239AA28768}"/>
          </ac:spMkLst>
        </pc:spChg>
      </pc:sldChg>
      <pc:sldChg chg="modSp mod">
        <pc:chgData name="Edwar Romero-Ramirez" userId="92bc0edd-ad5d-44a7-8ba7-72607029cc7a" providerId="ADAL" clId="{82FA9D74-6A72-4B45-873D-1296FFFC9B42}" dt="2024-06-25T03:28:07.986" v="2836" actId="2711"/>
        <pc:sldMkLst>
          <pc:docMk/>
          <pc:sldMk cId="3036108891" sldId="377"/>
        </pc:sldMkLst>
        <pc:spChg chg="mod">
          <ac:chgData name="Edwar Romero-Ramirez" userId="92bc0edd-ad5d-44a7-8ba7-72607029cc7a" providerId="ADAL" clId="{82FA9D74-6A72-4B45-873D-1296FFFC9B42}" dt="2024-06-25T03:28:07.986" v="2836" actId="2711"/>
          <ac:spMkLst>
            <pc:docMk/>
            <pc:sldMk cId="3036108891" sldId="377"/>
            <ac:spMk id="3" creationId="{10AD0E58-93FB-6A47-493C-616E6D59704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25T03:55:04.842" v="3116" actId="20577"/>
        <pc:sldMkLst>
          <pc:docMk/>
          <pc:sldMk cId="4151336825" sldId="378"/>
        </pc:sldMkLst>
        <pc:spChg chg="mod">
          <ac:chgData name="Edwar Romero-Ramirez" userId="92bc0edd-ad5d-44a7-8ba7-72607029cc7a" providerId="ADAL" clId="{82FA9D74-6A72-4B45-873D-1296FFFC9B42}" dt="2024-06-25T03:55:04.842" v="3116" actId="20577"/>
          <ac:spMkLst>
            <pc:docMk/>
            <pc:sldMk cId="4151336825" sldId="378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82FA9D74-6A72-4B45-873D-1296FFFC9B42}" dt="2024-06-25T03:48:13.119" v="3069" actId="1076"/>
          <ac:picMkLst>
            <pc:docMk/>
            <pc:sldMk cId="4151336825" sldId="378"/>
            <ac:picMk id="9" creationId="{9F69BC43-398D-9BFC-149B-04AD59E69085}"/>
          </ac:picMkLst>
        </pc:picChg>
        <pc:picChg chg="add mod">
          <ac:chgData name="Edwar Romero-Ramirez" userId="92bc0edd-ad5d-44a7-8ba7-72607029cc7a" providerId="ADAL" clId="{82FA9D74-6A72-4B45-873D-1296FFFC9B42}" dt="2024-06-25T03:48:21.438" v="3071" actId="1076"/>
          <ac:picMkLst>
            <pc:docMk/>
            <pc:sldMk cId="4151336825" sldId="378"/>
            <ac:picMk id="10" creationId="{6F18252A-F3F1-5583-7513-D72BCC4D94F3}"/>
          </ac:picMkLst>
        </pc:picChg>
        <pc:picChg chg="add mod">
          <ac:chgData name="Edwar Romero-Ramirez" userId="92bc0edd-ad5d-44a7-8ba7-72607029cc7a" providerId="ADAL" clId="{82FA9D74-6A72-4B45-873D-1296FFFC9B42}" dt="2024-06-25T03:48:45.867" v="3074" actId="1076"/>
          <ac:picMkLst>
            <pc:docMk/>
            <pc:sldMk cId="4151336825" sldId="378"/>
            <ac:picMk id="11" creationId="{97343BB2-9917-8019-B25E-EE9A1EE61458}"/>
          </ac:picMkLst>
        </pc:picChg>
        <pc:picChg chg="add mod">
          <ac:chgData name="Edwar Romero-Ramirez" userId="92bc0edd-ad5d-44a7-8ba7-72607029cc7a" providerId="ADAL" clId="{82FA9D74-6A72-4B45-873D-1296FFFC9B42}" dt="2024-06-25T03:49:06.739" v="3077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addSp modSp add mod">
        <pc:chgData name="Edwar Romero-Ramirez" userId="92bc0edd-ad5d-44a7-8ba7-72607029cc7a" providerId="ADAL" clId="{82FA9D74-6A72-4B45-873D-1296FFFC9B42}" dt="2024-06-25T03:55:42.603" v="3144" actId="1076"/>
        <pc:sldMkLst>
          <pc:docMk/>
          <pc:sldMk cId="1345516017" sldId="379"/>
        </pc:sldMkLst>
        <pc:spChg chg="mod">
          <ac:chgData name="Edwar Romero-Ramirez" userId="92bc0edd-ad5d-44a7-8ba7-72607029cc7a" providerId="ADAL" clId="{82FA9D74-6A72-4B45-873D-1296FFFC9B42}" dt="2024-06-25T03:55:35.318" v="3142" actId="6549"/>
          <ac:spMkLst>
            <pc:docMk/>
            <pc:sldMk cId="1345516017" sldId="379"/>
            <ac:spMk id="3" creationId="{10AD0E58-93FB-6A47-493C-616E6D59704E}"/>
          </ac:spMkLst>
        </pc:spChg>
        <pc:picChg chg="add mod ord">
          <ac:chgData name="Edwar Romero-Ramirez" userId="92bc0edd-ad5d-44a7-8ba7-72607029cc7a" providerId="ADAL" clId="{82FA9D74-6A72-4B45-873D-1296FFFC9B42}" dt="2024-06-25T03:55:42.603" v="3144" actId="1076"/>
          <ac:picMkLst>
            <pc:docMk/>
            <pc:sldMk cId="1345516017" sldId="379"/>
            <ac:picMk id="14" creationId="{D00639C3-5122-C304-E110-5216E1F218F7}"/>
          </ac:picMkLst>
        </pc:picChg>
      </pc:sldChg>
      <pc:sldChg chg="addSp delSp modSp new mod">
        <pc:chgData name="Edwar Romero-Ramirez" userId="92bc0edd-ad5d-44a7-8ba7-72607029cc7a" providerId="ADAL" clId="{82FA9D74-6A72-4B45-873D-1296FFFC9B42}" dt="2024-07-01T16:13:38.502" v="3365" actId="478"/>
        <pc:sldMkLst>
          <pc:docMk/>
          <pc:sldMk cId="3150395374" sldId="383"/>
        </pc:sldMkLst>
        <pc:spChg chg="mod">
          <ac:chgData name="Edwar Romero-Ramirez" userId="92bc0edd-ad5d-44a7-8ba7-72607029cc7a" providerId="ADAL" clId="{82FA9D74-6A72-4B45-873D-1296FFFC9B42}" dt="2024-07-01T15:34:50.074" v="3160" actId="20577"/>
          <ac:spMkLst>
            <pc:docMk/>
            <pc:sldMk cId="3150395374" sldId="383"/>
            <ac:spMk id="2" creationId="{9DC51857-EA65-D333-D7C8-9CE88404D2D7}"/>
          </ac:spMkLst>
        </pc:spChg>
        <pc:spChg chg="mod">
          <ac:chgData name="Edwar Romero-Ramirez" userId="92bc0edd-ad5d-44a7-8ba7-72607029cc7a" providerId="ADAL" clId="{82FA9D74-6A72-4B45-873D-1296FFFC9B42}" dt="2024-07-01T16:08:26.862" v="3304" actId="20577"/>
          <ac:spMkLst>
            <pc:docMk/>
            <pc:sldMk cId="3150395374" sldId="383"/>
            <ac:spMk id="3" creationId="{3CFB9FEF-949D-C661-DEE1-652BD644907F}"/>
          </ac:spMkLst>
        </pc:spChg>
        <pc:spChg chg="add mod">
          <ac:chgData name="Edwar Romero-Ramirez" userId="92bc0edd-ad5d-44a7-8ba7-72607029cc7a" providerId="ADAL" clId="{82FA9D74-6A72-4B45-873D-1296FFFC9B42}" dt="2024-07-01T16:09:03.071" v="3341" actId="114"/>
          <ac:spMkLst>
            <pc:docMk/>
            <pc:sldMk cId="3150395374" sldId="383"/>
            <ac:spMk id="8" creationId="{0A07C953-DB59-F204-FFE7-3D5234087679}"/>
          </ac:spMkLst>
        </pc:spChg>
        <pc:picChg chg="add del mod">
          <ac:chgData name="Edwar Romero-Ramirez" userId="92bc0edd-ad5d-44a7-8ba7-72607029cc7a" providerId="ADAL" clId="{82FA9D74-6A72-4B45-873D-1296FFFC9B42}" dt="2024-07-01T16:06:37.136" v="3248" actId="21"/>
          <ac:picMkLst>
            <pc:docMk/>
            <pc:sldMk cId="3150395374" sldId="383"/>
            <ac:picMk id="5" creationId="{653FF7A9-F8E8-6536-99CE-49C42FC9AF4C}"/>
          </ac:picMkLst>
        </pc:picChg>
        <pc:picChg chg="add del mod">
          <ac:chgData name="Edwar Romero-Ramirez" userId="92bc0edd-ad5d-44a7-8ba7-72607029cc7a" providerId="ADAL" clId="{82FA9D74-6A72-4B45-873D-1296FFFC9B42}" dt="2024-07-01T16:06:42.853" v="3250" actId="478"/>
          <ac:picMkLst>
            <pc:docMk/>
            <pc:sldMk cId="3150395374" sldId="383"/>
            <ac:picMk id="6" creationId="{653FF7A9-F8E8-6536-99CE-49C42FC9AF4C}"/>
          </ac:picMkLst>
        </pc:picChg>
        <pc:picChg chg="add mod">
          <ac:chgData name="Edwar Romero-Ramirez" userId="92bc0edd-ad5d-44a7-8ba7-72607029cc7a" providerId="ADAL" clId="{82FA9D74-6A72-4B45-873D-1296FFFC9B42}" dt="2024-07-01T16:10:17.827" v="3348" actId="1076"/>
          <ac:picMkLst>
            <pc:docMk/>
            <pc:sldMk cId="3150395374" sldId="383"/>
            <ac:picMk id="7" creationId="{CD544E25-DC97-3A6E-1C82-0D3D049C8796}"/>
          </ac:picMkLst>
        </pc:picChg>
        <pc:picChg chg="add del">
          <ac:chgData name="Edwar Romero-Ramirez" userId="92bc0edd-ad5d-44a7-8ba7-72607029cc7a" providerId="ADAL" clId="{82FA9D74-6A72-4B45-873D-1296FFFC9B42}" dt="2024-07-01T16:09:31.607" v="3343" actId="478"/>
          <ac:picMkLst>
            <pc:docMk/>
            <pc:sldMk cId="3150395374" sldId="383"/>
            <ac:picMk id="9" creationId="{B1120F3A-C0AE-6DA9-4515-8D69A06B4FA3}"/>
          </ac:picMkLst>
        </pc:picChg>
        <pc:picChg chg="add del mod">
          <ac:chgData name="Edwar Romero-Ramirez" userId="92bc0edd-ad5d-44a7-8ba7-72607029cc7a" providerId="ADAL" clId="{82FA9D74-6A72-4B45-873D-1296FFFC9B42}" dt="2024-07-01T16:13:38.502" v="3365" actId="478"/>
          <ac:picMkLst>
            <pc:docMk/>
            <pc:sldMk cId="3150395374" sldId="383"/>
            <ac:picMk id="11" creationId="{5978662A-320C-812C-6CA3-38B9B6E51C09}"/>
          </ac:picMkLst>
        </pc:picChg>
      </pc:sldChg>
      <pc:sldChg chg="modSp new mod">
        <pc:chgData name="Edwar Romero-Ramirez" userId="92bc0edd-ad5d-44a7-8ba7-72607029cc7a" providerId="ADAL" clId="{82FA9D74-6A72-4B45-873D-1296FFFC9B42}" dt="2024-07-01T16:23:48.219" v="3565" actId="20577"/>
        <pc:sldMkLst>
          <pc:docMk/>
          <pc:sldMk cId="4067671551" sldId="384"/>
        </pc:sldMkLst>
        <pc:spChg chg="mod">
          <ac:chgData name="Edwar Romero-Ramirez" userId="92bc0edd-ad5d-44a7-8ba7-72607029cc7a" providerId="ADAL" clId="{82FA9D74-6A72-4B45-873D-1296FFFC9B42}" dt="2024-07-01T16:11:01.166" v="3350"/>
          <ac:spMkLst>
            <pc:docMk/>
            <pc:sldMk cId="4067671551" sldId="384"/>
            <ac:spMk id="2" creationId="{37B3F289-2194-CA52-4827-48B980892C56}"/>
          </ac:spMkLst>
        </pc:spChg>
        <pc:spChg chg="mod">
          <ac:chgData name="Edwar Romero-Ramirez" userId="92bc0edd-ad5d-44a7-8ba7-72607029cc7a" providerId="ADAL" clId="{82FA9D74-6A72-4B45-873D-1296FFFC9B42}" dt="2024-07-01T16:23:48.219" v="3565" actId="20577"/>
          <ac:spMkLst>
            <pc:docMk/>
            <pc:sldMk cId="4067671551" sldId="384"/>
            <ac:spMk id="3" creationId="{C5E5E4AC-83D8-A3ED-9302-CF3856A0F32B}"/>
          </ac:spMkLst>
        </pc:spChg>
      </pc:sldChg>
      <pc:sldChg chg="addSp delSp modSp add del mod">
        <pc:chgData name="Edwar Romero-Ramirez" userId="92bc0edd-ad5d-44a7-8ba7-72607029cc7a" providerId="ADAL" clId="{82FA9D74-6A72-4B45-873D-1296FFFC9B42}" dt="2024-07-01T16:13:46.088" v="3366" actId="47"/>
        <pc:sldMkLst>
          <pc:docMk/>
          <pc:sldMk cId="61963637" sldId="385"/>
        </pc:sldMkLst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3" creationId="{3CFB9FEF-949D-C661-DEE1-652BD644907F}"/>
          </ac:spMkLst>
        </pc:spChg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5" creationId="{8E58FECE-A695-8CAB-1912-50A402400C7B}"/>
          </ac:spMkLst>
        </pc:spChg>
        <pc:spChg chg="mod">
          <ac:chgData name="Edwar Romero-Ramirez" userId="92bc0edd-ad5d-44a7-8ba7-72607029cc7a" providerId="ADAL" clId="{82FA9D74-6A72-4B45-873D-1296FFFC9B42}" dt="2024-07-01T16:13:35.136" v="3360" actId="1076"/>
          <ac:spMkLst>
            <pc:docMk/>
            <pc:sldMk cId="61963637" sldId="385"/>
            <ac:spMk id="8" creationId="{0A07C953-DB59-F204-FFE7-3D5234087679}"/>
          </ac:spMkLst>
        </pc:spChg>
        <pc:picChg chg="add del">
          <ac:chgData name="Edwar Romero-Ramirez" userId="92bc0edd-ad5d-44a7-8ba7-72607029cc7a" providerId="ADAL" clId="{82FA9D74-6A72-4B45-873D-1296FFFC9B42}" dt="2024-07-01T16:13:37.915" v="3364" actId="478"/>
          <ac:picMkLst>
            <pc:docMk/>
            <pc:sldMk cId="61963637" sldId="385"/>
            <ac:picMk id="7" creationId="{CD544E25-DC97-3A6E-1C82-0D3D049C8796}"/>
          </ac:picMkLst>
        </pc:picChg>
        <pc:picChg chg="mod">
          <ac:chgData name="Edwar Romero-Ramirez" userId="92bc0edd-ad5d-44a7-8ba7-72607029cc7a" providerId="ADAL" clId="{82FA9D74-6A72-4B45-873D-1296FFFC9B42}" dt="2024-07-01T16:13:37.264" v="3363" actId="1076"/>
          <ac:picMkLst>
            <pc:docMk/>
            <pc:sldMk cId="61963637" sldId="385"/>
            <ac:picMk id="11" creationId="{5978662A-320C-812C-6CA3-38B9B6E51C09}"/>
          </ac:picMkLst>
        </pc:picChg>
      </pc:sldChg>
    </pc:docChg>
  </pc:docChgLst>
  <pc:docChgLst>
    <pc:chgData name="Somak Das" userId="S::sdas@floridapoly.edu::98cebb13-2fc4-4808-95b9-daeb7e6acc01" providerId="AD" clId="Web-{90C5C827-4036-E663-0D65-8F4707F50D7C}"/>
    <pc:docChg chg="addSld delSld modSld modSection">
      <pc:chgData name="Somak Das" userId="S::sdas@floridapoly.edu::98cebb13-2fc4-4808-95b9-daeb7e6acc01" providerId="AD" clId="Web-{90C5C827-4036-E663-0D65-8F4707F50D7C}" dt="2024-08-26T15:55:38.301" v="840"/>
      <pc:docMkLst>
        <pc:docMk/>
      </pc:docMkLst>
      <pc:sldChg chg="modSp">
        <pc:chgData name="Somak Das" userId="S::sdas@floridapoly.edu::98cebb13-2fc4-4808-95b9-daeb7e6acc01" providerId="AD" clId="Web-{90C5C827-4036-E663-0D65-8F4707F50D7C}" dt="2024-08-26T15:46:16.167" v="743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90C5C827-4036-E663-0D65-8F4707F50D7C}" dt="2024-08-26T15:46:16.167" v="7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90C5C827-4036-E663-0D65-8F4707F50D7C}" dt="2024-08-26T15:20:18.735" v="40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90C5C827-4036-E663-0D65-8F4707F50D7C}" dt="2024-08-26T15:27:57.899" v="69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90C5C827-4036-E663-0D65-8F4707F50D7C}" dt="2024-08-26T15:27:57.899" v="69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addSp delSp modSp mod setBg">
        <pc:chgData name="Somak Das" userId="S::sdas@floridapoly.edu::98cebb13-2fc4-4808-95b9-daeb7e6acc01" providerId="AD" clId="Web-{90C5C827-4036-E663-0D65-8F4707F50D7C}" dt="2024-08-26T15:52:51.908" v="812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90C5C827-4036-E663-0D65-8F4707F50D7C}" dt="2024-08-26T15:45:28.635" v="736" actId="20577"/>
          <ac:spMkLst>
            <pc:docMk/>
            <pc:sldMk cId="756175004" sldId="350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90C5C827-4036-E663-0D65-8F4707F50D7C}" dt="2024-08-26T15:23:59.473" v="47"/>
          <ac:spMkLst>
            <pc:docMk/>
            <pc:sldMk cId="756175004" sldId="350"/>
            <ac:spMk id="5" creationId="{3F1CE5EF-1993-48B6-7353-FC6D457CA39A}"/>
          </ac:spMkLst>
        </pc:spChg>
        <pc:spChg chg="add mod">
          <ac:chgData name="Somak Das" userId="S::sdas@floridapoly.edu::98cebb13-2fc4-4808-95b9-daeb7e6acc01" providerId="AD" clId="Web-{90C5C827-4036-E663-0D65-8F4707F50D7C}" dt="2024-08-26T15:51:30.500" v="798" actId="1076"/>
          <ac:spMkLst>
            <pc:docMk/>
            <pc:sldMk cId="756175004" sldId="350"/>
            <ac:spMk id="8" creationId="{7BE43FA3-19D9-8187-186A-8D385EAF5745}"/>
          </ac:spMkLst>
        </pc:spChg>
        <pc:spChg chg="add mod">
          <ac:chgData name="Somak Das" userId="S::sdas@floridapoly.edu::98cebb13-2fc4-4808-95b9-daeb7e6acc01" providerId="AD" clId="Web-{90C5C827-4036-E663-0D65-8F4707F50D7C}" dt="2024-08-26T15:51:25.203" v="797" actId="1076"/>
          <ac:spMkLst>
            <pc:docMk/>
            <pc:sldMk cId="756175004" sldId="350"/>
            <ac:spMk id="9" creationId="{BE014130-4091-E15F-51D4-C5A46F280418}"/>
          </ac:spMkLst>
        </pc:spChg>
        <pc:spChg chg="add mod">
          <ac:chgData name="Somak Das" userId="S::sdas@floridapoly.edu::98cebb13-2fc4-4808-95b9-daeb7e6acc01" providerId="AD" clId="Web-{90C5C827-4036-E663-0D65-8F4707F50D7C}" dt="2024-08-26T15:51:15.203" v="795" actId="1076"/>
          <ac:spMkLst>
            <pc:docMk/>
            <pc:sldMk cId="756175004" sldId="350"/>
            <ac:spMk id="10" creationId="{21BB2043-E470-9C43-25AA-FC4AFCECBD91}"/>
          </ac:spMkLst>
        </pc:spChg>
        <pc:spChg chg="add mod">
          <ac:chgData name="Somak Das" userId="S::sdas@floridapoly.edu::98cebb13-2fc4-4808-95b9-daeb7e6acc01" providerId="AD" clId="Web-{90C5C827-4036-E663-0D65-8F4707F50D7C}" dt="2024-08-26T15:50:49.218" v="794" actId="1076"/>
          <ac:spMkLst>
            <pc:docMk/>
            <pc:sldMk cId="756175004" sldId="350"/>
            <ac:spMk id="11" creationId="{FC38F92C-8107-D3B8-A935-33EE396CE83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2" creationId="{49B9E8A9-352D-4DCB-9485-C777000D4979}"/>
          </ac:spMkLst>
        </pc:spChg>
        <pc:spChg chg="add mod">
          <ac:chgData name="Somak Das" userId="S::sdas@floridapoly.edu::98cebb13-2fc4-4808-95b9-daeb7e6acc01" providerId="AD" clId="Web-{90C5C827-4036-E663-0D65-8F4707F50D7C}" dt="2024-08-26T15:51:57.079" v="801" actId="20577"/>
          <ac:spMkLst>
            <pc:docMk/>
            <pc:sldMk cId="756175004" sldId="350"/>
            <ac:spMk id="13" creationId="{205D6A8C-7F2C-0A52-039A-8BB58ECAFD16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4" creationId="{C2A9B0E5-C2C1-4B85-99A9-117A659D5FE0}"/>
          </ac:spMkLst>
        </pc:spChg>
        <pc:spChg chg="add mod">
          <ac:chgData name="Somak Das" userId="S::sdas@floridapoly.edu::98cebb13-2fc4-4808-95b9-daeb7e6acc01" providerId="AD" clId="Web-{90C5C827-4036-E663-0D65-8F4707F50D7C}" dt="2024-08-26T15:52:14.688" v="803" actId="20577"/>
          <ac:spMkLst>
            <pc:docMk/>
            <pc:sldMk cId="756175004" sldId="350"/>
            <ac:spMk id="15" creationId="{C96283B7-0F28-3B2C-BBE7-E90A954519A5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6" creationId="{3A8AEACA-9535-4BE8-A91B-8BE82BA54751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0.611" v="808" actId="1076"/>
          <ac:spMkLst>
            <pc:docMk/>
            <pc:sldMk cId="756175004" sldId="350"/>
            <ac:spMk id="17" creationId="{1B5D2364-A08F-16BF-7B06-D9E560FDEBEE}"/>
          </ac:spMkLst>
        </pc:spChg>
        <pc:spChg chg="add mod">
          <ac:chgData name="Somak Das" userId="S::sdas@floridapoly.edu::98cebb13-2fc4-4808-95b9-daeb7e6acc01" providerId="AD" clId="Web-{90C5C827-4036-E663-0D65-8F4707F50D7C}" dt="2024-08-26T15:52:32.860" v="807" actId="20577"/>
          <ac:spMkLst>
            <pc:docMk/>
            <pc:sldMk cId="756175004" sldId="350"/>
            <ac:spMk id="18" creationId="{2B78BA7D-C89E-70B6-D78F-A9AD326795E2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6.033" v="810" actId="20577"/>
          <ac:spMkLst>
            <pc:docMk/>
            <pc:sldMk cId="756175004" sldId="350"/>
            <ac:spMk id="19" creationId="{99533F32-F2DE-98B6-E7B0-F294B94305F8}"/>
          </ac:spMkLst>
        </pc:spChg>
        <pc:spChg chg="add mod">
          <ac:chgData name="Somak Das" userId="S::sdas@floridapoly.edu::98cebb13-2fc4-4808-95b9-daeb7e6acc01" providerId="AD" clId="Web-{90C5C827-4036-E663-0D65-8F4707F50D7C}" dt="2024-08-26T15:52:51.908" v="812" actId="20577"/>
          <ac:spMkLst>
            <pc:docMk/>
            <pc:sldMk cId="756175004" sldId="350"/>
            <ac:spMk id="20" creationId="{061D2922-AB69-3F6D-D068-8E5DB75A416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1" creationId="{D2B783EE-0239-4717-BBEA-8C9EAC61C824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3" creationId="{A7B99495-F43F-4D80-A44F-2CB4764EB90B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5" creationId="{70BEB1E7-2F88-40BC-B73D-42E5B6F80BFC}"/>
          </ac:spMkLst>
        </pc:spChg>
        <pc:picChg chg="mod">
          <ac:chgData name="Somak Das" userId="S::sdas@floridapoly.edu::98cebb13-2fc4-4808-95b9-daeb7e6acc01" providerId="AD" clId="Web-{90C5C827-4036-E663-0D65-8F4707F50D7C}" dt="2024-08-26T15:26:50.367" v="64" actId="14100"/>
          <ac:picMkLst>
            <pc:docMk/>
            <pc:sldMk cId="756175004" sldId="350"/>
            <ac:picMk id="6" creationId="{50535E7C-5C90-3DB5-404B-E48DB8C9ECFD}"/>
          </ac:picMkLst>
        </pc:picChg>
        <pc:picChg chg="add mod ord">
          <ac:chgData name="Somak Das" userId="S::sdas@floridapoly.edu::98cebb13-2fc4-4808-95b9-daeb7e6acc01" providerId="AD" clId="Web-{90C5C827-4036-E663-0D65-8F4707F50D7C}" dt="2024-08-26T15:27:24.133" v="68" actId="1076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add del">
        <pc:chgData name="Somak Das" userId="S::sdas@floridapoly.edu::98cebb13-2fc4-4808-95b9-daeb7e6acc01" providerId="AD" clId="Web-{90C5C827-4036-E663-0D65-8F4707F50D7C}" dt="2024-08-26T15:55:38.301" v="840"/>
        <pc:sldMkLst>
          <pc:docMk/>
          <pc:sldMk cId="3912467275" sldId="351"/>
        </pc:sldMkLst>
        <pc:spChg chg="add del mod">
          <ac:chgData name="Somak Das" userId="S::sdas@floridapoly.edu::98cebb13-2fc4-4808-95b9-daeb7e6acc01" providerId="AD" clId="Web-{90C5C827-4036-E663-0D65-8F4707F50D7C}" dt="2024-08-26T15:54:57.644" v="816"/>
          <ac:spMkLst>
            <pc:docMk/>
            <pc:sldMk cId="3912467275" sldId="351"/>
            <ac:spMk id="7" creationId="{E2B8230D-5DCB-5B2C-CA5B-586474C79E2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40"/>
          <ac:spMkLst>
            <pc:docMk/>
            <pc:sldMk cId="3912467275" sldId="351"/>
            <ac:spMk id="9" creationId="{61FAD2B4-9645-BF40-B6B1-C3518258F7B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9"/>
          <ac:spMkLst>
            <pc:docMk/>
            <pc:sldMk cId="3912467275" sldId="351"/>
            <ac:spMk id="11" creationId="{0D3C8794-F3D9-83CA-B7F0-0F5FE9D64C9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8"/>
          <ac:spMkLst>
            <pc:docMk/>
            <pc:sldMk cId="3912467275" sldId="351"/>
            <ac:spMk id="13" creationId="{846CB13D-269D-4B84-5C0A-760235985DBF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7"/>
          <ac:spMkLst>
            <pc:docMk/>
            <pc:sldMk cId="3912467275" sldId="351"/>
            <ac:spMk id="15" creationId="{6B22A16F-E790-B1E9-56AB-3918032A17C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6"/>
          <ac:spMkLst>
            <pc:docMk/>
            <pc:sldMk cId="3912467275" sldId="351"/>
            <ac:spMk id="17" creationId="{24BB62C1-C93F-02CC-7FBB-4EEC1818CDB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5"/>
          <ac:spMkLst>
            <pc:docMk/>
            <pc:sldMk cId="3912467275" sldId="351"/>
            <ac:spMk id="19" creationId="{3B5C7F5C-B4D9-3997-E77C-0A0EF62CD67D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4"/>
          <ac:spMkLst>
            <pc:docMk/>
            <pc:sldMk cId="3912467275" sldId="351"/>
            <ac:spMk id="21" creationId="{EB5743A8-5CC4-D373-F61E-E47FF1682821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3"/>
          <ac:spMkLst>
            <pc:docMk/>
            <pc:sldMk cId="3912467275" sldId="351"/>
            <ac:spMk id="23" creationId="{23DA99BC-97A6-8A14-BDC3-94C92AF5F3C8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2"/>
          <ac:spMkLst>
            <pc:docMk/>
            <pc:sldMk cId="3912467275" sldId="351"/>
            <ac:spMk id="25" creationId="{74BFCC3D-B6DB-2605-8B66-306FFE692E12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1"/>
          <ac:spMkLst>
            <pc:docMk/>
            <pc:sldMk cId="3912467275" sldId="351"/>
            <ac:spMk id="27" creationId="{693267A5-E70A-9E03-F480-F502EDAA478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0"/>
          <ac:spMkLst>
            <pc:docMk/>
            <pc:sldMk cId="3912467275" sldId="351"/>
            <ac:spMk id="29" creationId="{B16357F3-BDB9-962E-C154-C57318FAB95D}"/>
          </ac:spMkLst>
        </pc:spChg>
      </pc:sldChg>
    </pc:docChg>
  </pc:docChgLst>
  <pc:docChgLst>
    <pc:chgData name="Somak Das" userId="S::sdas@floridapoly.edu::98cebb13-2fc4-4808-95b9-daeb7e6acc01" providerId="AD" clId="Web-{723B2DC0-4C58-3AA1-BBA3-0D1408E5C1B9}"/>
    <pc:docChg chg="addSld modSld modSection">
      <pc:chgData name="Somak Das" userId="S::sdas@floridapoly.edu::98cebb13-2fc4-4808-95b9-daeb7e6acc01" providerId="AD" clId="Web-{723B2DC0-4C58-3AA1-BBA3-0D1408E5C1B9}" dt="2024-09-08T19:21:14.366" v="486" actId="20577"/>
      <pc:docMkLst>
        <pc:docMk/>
      </pc:docMkLst>
      <pc:sldChg chg="modSp">
        <pc:chgData name="Somak Das" userId="S::sdas@floridapoly.edu::98cebb13-2fc4-4808-95b9-daeb7e6acc01" providerId="AD" clId="Web-{723B2DC0-4C58-3AA1-BBA3-0D1408E5C1B9}" dt="2024-09-08T17:01:30.683" v="272" actId="14100"/>
        <pc:sldMkLst>
          <pc:docMk/>
          <pc:sldMk cId="972232934" sldId="382"/>
        </pc:sldMkLst>
        <pc:spChg chg="mod">
          <ac:chgData name="Somak Das" userId="S::sdas@floridapoly.edu::98cebb13-2fc4-4808-95b9-daeb7e6acc01" providerId="AD" clId="Web-{723B2DC0-4C58-3AA1-BBA3-0D1408E5C1B9}" dt="2024-09-08T16:53:26.805" v="142"/>
          <ac:spMkLst>
            <pc:docMk/>
            <pc:sldMk cId="972232934" sldId="382"/>
            <ac:spMk id="2" creationId="{9D65377D-0627-5E4F-23FC-0C582A0756F7}"/>
          </ac:spMkLst>
        </pc:spChg>
        <pc:spChg chg="mod">
          <ac:chgData name="Somak Das" userId="S::sdas@floridapoly.edu::98cebb13-2fc4-4808-95b9-daeb7e6acc01" providerId="AD" clId="Web-{723B2DC0-4C58-3AA1-BBA3-0D1408E5C1B9}" dt="2024-09-08T17:01:30.683" v="272" actId="14100"/>
          <ac:spMkLst>
            <pc:docMk/>
            <pc:sldMk cId="972232934" sldId="382"/>
            <ac:spMk id="3" creationId="{6AAA1F16-4B2D-7301-A21D-817B86B4F9B7}"/>
          </ac:spMkLst>
        </pc:spChg>
      </pc:sldChg>
      <pc:sldChg chg="modSp new">
        <pc:chgData name="Somak Das" userId="S::sdas@floridapoly.edu::98cebb13-2fc4-4808-95b9-daeb7e6acc01" providerId="AD" clId="Web-{723B2DC0-4C58-3AA1-BBA3-0D1408E5C1B9}" dt="2024-09-08T16:43:47.564" v="91" actId="20577"/>
        <pc:sldMkLst>
          <pc:docMk/>
          <pc:sldMk cId="1239328101" sldId="385"/>
        </pc:sldMkLst>
        <pc:spChg chg="mod">
          <ac:chgData name="Somak Das" userId="S::sdas@floridapoly.edu::98cebb13-2fc4-4808-95b9-daeb7e6acc01" providerId="AD" clId="Web-{723B2DC0-4C58-3AA1-BBA3-0D1408E5C1B9}" dt="2024-09-08T15:23:20.348" v="25" actId="20577"/>
          <ac:spMkLst>
            <pc:docMk/>
            <pc:sldMk cId="1239328101" sldId="385"/>
            <ac:spMk id="2" creationId="{3B91B57B-8970-8AB6-24F9-F45F5D7A03E0}"/>
          </ac:spMkLst>
        </pc:spChg>
        <pc:spChg chg="mod">
          <ac:chgData name="Somak Das" userId="S::sdas@floridapoly.edu::98cebb13-2fc4-4808-95b9-daeb7e6acc01" providerId="AD" clId="Web-{723B2DC0-4C58-3AA1-BBA3-0D1408E5C1B9}" dt="2024-09-08T16:43:47.564" v="91" actId="20577"/>
          <ac:spMkLst>
            <pc:docMk/>
            <pc:sldMk cId="1239328101" sldId="385"/>
            <ac:spMk id="3" creationId="{EEFB9D44-5BBD-325D-B517-3779B3198ED1}"/>
          </ac:spMkLst>
        </pc:spChg>
      </pc:sldChg>
      <pc:sldChg chg="addSp delSp modSp new">
        <pc:chgData name="Somak Das" userId="S::sdas@floridapoly.edu::98cebb13-2fc4-4808-95b9-daeb7e6acc01" providerId="AD" clId="Web-{723B2DC0-4C58-3AA1-BBA3-0D1408E5C1B9}" dt="2024-09-08T16:51:47.567" v="102" actId="1076"/>
        <pc:sldMkLst>
          <pc:docMk/>
          <pc:sldMk cId="3620552513" sldId="386"/>
        </pc:sldMkLst>
        <pc:spChg chg="mod">
          <ac:chgData name="Somak Das" userId="S::sdas@floridapoly.edu::98cebb13-2fc4-4808-95b9-daeb7e6acc01" providerId="AD" clId="Web-{723B2DC0-4C58-3AA1-BBA3-0D1408E5C1B9}" dt="2024-09-08T16:51:01.127" v="94" actId="20577"/>
          <ac:spMkLst>
            <pc:docMk/>
            <pc:sldMk cId="3620552513" sldId="386"/>
            <ac:spMk id="2" creationId="{E667F6E0-DA65-A9A2-F169-0D6D8C801254}"/>
          </ac:spMkLst>
        </pc:spChg>
        <pc:spChg chg="del">
          <ac:chgData name="Somak Das" userId="S::sdas@floridapoly.edu::98cebb13-2fc4-4808-95b9-daeb7e6acc01" providerId="AD" clId="Web-{723B2DC0-4C58-3AA1-BBA3-0D1408E5C1B9}" dt="2024-09-08T16:51:14.456" v="95"/>
          <ac:spMkLst>
            <pc:docMk/>
            <pc:sldMk cId="3620552513" sldId="386"/>
            <ac:spMk id="3" creationId="{8D25F222-395B-92F4-3836-3FD977E52000}"/>
          </ac:spMkLst>
        </pc:spChg>
        <pc:picChg chg="add mod ord">
          <ac:chgData name="Somak Das" userId="S::sdas@floridapoly.edu::98cebb13-2fc4-4808-95b9-daeb7e6acc01" providerId="AD" clId="Web-{723B2DC0-4C58-3AA1-BBA3-0D1408E5C1B9}" dt="2024-09-08T16:51:47.567" v="102" actId="1076"/>
          <ac:picMkLst>
            <pc:docMk/>
            <pc:sldMk cId="3620552513" sldId="386"/>
            <ac:picMk id="4" creationId="{3D6E9A66-FE87-DB1D-7AFA-41280C0A5540}"/>
          </ac:picMkLst>
        </pc:picChg>
      </pc:sldChg>
      <pc:sldChg chg="addSp delSp modSp new mod setBg">
        <pc:chgData name="Somak Das" userId="S::sdas@floridapoly.edu::98cebb13-2fc4-4808-95b9-daeb7e6acc01" providerId="AD" clId="Web-{723B2DC0-4C58-3AA1-BBA3-0D1408E5C1B9}" dt="2024-09-08T19:02:13.398" v="350" actId="20577"/>
        <pc:sldMkLst>
          <pc:docMk/>
          <pc:sldMk cId="3543628250" sldId="387"/>
        </pc:sldMkLst>
        <pc:spChg chg="mod">
          <ac:chgData name="Somak Das" userId="S::sdas@floridapoly.edu::98cebb13-2fc4-4808-95b9-daeb7e6acc01" providerId="AD" clId="Web-{723B2DC0-4C58-3AA1-BBA3-0D1408E5C1B9}" dt="2024-09-08T19:02:13.398" v="350" actId="20577"/>
          <ac:spMkLst>
            <pc:docMk/>
            <pc:sldMk cId="3543628250" sldId="387"/>
            <ac:spMk id="2" creationId="{D2502B2C-395C-3DDB-0C81-CF9CBD0DB3AD}"/>
          </ac:spMkLst>
        </pc:spChg>
        <pc:spChg chg="del">
          <ac:chgData name="Somak Das" userId="S::sdas@floridapoly.edu::98cebb13-2fc4-4808-95b9-daeb7e6acc01" providerId="AD" clId="Web-{723B2DC0-4C58-3AA1-BBA3-0D1408E5C1B9}" dt="2024-09-08T18:57:34.344" v="276"/>
          <ac:spMkLst>
            <pc:docMk/>
            <pc:sldMk cId="3543628250" sldId="387"/>
            <ac:spMk id="3" creationId="{870F7733-BA8A-EDBF-81DB-205946B67FB0}"/>
          </ac:spMkLst>
        </pc:spChg>
        <pc:spChg chg="add mod">
          <ac:chgData name="Somak Das" userId="S::sdas@floridapoly.edu::98cebb13-2fc4-4808-95b9-daeb7e6acc01" providerId="AD" clId="Web-{723B2DC0-4C58-3AA1-BBA3-0D1408E5C1B9}" dt="2024-09-08T19:02:05.773" v="348" actId="1076"/>
          <ac:spMkLst>
            <pc:docMk/>
            <pc:sldMk cId="3543628250" sldId="387"/>
            <ac:spMk id="6" creationId="{5B41918D-7D74-04BE-448C-ED1197A5BE11}"/>
          </ac:spMkLst>
        </pc:spChg>
        <pc:spChg chg="add mod">
          <ac:chgData name="Somak Das" userId="S::sdas@floridapoly.edu::98cebb13-2fc4-4808-95b9-daeb7e6acc01" providerId="AD" clId="Web-{723B2DC0-4C58-3AA1-BBA3-0D1408E5C1B9}" dt="2024-09-08T19:01:19.038" v="347" actId="14100"/>
          <ac:spMkLst>
            <pc:docMk/>
            <pc:sldMk cId="3543628250" sldId="387"/>
            <ac:spMk id="7" creationId="{5A070A09-CD2B-80FF-8DBC-3D224DE3D2D4}"/>
          </ac:spMkLst>
        </pc:spChg>
        <pc:spChg chg="add del">
          <ac:chgData name="Somak Das" userId="S::sdas@floridapoly.edu::98cebb13-2fc4-4808-95b9-daeb7e6acc01" providerId="AD" clId="Web-{723B2DC0-4C58-3AA1-BBA3-0D1408E5C1B9}" dt="2024-09-08T18:58:15.017" v="281"/>
          <ac:spMkLst>
            <pc:docMk/>
            <pc:sldMk cId="3543628250" sldId="387"/>
            <ac:spMk id="9" creationId="{DA445CAF-4C59-2393-9A9A-31C7B64DBA19}"/>
          </ac:spMkLst>
        </pc:spChg>
        <pc:spChg chg="add del">
          <ac:chgData name="Somak Das" userId="S::sdas@floridapoly.edu::98cebb13-2fc4-4808-95b9-daeb7e6acc01" providerId="AD" clId="Web-{723B2DC0-4C58-3AA1-BBA3-0D1408E5C1B9}" dt="2024-09-08T18:58:36.330" v="282"/>
          <ac:spMkLst>
            <pc:docMk/>
            <pc:sldMk cId="3543628250" sldId="387"/>
            <ac:spMk id="12" creationId="{61293230-B0F6-45B1-96D1-13D18E242995}"/>
          </ac:spMkLst>
        </pc:spChg>
        <pc:spChg chg="add del">
          <ac:chgData name="Somak Das" userId="S::sdas@floridapoly.edu::98cebb13-2fc4-4808-95b9-daeb7e6acc01" providerId="AD" clId="Web-{723B2DC0-4C58-3AA1-BBA3-0D1408E5C1B9}" dt="2024-09-08T18:58:36.330" v="282"/>
          <ac:spMkLst>
            <pc:docMk/>
            <pc:sldMk cId="3543628250" sldId="387"/>
            <ac:spMk id="14" creationId="{0A1E0707-4985-454B-ACE0-4855BB55875E}"/>
          </ac:spMkLst>
        </pc:spChg>
        <pc:spChg chg="add">
          <ac:chgData name="Somak Das" userId="S::sdas@floridapoly.edu::98cebb13-2fc4-4808-95b9-daeb7e6acc01" providerId="AD" clId="Web-{723B2DC0-4C58-3AA1-BBA3-0D1408E5C1B9}" dt="2024-09-08T18:58:36.330" v="282"/>
          <ac:spMkLst>
            <pc:docMk/>
            <pc:sldMk cId="3543628250" sldId="387"/>
            <ac:spMk id="19" creationId="{78BA5F19-D5E1-4ECC-BEC2-DF7AEDFD7C50}"/>
          </ac:spMkLst>
        </pc:spChg>
        <pc:spChg chg="add">
          <ac:chgData name="Somak Das" userId="S::sdas@floridapoly.edu::98cebb13-2fc4-4808-95b9-daeb7e6acc01" providerId="AD" clId="Web-{723B2DC0-4C58-3AA1-BBA3-0D1408E5C1B9}" dt="2024-09-08T18:58:36.330" v="282"/>
          <ac:spMkLst>
            <pc:docMk/>
            <pc:sldMk cId="3543628250" sldId="387"/>
            <ac:spMk id="21" creationId="{50CC88A9-A661-4C48-866E-8734E51140B1}"/>
          </ac:spMkLst>
        </pc:spChg>
        <pc:spChg chg="add">
          <ac:chgData name="Somak Das" userId="S::sdas@floridapoly.edu::98cebb13-2fc4-4808-95b9-daeb7e6acc01" providerId="AD" clId="Web-{723B2DC0-4C58-3AA1-BBA3-0D1408E5C1B9}" dt="2024-09-08T18:58:36.330" v="282"/>
          <ac:spMkLst>
            <pc:docMk/>
            <pc:sldMk cId="3543628250" sldId="387"/>
            <ac:spMk id="23" creationId="{CFDF195F-784B-4D00-8C92-6FC1B0499EA1}"/>
          </ac:spMkLst>
        </pc:spChg>
        <pc:picChg chg="add mod ord">
          <ac:chgData name="Somak Das" userId="S::sdas@floridapoly.edu::98cebb13-2fc4-4808-95b9-daeb7e6acc01" providerId="AD" clId="Web-{723B2DC0-4C58-3AA1-BBA3-0D1408E5C1B9}" dt="2024-09-08T18:59:25.472" v="291" actId="1076"/>
          <ac:picMkLst>
            <pc:docMk/>
            <pc:sldMk cId="3543628250" sldId="387"/>
            <ac:picMk id="4" creationId="{297CE05E-68F3-DF70-654E-BE1B2785E894}"/>
          </ac:picMkLst>
        </pc:picChg>
        <pc:picChg chg="add mod">
          <ac:chgData name="Somak Das" userId="S::sdas@floridapoly.edu::98cebb13-2fc4-4808-95b9-daeb7e6acc01" providerId="AD" clId="Web-{723B2DC0-4C58-3AA1-BBA3-0D1408E5C1B9}" dt="2024-09-08T19:00:21.614" v="307" actId="1076"/>
          <ac:picMkLst>
            <pc:docMk/>
            <pc:sldMk cId="3543628250" sldId="387"/>
            <ac:picMk id="5" creationId="{BDED289C-4611-5F09-05D0-546A396A23CB}"/>
          </ac:picMkLst>
        </pc:picChg>
      </pc:sldChg>
      <pc:sldChg chg="modSp new">
        <pc:chgData name="Somak Das" userId="S::sdas@floridapoly.edu::98cebb13-2fc4-4808-95b9-daeb7e6acc01" providerId="AD" clId="Web-{723B2DC0-4C58-3AA1-BBA3-0D1408E5C1B9}" dt="2024-09-08T19:21:14.366" v="486" actId="20577"/>
        <pc:sldMkLst>
          <pc:docMk/>
          <pc:sldMk cId="2778482582" sldId="388"/>
        </pc:sldMkLst>
        <pc:spChg chg="mod">
          <ac:chgData name="Somak Das" userId="S::sdas@floridapoly.edu::98cebb13-2fc4-4808-95b9-daeb7e6acc01" providerId="AD" clId="Web-{723B2DC0-4C58-3AA1-BBA3-0D1408E5C1B9}" dt="2024-09-08T19:05:34.341" v="363" actId="20577"/>
          <ac:spMkLst>
            <pc:docMk/>
            <pc:sldMk cId="2778482582" sldId="388"/>
            <ac:spMk id="2" creationId="{614E7801-41E8-72AF-B984-AA5EDF179241}"/>
          </ac:spMkLst>
        </pc:spChg>
        <pc:spChg chg="mod">
          <ac:chgData name="Somak Das" userId="S::sdas@floridapoly.edu::98cebb13-2fc4-4808-95b9-daeb7e6acc01" providerId="AD" clId="Web-{723B2DC0-4C58-3AA1-BBA3-0D1408E5C1B9}" dt="2024-09-08T19:21:14.366" v="486" actId="20577"/>
          <ac:spMkLst>
            <pc:docMk/>
            <pc:sldMk cId="2778482582" sldId="388"/>
            <ac:spMk id="3" creationId="{D48FB838-1476-F935-3521-5FE90013F685}"/>
          </ac:spMkLst>
        </pc:spChg>
      </pc:sldChg>
      <pc:sldChg chg="addSp modSp add replId">
        <pc:chgData name="Somak Das" userId="S::sdas@floridapoly.edu::98cebb13-2fc4-4808-95b9-daeb7e6acc01" providerId="AD" clId="Web-{723B2DC0-4C58-3AA1-BBA3-0D1408E5C1B9}" dt="2024-09-08T19:19:41.050" v="459" actId="14100"/>
        <pc:sldMkLst>
          <pc:docMk/>
          <pc:sldMk cId="595883669" sldId="389"/>
        </pc:sldMkLst>
        <pc:spChg chg="mod">
          <ac:chgData name="Somak Das" userId="S::sdas@floridapoly.edu::98cebb13-2fc4-4808-95b9-daeb7e6acc01" providerId="AD" clId="Web-{723B2DC0-4C58-3AA1-BBA3-0D1408E5C1B9}" dt="2024-09-08T19:16:09.388" v="405" actId="20577"/>
          <ac:spMkLst>
            <pc:docMk/>
            <pc:sldMk cId="595883669" sldId="389"/>
            <ac:spMk id="2" creationId="{614E7801-41E8-72AF-B984-AA5EDF179241}"/>
          </ac:spMkLst>
        </pc:spChg>
        <pc:spChg chg="mod">
          <ac:chgData name="Somak Das" userId="S::sdas@floridapoly.edu::98cebb13-2fc4-4808-95b9-daeb7e6acc01" providerId="AD" clId="Web-{723B2DC0-4C58-3AA1-BBA3-0D1408E5C1B9}" dt="2024-09-08T19:19:41.050" v="459" actId="14100"/>
          <ac:spMkLst>
            <pc:docMk/>
            <pc:sldMk cId="595883669" sldId="389"/>
            <ac:spMk id="3" creationId="{D48FB838-1476-F935-3521-5FE90013F685}"/>
          </ac:spMkLst>
        </pc:spChg>
        <pc:spChg chg="add mod">
          <ac:chgData name="Somak Das" userId="S::sdas@floridapoly.edu::98cebb13-2fc4-4808-95b9-daeb7e6acc01" providerId="AD" clId="Web-{723B2DC0-4C58-3AA1-BBA3-0D1408E5C1B9}" dt="2024-09-08T19:17:47.156" v="427" actId="1076"/>
          <ac:spMkLst>
            <pc:docMk/>
            <pc:sldMk cId="595883669" sldId="389"/>
            <ac:spMk id="4" creationId="{A1B34B63-5D47-7377-FABC-F09C82B964F5}"/>
          </ac:spMkLst>
        </pc:spChg>
        <pc:spChg chg="add mod">
          <ac:chgData name="Somak Das" userId="S::sdas@floridapoly.edu::98cebb13-2fc4-4808-95b9-daeb7e6acc01" providerId="AD" clId="Web-{723B2DC0-4C58-3AA1-BBA3-0D1408E5C1B9}" dt="2024-09-08T19:19:35.472" v="458" actId="1076"/>
          <ac:spMkLst>
            <pc:docMk/>
            <pc:sldMk cId="595883669" sldId="389"/>
            <ac:spMk id="5" creationId="{35E7F9FF-6ED1-088A-82C8-7D5BC13D6485}"/>
          </ac:spMkLst>
        </pc:spChg>
      </pc:sldChg>
    </pc:docChg>
  </pc:docChgLst>
  <pc:docChgLst>
    <pc:chgData name="Edwar Romero-Ramirez" userId="92bc0edd-ad5d-44a7-8ba7-72607029cc7a" providerId="ADAL" clId="{2775DB41-4F27-43BB-B6B4-1F63C41083B6}"/>
    <pc:docChg chg="undo redo custSel addSld delSld modSld sldOrd modSection">
      <pc:chgData name="Edwar Romero-Ramirez" userId="92bc0edd-ad5d-44a7-8ba7-72607029cc7a" providerId="ADAL" clId="{2775DB41-4F27-43BB-B6B4-1F63C41083B6}" dt="2024-06-26T04:12:02.075" v="6387" actId="20577"/>
      <pc:docMkLst>
        <pc:docMk/>
      </pc:docMkLst>
      <pc:sldChg chg="modSp mod">
        <pc:chgData name="Edwar Romero-Ramirez" userId="92bc0edd-ad5d-44a7-8ba7-72607029cc7a" providerId="ADAL" clId="{2775DB41-4F27-43BB-B6B4-1F63C41083B6}" dt="2024-05-29T03:27:06.023" v="30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775DB41-4F27-43BB-B6B4-1F63C41083B6}" dt="2024-05-29T03:27:06.023" v="30" actId="20577"/>
          <ac:spMkLst>
            <pc:docMk/>
            <pc:sldMk cId="783844113" sldId="256"/>
            <ac:spMk id="5" creationId="{B0656759-C71E-DE55-C394-61B9D6321BE3}"/>
          </ac:spMkLst>
        </pc:spChg>
      </pc:sldChg>
      <pc:sldChg chg="ord">
        <pc:chgData name="Edwar Romero-Ramirez" userId="92bc0edd-ad5d-44a7-8ba7-72607029cc7a" providerId="ADAL" clId="{2775DB41-4F27-43BB-B6B4-1F63C41083B6}" dt="2024-05-29T03:32:53.137" v="275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2775DB41-4F27-43BB-B6B4-1F63C41083B6}" dt="2024-05-29T03:27:22.503" v="31" actId="47"/>
        <pc:sldMkLst>
          <pc:docMk/>
          <pc:sldMk cId="893734018" sldId="302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311734519" sldId="303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3178101268" sldId="304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359739653" sldId="305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688011144" sldId="306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027998869" sldId="30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26785550" sldId="30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29763657" sldId="30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909868442" sldId="31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43490183" sldId="312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704521440" sldId="31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01145047" sldId="314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119651077" sldId="315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417374558" sldId="316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276884151" sldId="31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2256204" sldId="31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2730536104" sldId="31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59119917" sldId="32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695126728" sldId="321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258505263" sldId="32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163056545" sldId="324"/>
        </pc:sldMkLst>
      </pc:sldChg>
      <pc:sldChg chg="del">
        <pc:chgData name="Edwar Romero-Ramirez" userId="92bc0edd-ad5d-44a7-8ba7-72607029cc7a" providerId="ADAL" clId="{2775DB41-4F27-43BB-B6B4-1F63C41083B6}" dt="2024-05-29T03:32:45.114" v="270" actId="47"/>
        <pc:sldMkLst>
          <pc:docMk/>
          <pc:sldMk cId="443300659" sldId="325"/>
        </pc:sldMkLst>
      </pc:sldChg>
      <pc:sldChg chg="del">
        <pc:chgData name="Edwar Romero-Ramirez" userId="92bc0edd-ad5d-44a7-8ba7-72607029cc7a" providerId="ADAL" clId="{2775DB41-4F27-43BB-B6B4-1F63C41083B6}" dt="2024-05-29T03:32:43.961" v="269" actId="47"/>
        <pc:sldMkLst>
          <pc:docMk/>
          <pc:sldMk cId="408905727" sldId="326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955294139" sldId="327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461250106" sldId="328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028613903" sldId="329"/>
        </pc:sldMkLst>
      </pc:sldChg>
      <pc:sldChg chg="modSp mod ord">
        <pc:chgData name="Edwar Romero-Ramirez" userId="92bc0edd-ad5d-44a7-8ba7-72607029cc7a" providerId="ADAL" clId="{2775DB41-4F27-43BB-B6B4-1F63C41083B6}" dt="2024-05-29T03:32:25.167" v="268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2775DB41-4F27-43BB-B6B4-1F63C41083B6}" dt="2024-05-29T03:27:48.072" v="38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2775DB41-4F27-43BB-B6B4-1F63C41083B6}" dt="2024-05-29T03:32:25.167" v="268" actId="20577"/>
          <ac:spMkLst>
            <pc:docMk/>
            <pc:sldMk cId="4139804777" sldId="330"/>
            <ac:spMk id="3" creationId="{799B180D-4364-B046-CF85-E1C85B403559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1819350113" sldId="331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18097273" sldId="332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4059932912" sldId="334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969187543" sldId="335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105858451" sldId="336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503190378" sldId="337"/>
        </pc:sldMkLst>
      </pc:sldChg>
      <pc:sldChg chg="del">
        <pc:chgData name="Edwar Romero-Ramirez" userId="92bc0edd-ad5d-44a7-8ba7-72607029cc7a" providerId="ADAL" clId="{2775DB41-4F27-43BB-B6B4-1F63C41083B6}" dt="2024-05-29T03:33:07.874" v="281" actId="47"/>
        <pc:sldMkLst>
          <pc:docMk/>
          <pc:sldMk cId="2879802739" sldId="338"/>
        </pc:sldMkLst>
      </pc:sldChg>
      <pc:sldChg chg="del">
        <pc:chgData name="Edwar Romero-Ramirez" userId="92bc0edd-ad5d-44a7-8ba7-72607029cc7a" providerId="ADAL" clId="{2775DB41-4F27-43BB-B6B4-1F63C41083B6}" dt="2024-05-29T03:28:06.969" v="41" actId="47"/>
        <pc:sldMkLst>
          <pc:docMk/>
          <pc:sldMk cId="3524815049" sldId="340"/>
        </pc:sldMkLst>
      </pc:sldChg>
      <pc:sldChg chg="modSp del mod">
        <pc:chgData name="Edwar Romero-Ramirez" userId="92bc0edd-ad5d-44a7-8ba7-72607029cc7a" providerId="ADAL" clId="{2775DB41-4F27-43BB-B6B4-1F63C41083B6}" dt="2024-05-29T03:29:01.451" v="61" actId="47"/>
        <pc:sldMkLst>
          <pc:docMk/>
          <pc:sldMk cId="212164913" sldId="341"/>
        </pc:sldMkLst>
        <pc:spChg chg="mod">
          <ac:chgData name="Edwar Romero-Ramirez" userId="92bc0edd-ad5d-44a7-8ba7-72607029cc7a" providerId="ADAL" clId="{2775DB41-4F27-43BB-B6B4-1F63C41083B6}" dt="2024-05-29T03:27:34.348" v="35" actId="20577"/>
          <ac:spMkLst>
            <pc:docMk/>
            <pc:sldMk cId="212164913" sldId="341"/>
            <ac:spMk id="2" creationId="{8183A03B-4721-8219-C04F-4803E1D706FF}"/>
          </ac:spMkLst>
        </pc:spChg>
      </pc:sldChg>
      <pc:sldChg chg="addSp modSp mod modNotesTx">
        <pc:chgData name="Edwar Romero-Ramirez" userId="92bc0edd-ad5d-44a7-8ba7-72607029cc7a" providerId="ADAL" clId="{2775DB41-4F27-43BB-B6B4-1F63C41083B6}" dt="2024-05-29T04:27:27.037" v="1390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2775DB41-4F27-43BB-B6B4-1F63C41083B6}" dt="2024-05-29T03:44:10.083" v="6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5-29T03:55:56.773" v="720" actId="14100"/>
          <ac:spMkLst>
            <pc:docMk/>
            <pc:sldMk cId="2289991728" sldId="342"/>
            <ac:spMk id="3" creationId="{78D6B0DC-8DDB-A7DA-E1AC-AD2D78ED7DCB}"/>
          </ac:spMkLst>
        </pc:spChg>
        <pc:spChg chg="add mod">
          <ac:chgData name="Edwar Romero-Ramirez" userId="92bc0edd-ad5d-44a7-8ba7-72607029cc7a" providerId="ADAL" clId="{2775DB41-4F27-43BB-B6B4-1F63C41083B6}" dt="2024-05-29T04:20:58.508" v="883" actId="20577"/>
          <ac:spMkLst>
            <pc:docMk/>
            <pc:sldMk cId="2289991728" sldId="342"/>
            <ac:spMk id="5" creationId="{B96204FE-9C6F-5343-F85F-65A423684DD6}"/>
          </ac:spMkLst>
        </pc:spChg>
        <pc:spChg chg="add mod">
          <ac:chgData name="Edwar Romero-Ramirez" userId="92bc0edd-ad5d-44a7-8ba7-72607029cc7a" providerId="ADAL" clId="{2775DB41-4F27-43BB-B6B4-1F63C41083B6}" dt="2024-05-29T04:20:12.087" v="869" actId="1035"/>
          <ac:spMkLst>
            <pc:docMk/>
            <pc:sldMk cId="2289991728" sldId="342"/>
            <ac:spMk id="6" creationId="{59F31D2D-1E0A-2AD5-0E1B-6A9A84FE5678}"/>
          </ac:spMkLst>
        </pc:spChg>
        <pc:spChg chg="add mod">
          <ac:chgData name="Edwar Romero-Ramirez" userId="92bc0edd-ad5d-44a7-8ba7-72607029cc7a" providerId="ADAL" clId="{2775DB41-4F27-43BB-B6B4-1F63C41083B6}" dt="2024-05-29T04:22:08.599" v="888" actId="17032"/>
          <ac:spMkLst>
            <pc:docMk/>
            <pc:sldMk cId="2289991728" sldId="342"/>
            <ac:spMk id="7" creationId="{1BB92166-AF64-9330-499B-3DD3A9FEB2D6}"/>
          </ac:spMkLst>
        </pc:spChg>
        <pc:spChg chg="add mod">
          <ac:chgData name="Edwar Romero-Ramirez" userId="92bc0edd-ad5d-44a7-8ba7-72607029cc7a" providerId="ADAL" clId="{2775DB41-4F27-43BB-B6B4-1F63C41083B6}" dt="2024-05-29T04:22:16.440" v="893" actId="1038"/>
          <ac:spMkLst>
            <pc:docMk/>
            <pc:sldMk cId="2289991728" sldId="342"/>
            <ac:spMk id="8" creationId="{FD368431-689F-C080-9710-D6A633581BEA}"/>
          </ac:spMkLst>
        </pc:spChg>
        <pc:spChg chg="add mod">
          <ac:chgData name="Edwar Romero-Ramirez" userId="92bc0edd-ad5d-44a7-8ba7-72607029cc7a" providerId="ADAL" clId="{2775DB41-4F27-43BB-B6B4-1F63C41083B6}" dt="2024-05-29T04:22:29.151" v="902" actId="1037"/>
          <ac:spMkLst>
            <pc:docMk/>
            <pc:sldMk cId="2289991728" sldId="342"/>
            <ac:spMk id="9" creationId="{4F1F5C71-9BD7-4BE7-2E98-F91032FE3F53}"/>
          </ac:spMkLst>
        </pc:spChg>
        <pc:spChg chg="add mod">
          <ac:chgData name="Edwar Romero-Ramirez" userId="92bc0edd-ad5d-44a7-8ba7-72607029cc7a" providerId="ADAL" clId="{2775DB41-4F27-43BB-B6B4-1F63C41083B6}" dt="2024-05-29T04:22:36.463" v="906" actId="1037"/>
          <ac:spMkLst>
            <pc:docMk/>
            <pc:sldMk cId="2289991728" sldId="342"/>
            <ac:spMk id="10" creationId="{A707EC8C-E26B-DF9F-5CB5-FD4D70A6A1BA}"/>
          </ac:spMkLst>
        </pc:spChg>
        <pc:spChg chg="add mod">
          <ac:chgData name="Edwar Romero-Ramirez" userId="92bc0edd-ad5d-44a7-8ba7-72607029cc7a" providerId="ADAL" clId="{2775DB41-4F27-43BB-B6B4-1F63C41083B6}" dt="2024-05-29T04:24:08.295" v="1059" actId="17032"/>
          <ac:spMkLst>
            <pc:docMk/>
            <pc:sldMk cId="2289991728" sldId="342"/>
            <ac:spMk id="11" creationId="{D0658B09-856C-5FEC-DDA6-FF4A45529DE8}"/>
          </ac:spMkLst>
        </pc:spChg>
        <pc:spChg chg="add mod">
          <ac:chgData name="Edwar Romero-Ramirez" userId="92bc0edd-ad5d-44a7-8ba7-72607029cc7a" providerId="ADAL" clId="{2775DB41-4F27-43BB-B6B4-1F63C41083B6}" dt="2024-05-29T04:24:15.886" v="1063" actId="1038"/>
          <ac:spMkLst>
            <pc:docMk/>
            <pc:sldMk cId="2289991728" sldId="342"/>
            <ac:spMk id="12" creationId="{8CE11F0D-E556-2600-F436-C4BA1A646F49}"/>
          </ac:spMkLst>
        </pc:spChg>
        <pc:spChg chg="add mod">
          <ac:chgData name="Edwar Romero-Ramirez" userId="92bc0edd-ad5d-44a7-8ba7-72607029cc7a" providerId="ADAL" clId="{2775DB41-4F27-43BB-B6B4-1F63C41083B6}" dt="2024-05-29T04:24:23.873" v="1066" actId="1035"/>
          <ac:spMkLst>
            <pc:docMk/>
            <pc:sldMk cId="2289991728" sldId="342"/>
            <ac:spMk id="13" creationId="{89AF9DC8-0C83-B1FE-F703-C0D1C9E57227}"/>
          </ac:spMkLst>
        </pc:spChg>
        <pc:spChg chg="add mod">
          <ac:chgData name="Edwar Romero-Ramirez" userId="92bc0edd-ad5d-44a7-8ba7-72607029cc7a" providerId="ADAL" clId="{2775DB41-4F27-43BB-B6B4-1F63C41083B6}" dt="2024-05-29T04:24:31.659" v="1073" actId="1038"/>
          <ac:spMkLst>
            <pc:docMk/>
            <pc:sldMk cId="2289991728" sldId="342"/>
            <ac:spMk id="14" creationId="{10B8CD3B-DEEE-32C2-2F5F-F40583F76484}"/>
          </ac:spMkLst>
        </pc:spChg>
        <pc:spChg chg="add mod">
          <ac:chgData name="Edwar Romero-Ramirez" userId="92bc0edd-ad5d-44a7-8ba7-72607029cc7a" providerId="ADAL" clId="{2775DB41-4F27-43BB-B6B4-1F63C41083B6}" dt="2024-05-29T04:24:37.688" v="1079" actId="1036"/>
          <ac:spMkLst>
            <pc:docMk/>
            <pc:sldMk cId="2289991728" sldId="342"/>
            <ac:spMk id="15" creationId="{9E945400-C1D8-DD2A-0700-686F4F50E1E0}"/>
          </ac:spMkLst>
        </pc:spChg>
        <pc:spChg chg="add mod">
          <ac:chgData name="Edwar Romero-Ramirez" userId="92bc0edd-ad5d-44a7-8ba7-72607029cc7a" providerId="ADAL" clId="{2775DB41-4F27-43BB-B6B4-1F63C41083B6}" dt="2024-05-29T04:24:44.435" v="1083" actId="1037"/>
          <ac:spMkLst>
            <pc:docMk/>
            <pc:sldMk cId="2289991728" sldId="342"/>
            <ac:spMk id="16" creationId="{28E29AED-0E93-7FEC-D7B5-0CE8DB131A0E}"/>
          </ac:spMkLst>
        </pc:spChg>
        <pc:spChg chg="add mod">
          <ac:chgData name="Edwar Romero-Ramirez" userId="92bc0edd-ad5d-44a7-8ba7-72607029cc7a" providerId="ADAL" clId="{2775DB41-4F27-43BB-B6B4-1F63C41083B6}" dt="2024-05-29T04:24:50.851" v="1091" actId="1036"/>
          <ac:spMkLst>
            <pc:docMk/>
            <pc:sldMk cId="2289991728" sldId="342"/>
            <ac:spMk id="17" creationId="{94D70FB3-6C0B-849B-A27C-8F1142A02E7C}"/>
          </ac:spMkLst>
        </pc:spChg>
        <pc:spChg chg="add mod">
          <ac:chgData name="Edwar Romero-Ramirez" userId="92bc0edd-ad5d-44a7-8ba7-72607029cc7a" providerId="ADAL" clId="{2775DB41-4F27-43BB-B6B4-1F63C41083B6}" dt="2024-05-29T04:24:59.175" v="1097" actId="1038"/>
          <ac:spMkLst>
            <pc:docMk/>
            <pc:sldMk cId="2289991728" sldId="342"/>
            <ac:spMk id="18" creationId="{C2D16203-EE7A-880C-03DD-780AA06BBE85}"/>
          </ac:spMkLst>
        </pc:spChg>
        <pc:picChg chg="add mod">
          <ac:chgData name="Edwar Romero-Ramirez" userId="92bc0edd-ad5d-44a7-8ba7-72607029cc7a" providerId="ADAL" clId="{2775DB41-4F27-43BB-B6B4-1F63C41083B6}" dt="2024-05-29T04:20:12.087" v="869" actId="1035"/>
          <ac:picMkLst>
            <pc:docMk/>
            <pc:sldMk cId="2289991728" sldId="342"/>
            <ac:picMk id="2050" creationId="{F0000F2B-3F9A-7DCF-159C-00F49788EE61}"/>
          </ac:picMkLst>
        </pc:pic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940990303" sldId="343"/>
        </pc:sldMkLst>
      </pc:sldChg>
      <pc:sldChg chg="addSp delSp modSp add mod modNotesTx">
        <pc:chgData name="Edwar Romero-Ramirez" userId="92bc0edd-ad5d-44a7-8ba7-72607029cc7a" providerId="ADAL" clId="{2775DB41-4F27-43BB-B6B4-1F63C41083B6}" dt="2024-06-15T03:09:06.209" v="4087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2775DB41-4F27-43BB-B6B4-1F63C41083B6}" dt="2024-05-29T03:44:15.507" v="645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9:06.209" v="4087" actId="20577"/>
          <ac:spMkLst>
            <pc:docMk/>
            <pc:sldMk cId="3665023349" sldId="343"/>
            <ac:spMk id="3" creationId="{78D6B0DC-8DDB-A7DA-E1AC-AD2D78ED7DCB}"/>
          </ac:spMkLst>
        </pc:spChg>
        <pc:spChg chg="add del mod">
          <ac:chgData name="Edwar Romero-Ramirez" userId="92bc0edd-ad5d-44a7-8ba7-72607029cc7a" providerId="ADAL" clId="{2775DB41-4F27-43BB-B6B4-1F63C41083B6}" dt="2024-06-15T02:16:46.927" v="2695" actId="478"/>
          <ac:spMkLst>
            <pc:docMk/>
            <pc:sldMk cId="3665023349" sldId="343"/>
            <ac:spMk id="8" creationId="{629B7065-D9F5-3140-4B22-BD0743AD000C}"/>
          </ac:spMkLst>
        </pc:spChg>
        <pc:spChg chg="add mod">
          <ac:chgData name="Edwar Romero-Ramirez" userId="92bc0edd-ad5d-44a7-8ba7-72607029cc7a" providerId="ADAL" clId="{2775DB41-4F27-43BB-B6B4-1F63C41083B6}" dt="2024-06-15T03:06:26.883" v="3954" actId="6549"/>
          <ac:spMkLst>
            <pc:docMk/>
            <pc:sldMk cId="3665023349" sldId="343"/>
            <ac:spMk id="9" creationId="{5DD5144A-4474-2479-FA5D-0FB5B8C4C171}"/>
          </ac:spMkLst>
        </pc:spChg>
        <pc:spChg chg="add mod">
          <ac:chgData name="Edwar Romero-Ramirez" userId="92bc0edd-ad5d-44a7-8ba7-72607029cc7a" providerId="ADAL" clId="{2775DB41-4F27-43BB-B6B4-1F63C41083B6}" dt="2024-06-15T02:34:12.677" v="3163" actId="1076"/>
          <ac:spMkLst>
            <pc:docMk/>
            <pc:sldMk cId="3665023349" sldId="343"/>
            <ac:spMk id="10" creationId="{0276F1E8-2449-BCC1-6357-841D80B71EA8}"/>
          </ac:spMkLst>
        </pc:spChg>
        <pc:spChg chg="add del mod">
          <ac:chgData name="Edwar Romero-Ramirez" userId="92bc0edd-ad5d-44a7-8ba7-72607029cc7a" providerId="ADAL" clId="{2775DB41-4F27-43BB-B6B4-1F63C41083B6}" dt="2024-06-15T03:01:56.651" v="3693" actId="478"/>
          <ac:spMkLst>
            <pc:docMk/>
            <pc:sldMk cId="3665023349" sldId="343"/>
            <ac:spMk id="15" creationId="{216BFA64-3032-6100-5E2A-946FC81C6E09}"/>
          </ac:spMkLst>
        </pc:spChg>
        <pc:spChg chg="add mod">
          <ac:chgData name="Edwar Romero-Ramirez" userId="92bc0edd-ad5d-44a7-8ba7-72607029cc7a" providerId="ADAL" clId="{2775DB41-4F27-43BB-B6B4-1F63C41083B6}" dt="2024-06-15T02:34:21.564" v="3165" actId="1076"/>
          <ac:spMkLst>
            <pc:docMk/>
            <pc:sldMk cId="3665023349" sldId="343"/>
            <ac:spMk id="17" creationId="{2E4E6A32-1D8A-B594-4757-83C24109F215}"/>
          </ac:spMkLst>
        </pc:spChg>
        <pc:picChg chg="add mod modCrop">
          <ac:chgData name="Edwar Romero-Ramirez" userId="92bc0edd-ad5d-44a7-8ba7-72607029cc7a" providerId="ADAL" clId="{2775DB41-4F27-43BB-B6B4-1F63C41083B6}" dt="2024-06-15T02:34:18.499" v="3164" actId="1076"/>
          <ac:picMkLst>
            <pc:docMk/>
            <pc:sldMk cId="3665023349" sldId="343"/>
            <ac:picMk id="5" creationId="{63AC7670-6DC5-7960-AC16-50AC8F8E2B9B}"/>
          </ac:picMkLst>
        </pc:picChg>
        <pc:picChg chg="add mod modCrop">
          <ac:chgData name="Edwar Romero-Ramirez" userId="92bc0edd-ad5d-44a7-8ba7-72607029cc7a" providerId="ADAL" clId="{2775DB41-4F27-43BB-B6B4-1F63C41083B6}" dt="2024-06-15T02:34:12.677" v="3163" actId="1076"/>
          <ac:picMkLst>
            <pc:docMk/>
            <pc:sldMk cId="3665023349" sldId="343"/>
            <ac:picMk id="6" creationId="{DA05F2B8-F03B-B63B-4AA2-4E906B0FA76F}"/>
          </ac:picMkLst>
        </pc:picChg>
        <pc:picChg chg="add del mod modCrop">
          <ac:chgData name="Edwar Romero-Ramirez" userId="92bc0edd-ad5d-44a7-8ba7-72607029cc7a" providerId="ADAL" clId="{2775DB41-4F27-43BB-B6B4-1F63C41083B6}" dt="2024-06-15T03:01:54.604" v="3692" actId="478"/>
          <ac:picMkLst>
            <pc:docMk/>
            <pc:sldMk cId="3665023349" sldId="343"/>
            <ac:picMk id="12" creationId="{34DABB26-E85B-E3AA-5B48-DA322D7BCAE3}"/>
          </ac:picMkLst>
        </pc:picChg>
        <pc:picChg chg="add del mod modCrop">
          <ac:chgData name="Edwar Romero-Ramirez" userId="92bc0edd-ad5d-44a7-8ba7-72607029cc7a" providerId="ADAL" clId="{2775DB41-4F27-43BB-B6B4-1F63C41083B6}" dt="2024-06-15T03:01:53.332" v="3691" actId="478"/>
          <ac:picMkLst>
            <pc:docMk/>
            <pc:sldMk cId="3665023349" sldId="343"/>
            <ac:picMk id="13" creationId="{5237F4B0-22FF-5564-DA6C-E106786C82A3}"/>
          </ac:picMkLst>
        </pc:picChg>
        <pc:picChg chg="add del mod">
          <ac:chgData name="Edwar Romero-Ramirez" userId="92bc0edd-ad5d-44a7-8ba7-72607029cc7a" providerId="ADAL" clId="{2775DB41-4F27-43BB-B6B4-1F63C41083B6}" dt="2024-06-15T03:05:52.235" v="3942" actId="21"/>
          <ac:picMkLst>
            <pc:docMk/>
            <pc:sldMk cId="3665023349" sldId="343"/>
            <ac:picMk id="18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5:56.748" v="3945"/>
          <ac:picMkLst>
            <pc:docMk/>
            <pc:sldMk cId="3665023349" sldId="343"/>
            <ac:picMk id="19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8:29.774" v="4066" actId="1076"/>
          <ac:picMkLst>
            <pc:docMk/>
            <pc:sldMk cId="3665023349" sldId="343"/>
            <ac:picMk id="20" creationId="{8ACD7155-55E9-9155-2A93-FD0C051A52EC}"/>
          </ac:picMkLst>
        </pc:picChg>
      </pc:sldChg>
      <pc:sldChg chg="modSp add mod">
        <pc:chgData name="Edwar Romero-Ramirez" userId="92bc0edd-ad5d-44a7-8ba7-72607029cc7a" providerId="ADAL" clId="{2775DB41-4F27-43BB-B6B4-1F63C41083B6}" dt="2024-05-29T03:44:19.105" v="647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2775DB41-4F27-43BB-B6B4-1F63C41083B6}" dt="2024-05-29T03:44:19.105" v="647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471293605" sldId="344"/>
        </pc:sldMkLst>
      </pc:sldChg>
      <pc:sldChg chg="modSp add mod">
        <pc:chgData name="Edwar Romero-Ramirez" userId="92bc0edd-ad5d-44a7-8ba7-72607029cc7a" providerId="ADAL" clId="{2775DB41-4F27-43BB-B6B4-1F63C41083B6}" dt="2024-05-29T03:44:24.775" v="649" actId="20577"/>
        <pc:sldMkLst>
          <pc:docMk/>
          <pc:sldMk cId="2642871710" sldId="345"/>
        </pc:sldMkLst>
        <pc:spChg chg="mod">
          <ac:chgData name="Edwar Romero-Ramirez" userId="92bc0edd-ad5d-44a7-8ba7-72607029cc7a" providerId="ADAL" clId="{2775DB41-4F27-43BB-B6B4-1F63C41083B6}" dt="2024-05-29T03:44:24.775" v="649" actId="20577"/>
          <ac:spMkLst>
            <pc:docMk/>
            <pc:sldMk cId="2642871710" sldId="345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43131389" sldId="345"/>
        </pc:sldMkLst>
      </pc:sldChg>
      <pc:sldChg chg="add">
        <pc:chgData name="Edwar Romero-Ramirez" userId="92bc0edd-ad5d-44a7-8ba7-72607029cc7a" providerId="ADAL" clId="{2775DB41-4F27-43BB-B6B4-1F63C41083B6}" dt="2024-05-29T03:32:51.288" v="273" actId="2890"/>
        <pc:sldMkLst>
          <pc:docMk/>
          <pc:sldMk cId="3509818843" sldId="346"/>
        </pc:sldMkLst>
      </pc:sldChg>
      <pc:sldChg chg="add ord">
        <pc:chgData name="Edwar Romero-Ramirez" userId="92bc0edd-ad5d-44a7-8ba7-72607029cc7a" providerId="ADAL" clId="{2775DB41-4F27-43BB-B6B4-1F63C41083B6}" dt="2024-05-29T03:33:01.584" v="280"/>
        <pc:sldMkLst>
          <pc:docMk/>
          <pc:sldMk cId="3564918759" sldId="347"/>
        </pc:sldMkLst>
      </pc:sldChg>
      <pc:sldChg chg="modSp new mod">
        <pc:chgData name="Edwar Romero-Ramirez" userId="92bc0edd-ad5d-44a7-8ba7-72607029cc7a" providerId="ADAL" clId="{2775DB41-4F27-43BB-B6B4-1F63C41083B6}" dt="2024-06-14T02:50:36.792" v="1434" actId="207"/>
        <pc:sldMkLst>
          <pc:docMk/>
          <pc:sldMk cId="1970439454" sldId="348"/>
        </pc:sldMkLst>
        <pc:spChg chg="mod">
          <ac:chgData name="Edwar Romero-Ramirez" userId="92bc0edd-ad5d-44a7-8ba7-72607029cc7a" providerId="ADAL" clId="{2775DB41-4F27-43BB-B6B4-1F63C41083B6}" dt="2024-05-29T03:34:05.928" v="323" actId="14100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Edwar Romero-Ramirez" userId="92bc0edd-ad5d-44a7-8ba7-72607029cc7a" providerId="ADAL" clId="{2775DB41-4F27-43BB-B6B4-1F63C41083B6}" dt="2024-06-14T02:50:36.792" v="1434" actId="207"/>
          <ac:spMkLst>
            <pc:docMk/>
            <pc:sldMk cId="1970439454" sldId="348"/>
            <ac:spMk id="3" creationId="{F285B28E-72AD-AF1D-30A6-84208CFFAB4E}"/>
          </ac:spMkLst>
        </pc:spChg>
      </pc:sldChg>
      <pc:sldChg chg="modSp mod">
        <pc:chgData name="Edwar Romero-Ramirez" userId="92bc0edd-ad5d-44a7-8ba7-72607029cc7a" providerId="ADAL" clId="{2775DB41-4F27-43BB-B6B4-1F63C41083B6}" dt="2024-06-15T03:09:47.001" v="4088" actId="207"/>
        <pc:sldMkLst>
          <pc:docMk/>
          <pc:sldMk cId="756175004" sldId="350"/>
        </pc:sldMkLst>
        <pc:spChg chg="mod">
          <ac:chgData name="Edwar Romero-Ramirez" userId="92bc0edd-ad5d-44a7-8ba7-72607029cc7a" providerId="ADAL" clId="{2775DB41-4F27-43BB-B6B4-1F63C41083B6}" dt="2024-06-15T03:09:47.001" v="4088" actId="207"/>
          <ac:spMkLst>
            <pc:docMk/>
            <pc:sldMk cId="756175004" sldId="350"/>
            <ac:spMk id="3" creationId="{9556065C-AC8D-F8CF-D5A2-F5C7B2A8889E}"/>
          </ac:spMkLst>
        </pc:spChg>
      </pc:sldChg>
      <pc:sldChg chg="modSp mod modNotesTx">
        <pc:chgData name="Edwar Romero-Ramirez" userId="92bc0edd-ad5d-44a7-8ba7-72607029cc7a" providerId="ADAL" clId="{2775DB41-4F27-43BB-B6B4-1F63C41083B6}" dt="2024-06-14T02:58:35.280" v="1542" actId="114"/>
        <pc:sldMkLst>
          <pc:docMk/>
          <pc:sldMk cId="2838901669" sldId="353"/>
        </pc:sldMkLst>
        <pc:spChg chg="mod">
          <ac:chgData name="Edwar Romero-Ramirez" userId="92bc0edd-ad5d-44a7-8ba7-72607029cc7a" providerId="ADAL" clId="{2775DB41-4F27-43BB-B6B4-1F63C41083B6}" dt="2024-06-14T02:57:07.654" v="1438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2:57:31.475" v="1439" actId="207"/>
        <pc:sldMkLst>
          <pc:docMk/>
          <pc:sldMk cId="3245362616" sldId="354"/>
        </pc:sldMkLst>
        <pc:spChg chg="mod">
          <ac:chgData name="Edwar Romero-Ramirez" userId="92bc0edd-ad5d-44a7-8ba7-72607029cc7a" providerId="ADAL" clId="{2775DB41-4F27-43BB-B6B4-1F63C41083B6}" dt="2024-06-14T02:57:31.475" v="1439" actId="207"/>
          <ac:spMkLst>
            <pc:docMk/>
            <pc:sldMk cId="3245362616" sldId="354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3:04:15.059" v="1646" actId="6549"/>
        <pc:sldMkLst>
          <pc:docMk/>
          <pc:sldMk cId="4183556849" sldId="355"/>
        </pc:sldMkLst>
        <pc:spChg chg="mod">
          <ac:chgData name="Edwar Romero-Ramirez" userId="92bc0edd-ad5d-44a7-8ba7-72607029cc7a" providerId="ADAL" clId="{2775DB41-4F27-43BB-B6B4-1F63C41083B6}" dt="2024-06-14T03:04:15.059" v="1646" actId="6549"/>
          <ac:spMkLst>
            <pc:docMk/>
            <pc:sldMk cId="4183556849" sldId="355"/>
            <ac:spMk id="3" creationId="{9556065C-AC8D-F8CF-D5A2-F5C7B2A8889E}"/>
          </ac:spMkLst>
        </pc:spChg>
        <pc:picChg chg="mod modCrop">
          <ac:chgData name="Edwar Romero-Ramirez" userId="92bc0edd-ad5d-44a7-8ba7-72607029cc7a" providerId="ADAL" clId="{2775DB41-4F27-43BB-B6B4-1F63C41083B6}" dt="2024-06-14T03:00:36.146" v="1545" actId="732"/>
          <ac:picMkLst>
            <pc:docMk/>
            <pc:sldMk cId="4183556849" sldId="355"/>
            <ac:picMk id="17" creationId="{81A7133B-4EF4-6F2E-F115-3E1B669ABF10}"/>
          </ac:picMkLst>
        </pc:picChg>
      </pc:sldChg>
      <pc:sldChg chg="addSp delSp modSp new mod">
        <pc:chgData name="Edwar Romero-Ramirez" userId="92bc0edd-ad5d-44a7-8ba7-72607029cc7a" providerId="ADAL" clId="{2775DB41-4F27-43BB-B6B4-1F63C41083B6}" dt="2024-06-14T02:49:41.120" v="1431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2775DB41-4F27-43BB-B6B4-1F63C41083B6}" dt="2024-06-14T02:48:34.928" v="1406" actId="20577"/>
          <ac:spMkLst>
            <pc:docMk/>
            <pc:sldMk cId="1929717596" sldId="356"/>
            <ac:spMk id="2" creationId="{47F9B0D7-DC7B-A8D6-DEB3-9C2055028689}"/>
          </ac:spMkLst>
        </pc:spChg>
        <pc:spChg chg="add del mod">
          <ac:chgData name="Edwar Romero-Ramirez" userId="92bc0edd-ad5d-44a7-8ba7-72607029cc7a" providerId="ADAL" clId="{2775DB41-4F27-43BB-B6B4-1F63C41083B6}" dt="2024-06-14T02:49:41.120" v="1431" actId="207"/>
          <ac:spMkLst>
            <pc:docMk/>
            <pc:sldMk cId="1929717596" sldId="356"/>
            <ac:spMk id="3" creationId="{EEA82FBA-2EB2-5C2F-0014-4EC7486CBC03}"/>
          </ac:spMkLst>
        </pc:spChg>
        <pc:graphicFrameChg chg="add mod">
          <ac:chgData name="Edwar Romero-Ramirez" userId="92bc0edd-ad5d-44a7-8ba7-72607029cc7a" providerId="ADAL" clId="{2775DB41-4F27-43BB-B6B4-1F63C41083B6}" dt="2024-06-14T02:47:45.476" v="1393"/>
          <ac:graphicFrameMkLst>
            <pc:docMk/>
            <pc:sldMk cId="1929717596" sldId="356"/>
            <ac:graphicFrameMk id="4" creationId="{BAD53806-382E-B003-BA2D-D7AC26C87728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0.405" v="1395"/>
          <ac:graphicFrameMkLst>
            <pc:docMk/>
            <pc:sldMk cId="1929717596" sldId="356"/>
            <ac:graphicFrameMk id="5" creationId="{11877124-BC56-B63D-A3CC-3BC1363DEF85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6.372" v="1397"/>
          <ac:graphicFrameMkLst>
            <pc:docMk/>
            <pc:sldMk cId="1929717596" sldId="356"/>
            <ac:graphicFrameMk id="6" creationId="{0EEBDA16-F3A0-5DBA-443C-F2E68EDA8D86}"/>
          </ac:graphicFrameMkLst>
        </pc:graphicFrameChg>
      </pc:sldChg>
      <pc:sldChg chg="addSp delSp modSp add mod">
        <pc:chgData name="Edwar Romero-Ramirez" userId="92bc0edd-ad5d-44a7-8ba7-72607029cc7a" providerId="ADAL" clId="{2775DB41-4F27-43BB-B6B4-1F63C41083B6}" dt="2024-06-14T03:20:16.457" v="2214" actId="20577"/>
        <pc:sldMkLst>
          <pc:docMk/>
          <pc:sldMk cId="413745526" sldId="357"/>
        </pc:sldMkLst>
        <pc:spChg chg="mod">
          <ac:chgData name="Edwar Romero-Ramirez" userId="92bc0edd-ad5d-44a7-8ba7-72607029cc7a" providerId="ADAL" clId="{2775DB41-4F27-43BB-B6B4-1F63C41083B6}" dt="2024-06-14T03:20:16.457" v="2214" actId="20577"/>
          <ac:spMkLst>
            <pc:docMk/>
            <pc:sldMk cId="413745526" sldId="357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00:44.461" v="1547"/>
          <ac:picMkLst>
            <pc:docMk/>
            <pc:sldMk cId="413745526" sldId="357"/>
            <ac:picMk id="4" creationId="{270FBBD8-074C-B728-4DF2-2B107CEE27C1}"/>
          </ac:picMkLst>
        </pc:picChg>
        <pc:picChg chg="del">
          <ac:chgData name="Edwar Romero-Ramirez" userId="92bc0edd-ad5d-44a7-8ba7-72607029cc7a" providerId="ADAL" clId="{2775DB41-4F27-43BB-B6B4-1F63C41083B6}" dt="2024-06-14T03:00:44.048" v="1546" actId="478"/>
          <ac:picMkLst>
            <pc:docMk/>
            <pc:sldMk cId="413745526" sldId="357"/>
            <ac:picMk id="17" creationId="{81A7133B-4EF4-6F2E-F115-3E1B669ABF10}"/>
          </ac:picMkLst>
        </pc:picChg>
      </pc:sldChg>
      <pc:sldChg chg="addSp modSp add mod ord">
        <pc:chgData name="Edwar Romero-Ramirez" userId="92bc0edd-ad5d-44a7-8ba7-72607029cc7a" providerId="ADAL" clId="{2775DB41-4F27-43BB-B6B4-1F63C41083B6}" dt="2024-06-14T03:29:53.003" v="2426" actId="1076"/>
        <pc:sldMkLst>
          <pc:docMk/>
          <pc:sldMk cId="798543756" sldId="358"/>
        </pc:sldMkLst>
        <pc:spChg chg="mod">
          <ac:chgData name="Edwar Romero-Ramirez" userId="92bc0edd-ad5d-44a7-8ba7-72607029cc7a" providerId="ADAL" clId="{2775DB41-4F27-43BB-B6B4-1F63C41083B6}" dt="2024-06-14T03:29:36.410" v="2422"/>
          <ac:spMkLst>
            <pc:docMk/>
            <pc:sldMk cId="798543756" sldId="358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29:53.003" v="2426" actId="1076"/>
          <ac:picMkLst>
            <pc:docMk/>
            <pc:sldMk cId="798543756" sldId="358"/>
            <ac:picMk id="7" creationId="{D8BAB4E6-0C87-FC94-6BD8-7E8EA6A9D509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3:48:29.981" v="2606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2775DB41-4F27-43BB-B6B4-1F63C41083B6}" dt="2024-06-14T03:33:40.234" v="2480" actId="20577"/>
          <ac:spMkLst>
            <pc:docMk/>
            <pc:sldMk cId="1580297987" sldId="359"/>
            <ac:spMk id="2" creationId="{A43E3E30-0CCC-0FCC-69DC-1C2820744E12}"/>
          </ac:spMkLst>
        </pc:spChg>
        <pc:spChg chg="del">
          <ac:chgData name="Edwar Romero-Ramirez" userId="92bc0edd-ad5d-44a7-8ba7-72607029cc7a" providerId="ADAL" clId="{2775DB41-4F27-43BB-B6B4-1F63C41083B6}" dt="2024-06-14T03:32:33.777" v="2448" actId="478"/>
          <ac:spMkLst>
            <pc:docMk/>
            <pc:sldMk cId="1580297987" sldId="359"/>
            <ac:spMk id="3" creationId="{9556065C-AC8D-F8CF-D5A2-F5C7B2A8889E}"/>
          </ac:spMkLst>
        </pc:spChg>
        <pc:spChg chg="del">
          <ac:chgData name="Edwar Romero-Ramirez" userId="92bc0edd-ad5d-44a7-8ba7-72607029cc7a" providerId="ADAL" clId="{2775DB41-4F27-43BB-B6B4-1F63C41083B6}" dt="2024-06-14T03:32:40.572" v="2451" actId="478"/>
          <ac:spMkLst>
            <pc:docMk/>
            <pc:sldMk cId="1580297987" sldId="359"/>
            <ac:spMk id="5" creationId="{3F1CE5EF-1993-48B6-7353-FC6D457CA39A}"/>
          </ac:spMkLst>
        </pc:spChg>
        <pc:spChg chg="add del mod">
          <ac:chgData name="Edwar Romero-Ramirez" userId="92bc0edd-ad5d-44a7-8ba7-72607029cc7a" providerId="ADAL" clId="{2775DB41-4F27-43BB-B6B4-1F63C41083B6}" dt="2024-06-14T03:32:36.516" v="2449" actId="478"/>
          <ac:spMkLst>
            <pc:docMk/>
            <pc:sldMk cId="1580297987" sldId="359"/>
            <ac:spMk id="8" creationId="{429671A8-C79C-771E-5C8A-4C1A3A22F982}"/>
          </ac:spMkLst>
        </pc:spChg>
        <pc:spChg chg="add mod">
          <ac:chgData name="Edwar Romero-Ramirez" userId="92bc0edd-ad5d-44a7-8ba7-72607029cc7a" providerId="ADAL" clId="{2775DB41-4F27-43BB-B6B4-1F63C41083B6}" dt="2024-06-14T03:45:21.474" v="2594" actId="255"/>
          <ac:spMkLst>
            <pc:docMk/>
            <pc:sldMk cId="1580297987" sldId="359"/>
            <ac:spMk id="11" creationId="{3150CDA9-F3E0-DBDC-345D-E6EED776FA29}"/>
          </ac:spMkLst>
        </pc:spChg>
        <pc:spChg chg="add mod">
          <ac:chgData name="Edwar Romero-Ramirez" userId="92bc0edd-ad5d-44a7-8ba7-72607029cc7a" providerId="ADAL" clId="{2775DB41-4F27-43BB-B6B4-1F63C41083B6}" dt="2024-06-14T03:48:29.981" v="2606" actId="1076"/>
          <ac:spMkLst>
            <pc:docMk/>
            <pc:sldMk cId="1580297987" sldId="359"/>
            <ac:spMk id="12" creationId="{4BB7780D-4490-CE9E-60DA-94C0FD0ECB9C}"/>
          </ac:spMkLst>
        </pc:spChg>
        <pc:picChg chg="mod modCrop">
          <ac:chgData name="Edwar Romero-Ramirez" userId="92bc0edd-ad5d-44a7-8ba7-72607029cc7a" providerId="ADAL" clId="{2775DB41-4F27-43BB-B6B4-1F63C41083B6}" dt="2024-06-14T03:45:30.495" v="2603" actId="1038"/>
          <ac:picMkLst>
            <pc:docMk/>
            <pc:sldMk cId="1580297987" sldId="359"/>
            <ac:picMk id="6" creationId="{50535E7C-5C90-3DB5-404B-E48DB8C9ECFD}"/>
          </ac:picMkLst>
        </pc:picChg>
        <pc:picChg chg="mod modCrop">
          <ac:chgData name="Edwar Romero-Ramirez" userId="92bc0edd-ad5d-44a7-8ba7-72607029cc7a" providerId="ADAL" clId="{2775DB41-4F27-43BB-B6B4-1F63C41083B6}" dt="2024-06-14T03:45:35.533" v="2604" actId="1076"/>
          <ac:picMkLst>
            <pc:docMk/>
            <pc:sldMk cId="1580297987" sldId="359"/>
            <ac:picMk id="7" creationId="{D8BAB4E6-0C87-FC94-6BD8-7E8EA6A9D509}"/>
          </ac:picMkLst>
        </pc:picChg>
        <pc:picChg chg="add mod">
          <ac:chgData name="Edwar Romero-Ramirez" userId="92bc0edd-ad5d-44a7-8ba7-72607029cc7a" providerId="ADAL" clId="{2775DB41-4F27-43BB-B6B4-1F63C41083B6}" dt="2024-06-14T03:33:23.668" v="2465" actId="14100"/>
          <ac:picMkLst>
            <pc:docMk/>
            <pc:sldMk cId="1580297987" sldId="359"/>
            <ac:picMk id="10" creationId="{B58DDEFC-158E-BB6C-48FE-02111463751B}"/>
          </ac:picMkLst>
        </pc:picChg>
        <pc:picChg chg="del">
          <ac:chgData name="Edwar Romero-Ramirez" userId="92bc0edd-ad5d-44a7-8ba7-72607029cc7a" providerId="ADAL" clId="{2775DB41-4F27-43BB-B6B4-1F63C41083B6}" dt="2024-06-14T03:32:38.833" v="2450" actId="478"/>
          <ac:picMkLst>
            <pc:docMk/>
            <pc:sldMk cId="1580297987" sldId="359"/>
            <ac:picMk id="17" creationId="{81A7133B-4EF4-6F2E-F115-3E1B669ABF10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4:27:14.086" v="2651" actId="20577"/>
        <pc:sldMkLst>
          <pc:docMk/>
          <pc:sldMk cId="2501000224" sldId="360"/>
        </pc:sldMkLst>
        <pc:spChg chg="mod">
          <ac:chgData name="Edwar Romero-Ramirez" userId="92bc0edd-ad5d-44a7-8ba7-72607029cc7a" providerId="ADAL" clId="{2775DB41-4F27-43BB-B6B4-1F63C41083B6}" dt="2024-06-14T04:27:14.086" v="2651" actId="20577"/>
          <ac:spMkLst>
            <pc:docMk/>
            <pc:sldMk cId="2501000224" sldId="360"/>
            <ac:spMk id="2" creationId="{A43E3E30-0CCC-0FCC-69DC-1C2820744E12}"/>
          </ac:spMkLst>
        </pc:spChg>
        <pc:spChg chg="add">
          <ac:chgData name="Edwar Romero-Ramirez" userId="92bc0edd-ad5d-44a7-8ba7-72607029cc7a" providerId="ADAL" clId="{2775DB41-4F27-43BB-B6B4-1F63C41083B6}" dt="2024-06-14T04:16:15.823" v="2616"/>
          <ac:spMkLst>
            <pc:docMk/>
            <pc:sldMk cId="2501000224" sldId="360"/>
            <ac:spMk id="5" creationId="{C79FBF0A-4FC4-8D24-EBBA-00C6E169B8A0}"/>
          </ac:spMkLst>
        </pc:spChg>
        <pc:spChg chg="add">
          <ac:chgData name="Edwar Romero-Ramirez" userId="92bc0edd-ad5d-44a7-8ba7-72607029cc7a" providerId="ADAL" clId="{2775DB41-4F27-43BB-B6B4-1F63C41083B6}" dt="2024-06-14T04:16:32.862" v="2619"/>
          <ac:spMkLst>
            <pc:docMk/>
            <pc:sldMk cId="2501000224" sldId="360"/>
            <ac:spMk id="8" creationId="{145037C8-5139-0878-F567-9EE60927B874}"/>
          </ac:spMkLst>
        </pc:spChg>
        <pc:spChg chg="add del mod">
          <ac:chgData name="Edwar Romero-Ramirez" userId="92bc0edd-ad5d-44a7-8ba7-72607029cc7a" providerId="ADAL" clId="{2775DB41-4F27-43BB-B6B4-1F63C41083B6}" dt="2024-06-14T04:17:36.355" v="2635" actId="478"/>
          <ac:spMkLst>
            <pc:docMk/>
            <pc:sldMk cId="2501000224" sldId="360"/>
            <ac:spMk id="9" creationId="{81F71202-A835-375B-3B6F-02D21F6C8DDF}"/>
          </ac:spMkLst>
        </pc:spChg>
        <pc:spChg chg="del">
          <ac:chgData name="Edwar Romero-Ramirez" userId="92bc0edd-ad5d-44a7-8ba7-72607029cc7a" providerId="ADAL" clId="{2775DB41-4F27-43BB-B6B4-1F63C41083B6}" dt="2024-06-14T04:10:37.574" v="2611" actId="478"/>
          <ac:spMkLst>
            <pc:docMk/>
            <pc:sldMk cId="2501000224" sldId="360"/>
            <ac:spMk id="11" creationId="{3150CDA9-F3E0-DBDC-345D-E6EED776FA29}"/>
          </ac:spMkLst>
        </pc:spChg>
        <pc:spChg chg="del">
          <ac:chgData name="Edwar Romero-Ramirez" userId="92bc0edd-ad5d-44a7-8ba7-72607029cc7a" providerId="ADAL" clId="{2775DB41-4F27-43BB-B6B4-1F63C41083B6}" dt="2024-06-14T04:10:32.558" v="2609" actId="478"/>
          <ac:spMkLst>
            <pc:docMk/>
            <pc:sldMk cId="2501000224" sldId="360"/>
            <ac:spMk id="12" creationId="{4BB7780D-4490-CE9E-60DA-94C0FD0ECB9C}"/>
          </ac:spMkLst>
        </pc:spChg>
        <pc:picChg chg="add mod">
          <ac:chgData name="Edwar Romero-Ramirez" userId="92bc0edd-ad5d-44a7-8ba7-72607029cc7a" providerId="ADAL" clId="{2775DB41-4F27-43BB-B6B4-1F63C41083B6}" dt="2024-06-14T04:17:39.661" v="2636" actId="1076"/>
          <ac:picMkLst>
            <pc:docMk/>
            <pc:sldMk cId="2501000224" sldId="360"/>
            <ac:picMk id="4" creationId="{2F80A794-EBFE-9BB3-45D9-E64FBFCC7AEB}"/>
          </ac:picMkLst>
        </pc:picChg>
        <pc:picChg chg="del">
          <ac:chgData name="Edwar Romero-Ramirez" userId="92bc0edd-ad5d-44a7-8ba7-72607029cc7a" providerId="ADAL" clId="{2775DB41-4F27-43BB-B6B4-1F63C41083B6}" dt="2024-06-14T04:10:35.727" v="2610" actId="478"/>
          <ac:picMkLst>
            <pc:docMk/>
            <pc:sldMk cId="2501000224" sldId="360"/>
            <ac:picMk id="6" creationId="{50535E7C-5C90-3DB5-404B-E48DB8C9ECFD}"/>
          </ac:picMkLst>
        </pc:picChg>
        <pc:picChg chg="del">
          <ac:chgData name="Edwar Romero-Ramirez" userId="92bc0edd-ad5d-44a7-8ba7-72607029cc7a" providerId="ADAL" clId="{2775DB41-4F27-43BB-B6B4-1F63C41083B6}" dt="2024-06-14T04:10:30.510" v="2608" actId="478"/>
          <ac:picMkLst>
            <pc:docMk/>
            <pc:sldMk cId="2501000224" sldId="360"/>
            <ac:picMk id="7" creationId="{D8BAB4E6-0C87-FC94-6BD8-7E8EA6A9D509}"/>
          </ac:picMkLst>
        </pc:picChg>
        <pc:picChg chg="del">
          <ac:chgData name="Edwar Romero-Ramirez" userId="92bc0edd-ad5d-44a7-8ba7-72607029cc7a" providerId="ADAL" clId="{2775DB41-4F27-43BB-B6B4-1F63C41083B6}" dt="2024-06-14T04:10:38.269" v="2612" actId="478"/>
          <ac:picMkLst>
            <pc:docMk/>
            <pc:sldMk cId="2501000224" sldId="360"/>
            <ac:picMk id="10" creationId="{B58DDEFC-158E-BB6C-48FE-02111463751B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15T03:10:51.655" v="4107"/>
        <pc:sldMkLst>
          <pc:docMk/>
          <pc:sldMk cId="4026378510" sldId="366"/>
        </pc:sldMkLst>
        <pc:spChg chg="mod">
          <ac:chgData name="Edwar Romero-Ramirez" userId="92bc0edd-ad5d-44a7-8ba7-72607029cc7a" providerId="ADAL" clId="{2775DB41-4F27-43BB-B6B4-1F63C41083B6}" dt="2024-06-15T03:10:51.655" v="4107"/>
          <ac:spMkLst>
            <pc:docMk/>
            <pc:sldMk cId="4026378510" sldId="366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2:59:34.047" v="3686" actId="114"/>
          <ac:spMkLst>
            <pc:docMk/>
            <pc:sldMk cId="4026378510" sldId="366"/>
            <ac:spMk id="3" creationId="{78D6B0DC-8DDB-A7DA-E1AC-AD2D78ED7DCB}"/>
          </ac:spMkLst>
        </pc:spChg>
        <pc:spChg chg="mod">
          <ac:chgData name="Edwar Romero-Ramirez" userId="92bc0edd-ad5d-44a7-8ba7-72607029cc7a" providerId="ADAL" clId="{2775DB41-4F27-43BB-B6B4-1F63C41083B6}" dt="2024-06-15T03:06:36.917" v="3956" actId="6549"/>
          <ac:spMkLst>
            <pc:docMk/>
            <pc:sldMk cId="4026378510" sldId="366"/>
            <ac:spMk id="9" creationId="{5DD5144A-4474-2479-FA5D-0FB5B8C4C171}"/>
          </ac:spMkLst>
        </pc:spChg>
        <pc:spChg chg="del mod">
          <ac:chgData name="Edwar Romero-Ramirez" userId="92bc0edd-ad5d-44a7-8ba7-72607029cc7a" providerId="ADAL" clId="{2775DB41-4F27-43BB-B6B4-1F63C41083B6}" dt="2024-06-15T02:37:02.826" v="3222" actId="478"/>
          <ac:spMkLst>
            <pc:docMk/>
            <pc:sldMk cId="4026378510" sldId="366"/>
            <ac:spMk id="15" creationId="{216BFA64-3032-6100-5E2A-946FC81C6E09}"/>
          </ac:spMkLst>
        </pc:spChg>
        <pc:picChg chg="add mod modCrop">
          <ac:chgData name="Edwar Romero-Ramirez" userId="92bc0edd-ad5d-44a7-8ba7-72607029cc7a" providerId="ADAL" clId="{2775DB41-4F27-43BB-B6B4-1F63C41083B6}" dt="2024-06-15T02:39:34.807" v="3308" actId="1076"/>
          <ac:picMkLst>
            <pc:docMk/>
            <pc:sldMk cId="4026378510" sldId="366"/>
            <ac:picMk id="7" creationId="{6F6976E1-4066-78FF-0D38-8CC5E311648F}"/>
          </ac:picMkLst>
        </pc:picChg>
        <pc:picChg chg="add mod">
          <ac:chgData name="Edwar Romero-Ramirez" userId="92bc0edd-ad5d-44a7-8ba7-72607029cc7a" providerId="ADAL" clId="{2775DB41-4F27-43BB-B6B4-1F63C41083B6}" dt="2024-06-15T02:41:55.390" v="3358" actId="1076"/>
          <ac:picMkLst>
            <pc:docMk/>
            <pc:sldMk cId="4026378510" sldId="366"/>
            <ac:picMk id="11" creationId="{EB78B041-4A74-9EC8-D506-FE9FCCD95E04}"/>
          </ac:picMkLst>
        </pc:picChg>
        <pc:picChg chg="del mod">
          <ac:chgData name="Edwar Romero-Ramirez" userId="92bc0edd-ad5d-44a7-8ba7-72607029cc7a" providerId="ADAL" clId="{2775DB41-4F27-43BB-B6B4-1F63C41083B6}" dt="2024-06-15T02:37:00.486" v="3220" actId="478"/>
          <ac:picMkLst>
            <pc:docMk/>
            <pc:sldMk cId="4026378510" sldId="366"/>
            <ac:picMk id="12" creationId="{34DABB26-E85B-E3AA-5B48-DA322D7BCAE3}"/>
          </ac:picMkLst>
        </pc:picChg>
        <pc:picChg chg="del mod">
          <ac:chgData name="Edwar Romero-Ramirez" userId="92bc0edd-ad5d-44a7-8ba7-72607029cc7a" providerId="ADAL" clId="{2775DB41-4F27-43BB-B6B4-1F63C41083B6}" dt="2024-06-15T02:36:59.012" v="3219" actId="478"/>
          <ac:picMkLst>
            <pc:docMk/>
            <pc:sldMk cId="4026378510" sldId="366"/>
            <ac:picMk id="13" creationId="{5237F4B0-22FF-5564-DA6C-E106786C82A3}"/>
          </ac:picMkLst>
        </pc:picChg>
        <pc:picChg chg="add mod">
          <ac:chgData name="Edwar Romero-Ramirez" userId="92bc0edd-ad5d-44a7-8ba7-72607029cc7a" providerId="ADAL" clId="{2775DB41-4F27-43BB-B6B4-1F63C41083B6}" dt="2024-06-15T02:43:15.120" v="3400" actId="1076"/>
          <ac:picMkLst>
            <pc:docMk/>
            <pc:sldMk cId="4026378510" sldId="366"/>
            <ac:picMk id="16" creationId="{4F334977-0BD6-6E1B-2299-19AAB5F0A57B}"/>
          </ac:picMkLst>
        </pc:picChg>
        <pc:picChg chg="add mod">
          <ac:chgData name="Edwar Romero-Ramirez" userId="92bc0edd-ad5d-44a7-8ba7-72607029cc7a" providerId="ADAL" clId="{2775DB41-4F27-43BB-B6B4-1F63C41083B6}" dt="2024-06-15T02:45:52.725" v="3543" actId="1076"/>
          <ac:picMkLst>
            <pc:docMk/>
            <pc:sldMk cId="4026378510" sldId="366"/>
            <ac:picMk id="19" creationId="{0844BCAD-81F9-95B7-7CAA-A81B4B0E2DB6}"/>
          </ac:picMkLst>
        </pc:picChg>
        <pc:picChg chg="add mod modCrop">
          <ac:chgData name="Edwar Romero-Ramirez" userId="92bc0edd-ad5d-44a7-8ba7-72607029cc7a" providerId="ADAL" clId="{2775DB41-4F27-43BB-B6B4-1F63C41083B6}" dt="2024-06-15T02:57:17.177" v="3679" actId="1076"/>
          <ac:picMkLst>
            <pc:docMk/>
            <pc:sldMk cId="4026378510" sldId="366"/>
            <ac:picMk id="21" creationId="{4B1B8C37-C76B-0073-5B46-78B84567EA7A}"/>
          </ac:picMkLst>
        </pc:picChg>
      </pc:sldChg>
      <pc:sldChg chg="modSp add mod">
        <pc:chgData name="Edwar Romero-Ramirez" userId="92bc0edd-ad5d-44a7-8ba7-72607029cc7a" providerId="ADAL" clId="{2775DB41-4F27-43BB-B6B4-1F63C41083B6}" dt="2024-06-15T03:01:14.011" v="3689" actId="207"/>
        <pc:sldMkLst>
          <pc:docMk/>
          <pc:sldMk cId="3756043976" sldId="367"/>
        </pc:sldMkLst>
        <pc:spChg chg="mod">
          <ac:chgData name="Edwar Romero-Ramirez" userId="92bc0edd-ad5d-44a7-8ba7-72607029cc7a" providerId="ADAL" clId="{2775DB41-4F27-43BB-B6B4-1F63C41083B6}" dt="2024-06-15T03:01:14.011" v="3689" actId="207"/>
          <ac:spMkLst>
            <pc:docMk/>
            <pc:sldMk cId="3756043976" sldId="367"/>
            <ac:spMk id="3" creationId="{EEA82FBA-2EB2-5C2F-0014-4EC7486CBC03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10:40.104" v="4106" actId="20577"/>
        <pc:sldMkLst>
          <pc:docMk/>
          <pc:sldMk cId="3985552435" sldId="368"/>
        </pc:sldMkLst>
        <pc:spChg chg="mod">
          <ac:chgData name="Edwar Romero-Ramirez" userId="92bc0edd-ad5d-44a7-8ba7-72607029cc7a" providerId="ADAL" clId="{2775DB41-4F27-43BB-B6B4-1F63C41083B6}" dt="2024-06-15T03:10:40.104" v="4106" actId="20577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6:33.001" v="3955" actId="6549"/>
          <ac:spMkLst>
            <pc:docMk/>
            <pc:sldMk cId="3985552435" sldId="368"/>
            <ac:spMk id="9" creationId="{5DD5144A-4474-2479-FA5D-0FB5B8C4C171}"/>
          </ac:spMkLst>
        </pc:spChg>
      </pc:sldChg>
      <pc:sldChg chg="addSp modSp new mod modNotesTx">
        <pc:chgData name="Edwar Romero-Ramirez" userId="92bc0edd-ad5d-44a7-8ba7-72607029cc7a" providerId="ADAL" clId="{2775DB41-4F27-43BB-B6B4-1F63C41083B6}" dt="2024-06-15T03:17:56.341" v="4519" actId="20577"/>
        <pc:sldMkLst>
          <pc:docMk/>
          <pc:sldMk cId="2079027889" sldId="369"/>
        </pc:sldMkLst>
        <pc:spChg chg="mod">
          <ac:chgData name="Edwar Romero-Ramirez" userId="92bc0edd-ad5d-44a7-8ba7-72607029cc7a" providerId="ADAL" clId="{2775DB41-4F27-43BB-B6B4-1F63C41083B6}" dt="2024-06-15T03:11:06.254" v="4119" actId="20577"/>
          <ac:spMkLst>
            <pc:docMk/>
            <pc:sldMk cId="2079027889" sldId="369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16:51.814" v="4409" actId="20577"/>
          <ac:spMkLst>
            <pc:docMk/>
            <pc:sldMk cId="2079027889" sldId="369"/>
            <ac:spMk id="3" creationId="{10AD0E58-93FB-6A47-493C-616E6D59704E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6" creationId="{87932B86-8520-EC02-CE45-7F86CE4E4327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7" creationId="{D16AFA21-6D25-2976-5E6B-A0ED945A9809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8" creationId="{C50EF145-7639-DABE-9E0E-C2DD0841793A}"/>
          </ac:spMkLst>
        </pc:sp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4" creationId="{30EA1868-5C0A-F0E1-934D-046727971184}"/>
          </ac:picMkLst>
        </pc:pic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5" creationId="{41223042-EA55-1905-E8F5-A3F03A655388}"/>
          </ac:picMkLst>
        </pc:picChg>
        <pc:picChg chg="add mod">
          <ac:chgData name="Edwar Romero-Ramirez" userId="92bc0edd-ad5d-44a7-8ba7-72607029cc7a" providerId="ADAL" clId="{2775DB41-4F27-43BB-B6B4-1F63C41083B6}" dt="2024-06-15T03:16:26.336" v="4399" actId="1076"/>
          <ac:picMkLst>
            <pc:docMk/>
            <pc:sldMk cId="2079027889" sldId="369"/>
            <ac:picMk id="9" creationId="{FA24FF5C-1E27-EF8D-1247-D801F07A3A86}"/>
          </ac:picMkLst>
        </pc:picChg>
        <pc:picChg chg="add mod">
          <ac:chgData name="Edwar Romero-Ramirez" userId="92bc0edd-ad5d-44a7-8ba7-72607029cc7a" providerId="ADAL" clId="{2775DB41-4F27-43BB-B6B4-1F63C41083B6}" dt="2024-06-15T03:16:24.884" v="4398" actId="1076"/>
          <ac:picMkLst>
            <pc:docMk/>
            <pc:sldMk cId="2079027889" sldId="369"/>
            <ac:picMk id="10" creationId="{36811DD9-DD55-2B88-0E59-03FBDEBA3E88}"/>
          </ac:picMkLst>
        </pc:picChg>
        <pc:picChg chg="add mod">
          <ac:chgData name="Edwar Romero-Ramirez" userId="92bc0edd-ad5d-44a7-8ba7-72607029cc7a" providerId="ADAL" clId="{2775DB41-4F27-43BB-B6B4-1F63C41083B6}" dt="2024-06-15T03:16:29.143" v="4400" actId="1076"/>
          <ac:picMkLst>
            <pc:docMk/>
            <pc:sldMk cId="2079027889" sldId="369"/>
            <ac:picMk id="11" creationId="{68E480E0-FA87-048B-6A65-3BDB885AEE62}"/>
          </ac:picMkLst>
        </pc:picChg>
        <pc:picChg chg="add mod">
          <ac:chgData name="Edwar Romero-Ramirez" userId="92bc0edd-ad5d-44a7-8ba7-72607029cc7a" providerId="ADAL" clId="{2775DB41-4F27-43BB-B6B4-1F63C41083B6}" dt="2024-06-15T03:16:37.150" v="4403" actId="1076"/>
          <ac:picMkLst>
            <pc:docMk/>
            <pc:sldMk cId="2079027889" sldId="369"/>
            <ac:picMk id="12" creationId="{496A5813-B92D-B3F7-9F44-0A2FBF8ACB36}"/>
          </ac:picMkLst>
        </pc:picChg>
        <pc:picChg chg="add mod">
          <ac:chgData name="Edwar Romero-Ramirez" userId="92bc0edd-ad5d-44a7-8ba7-72607029cc7a" providerId="ADAL" clId="{2775DB41-4F27-43BB-B6B4-1F63C41083B6}" dt="2024-06-15T03:16:34.886" v="4402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30:45.296" v="4787" actId="1076"/>
        <pc:sldMkLst>
          <pc:docMk/>
          <pc:sldMk cId="124241174" sldId="370"/>
        </pc:sldMkLst>
        <pc:spChg chg="mod">
          <ac:chgData name="Edwar Romero-Ramirez" userId="92bc0edd-ad5d-44a7-8ba7-72607029cc7a" providerId="ADAL" clId="{2775DB41-4F27-43BB-B6B4-1F63C41083B6}" dt="2024-06-15T03:30:36.768" v="4786" actId="20577"/>
          <ac:spMkLst>
            <pc:docMk/>
            <pc:sldMk cId="124241174" sldId="370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9" creationId="{FA24FF5C-1E27-EF8D-1247-D801F07A3A86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0" creationId="{36811DD9-DD55-2B88-0E59-03FBDEBA3E88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Edwar Romero-Ramirez" userId="92bc0edd-ad5d-44a7-8ba7-72607029cc7a" providerId="ADAL" clId="{2775DB41-4F27-43BB-B6B4-1F63C41083B6}" dt="2024-06-15T03:26:55.413" v="4583" actId="478"/>
          <ac:picMkLst>
            <pc:docMk/>
            <pc:sldMk cId="124241174" sldId="370"/>
            <ac:picMk id="12" creationId="{496A5813-B92D-B3F7-9F44-0A2FBF8ACB36}"/>
          </ac:picMkLst>
        </pc:picChg>
        <pc:picChg chg="del">
          <ac:chgData name="Edwar Romero-Ramirez" userId="92bc0edd-ad5d-44a7-8ba7-72607029cc7a" providerId="ADAL" clId="{2775DB41-4F27-43BB-B6B4-1F63C41083B6}" dt="2024-06-15T03:26:38.762" v="4579" actId="478"/>
          <ac:picMkLst>
            <pc:docMk/>
            <pc:sldMk cId="124241174" sldId="370"/>
            <ac:picMk id="13" creationId="{72FDCAA7-B1B0-CD47-E511-D98BFE6F87C3}"/>
          </ac:picMkLst>
        </pc:picChg>
        <pc:picChg chg="add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5" creationId="{8302A4BB-BEF3-78C0-548F-1C00B9EB3CB8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41:10.196" v="5145"/>
        <pc:sldMkLst>
          <pc:docMk/>
          <pc:sldMk cId="3451763861" sldId="371"/>
        </pc:sldMkLst>
        <pc:spChg chg="mod">
          <ac:chgData name="Edwar Romero-Ramirez" userId="92bc0edd-ad5d-44a7-8ba7-72607029cc7a" providerId="ADAL" clId="{2775DB41-4F27-43BB-B6B4-1F63C41083B6}" dt="2024-06-15T03:41:10.196" v="5145"/>
          <ac:spMkLst>
            <pc:docMk/>
            <pc:sldMk cId="3451763861" sldId="371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2775DB41-4F27-43BB-B6B4-1F63C41083B6}" dt="2024-06-15T03:33:57.188" v="4792" actId="14100"/>
          <ac:picMkLst>
            <pc:docMk/>
            <pc:sldMk cId="3451763861" sldId="371"/>
            <ac:picMk id="13" creationId="{F36E6851-5402-2467-4E42-4E509206A285}"/>
          </ac:picMkLst>
        </pc:picChg>
        <pc:picChg chg="del">
          <ac:chgData name="Edwar Romero-Ramirez" userId="92bc0edd-ad5d-44a7-8ba7-72607029cc7a" providerId="ADAL" clId="{2775DB41-4F27-43BB-B6B4-1F63C41083B6}" dt="2024-06-15T03:33:50.510" v="4789" actId="478"/>
          <ac:picMkLst>
            <pc:docMk/>
            <pc:sldMk cId="3451763861" sldId="371"/>
            <ac:picMk id="15" creationId="{8302A4BB-BEF3-78C0-548F-1C00B9EB3CB8}"/>
          </ac:picMkLst>
        </pc:picChg>
      </pc:sldChg>
      <pc:sldChg chg="modSp add mod ord">
        <pc:chgData name="Edwar Romero-Ramirez" userId="92bc0edd-ad5d-44a7-8ba7-72607029cc7a" providerId="ADAL" clId="{2775DB41-4F27-43BB-B6B4-1F63C41083B6}" dt="2024-06-15T03:46:20.025" v="5340"/>
        <pc:sldMkLst>
          <pc:docMk/>
          <pc:sldMk cId="869483577" sldId="372"/>
        </pc:sldMkLst>
        <pc:spChg chg="mod">
          <ac:chgData name="Edwar Romero-Ramirez" userId="92bc0edd-ad5d-44a7-8ba7-72607029cc7a" providerId="ADAL" clId="{2775DB41-4F27-43BB-B6B4-1F63C41083B6}" dt="2024-06-15T03:46:20.025" v="5340"/>
          <ac:spMkLst>
            <pc:docMk/>
            <pc:sldMk cId="869483577" sldId="372"/>
            <ac:spMk id="3" creationId="{10AD0E58-93FB-6A47-493C-616E6D59704E}"/>
          </ac:spMkLst>
        </pc:spChg>
      </pc:sldChg>
      <pc:sldChg chg="addSp delSp modSp add mod">
        <pc:chgData name="Edwar Romero-Ramirez" userId="92bc0edd-ad5d-44a7-8ba7-72607029cc7a" providerId="ADAL" clId="{2775DB41-4F27-43BB-B6B4-1F63C41083B6}" dt="2024-06-15T03:51:45.384" v="5407" actId="1076"/>
        <pc:sldMkLst>
          <pc:docMk/>
          <pc:sldMk cId="3182590695" sldId="373"/>
        </pc:sldMkLst>
        <pc:spChg chg="mod">
          <ac:chgData name="Edwar Romero-Ramirez" userId="92bc0edd-ad5d-44a7-8ba7-72607029cc7a" providerId="ADAL" clId="{2775DB41-4F27-43BB-B6B4-1F63C41083B6}" dt="2024-06-15T03:46:57.482" v="5398" actId="20577"/>
          <ac:spMkLst>
            <pc:docMk/>
            <pc:sldMk cId="3182590695" sldId="373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51:30.003" v="5402" actId="478"/>
          <ac:picMkLst>
            <pc:docMk/>
            <pc:sldMk cId="3182590695" sldId="373"/>
            <ac:picMk id="13" creationId="{DD26467C-D49D-A8D6-9410-5725440C084F}"/>
          </ac:picMkLst>
        </pc:picChg>
        <pc:picChg chg="add mod">
          <ac:chgData name="Edwar Romero-Ramirez" userId="92bc0edd-ad5d-44a7-8ba7-72607029cc7a" providerId="ADAL" clId="{2775DB41-4F27-43BB-B6B4-1F63C41083B6}" dt="2024-06-15T03:51:45.384" v="5407" actId="1076"/>
          <ac:picMkLst>
            <pc:docMk/>
            <pc:sldMk cId="3182590695" sldId="373"/>
            <ac:picMk id="16" creationId="{3EDE6D08-50D5-0D43-BF0F-F0C4A669C3FF}"/>
          </ac:picMkLst>
        </pc:picChg>
      </pc:sldChg>
      <pc:sldChg chg="modSp new del mod">
        <pc:chgData name="Edwar Romero-Ramirez" userId="92bc0edd-ad5d-44a7-8ba7-72607029cc7a" providerId="ADAL" clId="{2775DB41-4F27-43BB-B6B4-1F63C41083B6}" dt="2024-06-15T03:52:09.801" v="5412" actId="680"/>
        <pc:sldMkLst>
          <pc:docMk/>
          <pc:sldMk cId="197614011" sldId="374"/>
        </pc:sldMkLst>
        <pc:spChg chg="mod">
          <ac:chgData name="Edwar Romero-Ramirez" userId="92bc0edd-ad5d-44a7-8ba7-72607029cc7a" providerId="ADAL" clId="{2775DB41-4F27-43BB-B6B4-1F63C41083B6}" dt="2024-06-15T03:52:08.784" v="5411" actId="20577"/>
          <ac:spMkLst>
            <pc:docMk/>
            <pc:sldMk cId="197614011" sldId="374"/>
            <ac:spMk id="2" creationId="{F01E102C-77FB-0918-66F6-42863244027D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53:34.138" v="5503" actId="20577"/>
        <pc:sldMkLst>
          <pc:docMk/>
          <pc:sldMk cId="1169307009" sldId="374"/>
        </pc:sldMkLst>
        <pc:spChg chg="mod">
          <ac:chgData name="Edwar Romero-Ramirez" userId="92bc0edd-ad5d-44a7-8ba7-72607029cc7a" providerId="ADAL" clId="{2775DB41-4F27-43BB-B6B4-1F63C41083B6}" dt="2024-06-15T03:52:23.715" v="5436" actId="20577"/>
          <ac:spMkLst>
            <pc:docMk/>
            <pc:sldMk cId="1169307009" sldId="374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53:34.138" v="5503" actId="20577"/>
          <ac:spMkLst>
            <pc:docMk/>
            <pc:sldMk cId="1169307009" sldId="374"/>
            <ac:spMk id="3" creationId="{10AD0E58-93FB-6A47-493C-616E6D59704E}"/>
          </ac:spMkLst>
        </pc:spChg>
        <pc:picChg chg="mod">
          <ac:chgData name="Edwar Romero-Ramirez" userId="92bc0edd-ad5d-44a7-8ba7-72607029cc7a" providerId="ADAL" clId="{2775DB41-4F27-43BB-B6B4-1F63C41083B6}" dt="2024-06-15T03:53:12.971" v="5456" actId="1076"/>
          <ac:picMkLst>
            <pc:docMk/>
            <pc:sldMk cId="1169307009" sldId="374"/>
            <ac:picMk id="16" creationId="{3EDE6D08-50D5-0D43-BF0F-F0C4A669C3FF}"/>
          </ac:picMkLst>
        </pc:picChg>
      </pc:sldChg>
      <pc:sldChg chg="addSp delSp modSp mod">
        <pc:chgData name="Edwar Romero-Ramirez" userId="92bc0edd-ad5d-44a7-8ba7-72607029cc7a" providerId="ADAL" clId="{2775DB41-4F27-43BB-B6B4-1F63C41083B6}" dt="2024-06-26T03:45:00.667" v="5510" actId="1076"/>
        <pc:sldMkLst>
          <pc:docMk/>
          <pc:sldMk cId="1345516017" sldId="379"/>
        </pc:sldMkLst>
        <pc:picChg chg="del">
          <ac:chgData name="Edwar Romero-Ramirez" userId="92bc0edd-ad5d-44a7-8ba7-72607029cc7a" providerId="ADAL" clId="{2775DB41-4F27-43BB-B6B4-1F63C41083B6}" dt="2024-06-26T03:44:29.037" v="5504" actId="478"/>
          <ac:picMkLst>
            <pc:docMk/>
            <pc:sldMk cId="1345516017" sldId="379"/>
            <ac:picMk id="14" creationId="{D00639C3-5122-C304-E110-5216E1F218F7}"/>
          </ac:picMkLst>
        </pc:picChg>
        <pc:picChg chg="add mod ord">
          <ac:chgData name="Edwar Romero-Ramirez" userId="92bc0edd-ad5d-44a7-8ba7-72607029cc7a" providerId="ADAL" clId="{2775DB41-4F27-43BB-B6B4-1F63C41083B6}" dt="2024-06-26T03:45:00.667" v="5510" actId="1076"/>
          <ac:picMkLst>
            <pc:docMk/>
            <pc:sldMk cId="1345516017" sldId="379"/>
            <ac:picMk id="15" creationId="{EF949108-39EF-0723-6FA0-758A606BEACF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26T03:52:42.935" v="5648" actId="20577"/>
        <pc:sldMkLst>
          <pc:docMk/>
          <pc:sldMk cId="1122387926" sldId="380"/>
        </pc:sldMkLst>
        <pc:spChg chg="mod">
          <ac:chgData name="Edwar Romero-Ramirez" userId="92bc0edd-ad5d-44a7-8ba7-72607029cc7a" providerId="ADAL" clId="{2775DB41-4F27-43BB-B6B4-1F63C41083B6}" dt="2024-06-26T03:46:27.859" v="5528" actId="113"/>
          <ac:spMkLst>
            <pc:docMk/>
            <pc:sldMk cId="1122387926" sldId="380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3:52:22.350" v="5646"/>
          <ac:spMkLst>
            <pc:docMk/>
            <pc:sldMk cId="1122387926" sldId="380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775DB41-4F27-43BB-B6B4-1F63C41083B6}" dt="2024-06-26T03:47:57.940" v="5549" actId="478"/>
          <ac:spMkLst>
            <pc:docMk/>
            <pc:sldMk cId="1122387926" sldId="380"/>
            <ac:spMk id="6" creationId="{87932B86-8520-EC02-CE45-7F86CE4E4327}"/>
          </ac:spMkLst>
        </pc:spChg>
        <pc:spChg chg="del">
          <ac:chgData name="Edwar Romero-Ramirez" userId="92bc0edd-ad5d-44a7-8ba7-72607029cc7a" providerId="ADAL" clId="{2775DB41-4F27-43BB-B6B4-1F63C41083B6}" dt="2024-06-26T03:47:52.218" v="5545" actId="478"/>
          <ac:spMkLst>
            <pc:docMk/>
            <pc:sldMk cId="1122387926" sldId="380"/>
            <ac:spMk id="7" creationId="{D16AFA21-6D25-2976-5E6B-A0ED945A9809}"/>
          </ac:spMkLst>
        </pc:spChg>
        <pc:spChg chg="del mod">
          <ac:chgData name="Edwar Romero-Ramirez" userId="92bc0edd-ad5d-44a7-8ba7-72607029cc7a" providerId="ADAL" clId="{2775DB41-4F27-43BB-B6B4-1F63C41083B6}" dt="2024-06-26T03:47:55.419" v="5547" actId="478"/>
          <ac:spMkLst>
            <pc:docMk/>
            <pc:sldMk cId="1122387926" sldId="380"/>
            <ac:spMk id="8" creationId="{C50EF145-7639-DABE-9E0E-C2DD0841793A}"/>
          </ac:spMkLst>
        </pc:spChg>
        <pc:picChg chg="del">
          <ac:chgData name="Edwar Romero-Ramirez" userId="92bc0edd-ad5d-44a7-8ba7-72607029cc7a" providerId="ADAL" clId="{2775DB41-4F27-43BB-B6B4-1F63C41083B6}" dt="2024-06-26T03:47:58.446" v="5550" actId="478"/>
          <ac:picMkLst>
            <pc:docMk/>
            <pc:sldMk cId="1122387926" sldId="380"/>
            <ac:picMk id="4" creationId="{30EA1868-5C0A-F0E1-934D-046727971184}"/>
          </ac:picMkLst>
        </pc:picChg>
        <pc:picChg chg="del">
          <ac:chgData name="Edwar Romero-Ramirez" userId="92bc0edd-ad5d-44a7-8ba7-72607029cc7a" providerId="ADAL" clId="{2775DB41-4F27-43BB-B6B4-1F63C41083B6}" dt="2024-06-26T03:47:56.131" v="5548" actId="478"/>
          <ac:picMkLst>
            <pc:docMk/>
            <pc:sldMk cId="1122387926" sldId="380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3:47:06.689" v="5532" actId="478"/>
          <ac:picMkLst>
            <pc:docMk/>
            <pc:sldMk cId="1122387926" sldId="380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3:47:07.487" v="5533" actId="478"/>
          <ac:picMkLst>
            <pc:docMk/>
            <pc:sldMk cId="1122387926" sldId="380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3:47:08.248" v="5534" actId="478"/>
          <ac:picMkLst>
            <pc:docMk/>
            <pc:sldMk cId="1122387926" sldId="380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3:47:08.830" v="5535" actId="478"/>
          <ac:picMkLst>
            <pc:docMk/>
            <pc:sldMk cId="1122387926" sldId="380"/>
            <ac:picMk id="12" creationId="{E28413AD-7FC6-C6B6-75B1-4E8C41C2F902}"/>
          </ac:picMkLst>
        </pc:picChg>
        <pc:picChg chg="add mod modCrop">
          <ac:chgData name="Edwar Romero-Ramirez" userId="92bc0edd-ad5d-44a7-8ba7-72607029cc7a" providerId="ADAL" clId="{2775DB41-4F27-43BB-B6B4-1F63C41083B6}" dt="2024-06-26T03:50:38.509" v="5567" actId="1076"/>
          <ac:picMkLst>
            <pc:docMk/>
            <pc:sldMk cId="1122387926" sldId="380"/>
            <ac:picMk id="14" creationId="{4FBCDCD0-1BE5-50CB-4AE2-1B4739B05EA7}"/>
          </ac:picMkLst>
        </pc:picChg>
        <pc:picChg chg="del">
          <ac:chgData name="Edwar Romero-Ramirez" userId="92bc0edd-ad5d-44a7-8ba7-72607029cc7a" providerId="ADAL" clId="{2775DB41-4F27-43BB-B6B4-1F63C41083B6}" dt="2024-06-26T03:46:55.409" v="5529" actId="478"/>
          <ac:picMkLst>
            <pc:docMk/>
            <pc:sldMk cId="1122387926" sldId="380"/>
            <ac:picMk id="15" creationId="{EF949108-39EF-0723-6FA0-758A606BEACF}"/>
          </ac:picMkLst>
        </pc:picChg>
      </pc:sldChg>
      <pc:sldChg chg="addSp delSp modSp add mod ord">
        <pc:chgData name="Edwar Romero-Ramirez" userId="92bc0edd-ad5d-44a7-8ba7-72607029cc7a" providerId="ADAL" clId="{2775DB41-4F27-43BB-B6B4-1F63C41083B6}" dt="2024-06-26T04:03:06.218" v="5709" actId="20577"/>
        <pc:sldMkLst>
          <pc:docMk/>
          <pc:sldMk cId="508060794" sldId="381"/>
        </pc:sldMkLst>
        <pc:spChg chg="mod">
          <ac:chgData name="Edwar Romero-Ramirez" userId="92bc0edd-ad5d-44a7-8ba7-72607029cc7a" providerId="ADAL" clId="{2775DB41-4F27-43BB-B6B4-1F63C41083B6}" dt="2024-06-26T04:03:06.218" v="5709" actId="20577"/>
          <ac:spMkLst>
            <pc:docMk/>
            <pc:sldMk cId="508060794" sldId="381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4:01:32.628" v="5664" actId="1076"/>
          <ac:spMkLst>
            <pc:docMk/>
            <pc:sldMk cId="508060794" sldId="381"/>
            <ac:spMk id="6" creationId="{87932B86-8520-EC02-CE45-7F86CE4E4327}"/>
          </ac:spMkLst>
        </pc:spChg>
        <pc:spChg chg="mod">
          <ac:chgData name="Edwar Romero-Ramirez" userId="92bc0edd-ad5d-44a7-8ba7-72607029cc7a" providerId="ADAL" clId="{2775DB41-4F27-43BB-B6B4-1F63C41083B6}" dt="2024-06-26T04:01:24.906" v="5663" actId="1076"/>
          <ac:spMkLst>
            <pc:docMk/>
            <pc:sldMk cId="508060794" sldId="381"/>
            <ac:spMk id="7" creationId="{D16AFA21-6D25-2976-5E6B-A0ED945A9809}"/>
          </ac:spMkLst>
        </pc:spChg>
        <pc:spChg chg="del">
          <ac:chgData name="Edwar Romero-Ramirez" userId="92bc0edd-ad5d-44a7-8ba7-72607029cc7a" providerId="ADAL" clId="{2775DB41-4F27-43BB-B6B4-1F63C41083B6}" dt="2024-06-26T04:01:21.219" v="5662" actId="478"/>
          <ac:spMkLst>
            <pc:docMk/>
            <pc:sldMk cId="508060794" sldId="381"/>
            <ac:spMk id="8" creationId="{C50EF145-7639-DABE-9E0E-C2DD0841793A}"/>
          </ac:spMkLst>
        </pc:spChg>
        <pc:picChg chg="mod">
          <ac:chgData name="Edwar Romero-Ramirez" userId="92bc0edd-ad5d-44a7-8ba7-72607029cc7a" providerId="ADAL" clId="{2775DB41-4F27-43BB-B6B4-1F63C41083B6}" dt="2024-06-26T04:01:32.628" v="5664" actId="1076"/>
          <ac:picMkLst>
            <pc:docMk/>
            <pc:sldMk cId="508060794" sldId="381"/>
            <ac:picMk id="4" creationId="{30EA1868-5C0A-F0E1-934D-046727971184}"/>
          </ac:picMkLst>
        </pc:picChg>
        <pc:picChg chg="mod">
          <ac:chgData name="Edwar Romero-Ramirez" userId="92bc0edd-ad5d-44a7-8ba7-72607029cc7a" providerId="ADAL" clId="{2775DB41-4F27-43BB-B6B4-1F63C41083B6}" dt="2024-06-26T04:01:24.906" v="5663" actId="1076"/>
          <ac:picMkLst>
            <pc:docMk/>
            <pc:sldMk cId="508060794" sldId="381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4:00:31.159" v="5653" actId="478"/>
          <ac:picMkLst>
            <pc:docMk/>
            <pc:sldMk cId="508060794" sldId="381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4:00:32.395" v="5654" actId="478"/>
          <ac:picMkLst>
            <pc:docMk/>
            <pc:sldMk cId="508060794" sldId="381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4:00:33.029" v="5655" actId="478"/>
          <ac:picMkLst>
            <pc:docMk/>
            <pc:sldMk cId="508060794" sldId="381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4:00:33.655" v="5656" actId="478"/>
          <ac:picMkLst>
            <pc:docMk/>
            <pc:sldMk cId="508060794" sldId="381"/>
            <ac:picMk id="12" creationId="{E28413AD-7FC6-C6B6-75B1-4E8C41C2F902}"/>
          </ac:picMkLst>
        </pc:picChg>
        <pc:picChg chg="add del mod">
          <ac:chgData name="Edwar Romero-Ramirez" userId="92bc0edd-ad5d-44a7-8ba7-72607029cc7a" providerId="ADAL" clId="{2775DB41-4F27-43BB-B6B4-1F63C41083B6}" dt="2024-06-26T04:02:35.648" v="5670" actId="478"/>
          <ac:picMkLst>
            <pc:docMk/>
            <pc:sldMk cId="508060794" sldId="381"/>
            <ac:picMk id="14" creationId="{A8AA307A-4C42-A239-1488-21090D5D024E}"/>
          </ac:picMkLst>
        </pc:picChg>
        <pc:picChg chg="del">
          <ac:chgData name="Edwar Romero-Ramirez" userId="92bc0edd-ad5d-44a7-8ba7-72607029cc7a" providerId="ADAL" clId="{2775DB41-4F27-43BB-B6B4-1F63C41083B6}" dt="2024-06-26T04:00:29.538" v="5652" actId="478"/>
          <ac:picMkLst>
            <pc:docMk/>
            <pc:sldMk cId="508060794" sldId="381"/>
            <ac:picMk id="15" creationId="{EF949108-39EF-0723-6FA0-758A606BEACF}"/>
          </ac:picMkLst>
        </pc:picChg>
        <pc:picChg chg="add mod">
          <ac:chgData name="Edwar Romero-Ramirez" userId="92bc0edd-ad5d-44a7-8ba7-72607029cc7a" providerId="ADAL" clId="{2775DB41-4F27-43BB-B6B4-1F63C41083B6}" dt="2024-06-26T04:01:49.464" v="5668"/>
          <ac:picMkLst>
            <pc:docMk/>
            <pc:sldMk cId="508060794" sldId="381"/>
            <ac:picMk id="17" creationId="{64CC5F12-01BA-5863-14CA-02CAC4AC27FD}"/>
          </ac:picMkLst>
        </pc:picChg>
        <pc:picChg chg="add mod">
          <ac:chgData name="Edwar Romero-Ramirez" userId="92bc0edd-ad5d-44a7-8ba7-72607029cc7a" providerId="ADAL" clId="{2775DB41-4F27-43BB-B6B4-1F63C41083B6}" dt="2024-06-26T04:02:48.242" v="5674" actId="14100"/>
          <ac:picMkLst>
            <pc:docMk/>
            <pc:sldMk cId="508060794" sldId="381"/>
            <ac:picMk id="19" creationId="{9665060D-7706-5C9F-7BCB-3B16CAA4ED05}"/>
          </ac:picMkLst>
        </pc:picChg>
      </pc:sldChg>
      <pc:sldChg chg="modSp new mod">
        <pc:chgData name="Edwar Romero-Ramirez" userId="92bc0edd-ad5d-44a7-8ba7-72607029cc7a" providerId="ADAL" clId="{2775DB41-4F27-43BB-B6B4-1F63C41083B6}" dt="2024-06-26T04:12:02.075" v="6387" actId="20577"/>
        <pc:sldMkLst>
          <pc:docMk/>
          <pc:sldMk cId="3501253409" sldId="382"/>
        </pc:sldMkLst>
        <pc:spChg chg="mod">
          <ac:chgData name="Edwar Romero-Ramirez" userId="92bc0edd-ad5d-44a7-8ba7-72607029cc7a" providerId="ADAL" clId="{2775DB41-4F27-43BB-B6B4-1F63C41083B6}" dt="2024-06-26T04:05:20.271" v="5839" actId="20577"/>
          <ac:spMkLst>
            <pc:docMk/>
            <pc:sldMk cId="3501253409" sldId="382"/>
            <ac:spMk id="2" creationId="{4F0A8E79-03FE-EACF-9DA8-F7893317CBF5}"/>
          </ac:spMkLst>
        </pc:spChg>
        <pc:spChg chg="mod">
          <ac:chgData name="Edwar Romero-Ramirez" userId="92bc0edd-ad5d-44a7-8ba7-72607029cc7a" providerId="ADAL" clId="{2775DB41-4F27-43BB-B6B4-1F63C41083B6}" dt="2024-06-26T04:12:02.075" v="6387" actId="20577"/>
          <ac:spMkLst>
            <pc:docMk/>
            <pc:sldMk cId="3501253409" sldId="382"/>
            <ac:spMk id="3" creationId="{7A7D4FA8-22CA-802D-31E6-84727B447A5C}"/>
          </ac:spMkLst>
        </pc:spChg>
      </pc:sldChg>
    </pc:docChg>
  </pc:docChgLst>
  <pc:docChgLst>
    <pc:chgData name="Somak Das" userId="S::sdas@floridapoly.edu::98cebb13-2fc4-4808-95b9-daeb7e6acc01" providerId="AD" clId="Web-{9F7835E1-82E8-9B44-F68C-F391976B3730}"/>
    <pc:docChg chg="modSld">
      <pc:chgData name="Somak Das" userId="S::sdas@floridapoly.edu::98cebb13-2fc4-4808-95b9-daeb7e6acc01" providerId="AD" clId="Web-{9F7835E1-82E8-9B44-F68C-F391976B3730}" dt="2024-08-22T17:22:12.317" v="5" actId="1076"/>
      <pc:docMkLst>
        <pc:docMk/>
      </pc:docMkLst>
      <pc:sldChg chg="addSp modSp mod setBg">
        <pc:chgData name="Somak Das" userId="S::sdas@floridapoly.edu::98cebb13-2fc4-4808-95b9-daeb7e6acc01" providerId="AD" clId="Web-{9F7835E1-82E8-9B44-F68C-F391976B3730}" dt="2024-08-22T17:22:12.317" v="5" actId="1076"/>
        <pc:sldMkLst>
          <pc:docMk/>
          <pc:sldMk cId="1929717596" sldId="356"/>
        </pc:sldMkLst>
        <pc:spChg chg="mod">
          <ac:chgData name="Somak Das" userId="S::sdas@floridapoly.edu::98cebb13-2fc4-4808-95b9-daeb7e6acc01" providerId="AD" clId="Web-{9F7835E1-82E8-9B44-F68C-F391976B3730}" dt="2024-08-22T17:21:50.800" v="1" actId="1076"/>
          <ac:spMkLst>
            <pc:docMk/>
            <pc:sldMk cId="1929717596" sldId="356"/>
            <ac:spMk id="2" creationId="{47F9B0D7-DC7B-A8D6-DEB3-9C2055028689}"/>
          </ac:spMkLst>
        </pc:spChg>
        <pc:spChg chg="mod">
          <ac:chgData name="Somak Das" userId="S::sdas@floridapoly.edu::98cebb13-2fc4-4808-95b9-daeb7e6acc01" providerId="AD" clId="Web-{9F7835E1-82E8-9B44-F68C-F391976B3730}" dt="2024-08-22T17:22:12.317" v="5" actId="1076"/>
          <ac:spMkLst>
            <pc:docMk/>
            <pc:sldMk cId="1929717596" sldId="356"/>
            <ac:spMk id="3" creationId="{EEA82FBA-2EB2-5C2F-0014-4EC7486CBC03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9" creationId="{F944E337-3E5D-4A1F-A5A1-2057F25B8A7B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11" creationId="{4DA50D69-7CF7-4844-B844-A2B821C77F24}"/>
          </ac:spMkLst>
        </pc:spChg>
        <pc:picChg chg="add">
          <ac:chgData name="Somak Das" userId="S::sdas@floridapoly.edu::98cebb13-2fc4-4808-95b9-daeb7e6acc01" providerId="AD" clId="Web-{9F7835E1-82E8-9B44-F68C-F391976B3730}" dt="2024-08-22T17:21:43.769" v="0"/>
          <ac:picMkLst>
            <pc:docMk/>
            <pc:sldMk cId="1929717596" sldId="356"/>
            <ac:picMk id="7" creationId="{1CB58910-6405-3123-D703-F2AE1DD4F36D}"/>
          </ac:picMkLst>
        </pc:picChg>
      </pc:sldChg>
    </pc:docChg>
  </pc:docChgLst>
  <pc:docChgLst>
    <pc:chgData name="Somak Das" userId="S::sdas@floridapoly.edu::98cebb13-2fc4-4808-95b9-daeb7e6acc01" providerId="AD" clId="Web-{C8A71945-C54D-6D72-6343-0540A9C1C6DB}"/>
    <pc:docChg chg="delSld modSection">
      <pc:chgData name="Somak Das" userId="S::sdas@floridapoly.edu::98cebb13-2fc4-4808-95b9-daeb7e6acc01" providerId="AD" clId="Web-{C8A71945-C54D-6D72-6343-0540A9C1C6DB}" dt="2024-08-28T05:53:16.004" v="20"/>
      <pc:docMkLst>
        <pc:docMk/>
      </pc:docMkLst>
      <pc:sldChg chg="del">
        <pc:chgData name="Somak Das" userId="S::sdas@floridapoly.edu::98cebb13-2fc4-4808-95b9-daeb7e6acc01" providerId="AD" clId="Web-{C8A71945-C54D-6D72-6343-0540A9C1C6DB}" dt="2024-08-28T05:53:16.004" v="20"/>
        <pc:sldMkLst>
          <pc:docMk/>
          <pc:sldMk cId="783844113" sldId="256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7"/>
        <pc:sldMkLst>
          <pc:docMk/>
          <pc:sldMk cId="1084738940" sldId="316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9"/>
        <pc:sldMkLst>
          <pc:docMk/>
          <pc:sldMk cId="4139804777" sldId="330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6"/>
        <pc:sldMkLst>
          <pc:docMk/>
          <pc:sldMk cId="2289991728" sldId="342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0"/>
        <pc:sldMkLst>
          <pc:docMk/>
          <pc:sldMk cId="3564918759" sldId="347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8"/>
        <pc:sldMkLst>
          <pc:docMk/>
          <pc:sldMk cId="1970439454" sldId="348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5"/>
        <pc:sldMkLst>
          <pc:docMk/>
          <pc:sldMk cId="450661816" sldId="349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4"/>
        <pc:sldMkLst>
          <pc:docMk/>
          <pc:sldMk cId="756175004" sldId="350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3"/>
        <pc:sldMkLst>
          <pc:docMk/>
          <pc:sldMk cId="3912467275" sldId="351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2"/>
        <pc:sldMkLst>
          <pc:docMk/>
          <pc:sldMk cId="839535825" sldId="352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1"/>
        <pc:sldMkLst>
          <pc:docMk/>
          <pc:sldMk cId="2838901669" sldId="353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8"/>
        <pc:sldMkLst>
          <pc:docMk/>
          <pc:sldMk cId="3245362616" sldId="354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5"/>
        <pc:sldMkLst>
          <pc:docMk/>
          <pc:sldMk cId="413745526" sldId="357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10"/>
        <pc:sldMkLst>
          <pc:docMk/>
          <pc:sldMk cId="3724979230" sldId="385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9"/>
        <pc:sldMkLst>
          <pc:docMk/>
          <pc:sldMk cId="2545679489" sldId="386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7"/>
        <pc:sldMkLst>
          <pc:docMk/>
          <pc:sldMk cId="3218015848" sldId="387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6"/>
        <pc:sldMkLst>
          <pc:docMk/>
          <pc:sldMk cId="1746890718" sldId="388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4"/>
        <pc:sldMkLst>
          <pc:docMk/>
          <pc:sldMk cId="1585075032" sldId="390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3"/>
        <pc:sldMkLst>
          <pc:docMk/>
          <pc:sldMk cId="2868495445" sldId="391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2"/>
        <pc:sldMkLst>
          <pc:docMk/>
          <pc:sldMk cId="3801865385" sldId="392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1"/>
        <pc:sldMkLst>
          <pc:docMk/>
          <pc:sldMk cId="608172697" sldId="393"/>
        </pc:sldMkLst>
      </pc:sldChg>
    </pc:docChg>
  </pc:docChgLst>
  <pc:docChgLst>
    <pc:chgData name="Somak Das" userId="S::sdas@floridapoly.edu::98cebb13-2fc4-4808-95b9-daeb7e6acc01" providerId="AD" clId="Web-{8B4D33D5-5563-3AAA-28BF-A305A3E2A62D}"/>
    <pc:docChg chg="modSld">
      <pc:chgData name="Somak Das" userId="S::sdas@floridapoly.edu::98cebb13-2fc4-4808-95b9-daeb7e6acc01" providerId="AD" clId="Web-{8B4D33D5-5563-3AAA-28BF-A305A3E2A62D}" dt="2024-08-27T17:37:15.475" v="41" actId="20577"/>
      <pc:docMkLst>
        <pc:docMk/>
      </pc:docMkLst>
      <pc:sldChg chg="modSp">
        <pc:chgData name="Somak Das" userId="S::sdas@floridapoly.edu::98cebb13-2fc4-4808-95b9-daeb7e6acc01" providerId="AD" clId="Web-{8B4D33D5-5563-3AAA-28BF-A305A3E2A62D}" dt="2024-08-27T17:35:15.503" v="26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8B4D33D5-5563-3AAA-28BF-A305A3E2A62D}" dt="2024-08-27T17:35:15.503" v="26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17:46.785" v="8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8B4D33D5-5563-3AAA-28BF-A305A3E2A62D}" dt="2024-08-27T17:17:46.785" v="8" actId="20577"/>
          <ac:spMkLst>
            <pc:docMk/>
            <pc:sldMk cId="1970439454" sldId="348"/>
            <ac:spMk id="3" creationId="{F285B28E-72AD-AF1D-30A6-84208CFFAB4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4:47.815" v="25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8B4D33D5-5563-3AAA-28BF-A305A3E2A62D}" dt="2024-08-27T17:34:47.815" v="25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7:15.475" v="41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8B4D33D5-5563-3AAA-28BF-A305A3E2A62D}" dt="2024-08-27T17:37:15.475" v="41" actId="20577"/>
          <ac:spMkLst>
            <pc:docMk/>
            <pc:sldMk cId="756175004" sldId="350"/>
            <ac:spMk id="3" creationId="{9556065C-AC8D-F8CF-D5A2-F5C7B2A8889E}"/>
          </ac:spMkLst>
        </pc:spChg>
      </pc:sldChg>
    </pc:docChg>
  </pc:docChgLst>
  <pc:docChgLst>
    <pc:chgData name="Somak Das" userId="S::sdas@floridapoly.edu::98cebb13-2fc4-4808-95b9-daeb7e6acc01" providerId="AD" clId="Web-{6D3A69C3-C2B6-B34F-54C6-FD308810F652}"/>
    <pc:docChg chg="addSld delSld modSld modSection">
      <pc:chgData name="Somak Das" userId="S::sdas@floridapoly.edu::98cebb13-2fc4-4808-95b9-daeb7e6acc01" providerId="AD" clId="Web-{6D3A69C3-C2B6-B34F-54C6-FD308810F652}" dt="2024-08-28T05:28:59.578" v="1360" actId="1076"/>
      <pc:docMkLst>
        <pc:docMk/>
      </pc:docMkLst>
      <pc:sldChg chg="modSp">
        <pc:chgData name="Somak Das" userId="S::sdas@floridapoly.edu::98cebb13-2fc4-4808-95b9-daeb7e6acc01" providerId="AD" clId="Web-{6D3A69C3-C2B6-B34F-54C6-FD308810F652}" dt="2024-08-28T04:53:25.790" v="1156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D3A69C3-C2B6-B34F-54C6-FD308810F652}" dt="2024-08-28T04:53:25.790" v="1156" actId="20577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53:15.321" v="1135" actId="1076"/>
          <ac:spMkLst>
            <pc:docMk/>
            <pc:sldMk cId="3245362616" sldId="354"/>
            <ac:spMk id="4" creationId="{11EE0B85-E429-8E8F-8471-C8730B66B3F1}"/>
          </ac:spMkLst>
        </pc:spChg>
        <pc:spChg chg="mod">
          <ac:chgData name="Somak Das" userId="S::sdas@floridapoly.edu::98cebb13-2fc4-4808-95b9-daeb7e6acc01" providerId="AD" clId="Web-{6D3A69C3-C2B6-B34F-54C6-FD308810F652}" dt="2024-08-28T04:53:15.337" v="1136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D3A69C3-C2B6-B34F-54C6-FD308810F652}" dt="2024-08-28T04:53:15.353" v="1137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D3A69C3-C2B6-B34F-54C6-FD308810F652}" dt="2024-08-28T04:53:15.368" v="1138" actId="1076"/>
          <ac:spMkLst>
            <pc:docMk/>
            <pc:sldMk cId="3245362616" sldId="354"/>
            <ac:spMk id="9" creationId="{01C7816C-C07B-B55B-220A-C69E96BCCDD5}"/>
          </ac:spMkLst>
        </pc:spChg>
        <pc:spChg chg="mod">
          <ac:chgData name="Somak Das" userId="S::sdas@floridapoly.edu::98cebb13-2fc4-4808-95b9-daeb7e6acc01" providerId="AD" clId="Web-{6D3A69C3-C2B6-B34F-54C6-FD308810F652}" dt="2024-08-28T04:53:15.462" v="1146" actId="1076"/>
          <ac:spMkLst>
            <pc:docMk/>
            <pc:sldMk cId="3245362616" sldId="354"/>
            <ac:spMk id="14" creationId="{C5BFBF85-0D62-63CD-F1CE-D5A29506FC24}"/>
          </ac:spMkLst>
        </pc:spChg>
        <pc:spChg chg="mod">
          <ac:chgData name="Somak Das" userId="S::sdas@floridapoly.edu::98cebb13-2fc4-4808-95b9-daeb7e6acc01" providerId="AD" clId="Web-{6D3A69C3-C2B6-B34F-54C6-FD308810F652}" dt="2024-08-28T04:53:15.478" v="1147" actId="1076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D3A69C3-C2B6-B34F-54C6-FD308810F652}" dt="2024-08-28T04:53:15.431" v="1144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D3A69C3-C2B6-B34F-54C6-FD308810F652}" dt="2024-08-28T04:53:15.446" v="1145" actId="1076"/>
          <ac:spMkLst>
            <pc:docMk/>
            <pc:sldMk cId="3245362616" sldId="354"/>
            <ac:spMk id="21" creationId="{B8EBE528-E30A-1B10-7528-3111E7BFCDC8}"/>
          </ac:spMkLst>
        </pc:spChg>
        <pc:spChg chg="mod">
          <ac:chgData name="Somak Das" userId="S::sdas@floridapoly.edu::98cebb13-2fc4-4808-95b9-daeb7e6acc01" providerId="AD" clId="Web-{6D3A69C3-C2B6-B34F-54C6-FD308810F652}" dt="2024-08-28T04:53:15.509" v="1150" actId="1076"/>
          <ac:spMkLst>
            <pc:docMk/>
            <pc:sldMk cId="3245362616" sldId="354"/>
            <ac:spMk id="22" creationId="{65CFFE8E-DD44-2774-3479-74F482CA0062}"/>
          </ac:spMkLst>
        </pc:spChg>
        <pc:spChg chg="mod">
          <ac:chgData name="Somak Das" userId="S::sdas@floridapoly.edu::98cebb13-2fc4-4808-95b9-daeb7e6acc01" providerId="AD" clId="Web-{6D3A69C3-C2B6-B34F-54C6-FD308810F652}" dt="2024-08-28T04:53:15.540" v="1152" actId="1076"/>
          <ac:spMkLst>
            <pc:docMk/>
            <pc:sldMk cId="3245362616" sldId="354"/>
            <ac:spMk id="25" creationId="{2D310DAF-EFD1-9019-43CC-9571589460FC}"/>
          </ac:spMkLst>
        </pc:spChg>
        <pc:cxnChg chg="mod">
          <ac:chgData name="Somak Das" userId="S::sdas@floridapoly.edu::98cebb13-2fc4-4808-95b9-daeb7e6acc01" providerId="AD" clId="Web-{6D3A69C3-C2B6-B34F-54C6-FD308810F652}" dt="2024-08-28T04:53:15.384" v="113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84" v="1140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99" v="11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2" actId="1076"/>
          <ac:cxnSpMkLst>
            <pc:docMk/>
            <pc:sldMk cId="3245362616" sldId="354"/>
            <ac:cxnSpMk id="15" creationId="{D1C3ECE3-B524-4114-85FD-591FF270C48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78" v="1148" actId="1076"/>
          <ac:cxnSpMkLst>
            <pc:docMk/>
            <pc:sldMk cId="3245362616" sldId="354"/>
            <ac:cxnSpMk id="17" creationId="{B134A02D-1B50-CBEA-EDB7-3B32EC54EF7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93" v="1149" actId="1076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3" actId="1076"/>
          <ac:cxnSpMkLst>
            <pc:docMk/>
            <pc:sldMk cId="3245362616" sldId="354"/>
            <ac:cxnSpMk id="19" creationId="{8F6395DD-847B-0D38-3590-B34123BF4B4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24" v="1151" actId="1076"/>
          <ac:cxnSpMkLst>
            <pc:docMk/>
            <pc:sldMk cId="3245362616" sldId="354"/>
            <ac:cxnSpMk id="24" creationId="{E29897B8-D0C3-B19F-9A71-3D8BC1685F5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40" v="1153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addSp delSp modSp mod modClrScheme chgLayout">
        <pc:chgData name="Somak Das" userId="S::sdas@floridapoly.edu::98cebb13-2fc4-4808-95b9-daeb7e6acc01" providerId="AD" clId="Web-{6D3A69C3-C2B6-B34F-54C6-FD308810F652}" dt="2024-08-28T04:35:32.363" v="911" actId="20577"/>
        <pc:sldMkLst>
          <pc:docMk/>
          <pc:sldMk cId="413745526" sldId="357"/>
        </pc:sldMkLst>
        <pc:spChg chg="del">
          <ac:chgData name="Somak Das" userId="S::sdas@floridapoly.edu::98cebb13-2fc4-4808-95b9-daeb7e6acc01" providerId="AD" clId="Web-{6D3A69C3-C2B6-B34F-54C6-FD308810F652}" dt="2024-08-28T03:02:51.488" v="106"/>
          <ac:spMkLst>
            <pc:docMk/>
            <pc:sldMk cId="413745526" sldId="357"/>
            <ac:spMk id="2" creationId="{A43E3E30-0CCC-0FCC-69DC-1C2820744E12}"/>
          </ac:spMkLst>
        </pc:spChg>
        <pc:spChg chg="del">
          <ac:chgData name="Somak Das" userId="S::sdas@floridapoly.edu::98cebb13-2fc4-4808-95b9-daeb7e6acc01" providerId="AD" clId="Web-{6D3A69C3-C2B6-B34F-54C6-FD308810F652}" dt="2024-08-28T02:51:18.233" v="0"/>
          <ac:spMkLst>
            <pc:docMk/>
            <pc:sldMk cId="413745526" sldId="357"/>
            <ac:spMk id="3" creationId="{9556065C-AC8D-F8CF-D5A2-F5C7B2A8889E}"/>
          </ac:spMkLst>
        </pc:spChg>
        <pc:spChg chg="add mod ord">
          <ac:chgData name="Somak Das" userId="S::sdas@floridapoly.edu::98cebb13-2fc4-4808-95b9-daeb7e6acc01" providerId="AD" clId="Web-{6D3A69C3-C2B6-B34F-54C6-FD308810F652}" dt="2024-08-28T04:35:32.363" v="911" actId="20577"/>
          <ac:spMkLst>
            <pc:docMk/>
            <pc:sldMk cId="413745526" sldId="357"/>
            <ac:spMk id="5" creationId="{1D3DCBB2-C9EE-959F-234A-10AAE3BACC96}"/>
          </ac:spMkLst>
        </pc:spChg>
        <pc:spChg chg="del">
          <ac:chgData name="Somak Das" userId="S::sdas@floridapoly.edu::98cebb13-2fc4-4808-95b9-daeb7e6acc01" providerId="AD" clId="Web-{6D3A69C3-C2B6-B34F-54C6-FD308810F652}" dt="2024-08-28T02:53:27.627" v="55"/>
          <ac:spMkLst>
            <pc:docMk/>
            <pc:sldMk cId="413745526" sldId="357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02:55.082" v="107"/>
          <ac:spMkLst>
            <pc:docMk/>
            <pc:sldMk cId="413745526" sldId="357"/>
            <ac:spMk id="17" creationId="{13508E8F-8940-B711-0E6B-4B00CB1BA833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2:06.703" v="431"/>
          <ac:spMkLst>
            <pc:docMk/>
            <pc:sldMk cId="413745526" sldId="357"/>
            <ac:spMk id="18" creationId="{FF628EFE-A5EF-5E6F-0E45-8BAFCAC480D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59.813" v="430"/>
          <ac:spMkLst>
            <pc:docMk/>
            <pc:sldMk cId="413745526" sldId="357"/>
            <ac:spMk id="19" creationId="{D6EFD680-E186-4C66-094A-9F623F8A3073}"/>
          </ac:spMkLst>
        </pc:spChg>
        <pc:spChg chg="add mod">
          <ac:chgData name="Somak Das" userId="S::sdas@floridapoly.edu::98cebb13-2fc4-4808-95b9-daeb7e6acc01" providerId="AD" clId="Web-{6D3A69C3-C2B6-B34F-54C6-FD308810F652}" dt="2024-08-28T03:12:20.848" v="188" actId="20577"/>
          <ac:spMkLst>
            <pc:docMk/>
            <pc:sldMk cId="413745526" sldId="357"/>
            <ac:spMk id="20" creationId="{973406FD-4B99-A262-DB85-1FDD82942419}"/>
          </ac:spMkLst>
        </pc:spChg>
        <pc:spChg chg="add mod">
          <ac:chgData name="Somak Das" userId="S::sdas@floridapoly.edu::98cebb13-2fc4-4808-95b9-daeb7e6acc01" providerId="AD" clId="Web-{6D3A69C3-C2B6-B34F-54C6-FD308810F652}" dt="2024-08-28T03:12:09.114" v="186" actId="20577"/>
          <ac:spMkLst>
            <pc:docMk/>
            <pc:sldMk cId="413745526" sldId="357"/>
            <ac:spMk id="21" creationId="{77F6172F-5EEF-0278-1FBA-23D375DABBAF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3.968" v="426"/>
          <ac:spMkLst>
            <pc:docMk/>
            <pc:sldMk cId="413745526" sldId="357"/>
            <ac:spMk id="22" creationId="{143F981F-2BD9-B4C6-F297-DFE172DD38E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8.047" v="427"/>
          <ac:spMkLst>
            <pc:docMk/>
            <pc:sldMk cId="413745526" sldId="357"/>
            <ac:spMk id="23" creationId="{B742EB51-6B4C-001B-BEFD-293518B5B430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1.665" v="568" actId="1076"/>
          <ac:spMkLst>
            <pc:docMk/>
            <pc:sldMk cId="413745526" sldId="357"/>
            <ac:spMk id="24" creationId="{8B103066-B3FF-8701-85DD-5CC12504A011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7.572" v="569" actId="1076"/>
          <ac:spMkLst>
            <pc:docMk/>
            <pc:sldMk cId="413745526" sldId="357"/>
            <ac:spMk id="25" creationId="{C6C01D54-939C-CC76-933C-8D62D932E17A}"/>
          </ac:spMkLst>
        </pc:spChg>
        <pc:picChg chg="mod">
          <ac:chgData name="Somak Das" userId="S::sdas@floridapoly.edu::98cebb13-2fc4-4808-95b9-daeb7e6acc01" providerId="AD" clId="Web-{6D3A69C3-C2B6-B34F-54C6-FD308810F652}" dt="2024-08-28T03:48:20.369" v="417" actId="1076"/>
          <ac:picMkLst>
            <pc:docMk/>
            <pc:sldMk cId="413745526" sldId="357"/>
            <ac:picMk id="6" creationId="{50535E7C-5C90-3DB5-404B-E48DB8C9ECFD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17.914" v="405" actId="1076"/>
          <ac:picMkLst>
            <pc:docMk/>
            <pc:sldMk cId="413745526" sldId="357"/>
            <ac:picMk id="26" creationId="{05CCB9CF-70EB-1A66-DB70-9AFDB8AB328A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06.741" v="403" actId="1076"/>
          <ac:picMkLst>
            <pc:docMk/>
            <pc:sldMk cId="413745526" sldId="357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3:05:26.992" v="131" actId="1076"/>
          <ac:cxnSpMkLst>
            <pc:docMk/>
            <pc:sldMk cId="413745526" sldId="357"/>
            <ac:cxnSpMk id="8" creationId="{5A27EAF3-99FB-2892-7B02-2CC5FE712524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6:57.589" v="144" actId="1076"/>
          <ac:cxnSpMkLst>
            <pc:docMk/>
            <pc:sldMk cId="413745526" sldId="357"/>
            <ac:cxnSpMk id="9" creationId="{6FEB3F56-CFC9-AB0F-5B92-76BAA28B65F0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2.469" v="428"/>
          <ac:cxnSpMkLst>
            <pc:docMk/>
            <pc:sldMk cId="413745526" sldId="357"/>
            <ac:cxnSpMk id="10" creationId="{A27B11EF-3D75-966C-C109-C6DC620A3973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5.469" v="433"/>
          <ac:cxnSpMkLst>
            <pc:docMk/>
            <pc:sldMk cId="413745526" sldId="357"/>
            <ac:cxnSpMk id="11" creationId="{FE2A5B5E-2A3C-1812-C2B2-CA8A313940D8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5.750" v="429"/>
          <ac:cxnSpMkLst>
            <pc:docMk/>
            <pc:sldMk cId="413745526" sldId="357"/>
            <ac:cxnSpMk id="12" creationId="{81ACD88F-BA77-5739-E07E-CF52EF17AFFB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2.766" v="432"/>
          <ac:cxnSpMkLst>
            <pc:docMk/>
            <pc:sldMk cId="413745526" sldId="357"/>
            <ac:cxnSpMk id="13" creationId="{D5391560-73F2-5DFA-D950-49DFEA2B4CE3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8:07.669" v="153"/>
          <ac:cxnSpMkLst>
            <pc:docMk/>
            <pc:sldMk cId="413745526" sldId="357"/>
            <ac:cxnSpMk id="14" creationId="{F7CD3FE5-046C-D861-D5C6-16FA8295292C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9:26.406" v="161" actId="1076"/>
          <ac:cxnSpMkLst>
            <pc:docMk/>
            <pc:sldMk cId="413745526" sldId="357"/>
            <ac:cxnSpMk id="15" creationId="{AFA6EFA6-37FC-0131-4B46-4EDB70B986AD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33.088" v="574"/>
          <ac:cxnSpMkLst>
            <pc:docMk/>
            <pc:sldMk cId="413745526" sldId="357"/>
            <ac:cxnSpMk id="28" creationId="{CD5179B5-C8C4-8C6F-746A-9CC2F1EF0E10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48.792" v="577" actId="14100"/>
          <ac:cxnSpMkLst>
            <pc:docMk/>
            <pc:sldMk cId="413745526" sldId="357"/>
            <ac:cxnSpMk id="29" creationId="{211F9953-F411-DB66-725C-E543681B10D2}"/>
          </ac:cxnSpMkLst>
        </pc:cxnChg>
      </pc:sldChg>
      <pc:sldChg chg="modSp del">
        <pc:chgData name="Somak Das" userId="S::sdas@floridapoly.edu::98cebb13-2fc4-4808-95b9-daeb7e6acc01" providerId="AD" clId="Web-{6D3A69C3-C2B6-B34F-54C6-FD308810F652}" dt="2024-08-28T04:54:20.527" v="1167"/>
        <pc:sldMkLst>
          <pc:docMk/>
          <pc:sldMk cId="798543756" sldId="358"/>
        </pc:sldMkLst>
        <pc:spChg chg="mod">
          <ac:chgData name="Somak Das" userId="S::sdas@floridapoly.edu::98cebb13-2fc4-4808-95b9-daeb7e6acc01" providerId="AD" clId="Web-{6D3A69C3-C2B6-B34F-54C6-FD308810F652}" dt="2024-08-28T04:42:51.364" v="975" actId="20577"/>
          <ac:spMkLst>
            <pc:docMk/>
            <pc:sldMk cId="798543756" sldId="358"/>
            <ac:spMk id="2" creationId="{A43E3E30-0CCC-0FCC-69DC-1C2820744E12}"/>
          </ac:spMkLst>
        </pc:spChg>
      </pc:sldChg>
      <pc:sldChg chg="del">
        <pc:chgData name="Somak Das" userId="S::sdas@floridapoly.edu::98cebb13-2fc4-4808-95b9-daeb7e6acc01" providerId="AD" clId="Web-{6D3A69C3-C2B6-B34F-54C6-FD308810F652}" dt="2024-08-28T04:54:28.996" v="1168"/>
        <pc:sldMkLst>
          <pc:docMk/>
          <pc:sldMk cId="2501000224" sldId="360"/>
        </pc:sldMkLst>
      </pc:sldChg>
      <pc:sldChg chg="del">
        <pc:chgData name="Somak Das" userId="S::sdas@floridapoly.edu::98cebb13-2fc4-4808-95b9-daeb7e6acc01" providerId="AD" clId="Web-{6D3A69C3-C2B6-B34F-54C6-FD308810F652}" dt="2024-08-28T04:54:35.668" v="1169"/>
        <pc:sldMkLst>
          <pc:docMk/>
          <pc:sldMk cId="1231324176" sldId="362"/>
        </pc:sldMkLst>
      </pc:sldChg>
      <pc:sldChg chg="del">
        <pc:chgData name="Somak Das" userId="S::sdas@floridapoly.edu::98cebb13-2fc4-4808-95b9-daeb7e6acc01" providerId="AD" clId="Web-{6D3A69C3-C2B6-B34F-54C6-FD308810F652}" dt="2024-08-28T04:54:38.558" v="1170"/>
        <pc:sldMkLst>
          <pc:docMk/>
          <pc:sldMk cId="2203140714" sldId="364"/>
        </pc:sldMkLst>
      </pc:sldChg>
      <pc:sldChg chg="modSp">
        <pc:chgData name="Somak Das" userId="S::sdas@floridapoly.edu::98cebb13-2fc4-4808-95b9-daeb7e6acc01" providerId="AD" clId="Web-{6D3A69C3-C2B6-B34F-54C6-FD308810F652}" dt="2024-08-28T04:49:10.860" v="1077" actId="14100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D3A69C3-C2B6-B34F-54C6-FD308810F652}" dt="2024-08-28T04:48:57.500" v="1074" actId="20577"/>
          <ac:spMkLst>
            <pc:docMk/>
            <pc:sldMk cId="1746890718" sldId="388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49:00.219" v="1075" actId="1076"/>
          <ac:spMkLst>
            <pc:docMk/>
            <pc:sldMk cId="1746890718" sldId="388"/>
            <ac:spMk id="4" creationId="{879460E3-E1E9-966E-736A-F8006564153D}"/>
          </ac:spMkLst>
        </pc:spChg>
        <pc:cxnChg chg="mod">
          <ac:chgData name="Somak Das" userId="S::sdas@floridapoly.edu::98cebb13-2fc4-4808-95b9-daeb7e6acc01" providerId="AD" clId="Web-{6D3A69C3-C2B6-B34F-54C6-FD308810F652}" dt="2024-08-28T04:49:10.860" v="1077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Sp delSp modSp add del">
        <pc:chgData name="Somak Das" userId="S::sdas@floridapoly.edu::98cebb13-2fc4-4808-95b9-daeb7e6acc01" providerId="AD" clId="Web-{6D3A69C3-C2B6-B34F-54C6-FD308810F652}" dt="2024-08-28T04:42:07.129" v="971"/>
        <pc:sldMkLst>
          <pc:docMk/>
          <pc:sldMk cId="2197864155" sldId="389"/>
        </pc:sldMkLst>
        <pc:spChg chg="del mod">
          <ac:chgData name="Somak Das" userId="S::sdas@floridapoly.edu::98cebb13-2fc4-4808-95b9-daeb7e6acc01" providerId="AD" clId="Web-{6D3A69C3-C2B6-B34F-54C6-FD308810F652}" dt="2024-08-28T04:24:42.074" v="825"/>
          <ac:spMkLst>
            <pc:docMk/>
            <pc:sldMk cId="2197864155" sldId="389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D3A69C3-C2B6-B34F-54C6-FD308810F652}" dt="2024-08-28T04:24:36.121" v="824" actId="20577"/>
          <ac:spMkLst>
            <pc:docMk/>
            <pc:sldMk cId="2197864155" sldId="389"/>
            <ac:spMk id="4" creationId="{C15125E9-5F56-5B41-85DB-6C59EA2B93D7}"/>
          </ac:spMkLst>
        </pc:spChg>
        <pc:spChg chg="del">
          <ac:chgData name="Somak Das" userId="S::sdas@floridapoly.edu::98cebb13-2fc4-4808-95b9-daeb7e6acc01" providerId="AD" clId="Web-{6D3A69C3-C2B6-B34F-54C6-FD308810F652}" dt="2024-08-28T04:24:59.512" v="828"/>
          <ac:spMkLst>
            <pc:docMk/>
            <pc:sldMk cId="2197864155" sldId="389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4:24:52.465" v="827"/>
          <ac:spMkLst>
            <pc:docMk/>
            <pc:sldMk cId="2197864155" sldId="389"/>
            <ac:spMk id="8" creationId="{742C98B6-E9CE-7834-8FD9-354FED56FC91}"/>
          </ac:spMkLst>
        </pc:spChg>
        <pc:picChg chg="del">
          <ac:chgData name="Somak Das" userId="S::sdas@floridapoly.edu::98cebb13-2fc4-4808-95b9-daeb7e6acc01" providerId="AD" clId="Web-{6D3A69C3-C2B6-B34F-54C6-FD308810F652}" dt="2024-08-28T04:25:10.840" v="829"/>
          <ac:picMkLst>
            <pc:docMk/>
            <pc:sldMk cId="2197864155" sldId="389"/>
            <ac:picMk id="6" creationId="{50535E7C-5C90-3DB5-404B-E48DB8C9ECFD}"/>
          </ac:picMkLst>
        </pc:picChg>
      </pc:sldChg>
      <pc:sldChg chg="addSp delSp modSp add replId">
        <pc:chgData name="Somak Das" userId="S::sdas@floridapoly.edu::98cebb13-2fc4-4808-95b9-daeb7e6acc01" providerId="AD" clId="Web-{6D3A69C3-C2B6-B34F-54C6-FD308810F652}" dt="2024-08-28T04:35:20.909" v="905" actId="20577"/>
        <pc:sldMkLst>
          <pc:docMk/>
          <pc:sldMk cId="1585075032" sldId="390"/>
        </pc:sldMkLst>
        <pc:spChg chg="add mod">
          <ac:chgData name="Somak Das" userId="S::sdas@floridapoly.edu::98cebb13-2fc4-4808-95b9-daeb7e6acc01" providerId="AD" clId="Web-{6D3A69C3-C2B6-B34F-54C6-FD308810F652}" dt="2024-08-28T03:58:25.715" v="520" actId="20577"/>
          <ac:spMkLst>
            <pc:docMk/>
            <pc:sldMk cId="1585075032" sldId="390"/>
            <ac:spMk id="2" creationId="{4E9EEF31-1D52-AB2D-CD28-D9869BC22C65}"/>
          </ac:spMkLst>
        </pc:spChg>
        <pc:spChg chg="add">
          <ac:chgData name="Somak Das" userId="S::sdas@floridapoly.edu::98cebb13-2fc4-4808-95b9-daeb7e6acc01" providerId="AD" clId="Web-{6D3A69C3-C2B6-B34F-54C6-FD308810F652}" dt="2024-08-28T04:08:51.420" v="578"/>
          <ac:spMkLst>
            <pc:docMk/>
            <pc:sldMk cId="1585075032" sldId="390"/>
            <ac:spMk id="4" creationId="{2115B345-357D-2BBC-A17B-FB7664D6C708}"/>
          </ac:spMkLst>
        </pc:spChg>
        <pc:spChg chg="mod">
          <ac:chgData name="Somak Das" userId="S::sdas@floridapoly.edu::98cebb13-2fc4-4808-95b9-daeb7e6acc01" providerId="AD" clId="Web-{6D3A69C3-C2B6-B34F-54C6-FD308810F652}" dt="2024-08-28T04:35:20.909" v="905" actId="20577"/>
          <ac:spMkLst>
            <pc:docMk/>
            <pc:sldMk cId="1585075032" sldId="390"/>
            <ac:spMk id="5" creationId="{1D3DCBB2-C9EE-959F-234A-10AAE3BACC96}"/>
          </ac:spMkLst>
        </pc:spChg>
        <pc:spChg chg="add del">
          <ac:chgData name="Somak Das" userId="S::sdas@floridapoly.edu::98cebb13-2fc4-4808-95b9-daeb7e6acc01" providerId="AD" clId="Web-{6D3A69C3-C2B6-B34F-54C6-FD308810F652}" dt="2024-08-28T04:09:05.843" v="584"/>
          <ac:spMkLst>
            <pc:docMk/>
            <pc:sldMk cId="1585075032" sldId="390"/>
            <ac:spMk id="16" creationId="{D0C3B865-F14E-BFC4-CCC0-1C3F8CACD671}"/>
          </ac:spMkLst>
        </pc:spChg>
        <pc:spChg chg="mod">
          <ac:chgData name="Somak Das" userId="S::sdas@floridapoly.edu::98cebb13-2fc4-4808-95b9-daeb7e6acc01" providerId="AD" clId="Web-{6D3A69C3-C2B6-B34F-54C6-FD308810F652}" dt="2024-08-28T04:04:23.194" v="557" actId="14100"/>
          <ac:spMkLst>
            <pc:docMk/>
            <pc:sldMk cId="1585075032" sldId="390"/>
            <ac:spMk id="22" creationId="{143F981F-2BD9-B4C6-F297-DFE172DD38E2}"/>
          </ac:spMkLst>
        </pc:spChg>
        <pc:spChg chg="mod">
          <ac:chgData name="Somak Das" userId="S::sdas@floridapoly.edu::98cebb13-2fc4-4808-95b9-daeb7e6acc01" providerId="AD" clId="Web-{6D3A69C3-C2B6-B34F-54C6-FD308810F652}" dt="2024-08-28T04:10:04.032" v="596" actId="1076"/>
          <ac:spMkLst>
            <pc:docMk/>
            <pc:sldMk cId="1585075032" sldId="390"/>
            <ac:spMk id="23" creationId="{B742EB51-6B4C-001B-BEFD-293518B5B430}"/>
          </ac:spMkLst>
        </pc:spChg>
        <pc:spChg chg="del">
          <ac:chgData name="Somak Das" userId="S::sdas@floridapoly.edu::98cebb13-2fc4-4808-95b9-daeb7e6acc01" providerId="AD" clId="Web-{6D3A69C3-C2B6-B34F-54C6-FD308810F652}" dt="2024-08-28T04:08:58.718" v="582"/>
          <ac:spMkLst>
            <pc:docMk/>
            <pc:sldMk cId="1585075032" sldId="390"/>
            <ac:spMk id="24" creationId="{8B103066-B3FF-8701-85DD-5CC12504A011}"/>
          </ac:spMkLst>
        </pc:spChg>
        <pc:spChg chg="add del">
          <ac:chgData name="Somak Das" userId="S::sdas@floridapoly.edu::98cebb13-2fc4-4808-95b9-daeb7e6acc01" providerId="AD" clId="Web-{6D3A69C3-C2B6-B34F-54C6-FD308810F652}" dt="2024-08-28T04:09:30.093" v="589"/>
          <ac:spMkLst>
            <pc:docMk/>
            <pc:sldMk cId="1585075032" sldId="390"/>
            <ac:spMk id="25" creationId="{C6C01D54-939C-CC76-933C-8D62D932E17A}"/>
          </ac:spMkLst>
        </pc:spChg>
        <pc:spChg chg="add mod">
          <ac:chgData name="Somak Das" userId="S::sdas@floridapoly.edu::98cebb13-2fc4-4808-95b9-daeb7e6acc01" providerId="AD" clId="Web-{6D3A69C3-C2B6-B34F-54C6-FD308810F652}" dt="2024-08-28T04:12:52.115" v="663" actId="20577"/>
          <ac:spMkLst>
            <pc:docMk/>
            <pc:sldMk cId="1585075032" sldId="390"/>
            <ac:spMk id="33" creationId="{FBD8A620-50C0-136B-0E62-B778088BF0A9}"/>
          </ac:spMkLst>
        </pc:spChg>
        <pc:picChg chg="add del">
          <ac:chgData name="Somak Das" userId="S::sdas@floridapoly.edu::98cebb13-2fc4-4808-95b9-daeb7e6acc01" providerId="AD" clId="Web-{6D3A69C3-C2B6-B34F-54C6-FD308810F652}" dt="2024-08-28T04:09:19.343" v="587"/>
          <ac:picMkLst>
            <pc:docMk/>
            <pc:sldMk cId="1585075032" sldId="390"/>
            <ac:picMk id="6" creationId="{50535E7C-5C90-3DB5-404B-E48DB8C9ECFD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6.504" v="461"/>
          <ac:picMkLst>
            <pc:docMk/>
            <pc:sldMk cId="1585075032" sldId="390"/>
            <ac:picMk id="26" creationId="{05CCB9CF-70EB-1A66-DB70-9AFDB8AB328A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9.894" v="462"/>
          <ac:picMkLst>
            <pc:docMk/>
            <pc:sldMk cId="1585075032" sldId="390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4:10:17.282" v="598" actId="14100"/>
          <ac:cxnSpMkLst>
            <pc:docMk/>
            <pc:sldMk cId="1585075032" sldId="390"/>
            <ac:cxnSpMk id="28" creationId="{5E267761-44BA-F362-2C68-2983DDEA2254}"/>
          </ac:cxnSpMkLst>
        </pc:cxnChg>
        <pc:cxnChg chg="add">
          <ac:chgData name="Somak Das" userId="S::sdas@floridapoly.edu::98cebb13-2fc4-4808-95b9-daeb7e6acc01" providerId="AD" clId="Web-{6D3A69C3-C2B6-B34F-54C6-FD308810F652}" dt="2024-08-28T04:08:51.452" v="581"/>
          <ac:cxnSpMkLst>
            <pc:docMk/>
            <pc:sldMk cId="1585075032" sldId="390"/>
            <ac:cxnSpMk id="30" creationId="{510F70A1-26D3-0825-7C9B-DE1B07B20C49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10:08.782" v="597" actId="14100"/>
          <ac:cxnSpMkLst>
            <pc:docMk/>
            <pc:sldMk cId="1585075032" sldId="390"/>
            <ac:cxnSpMk id="31" creationId="{5F3A7493-D524-FE56-4731-42188424CFCB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9:58.266" v="595" actId="14100"/>
          <ac:cxnSpMkLst>
            <pc:docMk/>
            <pc:sldMk cId="1585075032" sldId="390"/>
            <ac:cxnSpMk id="32" creationId="{7C9EAFB5-644A-07CD-26DB-DA622A582E23}"/>
          </ac:cxnSpMkLst>
        </pc:cxnChg>
      </pc:sldChg>
      <pc:sldChg chg="addSp delSp modSp add replId">
        <pc:chgData name="Somak Das" userId="S::sdas@floridapoly.edu::98cebb13-2fc4-4808-95b9-daeb7e6acc01" providerId="AD" clId="Web-{6D3A69C3-C2B6-B34F-54C6-FD308810F652}" dt="2024-08-28T04:51:45.100" v="1118" actId="20577"/>
        <pc:sldMkLst>
          <pc:docMk/>
          <pc:sldMk cId="2868495445" sldId="391"/>
        </pc:sldMkLst>
        <pc:spChg chg="del">
          <ac:chgData name="Somak Das" userId="S::sdas@floridapoly.edu::98cebb13-2fc4-4808-95b9-daeb7e6acc01" providerId="AD" clId="Web-{6D3A69C3-C2B6-B34F-54C6-FD308810F652}" dt="2024-08-28T04:27:08.109" v="846"/>
          <ac:spMkLst>
            <pc:docMk/>
            <pc:sldMk cId="2868495445" sldId="391"/>
            <ac:spMk id="2" creationId="{4E9EEF31-1D52-AB2D-CD28-D9869BC22C65}"/>
          </ac:spMkLst>
        </pc:spChg>
        <pc:spChg chg="mod">
          <ac:chgData name="Somak Das" userId="S::sdas@floridapoly.edu::98cebb13-2fc4-4808-95b9-daeb7e6acc01" providerId="AD" clId="Web-{6D3A69C3-C2B6-B34F-54C6-FD308810F652}" dt="2024-08-28T04:41:55.113" v="970" actId="20577"/>
          <ac:spMkLst>
            <pc:docMk/>
            <pc:sldMk cId="2868495445" sldId="391"/>
            <ac:spMk id="5" creationId="{1D3DCBB2-C9EE-959F-234A-10AAE3BACC96}"/>
          </ac:spMkLst>
        </pc:spChg>
        <pc:spChg chg="add mod">
          <ac:chgData name="Somak Das" userId="S::sdas@floridapoly.edu::98cebb13-2fc4-4808-95b9-daeb7e6acc01" providerId="AD" clId="Web-{6D3A69C3-C2B6-B34F-54C6-FD308810F652}" dt="2024-08-28T04:51:45.100" v="1118" actId="20577"/>
          <ac:spMkLst>
            <pc:docMk/>
            <pc:sldMk cId="2868495445" sldId="391"/>
            <ac:spMk id="7" creationId="{BC80D94F-020D-C5BE-3AEC-E3F0E0FEA989}"/>
          </ac:spMkLst>
        </pc:spChg>
        <pc:spChg chg="del">
          <ac:chgData name="Somak Das" userId="S::sdas@floridapoly.edu::98cebb13-2fc4-4808-95b9-daeb7e6acc01" providerId="AD" clId="Web-{6D3A69C3-C2B6-B34F-54C6-FD308810F652}" dt="2024-08-28T04:26:40.437" v="831"/>
          <ac:spMkLst>
            <pc:docMk/>
            <pc:sldMk cId="2868495445" sldId="391"/>
            <ac:spMk id="33" creationId="{FBD8A620-50C0-136B-0E62-B778088BF0A9}"/>
          </ac:spMkLst>
        </pc:spChg>
      </pc:sldChg>
      <pc:sldChg chg="addSp delSp modSp add mod replId modClrScheme delDesignElem chgLayout">
        <pc:chgData name="Somak Das" userId="S::sdas@floridapoly.edu::98cebb13-2fc4-4808-95b9-daeb7e6acc01" providerId="AD" clId="Web-{6D3A69C3-C2B6-B34F-54C6-FD308810F652}" dt="2024-08-28T04:57:58.081" v="1227" actId="20577"/>
        <pc:sldMkLst>
          <pc:docMk/>
          <pc:sldMk cId="3801865385" sldId="392"/>
        </pc:sldMkLst>
        <pc:spChg chg="mod ord">
          <ac:chgData name="Somak Das" userId="S::sdas@floridapoly.edu::98cebb13-2fc4-4808-95b9-daeb7e6acc01" providerId="AD" clId="Web-{6D3A69C3-C2B6-B34F-54C6-FD308810F652}" dt="2024-08-28T04:54:10.604" v="1166" actId="20577"/>
          <ac:spMkLst>
            <pc:docMk/>
            <pc:sldMk cId="3801865385" sldId="392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D3A69C3-C2B6-B34F-54C6-FD308810F652}" dt="2024-08-28T04:52:13.101" v="1130" actId="20577"/>
          <ac:spMkLst>
            <pc:docMk/>
            <pc:sldMk cId="3801865385" sldId="392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5"/>
          <ac:spMkLst>
            <pc:docMk/>
            <pc:sldMk cId="3801865385" sldId="392"/>
            <ac:spMk id="4" creationId="{879460E3-E1E9-966E-736A-F8006564153D}"/>
          </ac:spMkLst>
        </pc:spChg>
        <pc:spChg chg="del">
          <ac:chgData name="Somak Das" userId="S::sdas@floridapoly.edu::98cebb13-2fc4-4808-95b9-daeb7e6acc01" providerId="AD" clId="Web-{6D3A69C3-C2B6-B34F-54C6-FD308810F652}" dt="2024-08-28T04:44:24.695" v="993"/>
          <ac:spMkLst>
            <pc:docMk/>
            <pc:sldMk cId="3801865385" sldId="392"/>
            <ac:spMk id="6" creationId="{B6515CFD-CE83-1088-7D9C-3A38FB8ADB94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7" creationId="{100EDD19-6802-4EC3-95CE-CFFAB042CFD6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6"/>
          <ac:spMkLst>
            <pc:docMk/>
            <pc:sldMk cId="3801865385" sldId="392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9" creationId="{DB17E863-922E-4C26-BD64-E8FD41D28661}"/>
          </ac:spMkLst>
        </pc:spChg>
        <pc:spChg chg="del">
          <ac:chgData name="Somak Das" userId="S::sdas@floridapoly.edu::98cebb13-2fc4-4808-95b9-daeb7e6acc01" providerId="AD" clId="Web-{6D3A69C3-C2B6-B34F-54C6-FD308810F652}" dt="2024-08-28T04:45:42.932" v="1009"/>
          <ac:spMkLst>
            <pc:docMk/>
            <pc:sldMk cId="3801865385" sldId="392"/>
            <ac:spMk id="10" creationId="{DB17E863-922E-4C26-BD64-E8FD41D28661}"/>
          </ac:spMkLst>
        </pc:spChg>
        <pc:spChg chg="add mod">
          <ac:chgData name="Somak Das" userId="S::sdas@floridapoly.edu::98cebb13-2fc4-4808-95b9-daeb7e6acc01" providerId="AD" clId="Web-{6D3A69C3-C2B6-B34F-54C6-FD308810F652}" dt="2024-08-28T04:57:58.081" v="1227" actId="20577"/>
          <ac:spMkLst>
            <pc:docMk/>
            <pc:sldMk cId="3801865385" sldId="392"/>
            <ac:spMk id="11" creationId="{14A3B0C7-3984-6CC6-384D-7AFE5521A871}"/>
          </ac:spMkLst>
        </pc:spChg>
        <pc:cxnChg chg="del">
          <ac:chgData name="Somak Das" userId="S::sdas@floridapoly.edu::98cebb13-2fc4-4808-95b9-daeb7e6acc01" providerId="AD" clId="Web-{6D3A69C3-C2B6-B34F-54C6-FD308810F652}" dt="2024-08-28T04:44:33.352" v="994"/>
          <ac:cxnSpMkLst>
            <pc:docMk/>
            <pc:sldMk cId="3801865385" sldId="392"/>
            <ac:cxnSpMk id="5" creationId="{F8B0671C-AC08-4C5F-ED27-E8408FC067DC}"/>
          </ac:cxnSpMkLst>
        </pc:cxnChg>
      </pc:sldChg>
      <pc:sldChg chg="addSp modSp new">
        <pc:chgData name="Somak Das" userId="S::sdas@floridapoly.edu::98cebb13-2fc4-4808-95b9-daeb7e6acc01" providerId="AD" clId="Web-{6D3A69C3-C2B6-B34F-54C6-FD308810F652}" dt="2024-08-28T05:28:59.578" v="1360" actId="1076"/>
        <pc:sldMkLst>
          <pc:docMk/>
          <pc:sldMk cId="608172697" sldId="393"/>
        </pc:sldMkLst>
        <pc:spChg chg="add mod ord">
          <ac:chgData name="Somak Das" userId="S::sdas@floridapoly.edu::98cebb13-2fc4-4808-95b9-daeb7e6acc01" providerId="AD" clId="Web-{6D3A69C3-C2B6-B34F-54C6-FD308810F652}" dt="2024-08-28T05:27:44.539" v="1343"/>
          <ac:spMkLst>
            <pc:docMk/>
            <pc:sldMk cId="608172697" sldId="393"/>
            <ac:spMk id="13" creationId="{52671995-9740-098B-046C-A3432A3F369B}"/>
          </ac:spMkLst>
        </pc:spChg>
        <pc:picChg chg="add mod">
          <ac:chgData name="Somak Das" userId="S::sdas@floridapoly.edu::98cebb13-2fc4-4808-95b9-daeb7e6acc01" providerId="AD" clId="Web-{6D3A69C3-C2B6-B34F-54C6-FD308810F652}" dt="2024-08-28T05:25:04.815" v="1268" actId="1076"/>
          <ac:picMkLst>
            <pc:docMk/>
            <pc:sldMk cId="608172697" sldId="393"/>
            <ac:picMk id="2" creationId="{F24CA17A-1816-62C0-2300-11937C74D7A0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30" v="1269" actId="1076"/>
          <ac:picMkLst>
            <pc:docMk/>
            <pc:sldMk cId="608172697" sldId="393"/>
            <ac:picMk id="3" creationId="{CFE0BFA9-C7AA-97C3-43CA-3DBE319581B6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62" v="1270" actId="1076"/>
          <ac:picMkLst>
            <pc:docMk/>
            <pc:sldMk cId="608172697" sldId="393"/>
            <ac:picMk id="4" creationId="{413D4302-E02D-FDD1-72D1-AD112B410FF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93" v="1271" actId="1076"/>
          <ac:picMkLst>
            <pc:docMk/>
            <pc:sldMk cId="608172697" sldId="393"/>
            <ac:picMk id="5" creationId="{B5F00481-EB0E-BDFA-7B96-030E7B3039B5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909" v="1272" actId="1076"/>
          <ac:picMkLst>
            <pc:docMk/>
            <pc:sldMk cId="608172697" sldId="393"/>
            <ac:picMk id="6" creationId="{D256C11E-5C33-F7AE-8018-E487C29370FC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7" v="1359" actId="1076"/>
          <ac:picMkLst>
            <pc:docMk/>
            <pc:sldMk cId="608172697" sldId="393"/>
            <ac:picMk id="7" creationId="{C8580A23-D3AF-5B5F-BC9A-C26ABB63E3C4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9.578" v="1360" actId="1076"/>
          <ac:picMkLst>
            <pc:docMk/>
            <pc:sldMk cId="608172697" sldId="393"/>
            <ac:picMk id="8" creationId="{00C8AE71-7D76-4D9D-A48F-AE731DFDE0EE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44.765" v="1357" actId="1076"/>
          <ac:picMkLst>
            <pc:docMk/>
            <pc:sldMk cId="608172697" sldId="393"/>
            <ac:picMk id="9" creationId="{61B446C9-D1AB-9157-1F8D-AD4BAFB3494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8.249" v="1356" actId="1076"/>
          <ac:picMkLst>
            <pc:docMk/>
            <pc:sldMk cId="608172697" sldId="393"/>
            <ac:picMk id="10" creationId="{C54EF7D8-0984-71D4-4D8F-810BFDF62A7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18.467" v="1352" actId="1076"/>
          <ac:picMkLst>
            <pc:docMk/>
            <pc:sldMk cId="608172697" sldId="393"/>
            <ac:picMk id="11" creationId="{4E6E9A45-D9AD-6D5A-9029-6D4652411873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0.780" v="1355" actId="1076"/>
          <ac:picMkLst>
            <pc:docMk/>
            <pc:sldMk cId="608172697" sldId="393"/>
            <ac:picMk id="12" creationId="{D7BD84B3-F789-31C2-960F-AB84A9D6B2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As with a </a:t>
            </a:r>
            <a:r>
              <a:rPr lang="en-US" sz="1800" b="0" i="0">
                <a:solidFill>
                  <a:srgbClr val="000000"/>
                </a:solidFill>
                <a:effectLst/>
                <a:latin typeface="Courier"/>
              </a:rPr>
              <a:t>for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-loop, a </a:t>
            </a:r>
            <a:r>
              <a:rPr lang="en-US" sz="1800" b="0" i="0">
                <a:solidFill>
                  <a:srgbClr val="000000"/>
                </a:solidFill>
                <a:effectLst/>
                <a:latin typeface="Courier"/>
              </a:rPr>
              <a:t>while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-loop has a loop body. If the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Times-Roman"/>
              </a:rPr>
              <a:t>boolean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 expression is true, then the loop body is executed. This check-and-execute ritual is repeated as long as the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Times-Roman"/>
              </a:rPr>
              <a:t>boolean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 expression is true. If a check of the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Times-Roman"/>
              </a:rPr>
              <a:t>boolean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 expression reveals that it is false, then the loop terminates and control passes to the next statement after the </a:t>
            </a:r>
            <a:r>
              <a:rPr lang="en-US" sz="1800" b="0" i="0">
                <a:solidFill>
                  <a:srgbClr val="000000"/>
                </a:solidFill>
                <a:effectLst/>
                <a:latin typeface="Courier"/>
              </a:rPr>
              <a:t>end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.</a:t>
            </a:r>
          </a:p>
          <a:p>
            <a:endParaRPr lang="en-US" sz="1800" b="0" i="0">
              <a:solidFill>
                <a:srgbClr val="000000"/>
              </a:solidFill>
              <a:effectLst/>
              <a:latin typeface="Times-Roman"/>
            </a:endParaRPr>
          </a:p>
          <a:p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In a </a:t>
            </a:r>
            <a:r>
              <a:rPr lang="en-US" sz="1800" b="0" i="0">
                <a:solidFill>
                  <a:srgbClr val="000000"/>
                </a:solidFill>
                <a:effectLst/>
                <a:latin typeface="Courier"/>
              </a:rPr>
              <a:t>for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-loop, the loop variable controls the iteration and it is automatically initialized to the first value in the set of possible loop variable values. In a </a:t>
            </a:r>
            <a:r>
              <a:rPr lang="en-US" sz="1800" b="0" i="0">
                <a:solidFill>
                  <a:srgbClr val="000000"/>
                </a:solidFill>
                <a:effectLst/>
                <a:latin typeface="Courier"/>
              </a:rPr>
              <a:t>while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-loop, the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Times-Roman"/>
              </a:rPr>
              <a:t>boolean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 expression controls the iteration, and the variables that participate in the expression must be initialized </a:t>
            </a:r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before </a:t>
            </a:r>
            <a:r>
              <a:rPr lang="en-US" sz="1800" b="0" i="0">
                <a:solidFill>
                  <a:srgbClr val="000000"/>
                </a:solidFill>
                <a:effectLst/>
                <a:latin typeface="Times-Roman"/>
              </a:rPr>
              <a:t>the loop is entered.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5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55571" y="404519"/>
            <a:ext cx="7891955" cy="60489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endParaRPr lang="en-US" sz="6500" b="1">
              <a:solidFill>
                <a:srgbClr val="7030A0"/>
              </a:solidFill>
              <a:ea typeface="Calibri Light"/>
              <a:cs typeface="Calibri Light"/>
            </a:endParaRP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While loop</a:t>
            </a: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756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B59A-AF03-19F6-9F6F-6A56AE3A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70" y="168275"/>
            <a:ext cx="11741865" cy="687377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>
                <a:latin typeface="Arial Black"/>
              </a:rPr>
              <a:t>While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8DBA5-3200-32EB-2C49-A65915282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82" y="1318432"/>
            <a:ext cx="11741865" cy="497341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i="1" dirty="0">
                <a:ea typeface="Calibri"/>
                <a:cs typeface="Calibri"/>
              </a:rPr>
              <a:t>While loop</a:t>
            </a:r>
            <a:r>
              <a:rPr lang="en-US" dirty="0">
                <a:ea typeface="Calibri"/>
                <a:cs typeface="Calibri"/>
              </a:rPr>
              <a:t> is another important iteration process in MATLAB.</a:t>
            </a:r>
            <a:br>
              <a:rPr lang="en-US" dirty="0">
                <a:ea typeface="Calibri"/>
                <a:cs typeface="Calibri"/>
              </a:rPr>
            </a:br>
            <a:endParaRPr lang="en-US" dirty="0"/>
          </a:p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>
                <a:latin typeface="Consolas"/>
                <a:ea typeface="Calibri"/>
                <a:cs typeface="Calibri"/>
              </a:rPr>
              <a:t>while</a:t>
            </a:r>
            <a:r>
              <a:rPr lang="en-US" dirty="0">
                <a:ea typeface="+mn-lt"/>
                <a:cs typeface="+mn-lt"/>
              </a:rPr>
              <a:t> loop is useful when you don't know beforehand how many times the loop should execute.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Example:</a:t>
            </a:r>
            <a:br>
              <a:rPr lang="en-US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</a:br>
            <a:r>
              <a:rPr lang="en-US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MATLAB script that continues to ask the user for a positive integer until the correct input is entered.</a:t>
            </a:r>
            <a:br>
              <a:rPr lang="en-US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</a:br>
            <a:endParaRPr lang="en-US" dirty="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Note that in the about example getting the input from the user may need to be repeated, but we do not know how many times!</a:t>
            </a:r>
          </a:p>
        </p:txBody>
      </p:sp>
    </p:spTree>
    <p:extLst>
      <p:ext uri="{BB962C8B-B14F-4D97-AF65-F5344CB8AC3E}">
        <p14:creationId xmlns:p14="http://schemas.microsoft.com/office/powerpoint/2010/main" val="361876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62441"/>
            <a:ext cx="11741865" cy="74029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latin typeface="Courier"/>
              </a:rPr>
              <a:t>While-Loop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0E58-93FB-6A47-493C-616E6D59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4" y="1202427"/>
            <a:ext cx="11741864" cy="53943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As with a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-loop, a </a:t>
            </a:r>
            <a:r>
              <a:rPr lang="en-US" dirty="0">
                <a:solidFill>
                  <a:srgbClr val="000000"/>
                </a:solidFill>
                <a:latin typeface="Courier"/>
              </a:rPr>
              <a:t>while</a:t>
            </a: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-loop has a loop body. </a:t>
            </a: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If the </a:t>
            </a:r>
            <a:r>
              <a:rPr lang="en-US" b="0" i="1" err="1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boolean</a:t>
            </a: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 expression is true, then the loop body is executed.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If </a:t>
            </a:r>
            <a:r>
              <a:rPr lang="en-US" dirty="0">
                <a:solidFill>
                  <a:srgbClr val="000000"/>
                </a:solidFill>
                <a:latin typeface="Calibri "/>
              </a:rPr>
              <a:t>the</a:t>
            </a: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 </a:t>
            </a:r>
            <a:r>
              <a:rPr lang="en-US" b="0" i="1" err="1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boolean</a:t>
            </a: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 expression</a:t>
            </a:r>
            <a:r>
              <a:rPr lang="en-US" dirty="0">
                <a:solidFill>
                  <a:srgbClr val="000000"/>
                </a:solidFill>
                <a:latin typeface="Calibri 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Calibri "/>
              </a:rPr>
              <a:t>is false, then the loop </a:t>
            </a:r>
            <a:r>
              <a:rPr lang="en-US" dirty="0">
                <a:solidFill>
                  <a:srgbClr val="000000"/>
                </a:solidFill>
                <a:latin typeface="Calibri "/>
              </a:rPr>
              <a:t>terminates.</a:t>
            </a:r>
          </a:p>
          <a:p>
            <a:pPr marL="0" indent="0">
              <a:buNone/>
            </a:pPr>
            <a:endParaRPr lang="en-US" dirty="0">
              <a:latin typeface="Calibri 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800" b="1" u="sng" dirty="0">
                <a:latin typeface="Calibri "/>
                <a:ea typeface="Calibri"/>
                <a:cs typeface="Calibri"/>
              </a:rPr>
              <a:t>Syntax:</a:t>
            </a:r>
          </a:p>
          <a:p>
            <a:pPr marL="0" indent="0">
              <a:buNone/>
            </a:pPr>
            <a:r>
              <a:rPr lang="en-US" sz="4000" b="1" dirty="0">
                <a:latin typeface="Calibri "/>
                <a:ea typeface="Calibri"/>
                <a:cs typeface="Calibri"/>
              </a:rPr>
              <a:t>while </a:t>
            </a:r>
            <a:r>
              <a:rPr lang="en-US" sz="4000" b="1" dirty="0">
                <a:solidFill>
                  <a:srgbClr val="9900CC"/>
                </a:solidFill>
                <a:latin typeface="Calibri "/>
                <a:ea typeface="Calibri"/>
                <a:cs typeface="Calibri"/>
              </a:rPr>
              <a:t>&lt;</a:t>
            </a:r>
            <a:r>
              <a:rPr lang="en-US" sz="4000" b="1" i="1" err="1">
                <a:solidFill>
                  <a:srgbClr val="9900CC"/>
                </a:solidFill>
                <a:latin typeface="Calibri "/>
                <a:ea typeface="Calibri"/>
                <a:cs typeface="Calibri"/>
              </a:rPr>
              <a:t>boolean</a:t>
            </a:r>
            <a:r>
              <a:rPr lang="en-US" sz="4000" b="1" i="1" dirty="0">
                <a:solidFill>
                  <a:srgbClr val="9900CC"/>
                </a:solidFill>
                <a:latin typeface="Calibri "/>
                <a:ea typeface="Calibri"/>
                <a:cs typeface="Calibri"/>
              </a:rPr>
              <a:t> expression</a:t>
            </a:r>
            <a:r>
              <a:rPr lang="en-US" sz="4000" b="1" dirty="0">
                <a:solidFill>
                  <a:srgbClr val="9900CC"/>
                </a:solidFill>
                <a:latin typeface="Calibri "/>
                <a:ea typeface="Calibri"/>
                <a:cs typeface="Calibri"/>
              </a:rPr>
              <a:t>&gt;</a:t>
            </a:r>
          </a:p>
          <a:p>
            <a:pPr marL="0" indent="0">
              <a:buNone/>
            </a:pPr>
            <a:r>
              <a:rPr lang="en-US" sz="4000" b="1" dirty="0">
                <a:latin typeface="Calibri "/>
                <a:ea typeface="Calibri"/>
                <a:cs typeface="Calibri"/>
              </a:rPr>
              <a:t>  </a:t>
            </a:r>
            <a:r>
              <a:rPr lang="en-US" sz="4000" b="1" dirty="0">
                <a:solidFill>
                  <a:schemeClr val="accent6">
                    <a:lumMod val="49000"/>
                  </a:schemeClr>
                </a:solidFill>
                <a:latin typeface="Calibri "/>
                <a:ea typeface="Calibri"/>
                <a:cs typeface="Calibri"/>
              </a:rPr>
              <a:t>statements</a:t>
            </a:r>
          </a:p>
          <a:p>
            <a:pPr marL="0" indent="0">
              <a:buNone/>
            </a:pPr>
            <a:r>
              <a:rPr lang="en-US" sz="4000" b="1" dirty="0">
                <a:latin typeface="Calibri "/>
                <a:ea typeface="Calibri"/>
                <a:cs typeface="Calibri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122387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AA92-CD7A-DCFD-5775-A5A65798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70" y="62442"/>
            <a:ext cx="11741865" cy="76146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>
                <a:latin typeface="Arial Black"/>
              </a:rPr>
              <a:t>Exercise: Check for correct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CE04E-B291-6044-F0BF-C84294548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70" y="1710015"/>
            <a:ext cx="11741865" cy="51472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Write a MATLAB script that,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Asks the user for a positive integer as input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If the entry is positive integer the program prompts that "The input satisfies the criteria"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If the input is not a positive integer the program should repeat asking for the correct input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741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9BA2-6AE7-46BA-4BE2-73781878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Code</a:t>
            </a:r>
            <a:endParaRPr lang="en-US" dirty="0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C4D30BE-0D6C-E665-59E7-4DF8BFF6C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871" y="1077965"/>
            <a:ext cx="8026380" cy="559797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46B102-4CB6-0B68-133C-0983CA9E60D5}"/>
              </a:ext>
            </a:extLst>
          </p:cNvPr>
          <p:cNvSpPr txBox="1"/>
          <p:nvPr/>
        </p:nvSpPr>
        <p:spPr>
          <a:xfrm>
            <a:off x="8688161" y="2905125"/>
            <a:ext cx="309018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Calibri"/>
                <a:cs typeface="Calibri"/>
              </a:rPr>
              <a:t>Try the code for inputs </a:t>
            </a:r>
          </a:p>
          <a:p>
            <a:r>
              <a:rPr lang="en-US" sz="2400" dirty="0">
                <a:ea typeface="Calibri"/>
                <a:cs typeface="Calibri"/>
              </a:rPr>
              <a:t>-2</a:t>
            </a:r>
          </a:p>
          <a:p>
            <a:r>
              <a:rPr lang="en-US" sz="2400" dirty="0">
                <a:ea typeface="Calibri"/>
                <a:cs typeface="Calibri"/>
              </a:rPr>
              <a:t>4.5</a:t>
            </a:r>
          </a:p>
          <a:p>
            <a:r>
              <a:rPr lang="en-US" sz="2400" dirty="0">
                <a:ea typeface="Calibri"/>
                <a:cs typeface="Calibri"/>
              </a:rPr>
              <a:t>-5.6</a:t>
            </a:r>
          </a:p>
          <a:p>
            <a:r>
              <a:rPr lang="en-US" sz="2400" dirty="0"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35864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1B57B-8970-8AB6-24F9-F45F5D7A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Exercise: Summing Positive Numbers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B9D44-5BBD-325D-B517-3779B319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713429"/>
            <a:ext cx="11741865" cy="40001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Write a MATLAB script to calculate</a:t>
            </a:r>
            <a:r>
              <a:rPr lang="en-US" dirty="0">
                <a:ea typeface="+mn-lt"/>
                <a:cs typeface="+mn-lt"/>
              </a:rPr>
              <a:t> the sum of positive numbers entered by the user, stopping when a negative number is entered.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The loop asks the user for a number.</a:t>
            </a:r>
          </a:p>
          <a:p>
            <a:r>
              <a:rPr lang="en-US" dirty="0">
                <a:ea typeface="+mn-lt"/>
                <a:cs typeface="+mn-lt"/>
              </a:rPr>
              <a:t>If the number entered is non-negative, the loop adds it to </a:t>
            </a:r>
            <a:r>
              <a:rPr lang="en-US" dirty="0">
                <a:latin typeface="Consolas"/>
                <a:ea typeface="Calibri"/>
                <a:cs typeface="Calibri"/>
              </a:rPr>
              <a:t>a</a:t>
            </a:r>
            <a:r>
              <a:rPr lang="en-US" dirty="0">
                <a:latin typeface="Consolas"/>
                <a:ea typeface="+mn-lt"/>
                <a:cs typeface="+mn-lt"/>
              </a:rPr>
              <a:t> sum.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When the user enters a negative number, the loop stops.</a:t>
            </a:r>
          </a:p>
          <a:p>
            <a:r>
              <a:rPr lang="en-US" dirty="0">
                <a:ea typeface="+mn-lt"/>
                <a:cs typeface="+mn-lt"/>
              </a:rPr>
              <a:t>The program then displays the sum of all positive numbers entered.</a:t>
            </a:r>
          </a:p>
          <a:p>
            <a:r>
              <a:rPr lang="en-US" dirty="0">
                <a:ea typeface="Calibri"/>
                <a:cs typeface="Calibri"/>
              </a:rPr>
              <a:t>The program should display the number of entries.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932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F6E0-DA65-A9A2-F169-0D6D8C80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Code</a:t>
            </a:r>
            <a:endParaRPr lang="en-US" dirty="0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3D6E9A66-FE87-DB1D-7AFA-41280C0A5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83" y="1235168"/>
            <a:ext cx="9568404" cy="5366592"/>
          </a:xfrm>
        </p:spPr>
      </p:pic>
    </p:spTree>
    <p:extLst>
      <p:ext uri="{BB962C8B-B14F-4D97-AF65-F5344CB8AC3E}">
        <p14:creationId xmlns:p14="http://schemas.microsoft.com/office/powerpoint/2010/main" val="362055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377D-0627-5E4F-23FC-0C582A07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29" y="117234"/>
            <a:ext cx="11983004" cy="65201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3600" dirty="0">
                <a:latin typeface="Arial Black"/>
              </a:rPr>
              <a:t>Exercise: Fibonacci sequence with upper limit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1F16-4B2D-7301-A21D-817B86B4F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02" y="1711354"/>
            <a:ext cx="11867256" cy="3912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Write a MATLAB script that generates the Fibonacci sequence with an upper limit N. </a:t>
            </a:r>
            <a:br>
              <a:rPr lang="en-US" dirty="0">
                <a:ea typeface="Calibri"/>
                <a:cs typeface="Calibri"/>
              </a:rPr>
            </a:br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The script should: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Ask the user to input a positive integer N as the upper limit.</a:t>
            </a:r>
          </a:p>
          <a:p>
            <a:r>
              <a:rPr lang="en-US">
                <a:ea typeface="Calibri"/>
                <a:cs typeface="Calibri"/>
              </a:rPr>
              <a:t>Generate the sequence until the term exceeds or equals </a:t>
            </a:r>
            <a:r>
              <a:rPr lang="en-US" dirty="0">
                <a:ea typeface="Calibri"/>
                <a:cs typeface="Calibri"/>
              </a:rPr>
              <a:t>N.</a:t>
            </a:r>
          </a:p>
          <a:p>
            <a:r>
              <a:rPr lang="en-US" dirty="0">
                <a:ea typeface="Calibri"/>
                <a:cs typeface="Calibri"/>
              </a:rPr>
              <a:t>Displays all the terms in the Fibonacci sequence </a:t>
            </a:r>
            <a:r>
              <a:rPr lang="en-US" dirty="0" err="1">
                <a:ea typeface="Calibri"/>
                <a:cs typeface="Calibri"/>
              </a:rPr>
              <a:t>upto</a:t>
            </a:r>
            <a:r>
              <a:rPr lang="en-US" dirty="0">
                <a:ea typeface="Calibri"/>
                <a:cs typeface="Calibri"/>
              </a:rPr>
              <a:t> N.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232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02B2C-395C-3DDB-0C81-CF9CBD0DB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1641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Code</a:t>
            </a:r>
            <a:endParaRPr lang="en-US" sz="3600" b="1" dirty="0">
              <a:solidFill>
                <a:schemeClr val="tx1"/>
              </a:solidFill>
              <a:latin typeface="+mj-lt"/>
              <a:ea typeface="Calibri Light"/>
              <a:cs typeface="Calibri Light"/>
            </a:endParaRPr>
          </a:p>
        </p:txBody>
      </p:sp>
      <p:pic>
        <p:nvPicPr>
          <p:cNvPr id="5" name="Picture 4" descr="A number on a white background&#10;&#10;Description automatically generated">
            <a:extLst>
              <a:ext uri="{FF2B5EF4-FFF2-40B4-BE49-F238E27FC236}">
                <a16:creationId xmlns:a16="http://schemas.microsoft.com/office/drawing/2014/main" id="{BDED289C-4611-5F09-05D0-546A396A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95" y="2117961"/>
            <a:ext cx="963219" cy="4153020"/>
          </a:xfrm>
          <a:prstGeom prst="rect">
            <a:avLst/>
          </a:prstGeom>
        </p:spPr>
      </p:pic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297CE05E-68F3-DF70-654E-BE1B2785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76" y="-141"/>
            <a:ext cx="5246643" cy="6826477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1918D-7D74-04BE-448C-ED1197A5BE11}"/>
              </a:ext>
            </a:extLst>
          </p:cNvPr>
          <p:cNvSpPr txBox="1"/>
          <p:nvPr/>
        </p:nvSpPr>
        <p:spPr>
          <a:xfrm>
            <a:off x="1046786" y="1439332"/>
            <a:ext cx="123459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Calibri"/>
                <a:cs typeface="Calibri"/>
              </a:rPr>
              <a:t>N =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70A09-CD2B-80FF-8DBC-3D224DE3D2D4}"/>
              </a:ext>
            </a:extLst>
          </p:cNvPr>
          <p:cNvSpPr txBox="1"/>
          <p:nvPr/>
        </p:nvSpPr>
        <p:spPr>
          <a:xfrm>
            <a:off x="9461500" y="2152266"/>
            <a:ext cx="273550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Run the code for 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N = 0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N = 1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N = 5</a:t>
            </a:r>
          </a:p>
          <a:p>
            <a:r>
              <a:rPr lang="en-US" sz="2400" dirty="0">
                <a:ea typeface="Calibri"/>
                <a:cs typeface="Calibri"/>
              </a:rPr>
              <a:t>N = 10</a:t>
            </a:r>
          </a:p>
        </p:txBody>
      </p:sp>
    </p:spTree>
    <p:extLst>
      <p:ext uri="{BB962C8B-B14F-4D97-AF65-F5344CB8AC3E}">
        <p14:creationId xmlns:p14="http://schemas.microsoft.com/office/powerpoint/2010/main" val="3543628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7801-41E8-72AF-B984-AA5EDF17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Decimal to Binary conversion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B838-1476-F935-3521-5FE90013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2073945"/>
            <a:ext cx="11741865" cy="270560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Write a MATLAB script that: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Prompts the user to input a positive integer.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Checks to ensure that the input is a positive integer.</a:t>
            </a:r>
          </a:p>
          <a:p>
            <a:r>
              <a:rPr lang="en-US" dirty="0">
                <a:ea typeface="+mn-lt"/>
                <a:cs typeface="+mn-lt"/>
              </a:rPr>
              <a:t>Converts the decimal number to its binary equivalent.</a:t>
            </a:r>
          </a:p>
          <a:p>
            <a:r>
              <a:rPr lang="en-US" dirty="0">
                <a:ea typeface="+mn-lt"/>
                <a:cs typeface="+mn-lt"/>
              </a:rPr>
              <a:t>Displays the binary representation of the number.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8482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7801-41E8-72AF-B984-AA5EDF17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Conversion process: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B838-1476-F935-3521-5FE90013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531440"/>
            <a:ext cx="9090866" cy="508142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Divide 13 by 2: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Quotient = 6, Remainder = 1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Divide 6 by 2: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Quotient = 3, Remainder = 0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Divide 3 by 2: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Quotient = 1, Remainder = 1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Divide 1 by 2: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Quotient = 0, Remainder = 1 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Thus, the binary equivalent of decimal 13 is </a:t>
            </a:r>
            <a:r>
              <a:rPr lang="en-US" b="1" dirty="0">
                <a:ea typeface="+mn-lt"/>
                <a:cs typeface="+mn-lt"/>
              </a:rPr>
              <a:t>1101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A1B34B63-5D47-7377-FABC-F09C82B964F5}"/>
              </a:ext>
            </a:extLst>
          </p:cNvPr>
          <p:cNvSpPr/>
          <p:nvPr/>
        </p:nvSpPr>
        <p:spPr>
          <a:xfrm>
            <a:off x="5291606" y="1979454"/>
            <a:ext cx="1032387" cy="312993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7F9FF-6ED1-088A-82C8-7D5BC13D6485}"/>
              </a:ext>
            </a:extLst>
          </p:cNvPr>
          <p:cNvSpPr txBox="1"/>
          <p:nvPr/>
        </p:nvSpPr>
        <p:spPr>
          <a:xfrm>
            <a:off x="6940089" y="2255699"/>
            <a:ext cx="5072330" cy="23391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a typeface="Calibri"/>
                <a:cs typeface="Calibri"/>
              </a:rPr>
              <a:t>Stop when Quotient is 0.</a:t>
            </a:r>
            <a:endParaRPr lang="en-US" dirty="0"/>
          </a:p>
          <a:p>
            <a:endParaRPr lang="en-US" sz="3200" dirty="0">
              <a:ea typeface="Calibri"/>
              <a:cs typeface="Calibri"/>
            </a:endParaRPr>
          </a:p>
          <a:p>
            <a:r>
              <a:rPr lang="en-US" sz="3200" dirty="0">
                <a:ea typeface="Calibri"/>
                <a:cs typeface="Calibri"/>
              </a:rPr>
              <a:t>Read the remainders from bottom to top: </a:t>
            </a:r>
            <a:r>
              <a:rPr lang="en-US" sz="3200" b="1" dirty="0">
                <a:ea typeface="Calibri"/>
                <a:cs typeface="Calibri"/>
              </a:rPr>
              <a:t>1101</a:t>
            </a:r>
            <a:r>
              <a:rPr lang="en-US" sz="3200" dirty="0">
                <a:ea typeface="Calibri"/>
                <a:cs typeface="Calibri"/>
              </a:rPr>
              <a:t>.</a:t>
            </a:r>
            <a:endParaRPr lang="en-US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5883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7801-41E8-72AF-B984-AA5EDF17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Conversion process: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B838-1476-F935-3521-5FE90013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775737"/>
            <a:ext cx="9090866" cy="508142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Divide 13 by 2: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Quotient = 6, Remainder = 1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Divide 6 by 2: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Quotient = 3, Remainder = 0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Divide 3 by 2: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Quotient = 1, Remainder = 1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Divide 1 by 2: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Quotient = 0, Remainder = 1 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Thus, the binary equivalent of decimal 13 is </a:t>
            </a:r>
            <a:r>
              <a:rPr lang="en-US" b="1" dirty="0">
                <a:ea typeface="+mn-lt"/>
                <a:cs typeface="+mn-lt"/>
              </a:rPr>
              <a:t>1101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A1B34B63-5D47-7377-FABC-F09C82B964F5}"/>
              </a:ext>
            </a:extLst>
          </p:cNvPr>
          <p:cNvSpPr/>
          <p:nvPr/>
        </p:nvSpPr>
        <p:spPr>
          <a:xfrm>
            <a:off x="5276166" y="2264601"/>
            <a:ext cx="1032387" cy="312993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DC027-7098-B749-0616-51FA0327C750}"/>
              </a:ext>
            </a:extLst>
          </p:cNvPr>
          <p:cNvSpPr txBox="1"/>
          <p:nvPr/>
        </p:nvSpPr>
        <p:spPr>
          <a:xfrm>
            <a:off x="6556968" y="1082785"/>
            <a:ext cx="5635838" cy="4688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a typeface="Calibri"/>
                <a:cs typeface="Calibri"/>
              </a:rPr>
              <a:t>How do put the numbers together backward?</a:t>
            </a:r>
          </a:p>
          <a:p>
            <a:endParaRPr lang="en-US" sz="2800" dirty="0">
              <a:ea typeface="Calibri"/>
              <a:cs typeface="Calibri"/>
            </a:endParaRPr>
          </a:p>
          <a:p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1101 = 1X10</a:t>
            </a:r>
            <a:r>
              <a:rPr lang="en-US" sz="2800" b="1" baseline="300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3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+1X10</a:t>
            </a:r>
            <a:r>
              <a:rPr lang="en-US" sz="2800" b="1" baseline="300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2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+0X10</a:t>
            </a:r>
            <a:r>
              <a:rPr lang="en-US" sz="2800" b="1" baseline="300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1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+1X10</a:t>
            </a:r>
            <a:r>
              <a:rPr lang="en-US" sz="2800" b="1" baseline="300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0</a:t>
            </a:r>
          </a:p>
          <a:p>
            <a:r>
              <a:rPr lang="en-US" sz="2800" dirty="0">
                <a:ea typeface="Calibri"/>
                <a:cs typeface="Calibri"/>
              </a:rPr>
              <a:t>If we count the number of iterations, then,</a:t>
            </a:r>
            <a:endParaRPr lang="en-US" sz="280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1101 = (remainder #1)X10</a:t>
            </a:r>
            <a:r>
              <a:rPr lang="en-US" sz="2800" b="1" baseline="300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0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+</a:t>
            </a:r>
            <a:b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    (remainder #2)X10</a:t>
            </a:r>
            <a:r>
              <a:rPr lang="en-US" sz="2800" b="1" baseline="300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1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+</a:t>
            </a:r>
            <a:b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     (remainder #3)X10</a:t>
            </a:r>
            <a:r>
              <a:rPr lang="en-US" sz="2800" b="1" baseline="300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2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+</a:t>
            </a:r>
            <a:b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      (remainder #4)X10</a:t>
            </a:r>
            <a:r>
              <a:rPr lang="en-US" sz="2800" b="1" baseline="300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3</a:t>
            </a:r>
          </a:p>
          <a:p>
            <a:endParaRPr lang="en-US" sz="2800" b="1" baseline="30000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8054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01142-954D-D436-06DB-876D4512E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/>
              </a:rPr>
              <a:t>Code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FD5AD3-D069-180C-CD95-437336717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Run the code for the inputs</a:t>
            </a:r>
          </a:p>
          <a:p>
            <a:pPr marL="0" indent="0">
              <a:buNone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N = -5</a:t>
            </a:r>
          </a:p>
          <a:p>
            <a:pPr marL="0" indent="0">
              <a:buNone/>
            </a:pPr>
            <a:r>
              <a:rPr lang="en-US" sz="2000">
                <a:ea typeface="Calibri" panose="020F0502020204030204"/>
                <a:cs typeface="Calibri" panose="020F0502020204030204"/>
              </a:rPr>
              <a:t>N = 0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N = 13</a:t>
            </a: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5478FCC-7670-0BF9-0226-C00E8EFE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552" y="251104"/>
            <a:ext cx="6682952" cy="638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3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334C67-DDE1-4044-BF0C-50193A697728}">
  <ds:schemaRefs>
    <ds:schemaRef ds:uri="27549951-b4c8-463d-bb1c-37ba9fa5011d"/>
    <ds:schemaRef ds:uri="f3abb6a0-0fa6-461f-9cf7-f66e5063ba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E400357-F2B7-4FCB-BA9C-B7937106037D}">
  <ds:schemaRefs>
    <ds:schemaRef ds:uri="27549951-b4c8-463d-bb1c-37ba9fa5011d"/>
    <ds:schemaRef ds:uri="f3abb6a0-0fa6-461f-9cf7-f66e5063ba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While loop</vt:lpstr>
      <vt:lpstr>While-Loop</vt:lpstr>
      <vt:lpstr>Exercise: Check for correct input</vt:lpstr>
      <vt:lpstr>Code</vt:lpstr>
      <vt:lpstr>Exercise: Summing Positive Numbers</vt:lpstr>
      <vt:lpstr>Code</vt:lpstr>
      <vt:lpstr>Exercise: Fibonacci sequence with upper limit</vt:lpstr>
      <vt:lpstr>Code</vt:lpstr>
      <vt:lpstr>Decimal to Binary conversion</vt:lpstr>
      <vt:lpstr>Conversion process:</vt:lpstr>
      <vt:lpstr>Conversion process:</vt:lpstr>
      <vt:lpstr>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revision>513</cp:revision>
  <dcterms:created xsi:type="dcterms:W3CDTF">2023-12-16T22:48:18Z</dcterms:created>
  <dcterms:modified xsi:type="dcterms:W3CDTF">2024-09-09T03:37:55Z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
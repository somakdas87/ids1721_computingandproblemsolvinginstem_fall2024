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65" r:id="rId2"/>
    <p:sldId id="369" r:id="rId3"/>
    <p:sldId id="370" r:id="rId4"/>
    <p:sldId id="373" r:id="rId5"/>
    <p:sldId id="372" r:id="rId6"/>
    <p:sldId id="371" r:id="rId7"/>
    <p:sldId id="374" r:id="rId8"/>
    <p:sldId id="375" r:id="rId9"/>
    <p:sldId id="378" r:id="rId10"/>
    <p:sldId id="379" r:id="rId11"/>
    <p:sldId id="366" r:id="rId12"/>
    <p:sldId id="377" r:id="rId13"/>
    <p:sldId id="367" r:id="rId14"/>
    <p:sldId id="382" r:id="rId15"/>
    <p:sldId id="376" r:id="rId16"/>
    <p:sldId id="380" r:id="rId17"/>
    <p:sldId id="381" r:id="rId18"/>
    <p:sldId id="383" r:id="rId19"/>
    <p:sldId id="3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F33DF-0D05-3A57-67F9-76F6557C478A}" v="1436" dt="2024-09-08T02:35:25.853"/>
    <p1510:client id="{3EDD8ED8-203F-61A0-7713-53A322460F39}" v="934" dt="2024-09-06T21:58:51.230"/>
    <p1510:client id="{DF254B68-3597-FD8C-B19E-5BA2FEC17C9B}" v="963" dt="2024-09-06T05:13:53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364D250-2E8B-A04D-A70F-C32BCA6CD6F5}"/>
    <pc:docChg chg="addSld modSld">
      <pc:chgData name="Somak Das" userId="S::sdas@floridapoly.edu::98cebb13-2fc4-4808-95b9-daeb7e6acc01" providerId="AD" clId="Web-{D364D250-2E8B-A04D-A70F-C32BCA6CD6F5}" dt="2024-08-29T15:00:29.057" v="143" actId="1076"/>
      <pc:docMkLst>
        <pc:docMk/>
      </pc:docMkLst>
      <pc:sldChg chg="addSp modSp new">
        <pc:chgData name="Somak Das" userId="S::sdas@floridapoly.edu::98cebb13-2fc4-4808-95b9-daeb7e6acc01" providerId="AD" clId="Web-{D364D250-2E8B-A04D-A70F-C32BCA6CD6F5}" dt="2024-08-29T15:00:29.057" v="143" actId="1076"/>
        <pc:sldMkLst>
          <pc:docMk/>
          <pc:sldMk cId="3225852163" sldId="257"/>
        </pc:sldMkLst>
        <pc:spChg chg="mod">
          <ac:chgData name="Somak Das" userId="S::sdas@floridapoly.edu::98cebb13-2fc4-4808-95b9-daeb7e6acc01" providerId="AD" clId="Web-{D364D250-2E8B-A04D-A70F-C32BCA6CD6F5}" dt="2024-08-29T15:00:03.211" v="140"/>
          <ac:spMkLst>
            <pc:docMk/>
            <pc:sldMk cId="3225852163" sldId="257"/>
            <ac:spMk id="2" creationId="{F9DF108D-8D52-F176-E6E7-ECE148DAA68E}"/>
          </ac:spMkLst>
        </pc:spChg>
        <pc:spChg chg="mod">
          <ac:chgData name="Somak Das" userId="S::sdas@floridapoly.edu::98cebb13-2fc4-4808-95b9-daeb7e6acc01" providerId="AD" clId="Web-{D364D250-2E8B-A04D-A70F-C32BCA6CD6F5}" dt="2024-08-29T15:00:26.275" v="142" actId="1076"/>
          <ac:spMkLst>
            <pc:docMk/>
            <pc:sldMk cId="3225852163" sldId="257"/>
            <ac:spMk id="3" creationId="{E69790F3-BD20-3AF4-A61D-B28DFE8D470A}"/>
          </ac:spMkLst>
        </pc:spChg>
        <pc:picChg chg="add mod">
          <ac:chgData name="Somak Das" userId="S::sdas@floridapoly.edu::98cebb13-2fc4-4808-95b9-daeb7e6acc01" providerId="AD" clId="Web-{D364D250-2E8B-A04D-A70F-C32BCA6CD6F5}" dt="2024-08-29T15:00:29.057" v="143" actId="1076"/>
          <ac:picMkLst>
            <pc:docMk/>
            <pc:sldMk cId="3225852163" sldId="257"/>
            <ac:picMk id="7" creationId="{406E0AF0-7EAF-D74F-AA2A-4283BB447DA5}"/>
          </ac:picMkLst>
        </pc:picChg>
      </pc:sldChg>
    </pc:docChg>
  </pc:docChgLst>
  <pc:docChgLst>
    <pc:chgData name="Somak Das" userId="S::sdas@floridapoly.edu::98cebb13-2fc4-4808-95b9-daeb7e6acc01" providerId="AD" clId="Web-{7882E15E-82AA-4402-362E-2B3180A4F124}"/>
    <pc:docChg chg="addSld modSld sldOrd">
      <pc:chgData name="Somak Das" userId="S::sdas@floridapoly.edu::98cebb13-2fc4-4808-95b9-daeb7e6acc01" providerId="AD" clId="Web-{7882E15E-82AA-4402-362E-2B3180A4F124}" dt="2024-09-05T16:07:35.518" v="16" actId="14100"/>
      <pc:docMkLst>
        <pc:docMk/>
      </pc:docMkLst>
      <pc:sldChg chg="modSp add ord">
        <pc:chgData name="Somak Das" userId="S::sdas@floridapoly.edu::98cebb13-2fc4-4808-95b9-daeb7e6acc01" providerId="AD" clId="Web-{7882E15E-82AA-4402-362E-2B3180A4F124}" dt="2024-09-05T16:07:35.518" v="16" actId="14100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7882E15E-82AA-4402-362E-2B3180A4F124}" dt="2024-09-05T16:07:35.518" v="16" actId="14100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4934A654-A39D-DA1A-507F-96874E69DF99}"/>
    <pc:docChg chg="addSld modSld">
      <pc:chgData name="Somak Das" userId="S::sdas@floridapoly.edu::98cebb13-2fc4-4808-95b9-daeb7e6acc01" providerId="AD" clId="Web-{4934A654-A39D-DA1A-507F-96874E69DF99}" dt="2024-08-30T14:58:57.815" v="140" actId="20577"/>
      <pc:docMkLst>
        <pc:docMk/>
      </pc:docMkLst>
      <pc:sldChg chg="addSp modSp">
        <pc:chgData name="Somak Das" userId="S::sdas@floridapoly.edu::98cebb13-2fc4-4808-95b9-daeb7e6acc01" providerId="AD" clId="Web-{4934A654-A39D-DA1A-507F-96874E69DF99}" dt="2024-08-30T14:28:22.281" v="109" actId="1076"/>
        <pc:sldMkLst>
          <pc:docMk/>
          <pc:sldMk cId="2489808861" sldId="264"/>
        </pc:sldMkLst>
        <pc:spChg chg="mod">
          <ac:chgData name="Somak Das" userId="S::sdas@floridapoly.edu::98cebb13-2fc4-4808-95b9-daeb7e6acc01" providerId="AD" clId="Web-{4934A654-A39D-DA1A-507F-96874E69DF99}" dt="2024-08-30T14:27:13.592" v="105" actId="20577"/>
          <ac:spMkLst>
            <pc:docMk/>
            <pc:sldMk cId="2489808861" sldId="264"/>
            <ac:spMk id="3" creationId="{BE9AEF52-C7AA-C5E4-3C7B-E4F837BCCEC3}"/>
          </ac:spMkLst>
        </pc:spChg>
        <pc:spChg chg="add mod">
          <ac:chgData name="Somak Das" userId="S::sdas@floridapoly.edu::98cebb13-2fc4-4808-95b9-daeb7e6acc01" providerId="AD" clId="Web-{4934A654-A39D-DA1A-507F-96874E69DF99}" dt="2024-08-30T14:28:22.281" v="109" actId="1076"/>
          <ac:spMkLst>
            <pc:docMk/>
            <pc:sldMk cId="2489808861" sldId="264"/>
            <ac:spMk id="8" creationId="{DDA1B68C-B241-8436-F037-5EDF95C765E3}"/>
          </ac:spMkLst>
        </pc:spChg>
        <pc:picChg chg="add mod">
          <ac:chgData name="Somak Das" userId="S::sdas@floridapoly.edu::98cebb13-2fc4-4808-95b9-daeb7e6acc01" providerId="AD" clId="Web-{4934A654-A39D-DA1A-507F-96874E69DF99}" dt="2024-08-30T14:28:17.906" v="108" actId="1076"/>
          <ac:picMkLst>
            <pc:docMk/>
            <pc:sldMk cId="2489808861" sldId="264"/>
            <ac:picMk id="7" creationId="{4E2D0909-2914-7CCC-8DFC-ED52D51F4E71}"/>
          </ac:picMkLst>
        </pc:picChg>
      </pc:sldChg>
      <pc:sldChg chg="modSp new">
        <pc:chgData name="Somak Das" userId="S::sdas@floridapoly.edu::98cebb13-2fc4-4808-95b9-daeb7e6acc01" providerId="AD" clId="Web-{4934A654-A39D-DA1A-507F-96874E69DF99}" dt="2024-08-30T14:58:57.815" v="140" actId="20577"/>
        <pc:sldMkLst>
          <pc:docMk/>
          <pc:sldMk cId="3512035636" sldId="265"/>
        </pc:sldMkLst>
        <pc:spChg chg="mod">
          <ac:chgData name="Somak Das" userId="S::sdas@floridapoly.edu::98cebb13-2fc4-4808-95b9-daeb7e6acc01" providerId="AD" clId="Web-{4934A654-A39D-DA1A-507F-96874E69DF99}" dt="2024-08-30T14:58:39.377" v="124"/>
          <ac:spMkLst>
            <pc:docMk/>
            <pc:sldMk cId="3512035636" sldId="265"/>
            <ac:spMk id="2" creationId="{FDAC4200-1EA4-A741-3535-249012C88332}"/>
          </ac:spMkLst>
        </pc:spChg>
        <pc:spChg chg="mod">
          <ac:chgData name="Somak Das" userId="S::sdas@floridapoly.edu::98cebb13-2fc4-4808-95b9-daeb7e6acc01" providerId="AD" clId="Web-{4934A654-A39D-DA1A-507F-96874E69DF99}" dt="2024-08-30T14:58:57.815" v="140" actId="20577"/>
          <ac:spMkLst>
            <pc:docMk/>
            <pc:sldMk cId="3512035636" sldId="265"/>
            <ac:spMk id="3" creationId="{A0298341-2405-F95E-3D57-2059D7CBE34F}"/>
          </ac:spMkLst>
        </pc:spChg>
      </pc:sldChg>
    </pc:docChg>
  </pc:docChgLst>
  <pc:docChgLst>
    <pc:chgData name="Somak Das" userId="S::sdas@floridapoly.edu::98cebb13-2fc4-4808-95b9-daeb7e6acc01" providerId="AD" clId="Web-{3168D3A0-3E20-32A0-D80F-99758B330196}"/>
    <pc:docChg chg="addSld delSld modSld sldOrd">
      <pc:chgData name="Somak Das" userId="S::sdas@floridapoly.edu::98cebb13-2fc4-4808-95b9-daeb7e6acc01" providerId="AD" clId="Web-{3168D3A0-3E20-32A0-D80F-99758B330196}" dt="2024-09-03T17:52:54.119" v="161"/>
      <pc:docMkLst>
        <pc:docMk/>
      </pc:docMkLst>
      <pc:sldChg chg="addSp delSp modSp ord">
        <pc:chgData name="Somak Das" userId="S::sdas@floridapoly.edu::98cebb13-2fc4-4808-95b9-daeb7e6acc01" providerId="AD" clId="Web-{3168D3A0-3E20-32A0-D80F-99758B330196}" dt="2024-09-03T17:52:54.119" v="161"/>
        <pc:sldMkLst>
          <pc:docMk/>
          <pc:sldMk cId="1383117199" sldId="266"/>
        </pc:sldMkLst>
        <pc:spChg chg="mod">
          <ac:chgData name="Somak Das" userId="S::sdas@floridapoly.edu::98cebb13-2fc4-4808-95b9-daeb7e6acc01" providerId="AD" clId="Web-{3168D3A0-3E20-32A0-D80F-99758B330196}" dt="2024-09-03T17:40:59.946" v="28" actId="20577"/>
          <ac:spMkLst>
            <pc:docMk/>
            <pc:sldMk cId="1383117199" sldId="266"/>
            <ac:spMk id="3" creationId="{BE9AEF52-C7AA-C5E4-3C7B-E4F837BCCEC3}"/>
          </ac:spMkLst>
        </pc:spChg>
        <pc:picChg chg="del mod">
          <ac:chgData name="Somak Das" userId="S::sdas@floridapoly.edu::98cebb13-2fc4-4808-95b9-daeb7e6acc01" providerId="AD" clId="Web-{3168D3A0-3E20-32A0-D80F-99758B330196}" dt="2024-09-03T17:40:20.506" v="22"/>
          <ac:picMkLst>
            <pc:docMk/>
            <pc:sldMk cId="1383117199" sldId="266"/>
            <ac:picMk id="7" creationId="{4E2D0909-2914-7CCC-8DFC-ED52D51F4E71}"/>
          </ac:picMkLst>
        </pc:picChg>
        <pc:picChg chg="add mod">
          <ac:chgData name="Somak Das" userId="S::sdas@floridapoly.edu::98cebb13-2fc4-4808-95b9-daeb7e6acc01" providerId="AD" clId="Web-{3168D3A0-3E20-32A0-D80F-99758B330196}" dt="2024-09-03T17:40:27.305" v="24" actId="14100"/>
          <ac:picMkLst>
            <pc:docMk/>
            <pc:sldMk cId="1383117199" sldId="266"/>
            <ac:picMk id="8" creationId="{C0E46E0B-8732-EBD3-344C-A3F7463CDE0F}"/>
          </ac:picMkLst>
        </pc:picChg>
        <pc:picChg chg="add mod">
          <ac:chgData name="Somak Das" userId="S::sdas@floridapoly.edu::98cebb13-2fc4-4808-95b9-daeb7e6acc01" providerId="AD" clId="Web-{3168D3A0-3E20-32A0-D80F-99758B330196}" dt="2024-09-03T17:41:41.011" v="34" actId="1076"/>
          <ac:picMkLst>
            <pc:docMk/>
            <pc:sldMk cId="1383117199" sldId="266"/>
            <ac:picMk id="9" creationId="{A7529A3D-13F3-ED1D-2EBA-5EBDE5ACCC10}"/>
          </ac:picMkLst>
        </pc:picChg>
      </pc:sldChg>
      <pc:sldChg chg="modSp">
        <pc:chgData name="Somak Das" userId="S::sdas@floridapoly.edu::98cebb13-2fc4-4808-95b9-daeb7e6acc01" providerId="AD" clId="Web-{3168D3A0-3E20-32A0-D80F-99758B330196}" dt="2024-09-03T17:36:16.034" v="17" actId="20577"/>
        <pc:sldMkLst>
          <pc:docMk/>
          <pc:sldMk cId="2828046712" sldId="267"/>
        </pc:sldMkLst>
        <pc:spChg chg="mod">
          <ac:chgData name="Somak Das" userId="S::sdas@floridapoly.edu::98cebb13-2fc4-4808-95b9-daeb7e6acc01" providerId="AD" clId="Web-{3168D3A0-3E20-32A0-D80F-99758B330196}" dt="2024-09-03T17:36:16.034" v="17" actId="20577"/>
          <ac:spMkLst>
            <pc:docMk/>
            <pc:sldMk cId="2828046712" sldId="267"/>
            <ac:spMk id="3" creationId="{BE9AEF52-C7AA-C5E4-3C7B-E4F837BCCEC3}"/>
          </ac:spMkLst>
        </pc:spChg>
      </pc:sldChg>
      <pc:sldChg chg="add del replId">
        <pc:chgData name="Somak Das" userId="S::sdas@floridapoly.edu::98cebb13-2fc4-4808-95b9-daeb7e6acc01" providerId="AD" clId="Web-{3168D3A0-3E20-32A0-D80F-99758B330196}" dt="2024-09-03T17:41:14.588" v="30"/>
        <pc:sldMkLst>
          <pc:docMk/>
          <pc:sldMk cId="108196393" sldId="268"/>
        </pc:sldMkLst>
      </pc:sldChg>
      <pc:sldChg chg="addSp delSp modSp add replId">
        <pc:chgData name="Somak Das" userId="S::sdas@floridapoly.edu::98cebb13-2fc4-4808-95b9-daeb7e6acc01" providerId="AD" clId="Web-{3168D3A0-3E20-32A0-D80F-99758B330196}" dt="2024-09-03T17:52:44.993" v="160" actId="20577"/>
        <pc:sldMkLst>
          <pc:docMk/>
          <pc:sldMk cId="2600324576" sldId="268"/>
        </pc:sldMkLst>
        <pc:spChg chg="mod">
          <ac:chgData name="Somak Das" userId="S::sdas@floridapoly.edu::98cebb13-2fc4-4808-95b9-daeb7e6acc01" providerId="AD" clId="Web-{3168D3A0-3E20-32A0-D80F-99758B330196}" dt="2024-09-03T17:43:22.965" v="58" actId="20577"/>
          <ac:spMkLst>
            <pc:docMk/>
            <pc:sldMk cId="2600324576" sldId="268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3168D3A0-3E20-32A0-D80F-99758B330196}" dt="2024-09-03T17:52:44.993" v="160" actId="20577"/>
          <ac:spMkLst>
            <pc:docMk/>
            <pc:sldMk cId="2600324576" sldId="268"/>
            <ac:spMk id="3" creationId="{BE9AEF52-C7AA-C5E4-3C7B-E4F837BCCEC3}"/>
          </ac:spMkLst>
        </pc:spChg>
        <pc:picChg chg="add mod">
          <ac:chgData name="Somak Das" userId="S::sdas@floridapoly.edu::98cebb13-2fc4-4808-95b9-daeb7e6acc01" providerId="AD" clId="Web-{3168D3A0-3E20-32A0-D80F-99758B330196}" dt="2024-09-03T17:44:25.375" v="63" actId="1076"/>
          <ac:picMkLst>
            <pc:docMk/>
            <pc:sldMk cId="2600324576" sldId="268"/>
            <ac:picMk id="7" creationId="{ACE19021-E496-AC1D-F9C6-2C266F39DAFE}"/>
          </ac:picMkLst>
        </pc:picChg>
        <pc:picChg chg="del">
          <ac:chgData name="Somak Das" userId="S::sdas@floridapoly.edu::98cebb13-2fc4-4808-95b9-daeb7e6acc01" providerId="AD" clId="Web-{3168D3A0-3E20-32A0-D80F-99758B330196}" dt="2024-09-03T17:44:05.467" v="59"/>
          <ac:picMkLst>
            <pc:docMk/>
            <pc:sldMk cId="2600324576" sldId="268"/>
            <ac:picMk id="8" creationId="{C0E46E0B-8732-EBD3-344C-A3F7463CDE0F}"/>
          </ac:picMkLst>
        </pc:picChg>
      </pc:sldChg>
    </pc:docChg>
  </pc:docChgLst>
  <pc:docChgLst>
    <pc:chgData name="Somak Das" userId="S::sdas@floridapoly.edu::98cebb13-2fc4-4808-95b9-daeb7e6acc01" providerId="AD" clId="Web-{D1588862-2BFB-907B-EA84-F573A71A468D}"/>
    <pc:docChg chg="addSld delSld modSld">
      <pc:chgData name="Somak Das" userId="S::sdas@floridapoly.edu::98cebb13-2fc4-4808-95b9-daeb7e6acc01" providerId="AD" clId="Web-{D1588862-2BFB-907B-EA84-F573A71A468D}" dt="2024-09-03T15:04:58.021" v="355" actId="20577"/>
      <pc:docMkLst>
        <pc:docMk/>
      </pc:docMkLst>
      <pc:sldChg chg="del">
        <pc:chgData name="Somak Das" userId="S::sdas@floridapoly.edu::98cebb13-2fc4-4808-95b9-daeb7e6acc01" providerId="AD" clId="Web-{D1588862-2BFB-907B-EA84-F573A71A468D}" dt="2024-09-03T14:29:45.821" v="1"/>
        <pc:sldMkLst>
          <pc:docMk/>
          <pc:sldMk cId="815923437" sldId="258"/>
        </pc:sldMkLst>
      </pc:sldChg>
      <pc:sldChg chg="modSp">
        <pc:chgData name="Somak Das" userId="S::sdas@floridapoly.edu::98cebb13-2fc4-4808-95b9-daeb7e6acc01" providerId="AD" clId="Web-{D1588862-2BFB-907B-EA84-F573A71A468D}" dt="2024-09-03T14:30:04.337" v="3" actId="20577"/>
        <pc:sldMkLst>
          <pc:docMk/>
          <pc:sldMk cId="3698617090" sldId="259"/>
        </pc:sldMkLst>
        <pc:spChg chg="mod">
          <ac:chgData name="Somak Das" userId="S::sdas@floridapoly.edu::98cebb13-2fc4-4808-95b9-daeb7e6acc01" providerId="AD" clId="Web-{D1588862-2BFB-907B-EA84-F573A71A468D}" dt="2024-09-03T14:30:04.337" v="3" actId="20577"/>
          <ac:spMkLst>
            <pc:docMk/>
            <pc:sldMk cId="3698617090" sldId="259"/>
            <ac:spMk id="2" creationId="{00000000-0000-0000-0000-000000000000}"/>
          </ac:spMkLst>
        </pc:spChg>
      </pc:sldChg>
      <pc:sldChg chg="delSp modSp add replId">
        <pc:chgData name="Somak Das" userId="S::sdas@floridapoly.edu::98cebb13-2fc4-4808-95b9-daeb7e6acc01" providerId="AD" clId="Web-{D1588862-2BFB-907B-EA84-F573A71A468D}" dt="2024-09-03T14:37:41.881" v="155" actId="20577"/>
        <pc:sldMkLst>
          <pc:docMk/>
          <pc:sldMk cId="297459727" sldId="265"/>
        </pc:sldMkLst>
        <pc:spChg chg="mod">
          <ac:chgData name="Somak Das" userId="S::sdas@floridapoly.edu::98cebb13-2fc4-4808-95b9-daeb7e6acc01" providerId="AD" clId="Web-{D1588862-2BFB-907B-EA84-F573A71A468D}" dt="2024-09-03T14:31:30.918" v="12" actId="20577"/>
          <ac:spMkLst>
            <pc:docMk/>
            <pc:sldMk cId="297459727" sldId="265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D1588862-2BFB-907B-EA84-F573A71A468D}" dt="2024-09-03T14:37:41.881" v="155" actId="20577"/>
          <ac:spMkLst>
            <pc:docMk/>
            <pc:sldMk cId="297459727" sldId="265"/>
            <ac:spMk id="3" creationId="{BE9AEF52-C7AA-C5E4-3C7B-E4F837BCCEC3}"/>
          </ac:spMkLst>
        </pc:spChg>
        <pc:spChg chg="del">
          <ac:chgData name="Somak Das" userId="S::sdas@floridapoly.edu::98cebb13-2fc4-4808-95b9-daeb7e6acc01" providerId="AD" clId="Web-{D1588862-2BFB-907B-EA84-F573A71A468D}" dt="2024-09-03T14:31:46.934" v="14"/>
          <ac:spMkLst>
            <pc:docMk/>
            <pc:sldMk cId="297459727" sldId="265"/>
            <ac:spMk id="8" creationId="{DDA1B68C-B241-8436-F037-5EDF95C765E3}"/>
          </ac:spMkLst>
        </pc:spChg>
        <pc:picChg chg="mod">
          <ac:chgData name="Somak Das" userId="S::sdas@floridapoly.edu::98cebb13-2fc4-4808-95b9-daeb7e6acc01" providerId="AD" clId="Web-{D1588862-2BFB-907B-EA84-F573A71A468D}" dt="2024-09-03T14:35:39.065" v="130" actId="1076"/>
          <ac:picMkLst>
            <pc:docMk/>
            <pc:sldMk cId="297459727" sldId="265"/>
            <ac:picMk id="7" creationId="{4E2D0909-2914-7CCC-8DFC-ED52D51F4E71}"/>
          </ac:picMkLst>
        </pc:picChg>
      </pc:sldChg>
      <pc:sldChg chg="del">
        <pc:chgData name="Somak Das" userId="S::sdas@floridapoly.edu::98cebb13-2fc4-4808-95b9-daeb7e6acc01" providerId="AD" clId="Web-{D1588862-2BFB-907B-EA84-F573A71A468D}" dt="2024-09-03T14:29:42.680" v="0"/>
        <pc:sldMkLst>
          <pc:docMk/>
          <pc:sldMk cId="3512035636" sldId="265"/>
        </pc:sldMkLst>
      </pc:sldChg>
      <pc:sldChg chg="modSp add replId">
        <pc:chgData name="Somak Das" userId="S::sdas@floridapoly.edu::98cebb13-2fc4-4808-95b9-daeb7e6acc01" providerId="AD" clId="Web-{D1588862-2BFB-907B-EA84-F573A71A468D}" dt="2024-09-03T14:41:25.841" v="168" actId="20577"/>
        <pc:sldMkLst>
          <pc:docMk/>
          <pc:sldMk cId="1383117199" sldId="266"/>
        </pc:sldMkLst>
        <pc:spChg chg="mod">
          <ac:chgData name="Somak Das" userId="S::sdas@floridapoly.edu::98cebb13-2fc4-4808-95b9-daeb7e6acc01" providerId="AD" clId="Web-{D1588862-2BFB-907B-EA84-F573A71A468D}" dt="2024-09-03T14:41:25.841" v="168" actId="20577"/>
          <ac:spMkLst>
            <pc:docMk/>
            <pc:sldMk cId="1383117199" sldId="266"/>
            <ac:spMk id="2" creationId="{B2FD32C8-AAC3-FE7E-0B28-845795C641E6}"/>
          </ac:spMkLst>
        </pc:spChg>
      </pc:sldChg>
      <pc:sldChg chg="addSp modSp add replId">
        <pc:chgData name="Somak Das" userId="S::sdas@floridapoly.edu::98cebb13-2fc4-4808-95b9-daeb7e6acc01" providerId="AD" clId="Web-{D1588862-2BFB-907B-EA84-F573A71A468D}" dt="2024-09-03T15:04:58.021" v="355" actId="20577"/>
        <pc:sldMkLst>
          <pc:docMk/>
          <pc:sldMk cId="2828046712" sldId="267"/>
        </pc:sldMkLst>
        <pc:spChg chg="mod">
          <ac:chgData name="Somak Das" userId="S::sdas@floridapoly.edu::98cebb13-2fc4-4808-95b9-daeb7e6acc01" providerId="AD" clId="Web-{D1588862-2BFB-907B-EA84-F573A71A468D}" dt="2024-09-03T14:42:58.718" v="176" actId="20577"/>
          <ac:spMkLst>
            <pc:docMk/>
            <pc:sldMk cId="2828046712" sldId="267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D1588862-2BFB-907B-EA84-F573A71A468D}" dt="2024-09-03T15:04:58.021" v="355" actId="20577"/>
          <ac:spMkLst>
            <pc:docMk/>
            <pc:sldMk cId="2828046712" sldId="267"/>
            <ac:spMk id="3" creationId="{BE9AEF52-C7AA-C5E4-3C7B-E4F837BCCEC3}"/>
          </ac:spMkLst>
        </pc:spChg>
        <pc:picChg chg="mod">
          <ac:chgData name="Somak Das" userId="S::sdas@floridapoly.edu::98cebb13-2fc4-4808-95b9-daeb7e6acc01" providerId="AD" clId="Web-{D1588862-2BFB-907B-EA84-F573A71A468D}" dt="2024-09-03T15:04:01.785" v="306" actId="14100"/>
          <ac:picMkLst>
            <pc:docMk/>
            <pc:sldMk cId="2828046712" sldId="267"/>
            <ac:picMk id="7" creationId="{4E2D0909-2914-7CCC-8DFC-ED52D51F4E71}"/>
          </ac:picMkLst>
        </pc:picChg>
        <pc:picChg chg="add mod">
          <ac:chgData name="Somak Das" userId="S::sdas@floridapoly.edu::98cebb13-2fc4-4808-95b9-daeb7e6acc01" providerId="AD" clId="Web-{D1588862-2BFB-907B-EA84-F573A71A468D}" dt="2024-09-03T15:04:19.661" v="310" actId="1076"/>
          <ac:picMkLst>
            <pc:docMk/>
            <pc:sldMk cId="2828046712" sldId="267"/>
            <ac:picMk id="8" creationId="{6CE3EA61-C186-B968-A3EC-8E6E3D6B444D}"/>
          </ac:picMkLst>
        </pc:picChg>
      </pc:sldChg>
    </pc:docChg>
  </pc:docChgLst>
  <pc:docChgLst>
    <pc:chgData name="Somak Das" userId="S::sdas@floridapoly.edu::98cebb13-2fc4-4808-95b9-daeb7e6acc01" providerId="AD" clId="Web-{616F2790-A973-1000-FBB4-0EE7984DB391}"/>
    <pc:docChg chg="modSld addMainMaster delMainMaster">
      <pc:chgData name="Somak Das" userId="S::sdas@floridapoly.edu::98cebb13-2fc4-4808-95b9-daeb7e6acc01" providerId="AD" clId="Web-{616F2790-A973-1000-FBB4-0EE7984DB391}" dt="2024-08-29T04:35:22.190" v="341"/>
      <pc:docMkLst>
        <pc:docMk/>
      </pc:docMkLst>
      <pc:sldChg chg="modSp mod modClrScheme chgLayout">
        <pc:chgData name="Somak Das" userId="S::sdas@floridapoly.edu::98cebb13-2fc4-4808-95b9-daeb7e6acc01" providerId="AD" clId="Web-{616F2790-A973-1000-FBB4-0EE7984DB391}" dt="2024-08-29T04:35:22.190" v="341"/>
        <pc:sldMkLst>
          <pc:docMk/>
          <pc:sldMk cId="109857222" sldId="256"/>
        </pc:sldMkLst>
        <pc:spChg chg="mod ord">
          <ac:chgData name="Somak Das" userId="S::sdas@floridapoly.edu::98cebb13-2fc4-4808-95b9-daeb7e6acc01" providerId="AD" clId="Web-{616F2790-A973-1000-FBB4-0EE7984DB391}" dt="2024-08-29T04:35:22.190" v="34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omak Das" userId="S::sdas@floridapoly.edu::98cebb13-2fc4-4808-95b9-daeb7e6acc01" providerId="AD" clId="Web-{616F2790-A973-1000-FBB4-0EE7984DB391}" dt="2024-08-29T04:34:53.876" v="337" actId="20577"/>
          <ac:spMkLst>
            <pc:docMk/>
            <pc:sldMk cId="109857222" sldId="256"/>
            <ac:spMk id="3" creationId="{00000000-0000-0000-0000-000000000000}"/>
          </ac:spMkLst>
        </pc:spChg>
      </pc:sldChg>
      <pc:sldMasterChg chg="add del addSldLayout delSldLayout">
        <pc:chgData name="Somak Das" userId="S::sdas@floridapoly.edu::98cebb13-2fc4-4808-95b9-daeb7e6acc01" providerId="AD" clId="Web-{616F2790-A973-1000-FBB4-0EE7984DB391}" dt="2024-08-29T04:32:01.119" v="293"/>
        <pc:sldMasterMkLst>
          <pc:docMk/>
          <pc:sldMasterMk cId="2460954070" sldId="2147483660"/>
        </pc:sldMasterMkLst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omak Das" userId="S::sdas@floridapoly.edu::98cebb13-2fc4-4808-95b9-daeb7e6acc01" providerId="AD" clId="Web-{616F2790-A973-1000-FBB4-0EE7984DB391}" dt="2024-08-29T04:32:01.119" v="29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0:33.851" v="272"/>
        <pc:sldMasterMkLst>
          <pc:docMk/>
          <pc:sldMasterMk cId="120735800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3116075419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110191378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2732553156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3925720731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4189427328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445420961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2429775297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1022032619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50712069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2008219439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33.851" v="272"/>
          <pc:sldLayoutMkLst>
            <pc:docMk/>
            <pc:sldMasterMk cId="120735800" sldId="2147483672"/>
            <pc:sldLayoutMk cId="3044171496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2:08.479" v="294"/>
        <pc:sldMasterMkLst>
          <pc:docMk/>
          <pc:sldMasterMk cId="168539548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1841911600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489852663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2065126608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3939003777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640209529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953784453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825275545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1619827114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11061368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3090719262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2:08.479" v="294"/>
          <pc:sldLayoutMkLst>
            <pc:docMk/>
            <pc:sldMasterMk cId="168539548" sldId="2147483672"/>
            <pc:sldLayoutMk cId="3138599999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0:48.789" v="274"/>
        <pc:sldMasterMkLst>
          <pc:docMk/>
          <pc:sldMasterMk cId="831517185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1495207342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2426311926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2018621823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540908219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2323425771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781636542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1130366143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3433857213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3089627862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1645480584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48.789" v="274"/>
          <pc:sldLayoutMkLst>
            <pc:docMk/>
            <pc:sldMasterMk cId="831517185" sldId="2147483672"/>
            <pc:sldLayoutMk cId="3415385737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1:46.041" v="292"/>
        <pc:sldMasterMkLst>
          <pc:docMk/>
          <pc:sldMasterMk cId="1483298822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3393312398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153151657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781823041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4072501363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3956126377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08691385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1639096034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464815929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714712417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2272480616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46.041" v="292"/>
          <pc:sldLayoutMkLst>
            <pc:docMk/>
            <pc:sldMasterMk cId="1483298822" sldId="2147483672"/>
            <pc:sldLayoutMk cId="1132648089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0:57.274" v="276"/>
        <pc:sldMasterMkLst>
          <pc:docMk/>
          <pc:sldMasterMk cId="2003185167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1837779611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394879341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3621057305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902958344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3382394231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569957091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4184395524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629170545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2441109465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1121024142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0:57.274" v="276"/>
          <pc:sldLayoutMkLst>
            <pc:docMk/>
            <pc:sldMasterMk cId="2003185167" sldId="2147483672"/>
            <pc:sldLayoutMk cId="1644011860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1:12.149" v="278"/>
        <pc:sldMasterMkLst>
          <pc:docMk/>
          <pc:sldMasterMk cId="3824889293" sldId="2147483672"/>
        </pc:sldMasterMkLst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493992971" sldId="214748367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41505917" sldId="214748367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412716209" sldId="214748367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4281717601" sldId="214748367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574910708" sldId="214748367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900268324" sldId="214748367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2574643025" sldId="214748367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299095362" sldId="214748368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3947367657" sldId="214748368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1732855487" sldId="214748368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1:12.149" v="278"/>
          <pc:sldLayoutMkLst>
            <pc:docMk/>
            <pc:sldMasterMk cId="3824889293" sldId="2147483672"/>
            <pc:sldLayoutMk cId="3673799963" sldId="2147483683"/>
          </pc:sldLayoutMkLst>
        </pc:sldLayoutChg>
      </pc:sldMasterChg>
      <pc:sldMasterChg chg="add del addSldLayout delSldLayout modSldLayout">
        <pc:chgData name="Somak Das" userId="S::sdas@floridapoly.edu::98cebb13-2fc4-4808-95b9-daeb7e6acc01" providerId="AD" clId="Web-{616F2790-A973-1000-FBB4-0EE7984DB391}" dt="2024-08-29T04:34:26.014" v="332"/>
        <pc:sldMasterMkLst>
          <pc:docMk/>
          <pc:sldMasterMk cId="1564465703" sldId="2147483684"/>
        </pc:sldMasterMkLst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1056477101" sldId="2147483685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1453392473" sldId="2147483686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3876702" sldId="2147483687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4206428706" sldId="2147483688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503916255" sldId="2147483689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329395732" sldId="2147483690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1934474943" sldId="2147483691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555280497" sldId="2147483692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4035474699" sldId="2147483693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2360748991" sldId="2147483694"/>
          </pc:sldLayoutMkLst>
        </pc:sldLayoutChg>
        <pc:sldLayoutChg chg="add del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564465703" sldId="2147483684"/>
            <pc:sldLayoutMk cId="3532011601" sldId="2147483695"/>
          </pc:sldLayoutMkLst>
        </pc:sldLayoutChg>
      </pc:sldMasterChg>
      <pc:sldMasterChg chg="add addSldLayout modSldLayout">
        <pc:chgData name="Somak Das" userId="S::sdas@floridapoly.edu::98cebb13-2fc4-4808-95b9-daeb7e6acc01" providerId="AD" clId="Web-{616F2790-A973-1000-FBB4-0EE7984DB391}" dt="2024-08-29T04:34:26.014" v="332"/>
        <pc:sldMasterMkLst>
          <pc:docMk/>
          <pc:sldMasterMk cId="1623931956" sldId="2147483696"/>
        </pc:sldMasterMkLst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3357983007" sldId="2147483697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631037812" sldId="2147483698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3449099357" sldId="2147483699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1571242230" sldId="2147483700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1714016706" sldId="2147483701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3445988520" sldId="2147483702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1127668635" sldId="2147483703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2959893989" sldId="2147483704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848743491" sldId="2147483705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412831782" sldId="2147483706"/>
          </pc:sldLayoutMkLst>
        </pc:sldLayoutChg>
        <pc:sldLayoutChg chg="add mod replId">
          <pc:chgData name="Somak Das" userId="S::sdas@floridapoly.edu::98cebb13-2fc4-4808-95b9-daeb7e6acc01" providerId="AD" clId="Web-{616F2790-A973-1000-FBB4-0EE7984DB391}" dt="2024-08-29T04:34:26.014" v="332"/>
          <pc:sldLayoutMkLst>
            <pc:docMk/>
            <pc:sldMasterMk cId="1623931956" sldId="2147483696"/>
            <pc:sldLayoutMk cId="602833129" sldId="2147483707"/>
          </pc:sldLayoutMkLst>
        </pc:sldLayoutChg>
      </pc:sldMasterChg>
    </pc:docChg>
  </pc:docChgLst>
  <pc:docChgLst>
    <pc:chgData name="Somak Das" userId="S::sdas@floridapoly.edu::98cebb13-2fc4-4808-95b9-daeb7e6acc01" providerId="AD" clId="Web-{3EDD8ED8-203F-61A0-7713-53A322460F39}"/>
    <pc:docChg chg="addSld modSld">
      <pc:chgData name="Somak Das" userId="S::sdas@floridapoly.edu::98cebb13-2fc4-4808-95b9-daeb7e6acc01" providerId="AD" clId="Web-{3EDD8ED8-203F-61A0-7713-53A322460F39}" dt="2024-09-06T21:58:51.230" v="806" actId="20577"/>
      <pc:docMkLst>
        <pc:docMk/>
      </pc:docMkLst>
      <pc:sldChg chg="addSp delSp modSp">
        <pc:chgData name="Somak Das" userId="S::sdas@floridapoly.edu::98cebb13-2fc4-4808-95b9-daeb7e6acc01" providerId="AD" clId="Web-{3EDD8ED8-203F-61A0-7713-53A322460F39}" dt="2024-09-06T17:51:30.830" v="799"/>
        <pc:sldMkLst>
          <pc:docMk/>
          <pc:sldMk cId="2275632493" sldId="365"/>
        </pc:sldMkLst>
        <pc:spChg chg="add del mod">
          <ac:chgData name="Somak Das" userId="S::sdas@floridapoly.edu::98cebb13-2fc4-4808-95b9-daeb7e6acc01" providerId="AD" clId="Web-{3EDD8ED8-203F-61A0-7713-53A322460F39}" dt="2024-09-06T17:51:29.251" v="764"/>
          <ac:spMkLst>
            <pc:docMk/>
            <pc:sldMk cId="2275632493" sldId="365"/>
            <ac:spMk id="5" creationId="{40A7D9BD-6D8D-5F30-0B71-52CF1F1E7646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9"/>
          <ac:spMkLst>
            <pc:docMk/>
            <pc:sldMk cId="2275632493" sldId="365"/>
            <ac:spMk id="7" creationId="{3164AE6B-D4EE-553B-A0D4-88E1C34C99EC}"/>
          </ac:spMkLst>
        </pc:spChg>
      </pc:sldChg>
      <pc:sldChg chg="addSp delSp modSp">
        <pc:chgData name="Somak Das" userId="S::sdas@floridapoly.edu::98cebb13-2fc4-4808-95b9-daeb7e6acc01" providerId="AD" clId="Web-{3EDD8ED8-203F-61A0-7713-53A322460F39}" dt="2024-09-06T17:51:30.830" v="792"/>
        <pc:sldMkLst>
          <pc:docMk/>
          <pc:sldMk cId="250943317" sldId="366"/>
        </pc:sldMkLst>
        <pc:spChg chg="mod">
          <ac:chgData name="Somak Das" userId="S::sdas@floridapoly.edu::98cebb13-2fc4-4808-95b9-daeb7e6acc01" providerId="AD" clId="Web-{3EDD8ED8-203F-61A0-7713-53A322460F39}" dt="2024-09-06T17:01:16.376" v="132" actId="14100"/>
          <ac:spMkLst>
            <pc:docMk/>
            <pc:sldMk cId="250943317" sldId="366"/>
            <ac:spMk id="2" creationId="{55CE072E-A16C-616A-6DC3-56F934105434}"/>
          </ac:spMkLst>
        </pc:spChg>
        <pc:spChg chg="del mod">
          <ac:chgData name="Somak Das" userId="S::sdas@floridapoly.edu::98cebb13-2fc4-4808-95b9-daeb7e6acc01" providerId="AD" clId="Web-{3EDD8ED8-203F-61A0-7713-53A322460F39}" dt="2024-09-06T15:27:38.782" v="105"/>
          <ac:spMkLst>
            <pc:docMk/>
            <pc:sldMk cId="250943317" sldId="366"/>
            <ac:spMk id="3" creationId="{227BB4CF-72EB-B5C9-AE97-EEE821F6D07E}"/>
          </ac:spMkLst>
        </pc:spChg>
        <pc:spChg chg="add mod">
          <ac:chgData name="Somak Das" userId="S::sdas@floridapoly.edu::98cebb13-2fc4-4808-95b9-daeb7e6acc01" providerId="AD" clId="Web-{3EDD8ED8-203F-61A0-7713-53A322460F39}" dt="2024-09-06T17:07:34.386" v="266" actId="20577"/>
          <ac:spMkLst>
            <pc:docMk/>
            <pc:sldMk cId="250943317" sldId="366"/>
            <ac:spMk id="3" creationId="{BABB4E7B-FA13-01A9-56D5-B5D20323C603}"/>
          </ac:spMkLst>
        </pc:spChg>
        <pc:spChg chg="add mod">
          <ac:chgData name="Somak Das" userId="S::sdas@floridapoly.edu::98cebb13-2fc4-4808-95b9-daeb7e6acc01" providerId="AD" clId="Web-{3EDD8ED8-203F-61A0-7713-53A322460F39}" dt="2024-09-06T17:06:23.384" v="245" actId="20577"/>
          <ac:spMkLst>
            <pc:docMk/>
            <pc:sldMk cId="250943317" sldId="366"/>
            <ac:spMk id="5" creationId="{F1736327-CDCF-88EA-5CFB-E5DDC96D075A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29.251" v="775"/>
          <ac:spMkLst>
            <pc:docMk/>
            <pc:sldMk cId="250943317" sldId="366"/>
            <ac:spMk id="6" creationId="{CB678795-0AA7-63E4-AA27-24D72E3E1FAC}"/>
          </ac:spMkLst>
        </pc:spChg>
        <pc:spChg chg="add del mod">
          <ac:chgData name="Somak Das" userId="S::sdas@floridapoly.edu::98cebb13-2fc4-4808-95b9-daeb7e6acc01" providerId="AD" clId="Web-{3EDD8ED8-203F-61A0-7713-53A322460F39}" dt="2024-09-06T15:28:17.939" v="106"/>
          <ac:spMkLst>
            <pc:docMk/>
            <pc:sldMk cId="250943317" sldId="366"/>
            <ac:spMk id="6" creationId="{E16FE1EA-3E7A-8565-560B-0EF87CB081BE}"/>
          </ac:spMkLst>
        </pc:spChg>
        <pc:spChg chg="add mod">
          <ac:chgData name="Somak Das" userId="S::sdas@floridapoly.edu::98cebb13-2fc4-4808-95b9-daeb7e6acc01" providerId="AD" clId="Web-{3EDD8ED8-203F-61A0-7713-53A322460F39}" dt="2024-09-06T17:07:29.980" v="265" actId="20577"/>
          <ac:spMkLst>
            <pc:docMk/>
            <pc:sldMk cId="250943317" sldId="366"/>
            <ac:spMk id="11" creationId="{D5375092-8AB2-FED4-9ACC-B53A11C85242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2"/>
          <ac:spMkLst>
            <pc:docMk/>
            <pc:sldMk cId="250943317" sldId="366"/>
            <ac:spMk id="12" creationId="{62AF0DBB-1BA6-63BD-8FA9-B1B73DAFF0CB}"/>
          </ac:spMkLst>
        </pc:spChg>
        <pc:picChg chg="add mod ord">
          <ac:chgData name="Somak Das" userId="S::sdas@floridapoly.edu::98cebb13-2fc4-4808-95b9-daeb7e6acc01" providerId="AD" clId="Web-{3EDD8ED8-203F-61A0-7713-53A322460F39}" dt="2024-09-06T17:02:23.987" v="147" actId="14100"/>
          <ac:picMkLst>
            <pc:docMk/>
            <pc:sldMk cId="250943317" sldId="366"/>
            <ac:picMk id="7" creationId="{0EB897A8-F9D2-B0FA-CEEA-F0CF6170D804}"/>
          </ac:picMkLst>
        </pc:picChg>
        <pc:picChg chg="add mod">
          <ac:chgData name="Somak Das" userId="S::sdas@floridapoly.edu::98cebb13-2fc4-4808-95b9-daeb7e6acc01" providerId="AD" clId="Web-{3EDD8ED8-203F-61A0-7713-53A322460F39}" dt="2024-09-06T17:01:52.893" v="141" actId="1076"/>
          <ac:picMkLst>
            <pc:docMk/>
            <pc:sldMk cId="250943317" sldId="366"/>
            <ac:picMk id="8" creationId="{39C28F64-B6F7-D569-65E9-1ABC0E2171F0}"/>
          </ac:picMkLst>
        </pc:picChg>
        <pc:picChg chg="add mod">
          <ac:chgData name="Somak Das" userId="S::sdas@floridapoly.edu::98cebb13-2fc4-4808-95b9-daeb7e6acc01" providerId="AD" clId="Web-{3EDD8ED8-203F-61A0-7713-53A322460F39}" dt="2024-09-06T17:06:43.056" v="251" actId="1076"/>
          <ac:picMkLst>
            <pc:docMk/>
            <pc:sldMk cId="250943317" sldId="366"/>
            <ac:picMk id="9" creationId="{FCBC44A9-4879-43F4-B6A0-976B7B615BBE}"/>
          </ac:picMkLst>
        </pc:picChg>
        <pc:picChg chg="add mod">
          <ac:chgData name="Somak Das" userId="S::sdas@floridapoly.edu::98cebb13-2fc4-4808-95b9-daeb7e6acc01" providerId="AD" clId="Web-{3EDD8ED8-203F-61A0-7713-53A322460F39}" dt="2024-09-06T17:06:32.009" v="248" actId="1076"/>
          <ac:picMkLst>
            <pc:docMk/>
            <pc:sldMk cId="250943317" sldId="366"/>
            <ac:picMk id="10" creationId="{71258CA8-5BCE-A42D-C789-FA7136C349B9}"/>
          </ac:picMkLst>
        </pc:picChg>
      </pc:sldChg>
      <pc:sldChg chg="addSp delSp modSp">
        <pc:chgData name="Somak Das" userId="S::sdas@floridapoly.edu::98cebb13-2fc4-4808-95b9-daeb7e6acc01" providerId="AD" clId="Web-{3EDD8ED8-203F-61A0-7713-53A322460F39}" dt="2024-09-06T17:51:30.830" v="797"/>
        <pc:sldMkLst>
          <pc:docMk/>
          <pc:sldMk cId="2298223985" sldId="367"/>
        </pc:sldMkLst>
        <pc:spChg chg="mod">
          <ac:chgData name="Somak Das" userId="S::sdas@floridapoly.edu::98cebb13-2fc4-4808-95b9-daeb7e6acc01" providerId="AD" clId="Web-{3EDD8ED8-203F-61A0-7713-53A322460F39}" dt="2024-09-06T17:38:20.778" v="583" actId="14100"/>
          <ac:spMkLst>
            <pc:docMk/>
            <pc:sldMk cId="2298223985" sldId="367"/>
            <ac:spMk id="2" creationId="{9EF37515-F309-D9E0-97BF-01DFBAF1EB63}"/>
          </ac:spMkLst>
        </pc:spChg>
        <pc:spChg chg="mod">
          <ac:chgData name="Somak Das" userId="S::sdas@floridapoly.edu::98cebb13-2fc4-4808-95b9-daeb7e6acc01" providerId="AD" clId="Web-{3EDD8ED8-203F-61A0-7713-53A322460F39}" dt="2024-09-06T17:41:50.158" v="677" actId="1076"/>
          <ac:spMkLst>
            <pc:docMk/>
            <pc:sldMk cId="2298223985" sldId="367"/>
            <ac:spMk id="3" creationId="{5E1D5185-1EBC-6D5E-1F33-C207353DCAB9}"/>
          </ac:spMkLst>
        </pc:spChg>
        <pc:spChg chg="add mod">
          <ac:chgData name="Somak Das" userId="S::sdas@floridapoly.edu::98cebb13-2fc4-4808-95b9-daeb7e6acc01" providerId="AD" clId="Web-{3EDD8ED8-203F-61A0-7713-53A322460F39}" dt="2024-09-06T17:41:38.017" v="674" actId="14100"/>
          <ac:spMkLst>
            <pc:docMk/>
            <pc:sldMk cId="2298223985" sldId="367"/>
            <ac:spMk id="6" creationId="{AD20149A-CDF6-2585-3C20-956667746FC2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29.251" v="772"/>
          <ac:spMkLst>
            <pc:docMk/>
            <pc:sldMk cId="2298223985" sldId="367"/>
            <ac:spMk id="7" creationId="{396B8039-9E36-6C1F-AAFF-C2CFE8C1929B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7"/>
          <ac:spMkLst>
            <pc:docMk/>
            <pc:sldMk cId="2298223985" sldId="367"/>
            <ac:spMk id="8" creationId="{E0FD961B-F695-5343-F90A-40E9F72A27E2}"/>
          </ac:spMkLst>
        </pc:spChg>
      </pc:sldChg>
      <pc:sldChg chg="addSp delSp modSp">
        <pc:chgData name="Somak Das" userId="S::sdas@floridapoly.edu::98cebb13-2fc4-4808-95b9-daeb7e6acc01" providerId="AD" clId="Web-{3EDD8ED8-203F-61A0-7713-53A322460F39}" dt="2024-09-06T17:51:30.830" v="788"/>
        <pc:sldMkLst>
          <pc:docMk/>
          <pc:sldMk cId="3174123957" sldId="369"/>
        </pc:sldMkLst>
        <pc:spChg chg="add del mod">
          <ac:chgData name="Somak Das" userId="S::sdas@floridapoly.edu::98cebb13-2fc4-4808-95b9-daeb7e6acc01" providerId="AD" clId="Web-{3EDD8ED8-203F-61A0-7713-53A322460F39}" dt="2024-09-06T17:51:29.251" v="765"/>
          <ac:spMkLst>
            <pc:docMk/>
            <pc:sldMk cId="3174123957" sldId="369"/>
            <ac:spMk id="3" creationId="{A9B9A43A-3DEF-719B-E4E3-A1BF1B96F813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88"/>
          <ac:spMkLst>
            <pc:docMk/>
            <pc:sldMk cId="3174123957" sldId="369"/>
            <ac:spMk id="5" creationId="{4E1BA6B1-08A4-8E42-EC74-011C4DC7EE27}"/>
          </ac:spMkLst>
        </pc:spChg>
      </pc:sldChg>
      <pc:sldChg chg="addSp delSp modSp">
        <pc:chgData name="Somak Das" userId="S::sdas@floridapoly.edu::98cebb13-2fc4-4808-95b9-daeb7e6acc01" providerId="AD" clId="Web-{3EDD8ED8-203F-61A0-7713-53A322460F39}" dt="2024-09-06T17:51:30.830" v="789"/>
        <pc:sldMkLst>
          <pc:docMk/>
          <pc:sldMk cId="2386899020" sldId="370"/>
        </pc:sldMkLst>
        <pc:spChg chg="add del mod">
          <ac:chgData name="Somak Das" userId="S::sdas@floridapoly.edu::98cebb13-2fc4-4808-95b9-daeb7e6acc01" providerId="AD" clId="Web-{3EDD8ED8-203F-61A0-7713-53A322460F39}" dt="2024-09-06T17:51:29.251" v="766"/>
          <ac:spMkLst>
            <pc:docMk/>
            <pc:sldMk cId="2386899020" sldId="370"/>
            <ac:spMk id="5" creationId="{F31A35EE-105D-BC9F-4B80-B7A1E24EB2BB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89"/>
          <ac:spMkLst>
            <pc:docMk/>
            <pc:sldMk cId="2386899020" sldId="370"/>
            <ac:spMk id="6" creationId="{CC934342-B5CD-8A9D-E3D3-4A3F876C7BFF}"/>
          </ac:spMkLst>
        </pc:spChg>
      </pc:sldChg>
      <pc:sldChg chg="addSp delSp modSp">
        <pc:chgData name="Somak Das" userId="S::sdas@floridapoly.edu::98cebb13-2fc4-4808-95b9-daeb7e6acc01" providerId="AD" clId="Web-{3EDD8ED8-203F-61A0-7713-53A322460F39}" dt="2024-09-06T17:51:30.830" v="793"/>
        <pc:sldMkLst>
          <pc:docMk/>
          <pc:sldMk cId="3398987604" sldId="371"/>
        </pc:sldMkLst>
        <pc:spChg chg="add del mod">
          <ac:chgData name="Somak Das" userId="S::sdas@floridapoly.edu::98cebb13-2fc4-4808-95b9-daeb7e6acc01" providerId="AD" clId="Web-{3EDD8ED8-203F-61A0-7713-53A322460F39}" dt="2024-09-06T17:51:29.251" v="769"/>
          <ac:spMkLst>
            <pc:docMk/>
            <pc:sldMk cId="3398987604" sldId="371"/>
            <ac:spMk id="5" creationId="{B7945ACB-7F3C-CE66-35D8-75786177D7C0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3"/>
          <ac:spMkLst>
            <pc:docMk/>
            <pc:sldMk cId="3398987604" sldId="371"/>
            <ac:spMk id="6" creationId="{0139DA14-6D19-2064-BD09-F2AFAFEADA05}"/>
          </ac:spMkLst>
        </pc:spChg>
      </pc:sldChg>
      <pc:sldChg chg="addSp delSp modSp">
        <pc:chgData name="Somak Das" userId="S::sdas@floridapoly.edu::98cebb13-2fc4-4808-95b9-daeb7e6acc01" providerId="AD" clId="Web-{3EDD8ED8-203F-61A0-7713-53A322460F39}" dt="2024-09-06T17:51:30.830" v="791"/>
        <pc:sldMkLst>
          <pc:docMk/>
          <pc:sldMk cId="537311546" sldId="372"/>
        </pc:sldMkLst>
        <pc:spChg chg="add del mod">
          <ac:chgData name="Somak Das" userId="S::sdas@floridapoly.edu::98cebb13-2fc4-4808-95b9-daeb7e6acc01" providerId="AD" clId="Web-{3EDD8ED8-203F-61A0-7713-53A322460F39}" dt="2024-09-06T17:51:29.251" v="768"/>
          <ac:spMkLst>
            <pc:docMk/>
            <pc:sldMk cId="537311546" sldId="372"/>
            <ac:spMk id="5" creationId="{AE3BD6A7-E6A6-710A-5FDD-6EDB2D7CBCF0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1"/>
          <ac:spMkLst>
            <pc:docMk/>
            <pc:sldMk cId="537311546" sldId="372"/>
            <ac:spMk id="6" creationId="{FB38C0E6-B6E2-C8A6-C33F-6A6603EA6CA2}"/>
          </ac:spMkLst>
        </pc:spChg>
      </pc:sldChg>
      <pc:sldChg chg="addSp delSp modSp">
        <pc:chgData name="Somak Das" userId="S::sdas@floridapoly.edu::98cebb13-2fc4-4808-95b9-daeb7e6acc01" providerId="AD" clId="Web-{3EDD8ED8-203F-61A0-7713-53A322460F39}" dt="2024-09-06T17:51:30.830" v="790"/>
        <pc:sldMkLst>
          <pc:docMk/>
          <pc:sldMk cId="3531639247" sldId="373"/>
        </pc:sldMkLst>
        <pc:spChg chg="add del mod">
          <ac:chgData name="Somak Das" userId="S::sdas@floridapoly.edu::98cebb13-2fc4-4808-95b9-daeb7e6acc01" providerId="AD" clId="Web-{3EDD8ED8-203F-61A0-7713-53A322460F39}" dt="2024-09-06T17:51:29.251" v="767"/>
          <ac:spMkLst>
            <pc:docMk/>
            <pc:sldMk cId="3531639247" sldId="373"/>
            <ac:spMk id="3" creationId="{F3CBB1D6-2FEB-C760-4B28-EC878F0FDA49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0"/>
          <ac:spMkLst>
            <pc:docMk/>
            <pc:sldMk cId="3531639247" sldId="373"/>
            <ac:spMk id="5" creationId="{5D4B6D38-3FAA-E209-001D-A78A4BC8F45D}"/>
          </ac:spMkLst>
        </pc:spChg>
      </pc:sldChg>
      <pc:sldChg chg="addSp delSp modSp new">
        <pc:chgData name="Somak Das" userId="S::sdas@floridapoly.edu::98cebb13-2fc4-4808-95b9-daeb7e6acc01" providerId="AD" clId="Web-{3EDD8ED8-203F-61A0-7713-53A322460F39}" dt="2024-09-06T17:51:30.830" v="794"/>
        <pc:sldMkLst>
          <pc:docMk/>
          <pc:sldMk cId="4211908876" sldId="374"/>
        </pc:sldMkLst>
        <pc:spChg chg="mod">
          <ac:chgData name="Somak Das" userId="S::sdas@floridapoly.edu::98cebb13-2fc4-4808-95b9-daeb7e6acc01" providerId="AD" clId="Web-{3EDD8ED8-203F-61A0-7713-53A322460F39}" dt="2024-09-06T14:34:50.143" v="75" actId="20577"/>
          <ac:spMkLst>
            <pc:docMk/>
            <pc:sldMk cId="4211908876" sldId="374"/>
            <ac:spMk id="2" creationId="{51866296-DFB1-C6DD-82BD-96CD8D2CF7E0}"/>
          </ac:spMkLst>
        </pc:spChg>
        <pc:spChg chg="del">
          <ac:chgData name="Somak Das" userId="S::sdas@floridapoly.edu::98cebb13-2fc4-4808-95b9-daeb7e6acc01" providerId="AD" clId="Web-{3EDD8ED8-203F-61A0-7713-53A322460F39}" dt="2024-09-06T14:29:40.386" v="5"/>
          <ac:spMkLst>
            <pc:docMk/>
            <pc:sldMk cId="4211908876" sldId="374"/>
            <ac:spMk id="3" creationId="{2642393F-7A20-FF3D-A890-DBAFEAA63424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4"/>
          <ac:spMkLst>
            <pc:docMk/>
            <pc:sldMk cId="4211908876" sldId="374"/>
            <ac:spMk id="3" creationId="{35BB835F-4FFD-E889-8325-DC2DE054219D}"/>
          </ac:spMkLst>
        </pc:spChg>
        <pc:spChg chg="del">
          <ac:chgData name="Somak Das" userId="S::sdas@floridapoly.edu::98cebb13-2fc4-4808-95b9-daeb7e6acc01" providerId="AD" clId="Web-{3EDD8ED8-203F-61A0-7713-53A322460F39}" dt="2024-09-06T17:51:29.251" v="770"/>
          <ac:spMkLst>
            <pc:docMk/>
            <pc:sldMk cId="4211908876" sldId="374"/>
            <ac:spMk id="5" creationId="{8430B870-3F0B-B857-AA62-029F92207FCE}"/>
          </ac:spMkLst>
        </pc:spChg>
        <pc:spChg chg="del">
          <ac:chgData name="Somak Das" userId="S::sdas@floridapoly.edu::98cebb13-2fc4-4808-95b9-daeb7e6acc01" providerId="AD" clId="Web-{3EDD8ED8-203F-61A0-7713-53A322460F39}" dt="2024-09-06T17:51:27.533" v="758"/>
          <ac:spMkLst>
            <pc:docMk/>
            <pc:sldMk cId="4211908876" sldId="374"/>
            <ac:spMk id="6" creationId="{1D81B479-4031-B181-ABE2-29D5FD3E0B08}"/>
          </ac:spMkLst>
        </pc:spChg>
        <pc:spChg chg="add mod">
          <ac:chgData name="Somak Das" userId="S::sdas@floridapoly.edu::98cebb13-2fc4-4808-95b9-daeb7e6acc01" providerId="AD" clId="Web-{3EDD8ED8-203F-61A0-7713-53A322460F39}" dt="2024-09-06T14:35:58.597" v="83" actId="1076"/>
          <ac:spMkLst>
            <pc:docMk/>
            <pc:sldMk cId="4211908876" sldId="374"/>
            <ac:spMk id="8" creationId="{CEF9CD27-0CD1-7B7D-7039-76FEA11F15A8}"/>
          </ac:spMkLst>
        </pc:spChg>
        <pc:picChg chg="add mod ord">
          <ac:chgData name="Somak Das" userId="S::sdas@floridapoly.edu::98cebb13-2fc4-4808-95b9-daeb7e6acc01" providerId="AD" clId="Web-{3EDD8ED8-203F-61A0-7713-53A322460F39}" dt="2024-09-06T14:30:27.200" v="11" actId="1076"/>
          <ac:picMkLst>
            <pc:docMk/>
            <pc:sldMk cId="4211908876" sldId="374"/>
            <ac:picMk id="7" creationId="{48424172-D48F-A963-6778-81DAAD4CE175}"/>
          </ac:picMkLst>
        </pc:picChg>
      </pc:sldChg>
      <pc:sldChg chg="addSp delSp modSp new">
        <pc:chgData name="Somak Das" userId="S::sdas@floridapoly.edu::98cebb13-2fc4-4808-95b9-daeb7e6acc01" providerId="AD" clId="Web-{3EDD8ED8-203F-61A0-7713-53A322460F39}" dt="2024-09-06T17:51:30.830" v="795"/>
        <pc:sldMkLst>
          <pc:docMk/>
          <pc:sldMk cId="3517101524" sldId="375"/>
        </pc:sldMkLst>
        <pc:spChg chg="mod">
          <ac:chgData name="Somak Das" userId="S::sdas@floridapoly.edu::98cebb13-2fc4-4808-95b9-daeb7e6acc01" providerId="AD" clId="Web-{3EDD8ED8-203F-61A0-7713-53A322460F39}" dt="2024-09-06T14:34:21.439" v="63" actId="20577"/>
          <ac:spMkLst>
            <pc:docMk/>
            <pc:sldMk cId="3517101524" sldId="375"/>
            <ac:spMk id="2" creationId="{C414FB39-9845-4633-7736-FF6730531393}"/>
          </ac:spMkLst>
        </pc:spChg>
        <pc:spChg chg="del">
          <ac:chgData name="Somak Das" userId="S::sdas@floridapoly.edu::98cebb13-2fc4-4808-95b9-daeb7e6acc01" providerId="AD" clId="Web-{3EDD8ED8-203F-61A0-7713-53A322460F39}" dt="2024-09-06T14:33:17.188" v="35"/>
          <ac:spMkLst>
            <pc:docMk/>
            <pc:sldMk cId="3517101524" sldId="375"/>
            <ac:spMk id="3" creationId="{76F3E1FD-3530-AD3A-EF48-71F03A8BB860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5"/>
          <ac:spMkLst>
            <pc:docMk/>
            <pc:sldMk cId="3517101524" sldId="375"/>
            <ac:spMk id="3" creationId="{87310392-FB8F-3B5B-3FD7-C3509133019C}"/>
          </ac:spMkLst>
        </pc:spChg>
        <pc:spChg chg="del">
          <ac:chgData name="Somak Das" userId="S::sdas@floridapoly.edu::98cebb13-2fc4-4808-95b9-daeb7e6acc01" providerId="AD" clId="Web-{3EDD8ED8-203F-61A0-7713-53A322460F39}" dt="2024-09-06T17:51:29.251" v="771"/>
          <ac:spMkLst>
            <pc:docMk/>
            <pc:sldMk cId="3517101524" sldId="375"/>
            <ac:spMk id="5" creationId="{D6A36634-1D87-CDAE-9F38-A80C4E05832A}"/>
          </ac:spMkLst>
        </pc:spChg>
        <pc:spChg chg="del">
          <ac:chgData name="Somak Das" userId="S::sdas@floridapoly.edu::98cebb13-2fc4-4808-95b9-daeb7e6acc01" providerId="AD" clId="Web-{3EDD8ED8-203F-61A0-7713-53A322460F39}" dt="2024-09-06T17:51:27.533" v="759"/>
          <ac:spMkLst>
            <pc:docMk/>
            <pc:sldMk cId="3517101524" sldId="375"/>
            <ac:spMk id="6" creationId="{CC71DB9D-4679-830F-E65C-8158F3752AC1}"/>
          </ac:spMkLst>
        </pc:spChg>
        <pc:picChg chg="add mod ord">
          <ac:chgData name="Somak Das" userId="S::sdas@floridapoly.edu::98cebb13-2fc4-4808-95b9-daeb7e6acc01" providerId="AD" clId="Web-{3EDD8ED8-203F-61A0-7713-53A322460F39}" dt="2024-09-06T14:33:46.501" v="44" actId="1076"/>
          <ac:picMkLst>
            <pc:docMk/>
            <pc:sldMk cId="3517101524" sldId="375"/>
            <ac:picMk id="7" creationId="{E7A54FA8-64B2-AA6D-F385-E39E4D60FE28}"/>
          </ac:picMkLst>
        </pc:picChg>
        <pc:picChg chg="add mod">
          <ac:chgData name="Somak Das" userId="S::sdas@floridapoly.edu::98cebb13-2fc4-4808-95b9-daeb7e6acc01" providerId="AD" clId="Web-{3EDD8ED8-203F-61A0-7713-53A322460F39}" dt="2024-09-06T14:33:55.407" v="46" actId="1076"/>
          <ac:picMkLst>
            <pc:docMk/>
            <pc:sldMk cId="3517101524" sldId="375"/>
            <ac:picMk id="8" creationId="{BA1C65EB-D97E-35BB-CFCC-E2F69D257667}"/>
          </ac:picMkLst>
        </pc:picChg>
      </pc:sldChg>
      <pc:sldChg chg="addSp delSp modSp new">
        <pc:chgData name="Somak Das" userId="S::sdas@floridapoly.edu::98cebb13-2fc4-4808-95b9-daeb7e6acc01" providerId="AD" clId="Web-{3EDD8ED8-203F-61A0-7713-53A322460F39}" dt="2024-09-06T17:51:30.830" v="798"/>
        <pc:sldMkLst>
          <pc:docMk/>
          <pc:sldMk cId="120115696" sldId="376"/>
        </pc:sldMkLst>
        <pc:spChg chg="mod">
          <ac:chgData name="Somak Das" userId="S::sdas@floridapoly.edu::98cebb13-2fc4-4808-95b9-daeb7e6acc01" providerId="AD" clId="Web-{3EDD8ED8-203F-61A0-7713-53A322460F39}" dt="2024-09-06T17:45:42.133" v="679" actId="20577"/>
          <ac:spMkLst>
            <pc:docMk/>
            <pc:sldMk cId="120115696" sldId="376"/>
            <ac:spMk id="2" creationId="{87BFF65C-3E2F-58E2-EE19-ABB97CFC8518}"/>
          </ac:spMkLst>
        </pc:spChg>
        <pc:spChg chg="del">
          <ac:chgData name="Somak Das" userId="S::sdas@floridapoly.edu::98cebb13-2fc4-4808-95b9-daeb7e6acc01" providerId="AD" clId="Web-{3EDD8ED8-203F-61A0-7713-53A322460F39}" dt="2024-09-06T17:46:08.430" v="680"/>
          <ac:spMkLst>
            <pc:docMk/>
            <pc:sldMk cId="120115696" sldId="376"/>
            <ac:spMk id="3" creationId="{5EFC01AE-C1E9-549B-EC63-C3115FF6A9C4}"/>
          </ac:spMkLst>
        </pc:spChg>
        <pc:spChg chg="del">
          <ac:chgData name="Somak Das" userId="S::sdas@floridapoly.edu::98cebb13-2fc4-4808-95b9-daeb7e6acc01" providerId="AD" clId="Web-{3EDD8ED8-203F-61A0-7713-53A322460F39}" dt="2024-09-06T17:51:29.251" v="773"/>
          <ac:spMkLst>
            <pc:docMk/>
            <pc:sldMk cId="120115696" sldId="376"/>
            <ac:spMk id="5" creationId="{678CC031-4533-0E33-F4AB-E1CF02A9A471}"/>
          </ac:spMkLst>
        </pc:spChg>
        <pc:spChg chg="del">
          <ac:chgData name="Somak Das" userId="S::sdas@floridapoly.edu::98cebb13-2fc4-4808-95b9-daeb7e6acc01" providerId="AD" clId="Web-{3EDD8ED8-203F-61A0-7713-53A322460F39}" dt="2024-09-06T17:51:27.564" v="761"/>
          <ac:spMkLst>
            <pc:docMk/>
            <pc:sldMk cId="120115696" sldId="376"/>
            <ac:spMk id="6" creationId="{A7A9DB33-4625-C73D-550D-8868DAA79312}"/>
          </ac:spMkLst>
        </pc:spChg>
        <pc:spChg chg="add mod">
          <ac:chgData name="Somak Das" userId="S::sdas@floridapoly.edu::98cebb13-2fc4-4808-95b9-daeb7e6acc01" providerId="AD" clId="Web-{3EDD8ED8-203F-61A0-7713-53A322460F39}" dt="2024-09-06T17:47:34.870" v="726" actId="14100"/>
          <ac:spMkLst>
            <pc:docMk/>
            <pc:sldMk cId="120115696" sldId="376"/>
            <ac:spMk id="8" creationId="{7B2B5424-218A-6E56-EAFC-6119B5BE785D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8"/>
          <ac:spMkLst>
            <pc:docMk/>
            <pc:sldMk cId="120115696" sldId="376"/>
            <ac:spMk id="9" creationId="{249853C2-7F70-8C2D-FECE-A0B814134D67}"/>
          </ac:spMkLst>
        </pc:spChg>
        <pc:picChg chg="add mod ord">
          <ac:chgData name="Somak Das" userId="S::sdas@floridapoly.edu::98cebb13-2fc4-4808-95b9-daeb7e6acc01" providerId="AD" clId="Web-{3EDD8ED8-203F-61A0-7713-53A322460F39}" dt="2024-09-06T17:46:23.446" v="683" actId="14100"/>
          <ac:picMkLst>
            <pc:docMk/>
            <pc:sldMk cId="120115696" sldId="376"/>
            <ac:picMk id="7" creationId="{DEC9F0A9-AA1D-D3AD-4B95-0F35F8584FA9}"/>
          </ac:picMkLst>
        </pc:picChg>
      </pc:sldChg>
      <pc:sldChg chg="addSp delSp modSp new">
        <pc:chgData name="Somak Das" userId="S::sdas@floridapoly.edu::98cebb13-2fc4-4808-95b9-daeb7e6acc01" providerId="AD" clId="Web-{3EDD8ED8-203F-61A0-7713-53A322460F39}" dt="2024-09-06T17:51:30.830" v="796"/>
        <pc:sldMkLst>
          <pc:docMk/>
          <pc:sldMk cId="1608043047" sldId="377"/>
        </pc:sldMkLst>
        <pc:spChg chg="mod">
          <ac:chgData name="Somak Das" userId="S::sdas@floridapoly.edu::98cebb13-2fc4-4808-95b9-daeb7e6acc01" providerId="AD" clId="Web-{3EDD8ED8-203F-61A0-7713-53A322460F39}" dt="2024-09-06T17:48:03.480" v="732" actId="20577"/>
          <ac:spMkLst>
            <pc:docMk/>
            <pc:sldMk cId="1608043047" sldId="377"/>
            <ac:spMk id="2" creationId="{FE032334-DD0D-E15C-68E5-5025E95EC16A}"/>
          </ac:spMkLst>
        </pc:spChg>
        <pc:spChg chg="del">
          <ac:chgData name="Somak Das" userId="S::sdas@floridapoly.edu::98cebb13-2fc4-4808-95b9-daeb7e6acc01" providerId="AD" clId="Web-{3EDD8ED8-203F-61A0-7713-53A322460F39}" dt="2024-09-06T17:50:37.016" v="733"/>
          <ac:spMkLst>
            <pc:docMk/>
            <pc:sldMk cId="1608043047" sldId="377"/>
            <ac:spMk id="3" creationId="{FC00AFED-F857-0151-F843-C2FBAB4650F0}"/>
          </ac:spMkLst>
        </pc:spChg>
        <pc:spChg chg="del">
          <ac:chgData name="Somak Das" userId="S::sdas@floridapoly.edu::98cebb13-2fc4-4808-95b9-daeb7e6acc01" providerId="AD" clId="Web-{3EDD8ED8-203F-61A0-7713-53A322460F39}" dt="2024-09-06T17:51:29.251" v="774"/>
          <ac:spMkLst>
            <pc:docMk/>
            <pc:sldMk cId="1608043047" sldId="377"/>
            <ac:spMk id="5" creationId="{58EA5D32-D210-B4DC-4D82-BACD7E6354D5}"/>
          </ac:spMkLst>
        </pc:spChg>
        <pc:spChg chg="del">
          <ac:chgData name="Somak Das" userId="S::sdas@floridapoly.edu::98cebb13-2fc4-4808-95b9-daeb7e6acc01" providerId="AD" clId="Web-{3EDD8ED8-203F-61A0-7713-53A322460F39}" dt="2024-09-06T17:51:27.564" v="762"/>
          <ac:spMkLst>
            <pc:docMk/>
            <pc:sldMk cId="1608043047" sldId="377"/>
            <ac:spMk id="6" creationId="{1E8911AA-750B-9F5A-C929-867DE84D9EA1}"/>
          </ac:spMkLst>
        </pc:spChg>
        <pc:spChg chg="add del mod">
          <ac:chgData name="Somak Das" userId="S::sdas@floridapoly.edu::98cebb13-2fc4-4808-95b9-daeb7e6acc01" providerId="AD" clId="Web-{3EDD8ED8-203F-61A0-7713-53A322460F39}" dt="2024-09-06T17:51:30.830" v="796"/>
          <ac:spMkLst>
            <pc:docMk/>
            <pc:sldMk cId="1608043047" sldId="377"/>
            <ac:spMk id="11" creationId="{85446308-F915-9EF3-13BD-AC36BACA214F}"/>
          </ac:spMkLst>
        </pc:spChg>
        <pc:picChg chg="add mod ord">
          <ac:chgData name="Somak Das" userId="S::sdas@floridapoly.edu::98cebb13-2fc4-4808-95b9-daeb7e6acc01" providerId="AD" clId="Web-{3EDD8ED8-203F-61A0-7713-53A322460F39}" dt="2024-09-06T17:50:48.016" v="741" actId="14100"/>
          <ac:picMkLst>
            <pc:docMk/>
            <pc:sldMk cId="1608043047" sldId="377"/>
            <ac:picMk id="7" creationId="{29F354FF-3C5E-07B5-2B58-156524112618}"/>
          </ac:picMkLst>
        </pc:picChg>
        <pc:picChg chg="add mod">
          <ac:chgData name="Somak Das" userId="S::sdas@floridapoly.edu::98cebb13-2fc4-4808-95b9-daeb7e6acc01" providerId="AD" clId="Web-{3EDD8ED8-203F-61A0-7713-53A322460F39}" dt="2024-09-06T17:50:52.860" v="743" actId="14100"/>
          <ac:picMkLst>
            <pc:docMk/>
            <pc:sldMk cId="1608043047" sldId="377"/>
            <ac:picMk id="8" creationId="{EB0CAE12-D16A-BCB4-68A7-CC36D9796248}"/>
          </ac:picMkLst>
        </pc:picChg>
        <pc:picChg chg="add mod">
          <ac:chgData name="Somak Das" userId="S::sdas@floridapoly.edu::98cebb13-2fc4-4808-95b9-daeb7e6acc01" providerId="AD" clId="Web-{3EDD8ED8-203F-61A0-7713-53A322460F39}" dt="2024-09-06T17:51:00.141" v="746" actId="14100"/>
          <ac:picMkLst>
            <pc:docMk/>
            <pc:sldMk cId="1608043047" sldId="377"/>
            <ac:picMk id="9" creationId="{896424F0-7F43-CFCA-A302-19B1E2A3A789}"/>
          </ac:picMkLst>
        </pc:picChg>
        <pc:picChg chg="add mod">
          <ac:chgData name="Somak Das" userId="S::sdas@floridapoly.edu::98cebb13-2fc4-4808-95b9-daeb7e6acc01" providerId="AD" clId="Web-{3EDD8ED8-203F-61A0-7713-53A322460F39}" dt="2024-09-06T17:51:14.313" v="751" actId="1076"/>
          <ac:picMkLst>
            <pc:docMk/>
            <pc:sldMk cId="1608043047" sldId="377"/>
            <ac:picMk id="10" creationId="{A1B1886C-DC87-EE17-AC0A-4AE1B65EEF92}"/>
          </ac:picMkLst>
        </pc:picChg>
      </pc:sldChg>
      <pc:sldChg chg="modSp new">
        <pc:chgData name="Somak Das" userId="S::sdas@floridapoly.edu::98cebb13-2fc4-4808-95b9-daeb7e6acc01" providerId="AD" clId="Web-{3EDD8ED8-203F-61A0-7713-53A322460F39}" dt="2024-09-06T21:58:51.230" v="806" actId="20577"/>
        <pc:sldMkLst>
          <pc:docMk/>
          <pc:sldMk cId="3964949779" sldId="378"/>
        </pc:sldMkLst>
        <pc:spChg chg="mod">
          <ac:chgData name="Somak Das" userId="S::sdas@floridapoly.edu::98cebb13-2fc4-4808-95b9-daeb7e6acc01" providerId="AD" clId="Web-{3EDD8ED8-203F-61A0-7713-53A322460F39}" dt="2024-09-06T21:58:51.230" v="806" actId="20577"/>
          <ac:spMkLst>
            <pc:docMk/>
            <pc:sldMk cId="3964949779" sldId="378"/>
            <ac:spMk id="2" creationId="{C9EF9AE3-F401-C0FC-ED2A-98030129545C}"/>
          </ac:spMkLst>
        </pc:spChg>
      </pc:sldChg>
    </pc:docChg>
  </pc:docChgLst>
  <pc:docChgLst>
    <pc:chgData name="Somak Das" userId="S::sdas@floridapoly.edu::98cebb13-2fc4-4808-95b9-daeb7e6acc01" providerId="AD" clId="Web-{DF254B68-3597-FD8C-B19E-5BA2FEC17C9B}"/>
    <pc:docChg chg="mod addSld delSld modSld modMainMaster">
      <pc:chgData name="Somak Das" userId="S::sdas@floridapoly.edu::98cebb13-2fc4-4808-95b9-daeb7e6acc01" providerId="AD" clId="Web-{DF254B68-3597-FD8C-B19E-5BA2FEC17C9B}" dt="2024-09-06T05:13:53.101" v="886" actId="20577"/>
      <pc:docMkLst>
        <pc:docMk/>
      </pc:docMkLst>
      <pc:sldChg chg="del">
        <pc:chgData name="Somak Das" userId="S::sdas@floridapoly.edu::98cebb13-2fc4-4808-95b9-daeb7e6acc01" providerId="AD" clId="Web-{DF254B68-3597-FD8C-B19E-5BA2FEC17C9B}" dt="2024-09-05T17:32:35.049" v="11"/>
        <pc:sldMkLst>
          <pc:docMk/>
          <pc:sldMk cId="109857222" sldId="256"/>
        </pc:sldMkLst>
      </pc:sldChg>
      <pc:sldChg chg="del">
        <pc:chgData name="Somak Das" userId="S::sdas@floridapoly.edu::98cebb13-2fc4-4808-95b9-daeb7e6acc01" providerId="AD" clId="Web-{DF254B68-3597-FD8C-B19E-5BA2FEC17C9B}" dt="2024-09-05T17:32:24.158" v="0"/>
        <pc:sldMkLst>
          <pc:docMk/>
          <pc:sldMk cId="3225852163" sldId="257"/>
        </pc:sldMkLst>
      </pc:sldChg>
      <pc:sldChg chg="del">
        <pc:chgData name="Somak Das" userId="S::sdas@floridapoly.edu::98cebb13-2fc4-4808-95b9-daeb7e6acc01" providerId="AD" clId="Web-{DF254B68-3597-FD8C-B19E-5BA2FEC17C9B}" dt="2024-09-05T17:32:25.158" v="1"/>
        <pc:sldMkLst>
          <pc:docMk/>
          <pc:sldMk cId="3698617090" sldId="259"/>
        </pc:sldMkLst>
      </pc:sldChg>
      <pc:sldChg chg="del">
        <pc:chgData name="Somak Das" userId="S::sdas@floridapoly.edu::98cebb13-2fc4-4808-95b9-daeb7e6acc01" providerId="AD" clId="Web-{DF254B68-3597-FD8C-B19E-5BA2FEC17C9B}" dt="2024-09-05T17:32:35.049" v="10"/>
        <pc:sldMkLst>
          <pc:docMk/>
          <pc:sldMk cId="2138922154" sldId="260"/>
        </pc:sldMkLst>
      </pc:sldChg>
      <pc:sldChg chg="del">
        <pc:chgData name="Somak Das" userId="S::sdas@floridapoly.edu::98cebb13-2fc4-4808-95b9-daeb7e6acc01" providerId="AD" clId="Web-{DF254B68-3597-FD8C-B19E-5BA2FEC17C9B}" dt="2024-09-05T17:32:35.049" v="9"/>
        <pc:sldMkLst>
          <pc:docMk/>
          <pc:sldMk cId="2572161537" sldId="261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8"/>
        <pc:sldMkLst>
          <pc:docMk/>
          <pc:sldMk cId="177904782" sldId="262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7"/>
        <pc:sldMkLst>
          <pc:docMk/>
          <pc:sldMk cId="2952251931" sldId="263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6"/>
        <pc:sldMkLst>
          <pc:docMk/>
          <pc:sldMk cId="2489808861" sldId="264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5"/>
        <pc:sldMkLst>
          <pc:docMk/>
          <pc:sldMk cId="297459727" sldId="265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2"/>
        <pc:sldMkLst>
          <pc:docMk/>
          <pc:sldMk cId="1383117199" sldId="266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4"/>
        <pc:sldMkLst>
          <pc:docMk/>
          <pc:sldMk cId="2828046712" sldId="267"/>
        </pc:sldMkLst>
      </pc:sldChg>
      <pc:sldChg chg="del">
        <pc:chgData name="Somak Das" userId="S::sdas@floridapoly.edu::98cebb13-2fc4-4808-95b9-daeb7e6acc01" providerId="AD" clId="Web-{DF254B68-3597-FD8C-B19E-5BA2FEC17C9B}" dt="2024-09-05T17:32:35.034" v="3"/>
        <pc:sldMkLst>
          <pc:docMk/>
          <pc:sldMk cId="2600324576" sldId="268"/>
        </pc:sldMkLst>
      </pc:sldChg>
      <pc:sldChg chg="addSp delSp modSp">
        <pc:chgData name="Somak Das" userId="S::sdas@floridapoly.edu::98cebb13-2fc4-4808-95b9-daeb7e6acc01" providerId="AD" clId="Web-{DF254B68-3597-FD8C-B19E-5BA2FEC17C9B}" dt="2024-09-06T04:57:33.968" v="693"/>
        <pc:sldMkLst>
          <pc:docMk/>
          <pc:sldMk cId="2275632493" sldId="365"/>
        </pc:sldMkLst>
        <pc:spChg chg="add del mod">
          <ac:chgData name="Somak Das" userId="S::sdas@floridapoly.edu::98cebb13-2fc4-4808-95b9-daeb7e6acc01" providerId="AD" clId="Web-{DF254B68-3597-FD8C-B19E-5BA2FEC17C9B}" dt="2024-09-06T04:57:32.796" v="684"/>
          <ac:spMkLst>
            <pc:docMk/>
            <pc:sldMk cId="2275632493" sldId="365"/>
            <ac:spMk id="5" creationId="{8FC3C2C8-C984-F38B-DCFB-BBBB1D38EE97}"/>
          </ac:spMkLst>
        </pc:spChg>
        <pc:spChg chg="add del mod">
          <ac:chgData name="Somak Das" userId="S::sdas@floridapoly.edu::98cebb13-2fc4-4808-95b9-daeb7e6acc01" providerId="AD" clId="Web-{DF254B68-3597-FD8C-B19E-5BA2FEC17C9B}" dt="2024-09-06T04:57:33.968" v="693"/>
          <ac:spMkLst>
            <pc:docMk/>
            <pc:sldMk cId="2275632493" sldId="365"/>
            <ac:spMk id="7" creationId="{954D618F-3E33-1E46-576C-83565290807B}"/>
          </ac:spMkLst>
        </pc:spChg>
      </pc:sldChg>
      <pc:sldChg chg="delSp modSp new">
        <pc:chgData name="Somak Das" userId="S::sdas@floridapoly.edu::98cebb13-2fc4-4808-95b9-daeb7e6acc01" providerId="AD" clId="Web-{DF254B68-3597-FD8C-B19E-5BA2FEC17C9B}" dt="2024-09-06T04:57:33.968" v="698"/>
        <pc:sldMkLst>
          <pc:docMk/>
          <pc:sldMk cId="250943317" sldId="366"/>
        </pc:sldMkLst>
        <pc:spChg chg="mod">
          <ac:chgData name="Somak Das" userId="S::sdas@floridapoly.edu::98cebb13-2fc4-4808-95b9-daeb7e6acc01" providerId="AD" clId="Web-{DF254B68-3597-FD8C-B19E-5BA2FEC17C9B}" dt="2024-09-06T03:18:13.262" v="289" actId="20577"/>
          <ac:spMkLst>
            <pc:docMk/>
            <pc:sldMk cId="250943317" sldId="366"/>
            <ac:spMk id="2" creationId="{55CE072E-A16C-616A-6DC3-56F934105434}"/>
          </ac:spMkLst>
        </pc:spChg>
        <pc:spChg chg="mod">
          <ac:chgData name="Somak Das" userId="S::sdas@floridapoly.edu::98cebb13-2fc4-4808-95b9-daeb7e6acc01" providerId="AD" clId="Web-{DF254B68-3597-FD8C-B19E-5BA2FEC17C9B}" dt="2024-09-06T03:20:44.765" v="300" actId="20577"/>
          <ac:spMkLst>
            <pc:docMk/>
            <pc:sldMk cId="250943317" sldId="366"/>
            <ac:spMk id="3" creationId="{227BB4CF-72EB-B5C9-AE97-EEE821F6D07E}"/>
          </ac:spMkLst>
        </pc:spChg>
        <pc:spChg chg="del mod">
          <ac:chgData name="Somak Das" userId="S::sdas@floridapoly.edu::98cebb13-2fc4-4808-95b9-daeb7e6acc01" providerId="AD" clId="Web-{DF254B68-3597-FD8C-B19E-5BA2FEC17C9B}" dt="2024-09-06T04:57:32.812" v="687"/>
          <ac:spMkLst>
            <pc:docMk/>
            <pc:sldMk cId="250943317" sldId="366"/>
            <ac:spMk id="5" creationId="{6D4024BC-8477-FE83-3BA1-6925EEE3EB83}"/>
          </ac:spMkLst>
        </pc:spChg>
        <pc:spChg chg="del">
          <ac:chgData name="Somak Das" userId="S::sdas@floridapoly.edu::98cebb13-2fc4-4808-95b9-daeb7e6acc01" providerId="AD" clId="Web-{DF254B68-3597-FD8C-B19E-5BA2FEC17C9B}" dt="2024-09-06T04:57:33.968" v="698"/>
          <ac:spMkLst>
            <pc:docMk/>
            <pc:sldMk cId="250943317" sldId="366"/>
            <ac:spMk id="6" creationId="{2120AA6F-5BFF-5412-D70E-C42562CB5607}"/>
          </ac:spMkLst>
        </pc:spChg>
      </pc:sldChg>
      <pc:sldChg chg="delSp modSp new">
        <pc:chgData name="Somak Das" userId="S::sdas@floridapoly.edu::98cebb13-2fc4-4808-95b9-daeb7e6acc01" providerId="AD" clId="Web-{DF254B68-3597-FD8C-B19E-5BA2FEC17C9B}" dt="2024-09-06T04:57:33.968" v="699"/>
        <pc:sldMkLst>
          <pc:docMk/>
          <pc:sldMk cId="2298223985" sldId="367"/>
        </pc:sldMkLst>
        <pc:spChg chg="mod">
          <ac:chgData name="Somak Das" userId="S::sdas@floridapoly.edu::98cebb13-2fc4-4808-95b9-daeb7e6acc01" providerId="AD" clId="Web-{DF254B68-3597-FD8C-B19E-5BA2FEC17C9B}" dt="2024-09-06T03:24:14.144" v="308" actId="20577"/>
          <ac:spMkLst>
            <pc:docMk/>
            <pc:sldMk cId="2298223985" sldId="367"/>
            <ac:spMk id="2" creationId="{9EF37515-F309-D9E0-97BF-01DFBAF1EB63}"/>
          </ac:spMkLst>
        </pc:spChg>
        <pc:spChg chg="mod">
          <ac:chgData name="Somak Das" userId="S::sdas@floridapoly.edu::98cebb13-2fc4-4808-95b9-daeb7e6acc01" providerId="AD" clId="Web-{DF254B68-3597-FD8C-B19E-5BA2FEC17C9B}" dt="2024-09-06T03:35:28.925" v="343" actId="20577"/>
          <ac:spMkLst>
            <pc:docMk/>
            <pc:sldMk cId="2298223985" sldId="367"/>
            <ac:spMk id="3" creationId="{5E1D5185-1EBC-6D5E-1F33-C207353DCAB9}"/>
          </ac:spMkLst>
        </pc:spChg>
        <pc:spChg chg="del mod">
          <ac:chgData name="Somak Das" userId="S::sdas@floridapoly.edu::98cebb13-2fc4-4808-95b9-daeb7e6acc01" providerId="AD" clId="Web-{DF254B68-3597-FD8C-B19E-5BA2FEC17C9B}" dt="2024-09-06T04:57:32.812" v="688"/>
          <ac:spMkLst>
            <pc:docMk/>
            <pc:sldMk cId="2298223985" sldId="367"/>
            <ac:spMk id="5" creationId="{E2BEA27E-95B6-6BC6-EE76-117CAB69C83D}"/>
          </ac:spMkLst>
        </pc:spChg>
        <pc:spChg chg="del">
          <ac:chgData name="Somak Das" userId="S::sdas@floridapoly.edu::98cebb13-2fc4-4808-95b9-daeb7e6acc01" providerId="AD" clId="Web-{DF254B68-3597-FD8C-B19E-5BA2FEC17C9B}" dt="2024-09-06T04:57:33.968" v="699"/>
          <ac:spMkLst>
            <pc:docMk/>
            <pc:sldMk cId="2298223985" sldId="367"/>
            <ac:spMk id="6" creationId="{FA072528-C229-96E0-1DEB-9B06BE834E33}"/>
          </ac:spMkLst>
        </pc:spChg>
      </pc:sldChg>
      <pc:sldChg chg="addSp delSp modSp new del mod modClrScheme chgLayout">
        <pc:chgData name="Somak Das" userId="S::sdas@floridapoly.edu::98cebb13-2fc4-4808-95b9-daeb7e6acc01" providerId="AD" clId="Web-{DF254B68-3597-FD8C-B19E-5BA2FEC17C9B}" dt="2024-09-06T03:35:40.269" v="344"/>
        <pc:sldMkLst>
          <pc:docMk/>
          <pc:sldMk cId="1334889089" sldId="368"/>
        </pc:sldMkLst>
        <pc:spChg chg="mod ord">
          <ac:chgData name="Somak Das" userId="S::sdas@floridapoly.edu::98cebb13-2fc4-4808-95b9-daeb7e6acc01" providerId="AD" clId="Web-{DF254B68-3597-FD8C-B19E-5BA2FEC17C9B}" dt="2024-09-06T02:17:41.811" v="273"/>
          <ac:spMkLst>
            <pc:docMk/>
            <pc:sldMk cId="1334889089" sldId="368"/>
            <ac:spMk id="2" creationId="{1D8D956D-039F-6A6D-5572-1F4BF43D78A5}"/>
          </ac:spMkLst>
        </pc:spChg>
        <pc:spChg chg="del">
          <ac:chgData name="Somak Das" userId="S::sdas@floridapoly.edu::98cebb13-2fc4-4808-95b9-daeb7e6acc01" providerId="AD" clId="Web-{DF254B68-3597-FD8C-B19E-5BA2FEC17C9B}" dt="2024-09-06T02:16:46.200" v="272"/>
          <ac:spMkLst>
            <pc:docMk/>
            <pc:sldMk cId="1334889089" sldId="368"/>
            <ac:spMk id="3" creationId="{2E8841CC-9B34-7D9E-6A2F-0FBBDAACE47E}"/>
          </ac:spMkLst>
        </pc:spChg>
        <pc:spChg chg="mod ord">
          <ac:chgData name="Somak Das" userId="S::sdas@floridapoly.edu::98cebb13-2fc4-4808-95b9-daeb7e6acc01" providerId="AD" clId="Web-{DF254B68-3597-FD8C-B19E-5BA2FEC17C9B}" dt="2024-09-06T02:17:41.811" v="273"/>
          <ac:spMkLst>
            <pc:docMk/>
            <pc:sldMk cId="1334889089" sldId="368"/>
            <ac:spMk id="4" creationId="{472AE356-27C7-9AD5-CAF6-56E35F48797E}"/>
          </ac:spMkLst>
        </pc:spChg>
        <pc:spChg chg="del mod">
          <ac:chgData name="Somak Das" userId="S::sdas@floridapoly.edu::98cebb13-2fc4-4808-95b9-daeb7e6acc01" providerId="AD" clId="Web-{DF254B68-3597-FD8C-B19E-5BA2FEC17C9B}" dt="2024-09-06T02:14:30.088" v="269"/>
          <ac:spMkLst>
            <pc:docMk/>
            <pc:sldMk cId="1334889089" sldId="368"/>
            <ac:spMk id="5" creationId="{F21E1D80-3941-F41A-B774-F5107242A5D1}"/>
          </ac:spMkLst>
        </pc:spChg>
        <pc:spChg chg="del">
          <ac:chgData name="Somak Das" userId="S::sdas@floridapoly.edu::98cebb13-2fc4-4808-95b9-daeb7e6acc01" providerId="AD" clId="Web-{DF254B68-3597-FD8C-B19E-5BA2FEC17C9B}" dt="2024-09-06T02:14:28.776" v="268"/>
          <ac:spMkLst>
            <pc:docMk/>
            <pc:sldMk cId="1334889089" sldId="368"/>
            <ac:spMk id="6" creationId="{B7F44860-042F-2CB6-2998-CA169573E80D}"/>
          </ac:spMkLst>
        </pc:spChg>
        <pc:spChg chg="add mod ord">
          <ac:chgData name="Somak Das" userId="S::sdas@floridapoly.edu::98cebb13-2fc4-4808-95b9-daeb7e6acc01" providerId="AD" clId="Web-{DF254B68-3597-FD8C-B19E-5BA2FEC17C9B}" dt="2024-09-06T02:17:41.811" v="273"/>
          <ac:spMkLst>
            <pc:docMk/>
            <pc:sldMk cId="1334889089" sldId="368"/>
            <ac:spMk id="7" creationId="{09F00AF8-2107-4FE4-BDD5-4917036A18D8}"/>
          </ac:spMkLst>
        </pc:spChg>
        <pc:spChg chg="add del mod">
          <ac:chgData name="Somak Das" userId="S::sdas@floridapoly.edu::98cebb13-2fc4-4808-95b9-daeb7e6acc01" providerId="AD" clId="Web-{DF254B68-3597-FD8C-B19E-5BA2FEC17C9B}" dt="2024-09-06T02:18:39.734" v="279"/>
          <ac:spMkLst>
            <pc:docMk/>
            <pc:sldMk cId="1334889089" sldId="368"/>
            <ac:spMk id="8" creationId="{812B74AC-8FE3-00A2-CE77-6D6A601F233A}"/>
          </ac:spMkLst>
        </pc:spChg>
        <pc:spChg chg="add del mod">
          <ac:chgData name="Somak Das" userId="S::sdas@floridapoly.edu::98cebb13-2fc4-4808-95b9-daeb7e6acc01" providerId="AD" clId="Web-{DF254B68-3597-FD8C-B19E-5BA2FEC17C9B}" dt="2024-09-06T02:18:37.515" v="278"/>
          <ac:spMkLst>
            <pc:docMk/>
            <pc:sldMk cId="1334889089" sldId="368"/>
            <ac:spMk id="9" creationId="{A1FEFF02-3D1E-5FDC-75DE-A1B4CD8980AC}"/>
          </ac:spMkLst>
        </pc:spChg>
        <pc:spChg chg="add del mod">
          <ac:chgData name="Somak Das" userId="S::sdas@floridapoly.edu::98cebb13-2fc4-4808-95b9-daeb7e6acc01" providerId="AD" clId="Web-{DF254B68-3597-FD8C-B19E-5BA2FEC17C9B}" dt="2024-09-06T02:23:50.271" v="281"/>
          <ac:spMkLst>
            <pc:docMk/>
            <pc:sldMk cId="1334889089" sldId="368"/>
            <ac:spMk id="10" creationId="{363FFE3A-EBC1-2D31-52A8-1262ACB30651}"/>
          </ac:spMkLst>
        </pc:spChg>
        <pc:spChg chg="add del mod">
          <ac:chgData name="Somak Das" userId="S::sdas@floridapoly.edu::98cebb13-2fc4-4808-95b9-daeb7e6acc01" providerId="AD" clId="Web-{DF254B68-3597-FD8C-B19E-5BA2FEC17C9B}" dt="2024-09-06T02:23:53.677" v="283"/>
          <ac:spMkLst>
            <pc:docMk/>
            <pc:sldMk cId="1334889089" sldId="368"/>
            <ac:spMk id="11" creationId="{52B48D83-44F5-4E98-2347-FAA8D03DF856}"/>
          </ac:spMkLst>
        </pc:spChg>
        <pc:spChg chg="add del mod">
          <ac:chgData name="Somak Das" userId="S::sdas@floridapoly.edu::98cebb13-2fc4-4808-95b9-daeb7e6acc01" providerId="AD" clId="Web-{DF254B68-3597-FD8C-B19E-5BA2FEC17C9B}" dt="2024-09-06T02:23:57.365" v="285"/>
          <ac:spMkLst>
            <pc:docMk/>
            <pc:sldMk cId="1334889089" sldId="368"/>
            <ac:spMk id="12" creationId="{CB93B1FD-194D-082D-E11E-BF5FA0431509}"/>
          </ac:spMkLst>
        </pc:spChg>
      </pc:sldChg>
      <pc:sldChg chg="addSp delSp modSp new">
        <pc:chgData name="Somak Das" userId="S::sdas@floridapoly.edu::98cebb13-2fc4-4808-95b9-daeb7e6acc01" providerId="AD" clId="Web-{DF254B68-3597-FD8C-B19E-5BA2FEC17C9B}" dt="2024-09-06T04:57:33.968" v="694"/>
        <pc:sldMkLst>
          <pc:docMk/>
          <pc:sldMk cId="3174123957" sldId="369"/>
        </pc:sldMkLst>
        <pc:spChg chg="mod">
          <ac:chgData name="Somak Das" userId="S::sdas@floridapoly.edu::98cebb13-2fc4-4808-95b9-daeb7e6acc01" providerId="AD" clId="Web-{DF254B68-3597-FD8C-B19E-5BA2FEC17C9B}" dt="2024-09-06T03:53:31.813" v="367"/>
          <ac:spMkLst>
            <pc:docMk/>
            <pc:sldMk cId="3174123957" sldId="369"/>
            <ac:spMk id="2" creationId="{A48B660D-4ADB-6EBD-8128-63D65FCFB3CF}"/>
          </ac:spMkLst>
        </pc:spChg>
        <pc:spChg chg="del mod">
          <ac:chgData name="Somak Das" userId="S::sdas@floridapoly.edu::98cebb13-2fc4-4808-95b9-daeb7e6acc01" providerId="AD" clId="Web-{DF254B68-3597-FD8C-B19E-5BA2FEC17C9B}" dt="2024-09-06T03:49:56.209" v="353"/>
          <ac:spMkLst>
            <pc:docMk/>
            <pc:sldMk cId="3174123957" sldId="369"/>
            <ac:spMk id="3" creationId="{9BB5FFDB-69D7-3B1A-651D-06B33CDD2EA1}"/>
          </ac:spMkLst>
        </pc:spChg>
        <pc:spChg chg="add del mod">
          <ac:chgData name="Somak Das" userId="S::sdas@floridapoly.edu::98cebb13-2fc4-4808-95b9-daeb7e6acc01" providerId="AD" clId="Web-{DF254B68-3597-FD8C-B19E-5BA2FEC17C9B}" dt="2024-09-06T04:57:33.968" v="694"/>
          <ac:spMkLst>
            <pc:docMk/>
            <pc:sldMk cId="3174123957" sldId="369"/>
            <ac:spMk id="3" creationId="{B3BB244D-7E44-8948-9003-D1B2646E7C96}"/>
          </ac:spMkLst>
        </pc:spChg>
        <pc:spChg chg="del mod">
          <ac:chgData name="Somak Das" userId="S::sdas@floridapoly.edu::98cebb13-2fc4-4808-95b9-daeb7e6acc01" providerId="AD" clId="Web-{DF254B68-3597-FD8C-B19E-5BA2FEC17C9B}" dt="2024-09-06T03:50:40.950" v="361"/>
          <ac:spMkLst>
            <pc:docMk/>
            <pc:sldMk cId="3174123957" sldId="369"/>
            <ac:spMk id="5" creationId="{EA2D54AF-F4C3-1924-5987-5190D4ADEB40}"/>
          </ac:spMkLst>
        </pc:spChg>
        <pc:spChg chg="del">
          <ac:chgData name="Somak Das" userId="S::sdas@floridapoly.edu::98cebb13-2fc4-4808-95b9-daeb7e6acc01" providerId="AD" clId="Web-{DF254B68-3597-FD8C-B19E-5BA2FEC17C9B}" dt="2024-09-06T03:50:42.185" v="362"/>
          <ac:spMkLst>
            <pc:docMk/>
            <pc:sldMk cId="3174123957" sldId="369"/>
            <ac:spMk id="6" creationId="{822769C8-F2C0-BC91-D370-C5B7CFBD1905}"/>
          </ac:spMkLst>
        </pc:spChg>
        <pc:spChg chg="add mod">
          <ac:chgData name="Somak Das" userId="S::sdas@floridapoly.edu::98cebb13-2fc4-4808-95b9-daeb7e6acc01" providerId="AD" clId="Web-{DF254B68-3597-FD8C-B19E-5BA2FEC17C9B}" dt="2024-09-06T04:08:48.086" v="459" actId="1076"/>
          <ac:spMkLst>
            <pc:docMk/>
            <pc:sldMk cId="3174123957" sldId="369"/>
            <ac:spMk id="9" creationId="{08679452-8C79-96EA-93FF-A07E73DA7D81}"/>
          </ac:spMkLst>
        </pc:spChg>
        <pc:picChg chg="add mod ord">
          <ac:chgData name="Somak Das" userId="S::sdas@floridapoly.edu::98cebb13-2fc4-4808-95b9-daeb7e6acc01" providerId="AD" clId="Web-{DF254B68-3597-FD8C-B19E-5BA2FEC17C9B}" dt="2024-09-06T04:08:57.227" v="461" actId="1076"/>
          <ac:picMkLst>
            <pc:docMk/>
            <pc:sldMk cId="3174123957" sldId="369"/>
            <ac:picMk id="7" creationId="{12D1378F-2024-8561-761F-813D46022E1D}"/>
          </ac:picMkLst>
        </pc:picChg>
        <pc:picChg chg="add del mod">
          <ac:chgData name="Somak Das" userId="S::sdas@floridapoly.edu::98cebb13-2fc4-4808-95b9-daeb7e6acc01" providerId="AD" clId="Web-{DF254B68-3597-FD8C-B19E-5BA2FEC17C9B}" dt="2024-09-06T04:05:53.442" v="404"/>
          <ac:picMkLst>
            <pc:docMk/>
            <pc:sldMk cId="3174123957" sldId="369"/>
            <ac:picMk id="8" creationId="{750A1458-3923-F926-3144-C2B68CE82CD2}"/>
          </ac:picMkLst>
        </pc:picChg>
      </pc:sldChg>
      <pc:sldChg chg="addSp delSp modSp new">
        <pc:chgData name="Somak Das" userId="S::sdas@floridapoly.edu::98cebb13-2fc4-4808-95b9-daeb7e6acc01" providerId="AD" clId="Web-{DF254B68-3597-FD8C-B19E-5BA2FEC17C9B}" dt="2024-09-06T04:57:33.968" v="692"/>
        <pc:sldMkLst>
          <pc:docMk/>
          <pc:sldMk cId="2386899020" sldId="370"/>
        </pc:sldMkLst>
        <pc:spChg chg="mod">
          <ac:chgData name="Somak Das" userId="S::sdas@floridapoly.edu::98cebb13-2fc4-4808-95b9-daeb7e6acc01" providerId="AD" clId="Web-{DF254B68-3597-FD8C-B19E-5BA2FEC17C9B}" dt="2024-09-05T17:47:24.855" v="214" actId="20577"/>
          <ac:spMkLst>
            <pc:docMk/>
            <pc:sldMk cId="2386899020" sldId="370"/>
            <ac:spMk id="2" creationId="{5FB482CE-EC49-6A6A-3EE8-738B603003CA}"/>
          </ac:spMkLst>
        </pc:spChg>
        <pc:spChg chg="mod">
          <ac:chgData name="Somak Das" userId="S::sdas@floridapoly.edu::98cebb13-2fc4-4808-95b9-daeb7e6acc01" providerId="AD" clId="Web-{DF254B68-3597-FD8C-B19E-5BA2FEC17C9B}" dt="2024-09-06T04:44:23.478" v="564" actId="14100"/>
          <ac:spMkLst>
            <pc:docMk/>
            <pc:sldMk cId="2386899020" sldId="370"/>
            <ac:spMk id="3" creationId="{18F48FD0-4AE0-3391-7AE3-0C6BC97A4209}"/>
          </ac:spMkLst>
        </pc:spChg>
        <pc:spChg chg="del mod">
          <ac:chgData name="Somak Das" userId="S::sdas@floridapoly.edu::98cebb13-2fc4-4808-95b9-daeb7e6acc01" providerId="AD" clId="Web-{DF254B68-3597-FD8C-B19E-5BA2FEC17C9B}" dt="2024-09-06T04:57:32.812" v="691"/>
          <ac:spMkLst>
            <pc:docMk/>
            <pc:sldMk cId="2386899020" sldId="370"/>
            <ac:spMk id="5" creationId="{2402FEAE-8D9B-B489-2405-B61BA1A448BD}"/>
          </ac:spMkLst>
        </pc:spChg>
        <pc:spChg chg="del">
          <ac:chgData name="Somak Das" userId="S::sdas@floridapoly.edu::98cebb13-2fc4-4808-95b9-daeb7e6acc01" providerId="AD" clId="Web-{DF254B68-3597-FD8C-B19E-5BA2FEC17C9B}" dt="2024-09-06T04:57:33.968" v="692"/>
          <ac:spMkLst>
            <pc:docMk/>
            <pc:sldMk cId="2386899020" sldId="370"/>
            <ac:spMk id="6" creationId="{F1736847-ECA9-C393-1255-C27EAB3FC182}"/>
          </ac:spMkLst>
        </pc:spChg>
        <pc:spChg chg="add mod">
          <ac:chgData name="Somak Das" userId="S::sdas@floridapoly.edu::98cebb13-2fc4-4808-95b9-daeb7e6acc01" providerId="AD" clId="Web-{DF254B68-3597-FD8C-B19E-5BA2FEC17C9B}" dt="2024-09-06T04:44:05.853" v="563" actId="20577"/>
          <ac:spMkLst>
            <pc:docMk/>
            <pc:sldMk cId="2386899020" sldId="370"/>
            <ac:spMk id="8" creationId="{A355D2D3-EFCF-E753-E98F-034EA2486CFC}"/>
          </ac:spMkLst>
        </pc:spChg>
      </pc:sldChg>
      <pc:sldChg chg="addSp delSp modSp new">
        <pc:chgData name="Somak Das" userId="S::sdas@floridapoly.edu::98cebb13-2fc4-4808-95b9-daeb7e6acc01" providerId="AD" clId="Web-{DF254B68-3597-FD8C-B19E-5BA2FEC17C9B}" dt="2024-09-06T05:13:53.101" v="886" actId="20577"/>
        <pc:sldMkLst>
          <pc:docMk/>
          <pc:sldMk cId="3398987604" sldId="371"/>
        </pc:sldMkLst>
        <pc:spChg chg="mod">
          <ac:chgData name="Somak Das" userId="S::sdas@floridapoly.edu::98cebb13-2fc4-4808-95b9-daeb7e6acc01" providerId="AD" clId="Web-{DF254B68-3597-FD8C-B19E-5BA2FEC17C9B}" dt="2024-09-05T17:49:16.623" v="249" actId="20577"/>
          <ac:spMkLst>
            <pc:docMk/>
            <pc:sldMk cId="3398987604" sldId="371"/>
            <ac:spMk id="2" creationId="{CF988934-880B-DE28-AF8B-C8DBA3C8C21B}"/>
          </ac:spMkLst>
        </pc:spChg>
        <pc:spChg chg="mod">
          <ac:chgData name="Somak Das" userId="S::sdas@floridapoly.edu::98cebb13-2fc4-4808-95b9-daeb7e6acc01" providerId="AD" clId="Web-{DF254B68-3597-FD8C-B19E-5BA2FEC17C9B}" dt="2024-09-06T05:07:58.983" v="750" actId="14100"/>
          <ac:spMkLst>
            <pc:docMk/>
            <pc:sldMk cId="3398987604" sldId="371"/>
            <ac:spMk id="3" creationId="{06327397-995A-1725-CF92-EA2983566418}"/>
          </ac:spMkLst>
        </pc:spChg>
        <pc:spChg chg="del mod">
          <ac:chgData name="Somak Das" userId="S::sdas@floridapoly.edu::98cebb13-2fc4-4808-95b9-daeb7e6acc01" providerId="AD" clId="Web-{DF254B68-3597-FD8C-B19E-5BA2FEC17C9B}" dt="2024-09-06T04:57:32.812" v="686"/>
          <ac:spMkLst>
            <pc:docMk/>
            <pc:sldMk cId="3398987604" sldId="371"/>
            <ac:spMk id="5" creationId="{18356978-82FD-ECFC-C24A-10603BA309D6}"/>
          </ac:spMkLst>
        </pc:spChg>
        <pc:spChg chg="del">
          <ac:chgData name="Somak Das" userId="S::sdas@floridapoly.edu::98cebb13-2fc4-4808-95b9-daeb7e6acc01" providerId="AD" clId="Web-{DF254B68-3597-FD8C-B19E-5BA2FEC17C9B}" dt="2024-09-06T04:57:33.968" v="697"/>
          <ac:spMkLst>
            <pc:docMk/>
            <pc:sldMk cId="3398987604" sldId="371"/>
            <ac:spMk id="6" creationId="{B676B414-B93E-BC83-C62D-67E6EBC0ABCC}"/>
          </ac:spMkLst>
        </pc:spChg>
        <pc:spChg chg="add mod">
          <ac:chgData name="Somak Das" userId="S::sdas@floridapoly.edu::98cebb13-2fc4-4808-95b9-daeb7e6acc01" providerId="AD" clId="Web-{DF254B68-3597-FD8C-B19E-5BA2FEC17C9B}" dt="2024-09-06T05:13:53.101" v="886" actId="20577"/>
          <ac:spMkLst>
            <pc:docMk/>
            <pc:sldMk cId="3398987604" sldId="371"/>
            <ac:spMk id="8" creationId="{1C78C27D-0F75-AF40-6645-776F58CD83E6}"/>
          </ac:spMkLst>
        </pc:spChg>
      </pc:sldChg>
      <pc:sldChg chg="addSp delSp modSp new">
        <pc:chgData name="Somak Das" userId="S::sdas@floridapoly.edu::98cebb13-2fc4-4808-95b9-daeb7e6acc01" providerId="AD" clId="Web-{DF254B68-3597-FD8C-B19E-5BA2FEC17C9B}" dt="2024-09-06T04:57:33.968" v="696"/>
        <pc:sldMkLst>
          <pc:docMk/>
          <pc:sldMk cId="537311546" sldId="372"/>
        </pc:sldMkLst>
        <pc:spChg chg="mod">
          <ac:chgData name="Somak Das" userId="S::sdas@floridapoly.edu::98cebb13-2fc4-4808-95b9-daeb7e6acc01" providerId="AD" clId="Web-{DF254B68-3597-FD8C-B19E-5BA2FEC17C9B}" dt="2024-09-05T17:50:03.234" v="266" actId="20577"/>
          <ac:spMkLst>
            <pc:docMk/>
            <pc:sldMk cId="537311546" sldId="372"/>
            <ac:spMk id="2" creationId="{B3345185-955F-608D-EF9C-DF6443DD8415}"/>
          </ac:spMkLst>
        </pc:spChg>
        <pc:spChg chg="mod">
          <ac:chgData name="Somak Das" userId="S::sdas@floridapoly.edu::98cebb13-2fc4-4808-95b9-daeb7e6acc01" providerId="AD" clId="Web-{DF254B68-3597-FD8C-B19E-5BA2FEC17C9B}" dt="2024-09-06T04:57:13.202" v="683" actId="20577"/>
          <ac:spMkLst>
            <pc:docMk/>
            <pc:sldMk cId="537311546" sldId="372"/>
            <ac:spMk id="3" creationId="{F20E1D33-E849-5FF9-1900-4C566580989D}"/>
          </ac:spMkLst>
        </pc:spChg>
        <pc:spChg chg="del mod">
          <ac:chgData name="Somak Das" userId="S::sdas@floridapoly.edu::98cebb13-2fc4-4808-95b9-daeb7e6acc01" providerId="AD" clId="Web-{DF254B68-3597-FD8C-B19E-5BA2FEC17C9B}" dt="2024-09-06T04:57:32.812" v="690"/>
          <ac:spMkLst>
            <pc:docMk/>
            <pc:sldMk cId="537311546" sldId="372"/>
            <ac:spMk id="5" creationId="{8541BAE8-2625-8C23-5F15-E5E779BA825C}"/>
          </ac:spMkLst>
        </pc:spChg>
        <pc:spChg chg="del">
          <ac:chgData name="Somak Das" userId="S::sdas@floridapoly.edu::98cebb13-2fc4-4808-95b9-daeb7e6acc01" providerId="AD" clId="Web-{DF254B68-3597-FD8C-B19E-5BA2FEC17C9B}" dt="2024-09-06T04:57:33.968" v="696"/>
          <ac:spMkLst>
            <pc:docMk/>
            <pc:sldMk cId="537311546" sldId="372"/>
            <ac:spMk id="6" creationId="{25F650BD-351E-65CA-6523-CF46D14A9C69}"/>
          </ac:spMkLst>
        </pc:spChg>
        <pc:picChg chg="add mod">
          <ac:chgData name="Somak Das" userId="S::sdas@floridapoly.edu::98cebb13-2fc4-4808-95b9-daeb7e6acc01" providerId="AD" clId="Web-{DF254B68-3597-FD8C-B19E-5BA2FEC17C9B}" dt="2024-09-06T04:56:26.967" v="671" actId="1076"/>
          <ac:picMkLst>
            <pc:docMk/>
            <pc:sldMk cId="537311546" sldId="372"/>
            <ac:picMk id="7" creationId="{74D0A3AB-6CC4-9E58-52FD-5BFC67DCBF0A}"/>
          </ac:picMkLst>
        </pc:picChg>
      </pc:sldChg>
      <pc:sldChg chg="addSp delSp modSp new">
        <pc:chgData name="Somak Das" userId="S::sdas@floridapoly.edu::98cebb13-2fc4-4808-95b9-daeb7e6acc01" providerId="AD" clId="Web-{DF254B68-3597-FD8C-B19E-5BA2FEC17C9B}" dt="2024-09-06T04:57:53.031" v="700" actId="1076"/>
        <pc:sldMkLst>
          <pc:docMk/>
          <pc:sldMk cId="3531639247" sldId="373"/>
        </pc:sldMkLst>
        <pc:spChg chg="mod">
          <ac:chgData name="Somak Das" userId="S::sdas@floridapoly.edu::98cebb13-2fc4-4808-95b9-daeb7e6acc01" providerId="AD" clId="Web-{DF254B68-3597-FD8C-B19E-5BA2FEC17C9B}" dt="2024-09-06T04:49:06.516" v="568" actId="20577"/>
          <ac:spMkLst>
            <pc:docMk/>
            <pc:sldMk cId="3531639247" sldId="373"/>
            <ac:spMk id="2" creationId="{9372FB77-9219-B1DD-98A5-8D221342D9AB}"/>
          </ac:spMkLst>
        </pc:spChg>
        <pc:spChg chg="del">
          <ac:chgData name="Somak Das" userId="S::sdas@floridapoly.edu::98cebb13-2fc4-4808-95b9-daeb7e6acc01" providerId="AD" clId="Web-{DF254B68-3597-FD8C-B19E-5BA2FEC17C9B}" dt="2024-09-06T04:49:16.735" v="569"/>
          <ac:spMkLst>
            <pc:docMk/>
            <pc:sldMk cId="3531639247" sldId="373"/>
            <ac:spMk id="3" creationId="{E024B592-A65A-30F0-E852-33B7D84DA578}"/>
          </ac:spMkLst>
        </pc:spChg>
        <pc:spChg chg="del">
          <ac:chgData name="Somak Das" userId="S::sdas@floridapoly.edu::98cebb13-2fc4-4808-95b9-daeb7e6acc01" providerId="AD" clId="Web-{DF254B68-3597-FD8C-B19E-5BA2FEC17C9B}" dt="2024-09-06T04:57:32.812" v="689"/>
          <ac:spMkLst>
            <pc:docMk/>
            <pc:sldMk cId="3531639247" sldId="373"/>
            <ac:spMk id="5" creationId="{F309FB97-5CD2-80E8-CF9B-703BB19D3BA5}"/>
          </ac:spMkLst>
        </pc:spChg>
        <pc:spChg chg="del">
          <ac:chgData name="Somak Das" userId="S::sdas@floridapoly.edu::98cebb13-2fc4-4808-95b9-daeb7e6acc01" providerId="AD" clId="Web-{DF254B68-3597-FD8C-B19E-5BA2FEC17C9B}" dt="2024-09-06T04:57:33.968" v="695"/>
          <ac:spMkLst>
            <pc:docMk/>
            <pc:sldMk cId="3531639247" sldId="373"/>
            <ac:spMk id="6" creationId="{463A25C5-B2D7-002A-EA5F-92A249721DB8}"/>
          </ac:spMkLst>
        </pc:spChg>
        <pc:picChg chg="add mod ord">
          <ac:chgData name="Somak Das" userId="S::sdas@floridapoly.edu::98cebb13-2fc4-4808-95b9-daeb7e6acc01" providerId="AD" clId="Web-{DF254B68-3597-FD8C-B19E-5BA2FEC17C9B}" dt="2024-09-06T04:57:53.031" v="700" actId="1076"/>
          <ac:picMkLst>
            <pc:docMk/>
            <pc:sldMk cId="3531639247" sldId="373"/>
            <ac:picMk id="7" creationId="{C9C0254D-620E-094F-484D-D4BD777C01AB}"/>
          </ac:picMkLst>
        </pc:picChg>
      </pc:sldChg>
      <pc:sldMasterChg chg="modSp mod modSldLayout">
        <pc:chgData name="Somak Das" userId="S::sdas@floridapoly.edu::98cebb13-2fc4-4808-95b9-daeb7e6acc01" providerId="AD" clId="Web-{DF254B68-3597-FD8C-B19E-5BA2FEC17C9B}" dt="2024-09-06T02:18:34.999" v="277"/>
        <pc:sldMasterMkLst>
          <pc:docMk/>
          <pc:sldMasterMk cId="1623931956" sldId="2147483696"/>
        </pc:sldMasterMkLst>
        <pc:spChg chg="mod">
          <ac:chgData name="Somak Das" userId="S::sdas@floridapoly.edu::98cebb13-2fc4-4808-95b9-daeb7e6acc01" providerId="AD" clId="Web-{DF254B68-3597-FD8C-B19E-5BA2FEC17C9B}" dt="2024-09-06T02:18:33.733" v="276"/>
          <ac:spMkLst>
            <pc:docMk/>
            <pc:sldMasterMk cId="1623931956" sldId="2147483696"/>
            <ac:spMk id="5" creationId="{D4E1B7C8-DA74-800B-EE14-A39E9DB32DE4}"/>
          </ac:spMkLst>
        </pc:sp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3357983007" sldId="2147483697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3357983007" sldId="2147483697"/>
              <ac:spMk id="5" creationId="{5B407A58-3351-E479-1A0C-2FF49FA42707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631037812" sldId="2147483698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631037812" sldId="2147483698"/>
              <ac:spMk id="5" creationId="{B17E6B5E-6174-FD5C-41E8-FFC44C650D7E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3449099357" sldId="2147483699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3449099357" sldId="2147483699"/>
              <ac:spMk id="5" creationId="{82FA13D1-1FBA-E820-323B-77B41F1A665D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1571242230" sldId="2147483700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1571242230" sldId="2147483700"/>
              <ac:spMk id="6" creationId="{C2BDD5A2-CE3E-3215-6DAA-F75C0D1229DA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1714016706" sldId="2147483701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1714016706" sldId="2147483701"/>
              <ac:spMk id="8" creationId="{949D76D8-9033-26CF-BF4C-AECCC685C177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3445988520" sldId="2147483702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3445988520" sldId="2147483702"/>
              <ac:spMk id="4" creationId="{6B968DDD-323F-89A1-84E3-DDBA626D9386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1127668635" sldId="2147483703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1127668635" sldId="2147483703"/>
              <ac:spMk id="3" creationId="{10EAA6C9-A7F3-19F1-D17C-A1D83FAF553F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2959893989" sldId="2147483704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2959893989" sldId="2147483704"/>
              <ac:spMk id="6" creationId="{9C85A215-184B-2105-0279-ED02F6445831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848743491" sldId="2147483705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848743491" sldId="2147483705"/>
              <ac:spMk id="6" creationId="{7FDC75DA-9A78-9AB9-7171-95A08CC51C56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412831782" sldId="2147483706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412831782" sldId="2147483706"/>
              <ac:spMk id="5" creationId="{2C26C9BE-9060-50CB-2BB7-07307FF89A7A}"/>
            </ac:spMkLst>
          </pc:spChg>
        </pc:sldLayoutChg>
        <pc:sldLayoutChg chg="modSp mod">
          <pc:chgData name="Somak Das" userId="S::sdas@floridapoly.edu::98cebb13-2fc4-4808-95b9-daeb7e6acc01" providerId="AD" clId="Web-{DF254B68-3597-FD8C-B19E-5BA2FEC17C9B}" dt="2024-09-06T02:18:34.999" v="277"/>
          <pc:sldLayoutMkLst>
            <pc:docMk/>
            <pc:sldMasterMk cId="1623931956" sldId="2147483696"/>
            <pc:sldLayoutMk cId="602833129" sldId="2147483707"/>
          </pc:sldLayoutMkLst>
          <pc:spChg chg="mod">
            <ac:chgData name="Somak Das" userId="S::sdas@floridapoly.edu::98cebb13-2fc4-4808-95b9-daeb7e6acc01" providerId="AD" clId="Web-{DF254B68-3597-FD8C-B19E-5BA2FEC17C9B}" dt="2024-09-06T02:18:33.733" v="276"/>
            <ac:spMkLst>
              <pc:docMk/>
              <pc:sldMasterMk cId="1623931956" sldId="2147483696"/>
              <pc:sldLayoutMk cId="602833129" sldId="2147483707"/>
              <ac:spMk id="5" creationId="{919AA929-A9E6-FF9C-0C59-177F892D6A69}"/>
            </ac:spMkLst>
          </pc:spChg>
        </pc:sldLayoutChg>
      </pc:sldMasterChg>
    </pc:docChg>
  </pc:docChgLst>
  <pc:docChgLst>
    <pc:chgData name="Somak Das" userId="S::sdas@floridapoly.edu::98cebb13-2fc4-4808-95b9-daeb7e6acc01" providerId="AD" clId="Web-{135F33DF-0D05-3A57-67F9-76F6557C478A}"/>
    <pc:docChg chg="addSld modSld modMainMaster">
      <pc:chgData name="Somak Das" userId="S::sdas@floridapoly.edu::98cebb13-2fc4-4808-95b9-daeb7e6acc01" providerId="AD" clId="Web-{135F33DF-0D05-3A57-67F9-76F6557C478A}" dt="2024-09-08T02:35:25.853" v="1080"/>
      <pc:docMkLst>
        <pc:docMk/>
      </pc:docMkLst>
      <pc:sldChg chg="addSp modSp">
        <pc:chgData name="Somak Das" userId="S::sdas@floridapoly.edu::98cebb13-2fc4-4808-95b9-daeb7e6acc01" providerId="AD" clId="Web-{135F33DF-0D05-3A57-67F9-76F6557C478A}" dt="2024-09-08T00:05:03.011" v="440" actId="1076"/>
        <pc:sldMkLst>
          <pc:docMk/>
          <pc:sldMk cId="250943317" sldId="366"/>
        </pc:sldMkLst>
        <pc:spChg chg="mod">
          <ac:chgData name="Somak Das" userId="S::sdas@floridapoly.edu::98cebb13-2fc4-4808-95b9-daeb7e6acc01" providerId="AD" clId="Web-{135F33DF-0D05-3A57-67F9-76F6557C478A}" dt="2024-09-08T00:04:37.274" v="434" actId="1076"/>
          <ac:spMkLst>
            <pc:docMk/>
            <pc:sldMk cId="250943317" sldId="366"/>
            <ac:spMk id="2" creationId="{55CE072E-A16C-616A-6DC3-56F934105434}"/>
          </ac:spMkLst>
        </pc:spChg>
        <pc:spChg chg="mod">
          <ac:chgData name="Somak Das" userId="S::sdas@floridapoly.edu::98cebb13-2fc4-4808-95b9-daeb7e6acc01" providerId="AD" clId="Web-{135F33DF-0D05-3A57-67F9-76F6557C478A}" dt="2024-09-07T18:03:16.618" v="376" actId="1076"/>
          <ac:spMkLst>
            <pc:docMk/>
            <pc:sldMk cId="250943317" sldId="366"/>
            <ac:spMk id="3" creationId="{BABB4E7B-FA13-01A9-56D5-B5D20323C603}"/>
          </ac:spMkLst>
        </pc:spChg>
        <pc:spChg chg="mod">
          <ac:chgData name="Somak Das" userId="S::sdas@floridapoly.edu::98cebb13-2fc4-4808-95b9-daeb7e6acc01" providerId="AD" clId="Web-{135F33DF-0D05-3A57-67F9-76F6557C478A}" dt="2024-09-08T00:05:03.011" v="440" actId="1076"/>
          <ac:spMkLst>
            <pc:docMk/>
            <pc:sldMk cId="250943317" sldId="366"/>
            <ac:spMk id="5" creationId="{F1736327-CDCF-88EA-5CFB-E5DDC96D075A}"/>
          </ac:spMkLst>
        </pc:spChg>
        <pc:spChg chg="add mod">
          <ac:chgData name="Somak Das" userId="S::sdas@floridapoly.edu::98cebb13-2fc4-4808-95b9-daeb7e6acc01" providerId="AD" clId="Web-{135F33DF-0D05-3A57-67F9-76F6557C478A}" dt="2024-09-07T18:04:23.256" v="407" actId="20577"/>
          <ac:spMkLst>
            <pc:docMk/>
            <pc:sldMk cId="250943317" sldId="366"/>
            <ac:spMk id="6" creationId="{A82BFDF2-7E6B-8031-966D-F5DAC58214CC}"/>
          </ac:spMkLst>
        </pc:spChg>
        <pc:spChg chg="mod">
          <ac:chgData name="Somak Das" userId="S::sdas@floridapoly.edu::98cebb13-2fc4-4808-95b9-daeb7e6acc01" providerId="AD" clId="Web-{135F33DF-0D05-3A57-67F9-76F6557C478A}" dt="2024-09-08T00:04:41.915" v="435" actId="1076"/>
          <ac:spMkLst>
            <pc:docMk/>
            <pc:sldMk cId="250943317" sldId="366"/>
            <ac:spMk id="11" creationId="{D5375092-8AB2-FED4-9ACC-B53A11C85242}"/>
          </ac:spMkLst>
        </pc:spChg>
        <pc:picChg chg="mod">
          <ac:chgData name="Somak Das" userId="S::sdas@floridapoly.edu::98cebb13-2fc4-4808-95b9-daeb7e6acc01" providerId="AD" clId="Web-{135F33DF-0D05-3A57-67F9-76F6557C478A}" dt="2024-09-08T00:04:48.088" v="437" actId="14100"/>
          <ac:picMkLst>
            <pc:docMk/>
            <pc:sldMk cId="250943317" sldId="366"/>
            <ac:picMk id="7" creationId="{0EB897A8-F9D2-B0FA-CEEA-F0CF6170D804}"/>
          </ac:picMkLst>
        </pc:picChg>
        <pc:picChg chg="mod">
          <ac:chgData name="Somak Das" userId="S::sdas@floridapoly.edu::98cebb13-2fc4-4808-95b9-daeb7e6acc01" providerId="AD" clId="Web-{135F33DF-0D05-3A57-67F9-76F6557C478A}" dt="2024-09-08T00:04:50.947" v="438" actId="1076"/>
          <ac:picMkLst>
            <pc:docMk/>
            <pc:sldMk cId="250943317" sldId="366"/>
            <ac:picMk id="8" creationId="{39C28F64-B6F7-D569-65E9-1ABC0E2171F0}"/>
          </ac:picMkLst>
        </pc:picChg>
        <pc:picChg chg="mod">
          <ac:chgData name="Somak Das" userId="S::sdas@floridapoly.edu::98cebb13-2fc4-4808-95b9-daeb7e6acc01" providerId="AD" clId="Web-{135F33DF-0D05-3A57-67F9-76F6557C478A}" dt="2024-09-08T00:02:27.343" v="428" actId="14100"/>
          <ac:picMkLst>
            <pc:docMk/>
            <pc:sldMk cId="250943317" sldId="366"/>
            <ac:picMk id="9" creationId="{FCBC44A9-4879-43F4-B6A0-976B7B615BBE}"/>
          </ac:picMkLst>
        </pc:picChg>
        <pc:picChg chg="mod">
          <ac:chgData name="Somak Das" userId="S::sdas@floridapoly.edu::98cebb13-2fc4-4808-95b9-daeb7e6acc01" providerId="AD" clId="Web-{135F33DF-0D05-3A57-67F9-76F6557C478A}" dt="2024-09-08T00:02:35.078" v="430" actId="14100"/>
          <ac:picMkLst>
            <pc:docMk/>
            <pc:sldMk cId="250943317" sldId="366"/>
            <ac:picMk id="10" creationId="{71258CA8-5BCE-A42D-C789-FA7136C349B9}"/>
          </ac:picMkLst>
        </pc:picChg>
      </pc:sldChg>
      <pc:sldChg chg="addSp delSp modSp">
        <pc:chgData name="Somak Das" userId="S::sdas@floridapoly.edu::98cebb13-2fc4-4808-95b9-daeb7e6acc01" providerId="AD" clId="Web-{135F33DF-0D05-3A57-67F9-76F6557C478A}" dt="2024-09-08T01:49:39.033" v="973" actId="1076"/>
        <pc:sldMkLst>
          <pc:docMk/>
          <pc:sldMk cId="2298223985" sldId="367"/>
        </pc:sldMkLst>
        <pc:spChg chg="mod">
          <ac:chgData name="Somak Das" userId="S::sdas@floridapoly.edu::98cebb13-2fc4-4808-95b9-daeb7e6acc01" providerId="AD" clId="Web-{135F33DF-0D05-3A57-67F9-76F6557C478A}" dt="2024-09-08T01:33:08.247" v="705"/>
          <ac:spMkLst>
            <pc:docMk/>
            <pc:sldMk cId="2298223985" sldId="367"/>
            <ac:spMk id="2" creationId="{9EF37515-F309-D9E0-97BF-01DFBAF1EB63}"/>
          </ac:spMkLst>
        </pc:spChg>
        <pc:spChg chg="add mod">
          <ac:chgData name="Somak Das" userId="S::sdas@floridapoly.edu::98cebb13-2fc4-4808-95b9-daeb7e6acc01" providerId="AD" clId="Web-{135F33DF-0D05-3A57-67F9-76F6557C478A}" dt="2024-09-08T01:49:39.033" v="973" actId="1076"/>
          <ac:spMkLst>
            <pc:docMk/>
            <pc:sldMk cId="2298223985" sldId="367"/>
            <ac:spMk id="5" creationId="{E2AE84A1-F29D-1192-18DC-97AA5FD63C54}"/>
          </ac:spMkLst>
        </pc:spChg>
        <pc:spChg chg="del mod">
          <ac:chgData name="Somak Das" userId="S::sdas@floridapoly.edu::98cebb13-2fc4-4808-95b9-daeb7e6acc01" providerId="AD" clId="Web-{135F33DF-0D05-3A57-67F9-76F6557C478A}" dt="2024-09-08T01:34:15.437" v="708"/>
          <ac:spMkLst>
            <pc:docMk/>
            <pc:sldMk cId="2298223985" sldId="367"/>
            <ac:spMk id="6" creationId="{AD20149A-CDF6-2585-3C20-956667746FC2}"/>
          </ac:spMkLst>
        </pc:spChg>
      </pc:sldChg>
      <pc:sldChg chg="modSp">
        <pc:chgData name="Somak Das" userId="S::sdas@floridapoly.edu::98cebb13-2fc4-4808-95b9-daeb7e6acc01" providerId="AD" clId="Web-{135F33DF-0D05-3A57-67F9-76F6557C478A}" dt="2024-09-08T00:19:11.132" v="468" actId="1076"/>
        <pc:sldMkLst>
          <pc:docMk/>
          <pc:sldMk cId="3174123957" sldId="369"/>
        </pc:sldMkLst>
        <pc:spChg chg="mod">
          <ac:chgData name="Somak Das" userId="S::sdas@floridapoly.edu::98cebb13-2fc4-4808-95b9-daeb7e6acc01" providerId="AD" clId="Web-{135F33DF-0D05-3A57-67F9-76F6557C478A}" dt="2024-09-08T00:18:30.598" v="446" actId="20577"/>
          <ac:spMkLst>
            <pc:docMk/>
            <pc:sldMk cId="3174123957" sldId="369"/>
            <ac:spMk id="2" creationId="{A48B660D-4ADB-6EBD-8128-63D65FCFB3CF}"/>
          </ac:spMkLst>
        </pc:spChg>
        <pc:spChg chg="mod">
          <ac:chgData name="Somak Das" userId="S::sdas@floridapoly.edu::98cebb13-2fc4-4808-95b9-daeb7e6acc01" providerId="AD" clId="Web-{135F33DF-0D05-3A57-67F9-76F6557C478A}" dt="2024-09-08T00:19:11.132" v="468" actId="1076"/>
          <ac:spMkLst>
            <pc:docMk/>
            <pc:sldMk cId="3174123957" sldId="369"/>
            <ac:spMk id="9" creationId="{08679452-8C79-96EA-93FF-A07E73DA7D81}"/>
          </ac:spMkLst>
        </pc:spChg>
        <pc:picChg chg="mod">
          <ac:chgData name="Somak Das" userId="S::sdas@floridapoly.edu::98cebb13-2fc4-4808-95b9-daeb7e6acc01" providerId="AD" clId="Web-{135F33DF-0D05-3A57-67F9-76F6557C478A}" dt="2024-09-07T23:56:33.299" v="420" actId="1076"/>
          <ac:picMkLst>
            <pc:docMk/>
            <pc:sldMk cId="3174123957" sldId="369"/>
            <ac:picMk id="7" creationId="{12D1378F-2024-8561-761F-813D46022E1D}"/>
          </ac:picMkLst>
        </pc:picChg>
      </pc:sldChg>
      <pc:sldChg chg="modSp">
        <pc:chgData name="Somak Das" userId="S::sdas@floridapoly.edu::98cebb13-2fc4-4808-95b9-daeb7e6acc01" providerId="AD" clId="Web-{135F33DF-0D05-3A57-67F9-76F6557C478A}" dt="2024-09-08T00:19:21.305" v="470" actId="14100"/>
        <pc:sldMkLst>
          <pc:docMk/>
          <pc:sldMk cId="2386899020" sldId="370"/>
        </pc:sldMkLst>
        <pc:spChg chg="mod">
          <ac:chgData name="Somak Das" userId="S::sdas@floridapoly.edu::98cebb13-2fc4-4808-95b9-daeb7e6acc01" providerId="AD" clId="Web-{135F33DF-0D05-3A57-67F9-76F6557C478A}" dt="2024-09-08T00:19:21.305" v="470" actId="14100"/>
          <ac:spMkLst>
            <pc:docMk/>
            <pc:sldMk cId="2386899020" sldId="370"/>
            <ac:spMk id="2" creationId="{5FB482CE-EC49-6A6A-3EE8-738B603003CA}"/>
          </ac:spMkLst>
        </pc:spChg>
      </pc:sldChg>
      <pc:sldChg chg="modSp">
        <pc:chgData name="Somak Das" userId="S::sdas@floridapoly.edu::98cebb13-2fc4-4808-95b9-daeb7e6acc01" providerId="AD" clId="Web-{135F33DF-0D05-3A57-67F9-76F6557C478A}" dt="2024-09-08T00:26:03.769" v="471" actId="14100"/>
        <pc:sldMkLst>
          <pc:docMk/>
          <pc:sldMk cId="3531639247" sldId="373"/>
        </pc:sldMkLst>
        <pc:spChg chg="mod">
          <ac:chgData name="Somak Das" userId="S::sdas@floridapoly.edu::98cebb13-2fc4-4808-95b9-daeb7e6acc01" providerId="AD" clId="Web-{135F33DF-0D05-3A57-67F9-76F6557C478A}" dt="2024-09-08T00:26:03.769" v="471" actId="14100"/>
          <ac:spMkLst>
            <pc:docMk/>
            <pc:sldMk cId="3531639247" sldId="373"/>
            <ac:spMk id="2" creationId="{9372FB77-9219-B1DD-98A5-8D221342D9AB}"/>
          </ac:spMkLst>
        </pc:spChg>
      </pc:sldChg>
      <pc:sldChg chg="modSp">
        <pc:chgData name="Somak Das" userId="S::sdas@floridapoly.edu::98cebb13-2fc4-4808-95b9-daeb7e6acc01" providerId="AD" clId="Web-{135F33DF-0D05-3A57-67F9-76F6557C478A}" dt="2024-09-08T01:51:04.708" v="975" actId="1076"/>
        <pc:sldMkLst>
          <pc:docMk/>
          <pc:sldMk cId="120115696" sldId="376"/>
        </pc:sldMkLst>
        <pc:picChg chg="mod">
          <ac:chgData name="Somak Das" userId="S::sdas@floridapoly.edu::98cebb13-2fc4-4808-95b9-daeb7e6acc01" providerId="AD" clId="Web-{135F33DF-0D05-3A57-67F9-76F6557C478A}" dt="2024-09-08T01:51:04.708" v="975" actId="1076"/>
          <ac:picMkLst>
            <pc:docMk/>
            <pc:sldMk cId="120115696" sldId="376"/>
            <ac:picMk id="7" creationId="{DEC9F0A9-AA1D-D3AD-4B95-0F35F8584FA9}"/>
          </ac:picMkLst>
        </pc:picChg>
      </pc:sldChg>
      <pc:sldChg chg="addSp delSp modSp">
        <pc:chgData name="Somak Das" userId="S::sdas@floridapoly.edu::98cebb13-2fc4-4808-95b9-daeb7e6acc01" providerId="AD" clId="Web-{135F33DF-0D05-3A57-67F9-76F6557C478A}" dt="2024-09-08T02:35:25.853" v="1080"/>
        <pc:sldMkLst>
          <pc:docMk/>
          <pc:sldMk cId="3964949779" sldId="378"/>
        </pc:sldMkLst>
        <pc:spChg chg="mod">
          <ac:chgData name="Somak Das" userId="S::sdas@floridapoly.edu::98cebb13-2fc4-4808-95b9-daeb7e6acc01" providerId="AD" clId="Web-{135F33DF-0D05-3A57-67F9-76F6557C478A}" dt="2024-09-08T02:35:25.853" v="1080"/>
          <ac:spMkLst>
            <pc:docMk/>
            <pc:sldMk cId="3964949779" sldId="378"/>
            <ac:spMk id="2" creationId="{C9EF9AE3-F401-C0FC-ED2A-98030129545C}"/>
          </ac:spMkLst>
        </pc:spChg>
        <pc:spChg chg="mod">
          <ac:chgData name="Somak Das" userId="S::sdas@floridapoly.edu::98cebb13-2fc4-4808-95b9-daeb7e6acc01" providerId="AD" clId="Web-{135F33DF-0D05-3A57-67F9-76F6557C478A}" dt="2024-09-07T17:49:06.115" v="181" actId="1076"/>
          <ac:spMkLst>
            <pc:docMk/>
            <pc:sldMk cId="3964949779" sldId="378"/>
            <ac:spMk id="3" creationId="{4D4EED11-EE9C-062D-8073-A6378E9665AB}"/>
          </ac:spMkLst>
        </pc:spChg>
        <pc:spChg chg="del">
          <ac:chgData name="Somak Das" userId="S::sdas@floridapoly.edu::98cebb13-2fc4-4808-95b9-daeb7e6acc01" providerId="AD" clId="Web-{135F33DF-0D05-3A57-67F9-76F6557C478A}" dt="2024-09-07T17:44:37.495" v="153"/>
          <ac:spMkLst>
            <pc:docMk/>
            <pc:sldMk cId="3964949779" sldId="378"/>
            <ac:spMk id="5" creationId="{9607CD98-9BF7-B820-C1C2-D55053DEB8CF}"/>
          </ac:spMkLst>
        </pc:spChg>
        <pc:spChg chg="del">
          <ac:chgData name="Somak Das" userId="S::sdas@floridapoly.edu::98cebb13-2fc4-4808-95b9-daeb7e6acc01" providerId="AD" clId="Web-{135F33DF-0D05-3A57-67F9-76F6557C478A}" dt="2024-09-07T17:44:36.214" v="152"/>
          <ac:spMkLst>
            <pc:docMk/>
            <pc:sldMk cId="3964949779" sldId="378"/>
            <ac:spMk id="6" creationId="{274EDD7B-55A5-C0B4-6D9C-671589C406A9}"/>
          </ac:spMkLst>
        </pc:spChg>
        <pc:spChg chg="add mod">
          <ac:chgData name="Somak Das" userId="S::sdas@floridapoly.edu::98cebb13-2fc4-4808-95b9-daeb7e6acc01" providerId="AD" clId="Web-{135F33DF-0D05-3A57-67F9-76F6557C478A}" dt="2024-09-07T17:49:19.678" v="184" actId="14100"/>
          <ac:spMkLst>
            <pc:docMk/>
            <pc:sldMk cId="3964949779" sldId="378"/>
            <ac:spMk id="9" creationId="{426D8500-869B-1795-640B-19A6BA07B8E4}"/>
          </ac:spMkLst>
        </pc:spChg>
        <pc:spChg chg="add mod">
          <ac:chgData name="Somak Das" userId="S::sdas@floridapoly.edu::98cebb13-2fc4-4808-95b9-daeb7e6acc01" providerId="AD" clId="Web-{135F33DF-0D05-3A57-67F9-76F6557C478A}" dt="2024-09-07T17:53:25.484" v="208" actId="1076"/>
          <ac:spMkLst>
            <pc:docMk/>
            <pc:sldMk cId="3964949779" sldId="378"/>
            <ac:spMk id="12" creationId="{879F17A9-0DC1-E5EC-2D78-0FB93771C4A5}"/>
          </ac:spMkLst>
        </pc:spChg>
        <pc:spChg chg="add mod">
          <ac:chgData name="Somak Das" userId="S::sdas@floridapoly.edu::98cebb13-2fc4-4808-95b9-daeb7e6acc01" providerId="AD" clId="Web-{135F33DF-0D05-3A57-67F9-76F6557C478A}" dt="2024-09-07T17:50:36.368" v="203" actId="1076"/>
          <ac:spMkLst>
            <pc:docMk/>
            <pc:sldMk cId="3964949779" sldId="378"/>
            <ac:spMk id="13" creationId="{B73D7756-5305-86FE-186A-C7EA32DE4BB0}"/>
          </ac:spMkLst>
        </pc:spChg>
        <pc:spChg chg="add mod">
          <ac:chgData name="Somak Das" userId="S::sdas@floridapoly.edu::98cebb13-2fc4-4808-95b9-daeb7e6acc01" providerId="AD" clId="Web-{135F33DF-0D05-3A57-67F9-76F6557C478A}" dt="2024-09-07T17:54:09.017" v="220" actId="14100"/>
          <ac:spMkLst>
            <pc:docMk/>
            <pc:sldMk cId="3964949779" sldId="378"/>
            <ac:spMk id="14" creationId="{5B303EDA-19D1-AB1D-1121-8A21639A9F27}"/>
          </ac:spMkLst>
        </pc:spChg>
        <pc:picChg chg="add mod">
          <ac:chgData name="Somak Das" userId="S::sdas@floridapoly.edu::98cebb13-2fc4-4808-95b9-daeb7e6acc01" providerId="AD" clId="Web-{135F33DF-0D05-3A57-67F9-76F6557C478A}" dt="2024-09-07T17:49:25.303" v="185" actId="1076"/>
          <ac:picMkLst>
            <pc:docMk/>
            <pc:sldMk cId="3964949779" sldId="378"/>
            <ac:picMk id="7" creationId="{E77CEC00-ECF6-4D85-4F97-C6775FBB3C1F}"/>
          </ac:picMkLst>
        </pc:picChg>
        <pc:picChg chg="add mod">
          <ac:chgData name="Somak Das" userId="S::sdas@floridapoly.edu::98cebb13-2fc4-4808-95b9-daeb7e6acc01" providerId="AD" clId="Web-{135F33DF-0D05-3A57-67F9-76F6557C478A}" dt="2024-09-07T17:53:38.063" v="209" actId="1076"/>
          <ac:picMkLst>
            <pc:docMk/>
            <pc:sldMk cId="3964949779" sldId="378"/>
            <ac:picMk id="10" creationId="{33D7C6B1-8B23-AF08-228F-B816D9CB9B75}"/>
          </ac:picMkLst>
        </pc:picChg>
      </pc:sldChg>
      <pc:sldChg chg="addSp modSp new">
        <pc:chgData name="Somak Das" userId="S::sdas@floridapoly.edu::98cebb13-2fc4-4808-95b9-daeb7e6acc01" providerId="AD" clId="Web-{135F33DF-0D05-3A57-67F9-76F6557C478A}" dt="2024-09-08T02:34:55.460" v="1078"/>
        <pc:sldMkLst>
          <pc:docMk/>
          <pc:sldMk cId="491275658" sldId="379"/>
        </pc:sldMkLst>
        <pc:spChg chg="mod">
          <ac:chgData name="Somak Das" userId="S::sdas@floridapoly.edu::98cebb13-2fc4-4808-95b9-daeb7e6acc01" providerId="AD" clId="Web-{135F33DF-0D05-3A57-67F9-76F6557C478A}" dt="2024-09-08T02:34:55.460" v="1078"/>
          <ac:spMkLst>
            <pc:docMk/>
            <pc:sldMk cId="491275658" sldId="379"/>
            <ac:spMk id="2" creationId="{A73DB54A-DA7D-64D1-FAFB-C44C62FF8624}"/>
          </ac:spMkLst>
        </pc:spChg>
        <pc:spChg chg="mod">
          <ac:chgData name="Somak Das" userId="S::sdas@floridapoly.edu::98cebb13-2fc4-4808-95b9-daeb7e6acc01" providerId="AD" clId="Web-{135F33DF-0D05-3A57-67F9-76F6557C478A}" dt="2024-09-07T21:27:23.864" v="417" actId="1076"/>
          <ac:spMkLst>
            <pc:docMk/>
            <pc:sldMk cId="491275658" sldId="379"/>
            <ac:spMk id="3" creationId="{1D236DE8-DD4C-38C1-A6E1-1BD3D4A7D629}"/>
          </ac:spMkLst>
        </pc:spChg>
        <pc:spChg chg="add mod">
          <ac:chgData name="Somak Das" userId="S::sdas@floridapoly.edu::98cebb13-2fc4-4808-95b9-daeb7e6acc01" providerId="AD" clId="Web-{135F33DF-0D05-3A57-67F9-76F6557C478A}" dt="2024-09-07T21:27:23.880" v="418" actId="1076"/>
          <ac:spMkLst>
            <pc:docMk/>
            <pc:sldMk cId="491275658" sldId="379"/>
            <ac:spMk id="6" creationId="{963FEE4E-0031-5E0E-5D33-4B66BED1240C}"/>
          </ac:spMkLst>
        </pc:spChg>
      </pc:sldChg>
      <pc:sldChg chg="addSp modSp new">
        <pc:chgData name="Somak Das" userId="S::sdas@floridapoly.edu::98cebb13-2fc4-4808-95b9-daeb7e6acc01" providerId="AD" clId="Web-{135F33DF-0D05-3A57-67F9-76F6557C478A}" dt="2024-09-08T01:25:50.950" v="652" actId="20577"/>
        <pc:sldMkLst>
          <pc:docMk/>
          <pc:sldMk cId="235814757" sldId="380"/>
        </pc:sldMkLst>
        <pc:spChg chg="mod">
          <ac:chgData name="Somak Das" userId="S::sdas@floridapoly.edu::98cebb13-2fc4-4808-95b9-daeb7e6acc01" providerId="AD" clId="Web-{135F33DF-0D05-3A57-67F9-76F6557C478A}" dt="2024-09-08T01:25:50.950" v="652" actId="20577"/>
          <ac:spMkLst>
            <pc:docMk/>
            <pc:sldMk cId="235814757" sldId="380"/>
            <ac:spMk id="2" creationId="{8A6A2D87-9DA3-A97D-BFF0-E1C260D5FCF3}"/>
          </ac:spMkLst>
        </pc:spChg>
        <pc:spChg chg="mod">
          <ac:chgData name="Somak Das" userId="S::sdas@floridapoly.edu::98cebb13-2fc4-4808-95b9-daeb7e6acc01" providerId="AD" clId="Web-{135F33DF-0D05-3A57-67F9-76F6557C478A}" dt="2024-09-08T01:20:06.390" v="633" actId="14100"/>
          <ac:spMkLst>
            <pc:docMk/>
            <pc:sldMk cId="235814757" sldId="380"/>
            <ac:spMk id="3" creationId="{9DE3F0A3-A301-6408-1AA0-F9129DB71D4C}"/>
          </ac:spMkLst>
        </pc:spChg>
        <pc:picChg chg="add mod">
          <ac:chgData name="Somak Das" userId="S::sdas@floridapoly.edu::98cebb13-2fc4-4808-95b9-daeb7e6acc01" providerId="AD" clId="Web-{135F33DF-0D05-3A57-67F9-76F6557C478A}" dt="2024-09-08T01:23:22.147" v="638" actId="1076"/>
          <ac:picMkLst>
            <pc:docMk/>
            <pc:sldMk cId="235814757" sldId="380"/>
            <ac:picMk id="5" creationId="{9FC25DCD-50E6-C7A6-29A5-24A7601BA8D7}"/>
          </ac:picMkLst>
        </pc:picChg>
      </pc:sldChg>
      <pc:sldChg chg="addSp delSp modSp new">
        <pc:chgData name="Somak Das" userId="S::sdas@floridapoly.edu::98cebb13-2fc4-4808-95b9-daeb7e6acc01" providerId="AD" clId="Web-{135F33DF-0D05-3A57-67F9-76F6557C478A}" dt="2024-09-08T01:32:55.199" v="704" actId="1076"/>
        <pc:sldMkLst>
          <pc:docMk/>
          <pc:sldMk cId="1809463722" sldId="381"/>
        </pc:sldMkLst>
        <pc:spChg chg="mod">
          <ac:chgData name="Somak Das" userId="S::sdas@floridapoly.edu::98cebb13-2fc4-4808-95b9-daeb7e6acc01" providerId="AD" clId="Web-{135F33DF-0D05-3A57-67F9-76F6557C478A}" dt="2024-09-08T01:32:47.371" v="703" actId="14100"/>
          <ac:spMkLst>
            <pc:docMk/>
            <pc:sldMk cId="1809463722" sldId="381"/>
            <ac:spMk id="2" creationId="{80AA3404-E9C5-CDD6-D906-EA5C47D273D2}"/>
          </ac:spMkLst>
        </pc:spChg>
        <pc:spChg chg="del">
          <ac:chgData name="Somak Das" userId="S::sdas@floridapoly.edu::98cebb13-2fc4-4808-95b9-daeb7e6acc01" providerId="AD" clId="Web-{135F33DF-0D05-3A57-67F9-76F6557C478A}" dt="2024-09-08T01:26:25.920" v="664"/>
          <ac:spMkLst>
            <pc:docMk/>
            <pc:sldMk cId="1809463722" sldId="381"/>
            <ac:spMk id="3" creationId="{824F5A81-E905-1F76-A1BB-415643F3A9A4}"/>
          </ac:spMkLst>
        </pc:spChg>
        <pc:spChg chg="add del mod">
          <ac:chgData name="Somak Das" userId="S::sdas@floridapoly.edu::98cebb13-2fc4-4808-95b9-daeb7e6acc01" providerId="AD" clId="Web-{135F33DF-0D05-3A57-67F9-76F6557C478A}" dt="2024-09-08T01:27:18.546" v="674"/>
          <ac:spMkLst>
            <pc:docMk/>
            <pc:sldMk cId="1809463722" sldId="381"/>
            <ac:spMk id="9" creationId="{5B587C91-2969-94B4-6407-E81CE540913C}"/>
          </ac:spMkLst>
        </pc:spChg>
        <pc:picChg chg="add del mod ord">
          <ac:chgData name="Somak Das" userId="S::sdas@floridapoly.edu::98cebb13-2fc4-4808-95b9-daeb7e6acc01" providerId="AD" clId="Web-{135F33DF-0D05-3A57-67F9-76F6557C478A}" dt="2024-09-08T01:27:12.937" v="673"/>
          <ac:picMkLst>
            <pc:docMk/>
            <pc:sldMk cId="1809463722" sldId="381"/>
            <ac:picMk id="5" creationId="{17AAD444-0D2C-227E-E9EE-5CCD2C04F372}"/>
          </ac:picMkLst>
        </pc:picChg>
        <pc:picChg chg="add mod">
          <ac:chgData name="Somak Das" userId="S::sdas@floridapoly.edu::98cebb13-2fc4-4808-95b9-daeb7e6acc01" providerId="AD" clId="Web-{135F33DF-0D05-3A57-67F9-76F6557C478A}" dt="2024-09-08T01:32:55.199" v="704" actId="1076"/>
          <ac:picMkLst>
            <pc:docMk/>
            <pc:sldMk cId="1809463722" sldId="381"/>
            <ac:picMk id="6" creationId="{82E3AA7C-26C7-99CB-AFCA-80BB03F69FB3}"/>
          </ac:picMkLst>
        </pc:picChg>
        <pc:picChg chg="add mod">
          <ac:chgData name="Somak Das" userId="S::sdas@floridapoly.edu::98cebb13-2fc4-4808-95b9-daeb7e6acc01" providerId="AD" clId="Web-{135F33DF-0D05-3A57-67F9-76F6557C478A}" dt="2024-09-08T01:29:04.441" v="684"/>
          <ac:picMkLst>
            <pc:docMk/>
            <pc:sldMk cId="1809463722" sldId="381"/>
            <ac:picMk id="7" creationId="{F9D485F7-FF60-0BBC-F8F2-820DA9D295BA}"/>
          </ac:picMkLst>
        </pc:picChg>
        <pc:picChg chg="add mod">
          <ac:chgData name="Somak Das" userId="S::sdas@floridapoly.edu::98cebb13-2fc4-4808-95b9-daeb7e6acc01" providerId="AD" clId="Web-{135F33DF-0D05-3A57-67F9-76F6557C478A}" dt="2024-09-08T01:32:22.136" v="701" actId="1076"/>
          <ac:picMkLst>
            <pc:docMk/>
            <pc:sldMk cId="1809463722" sldId="381"/>
            <ac:picMk id="10" creationId="{8AB70E13-8D89-9C1E-BE5B-930DE27572D6}"/>
          </ac:picMkLst>
        </pc:picChg>
        <pc:picChg chg="add mod">
          <ac:chgData name="Somak Das" userId="S::sdas@floridapoly.edu::98cebb13-2fc4-4808-95b9-daeb7e6acc01" providerId="AD" clId="Web-{135F33DF-0D05-3A57-67F9-76F6557C478A}" dt="2024-09-08T01:32:22.089" v="700" actId="1076"/>
          <ac:picMkLst>
            <pc:docMk/>
            <pc:sldMk cId="1809463722" sldId="381"/>
            <ac:picMk id="11" creationId="{4F692C9E-27B9-A5D4-E3E5-09EF0D044198}"/>
          </ac:picMkLst>
        </pc:picChg>
      </pc:sldChg>
      <pc:sldChg chg="addSp delSp modSp new">
        <pc:chgData name="Somak Das" userId="S::sdas@floridapoly.edu::98cebb13-2fc4-4808-95b9-daeb7e6acc01" providerId="AD" clId="Web-{135F33DF-0D05-3A57-67F9-76F6557C478A}" dt="2024-09-08T01:50:21.488" v="974" actId="20577"/>
        <pc:sldMkLst>
          <pc:docMk/>
          <pc:sldMk cId="1756991937" sldId="382"/>
        </pc:sldMkLst>
        <pc:spChg chg="del">
          <ac:chgData name="Somak Das" userId="S::sdas@floridapoly.edu::98cebb13-2fc4-4808-95b9-daeb7e6acc01" providerId="AD" clId="Web-{135F33DF-0D05-3A57-67F9-76F6557C478A}" dt="2024-09-08T01:34:27.797" v="711"/>
          <ac:spMkLst>
            <pc:docMk/>
            <pc:sldMk cId="1756991937" sldId="382"/>
            <ac:spMk id="2" creationId="{B803FBF2-0323-7AA3-5B6F-E866E66876C9}"/>
          </ac:spMkLst>
        </pc:spChg>
        <pc:spChg chg="del">
          <ac:chgData name="Somak Das" userId="S::sdas@floridapoly.edu::98cebb13-2fc4-4808-95b9-daeb7e6acc01" providerId="AD" clId="Web-{135F33DF-0D05-3A57-67F9-76F6557C478A}" dt="2024-09-08T01:34:27.797" v="710"/>
          <ac:spMkLst>
            <pc:docMk/>
            <pc:sldMk cId="1756991937" sldId="382"/>
            <ac:spMk id="3" creationId="{127C7AF5-BE8B-06E3-EB6F-DE39612B2F74}"/>
          </ac:spMkLst>
        </pc:spChg>
        <pc:spChg chg="add mod">
          <ac:chgData name="Somak Das" userId="S::sdas@floridapoly.edu::98cebb13-2fc4-4808-95b9-daeb7e6acc01" providerId="AD" clId="Web-{135F33DF-0D05-3A57-67F9-76F6557C478A}" dt="2024-09-08T01:50:21.488" v="974" actId="20577"/>
          <ac:spMkLst>
            <pc:docMk/>
            <pc:sldMk cId="1756991937" sldId="382"/>
            <ac:spMk id="5" creationId="{AD20149A-CDF6-2585-3C20-956667746FC2}"/>
          </ac:spMkLst>
        </pc:spChg>
      </pc:sldChg>
      <pc:sldChg chg="modSp new">
        <pc:chgData name="Somak Das" userId="S::sdas@floridapoly.edu::98cebb13-2fc4-4808-95b9-daeb7e6acc01" providerId="AD" clId="Web-{135F33DF-0D05-3A57-67F9-76F6557C478A}" dt="2024-09-08T01:55:17.093" v="1037" actId="1076"/>
        <pc:sldMkLst>
          <pc:docMk/>
          <pc:sldMk cId="3531798386" sldId="383"/>
        </pc:sldMkLst>
        <pc:spChg chg="mod">
          <ac:chgData name="Somak Das" userId="S::sdas@floridapoly.edu::98cebb13-2fc4-4808-95b9-daeb7e6acc01" providerId="AD" clId="Web-{135F33DF-0D05-3A57-67F9-76F6557C478A}" dt="2024-09-08T01:55:13.421" v="1036"/>
          <ac:spMkLst>
            <pc:docMk/>
            <pc:sldMk cId="3531798386" sldId="383"/>
            <ac:spMk id="2" creationId="{A1AA5572-1570-4B74-DB3F-81E681D97735}"/>
          </ac:spMkLst>
        </pc:spChg>
        <pc:spChg chg="mod">
          <ac:chgData name="Somak Das" userId="S::sdas@floridapoly.edu::98cebb13-2fc4-4808-95b9-daeb7e6acc01" providerId="AD" clId="Web-{135F33DF-0D05-3A57-67F9-76F6557C478A}" dt="2024-09-08T01:55:17.093" v="1037" actId="1076"/>
          <ac:spMkLst>
            <pc:docMk/>
            <pc:sldMk cId="3531798386" sldId="383"/>
            <ac:spMk id="3" creationId="{2D4F39AB-4196-6314-808B-B3297FEBE520}"/>
          </ac:spMkLst>
        </pc:spChg>
      </pc:sldChg>
      <pc:sldChg chg="addSp delSp modSp new">
        <pc:chgData name="Somak Das" userId="S::sdas@floridapoly.edu::98cebb13-2fc4-4808-95b9-daeb7e6acc01" providerId="AD" clId="Web-{135F33DF-0D05-3A57-67F9-76F6557C478A}" dt="2024-09-08T02:32:05.945" v="1076" actId="1076"/>
        <pc:sldMkLst>
          <pc:docMk/>
          <pc:sldMk cId="2841251274" sldId="384"/>
        </pc:sldMkLst>
        <pc:spChg chg="mod">
          <ac:chgData name="Somak Das" userId="S::sdas@floridapoly.edu::98cebb13-2fc4-4808-95b9-daeb7e6acc01" providerId="AD" clId="Web-{135F33DF-0D05-3A57-67F9-76F6557C478A}" dt="2024-09-08T01:55:37.062" v="1041" actId="14100"/>
          <ac:spMkLst>
            <pc:docMk/>
            <pc:sldMk cId="2841251274" sldId="384"/>
            <ac:spMk id="2" creationId="{B64459F7-28C4-1F4A-0EA6-462421E8DAD1}"/>
          </ac:spMkLst>
        </pc:spChg>
        <pc:spChg chg="del">
          <ac:chgData name="Somak Das" userId="S::sdas@floridapoly.edu::98cebb13-2fc4-4808-95b9-daeb7e6acc01" providerId="AD" clId="Web-{135F33DF-0D05-3A57-67F9-76F6557C478A}" dt="2024-09-08T02:29:47.262" v="1042"/>
          <ac:spMkLst>
            <pc:docMk/>
            <pc:sldMk cId="2841251274" sldId="384"/>
            <ac:spMk id="3" creationId="{B2379D7F-1B8C-C12A-65EC-B0BA6FB9B3C1}"/>
          </ac:spMkLst>
        </pc:spChg>
        <pc:spChg chg="add mod">
          <ac:chgData name="Somak Das" userId="S::sdas@floridapoly.edu::98cebb13-2fc4-4808-95b9-daeb7e6acc01" providerId="AD" clId="Web-{135F33DF-0D05-3A57-67F9-76F6557C478A}" dt="2024-09-08T02:31:43.365" v="1072" actId="1076"/>
          <ac:spMkLst>
            <pc:docMk/>
            <pc:sldMk cId="2841251274" sldId="384"/>
            <ac:spMk id="6" creationId="{D47F736E-F38D-D2FC-AB16-F274B7941CB3}"/>
          </ac:spMkLst>
        </pc:spChg>
        <pc:picChg chg="add mod ord">
          <ac:chgData name="Somak Das" userId="S::sdas@floridapoly.edu::98cebb13-2fc4-4808-95b9-daeb7e6acc01" providerId="AD" clId="Web-{135F33DF-0D05-3A57-67F9-76F6557C478A}" dt="2024-09-08T02:32:05.945" v="1076" actId="1076"/>
          <ac:picMkLst>
            <pc:docMk/>
            <pc:sldMk cId="2841251274" sldId="384"/>
            <ac:picMk id="5" creationId="{D5BCB8D5-3F5D-430C-24E2-8CCEA1D7831E}"/>
          </ac:picMkLst>
        </pc:picChg>
      </pc:sldChg>
      <pc:sldMasterChg chg="mod modSldLayout">
        <pc:chgData name="Somak Das" userId="S::sdas@floridapoly.edu::98cebb13-2fc4-4808-95b9-daeb7e6acc01" providerId="AD" clId="Web-{135F33DF-0D05-3A57-67F9-76F6557C478A}" dt="2024-09-07T17:44:39.433" v="154"/>
        <pc:sldMasterMkLst>
          <pc:docMk/>
          <pc:sldMasterMk cId="1623931956" sldId="2147483696"/>
        </pc:sldMasterMkLst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3357983007" sldId="2147483697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631037812" sldId="2147483698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3449099357" sldId="2147483699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1571242230" sldId="2147483700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1714016706" sldId="2147483701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3445988520" sldId="2147483702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1127668635" sldId="2147483703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2959893989" sldId="2147483704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848743491" sldId="2147483705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412831782" sldId="2147483706"/>
          </pc:sldLayoutMkLst>
        </pc:sldLayoutChg>
        <pc:sldLayoutChg chg="mod">
          <pc:chgData name="Somak Das" userId="S::sdas@floridapoly.edu::98cebb13-2fc4-4808-95b9-daeb7e6acc01" providerId="AD" clId="Web-{135F33DF-0D05-3A57-67F9-76F6557C478A}" dt="2024-09-07T17:44:39.433" v="154"/>
          <pc:sldLayoutMkLst>
            <pc:docMk/>
            <pc:sldMasterMk cId="1623931956" sldId="2147483696"/>
            <pc:sldLayoutMk cId="602833129" sldId="2147483707"/>
          </pc:sldLayoutMkLst>
        </pc:sldLayoutChg>
      </pc:sldMasterChg>
    </pc:docChg>
  </pc:docChgLst>
  <pc:docChgLst>
    <pc:chgData name="Somak Das" userId="S::sdas@floridapoly.edu::98cebb13-2fc4-4808-95b9-daeb7e6acc01" providerId="AD" clId="Web-{59DAA3FD-1C3F-C2E1-B444-3AE004C94EF6}"/>
    <pc:docChg chg="addSld modSld">
      <pc:chgData name="Somak Das" userId="S::sdas@floridapoly.edu::98cebb13-2fc4-4808-95b9-daeb7e6acc01" providerId="AD" clId="Web-{59DAA3FD-1C3F-C2E1-B444-3AE004C94EF6}" dt="2024-08-29T17:50:50.341" v="57" actId="14100"/>
      <pc:docMkLst>
        <pc:docMk/>
      </pc:docMkLst>
      <pc:sldChg chg="modSp new">
        <pc:chgData name="Somak Das" userId="S::sdas@floridapoly.edu::98cebb13-2fc4-4808-95b9-daeb7e6acc01" providerId="AD" clId="Web-{59DAA3FD-1C3F-C2E1-B444-3AE004C94EF6}" dt="2024-08-29T17:50:50.341" v="57" actId="14100"/>
        <pc:sldMkLst>
          <pc:docMk/>
          <pc:sldMk cId="2489808861" sldId="264"/>
        </pc:sldMkLst>
        <pc:spChg chg="mod">
          <ac:chgData name="Somak Das" userId="S::sdas@floridapoly.edu::98cebb13-2fc4-4808-95b9-daeb7e6acc01" providerId="AD" clId="Web-{59DAA3FD-1C3F-C2E1-B444-3AE004C94EF6}" dt="2024-08-29T17:50:35.387" v="55" actId="14100"/>
          <ac:spMkLst>
            <pc:docMk/>
            <pc:sldMk cId="2489808861" sldId="264"/>
            <ac:spMk id="2" creationId="{B2FD32C8-AAC3-FE7E-0B28-845795C641E6}"/>
          </ac:spMkLst>
        </pc:spChg>
        <pc:spChg chg="mod">
          <ac:chgData name="Somak Das" userId="S::sdas@floridapoly.edu::98cebb13-2fc4-4808-95b9-daeb7e6acc01" providerId="AD" clId="Web-{59DAA3FD-1C3F-C2E1-B444-3AE004C94EF6}" dt="2024-08-29T17:50:50.341" v="57" actId="14100"/>
          <ac:spMkLst>
            <pc:docMk/>
            <pc:sldMk cId="2489808861" sldId="264"/>
            <ac:spMk id="3" creationId="{BE9AEF52-C7AA-C5E4-3C7B-E4F837BCCEC3}"/>
          </ac:spMkLst>
        </pc:spChg>
      </pc:sldChg>
    </pc:docChg>
  </pc:docChgLst>
  <pc:docChgLst>
    <pc:chgData name="Somak Das" userId="S::sdas@floridapoly.edu::98cebb13-2fc4-4808-95b9-daeb7e6acc01" providerId="AD" clId="Web-{A8D0CD45-6E9C-9ADB-1CB7-8E14FA3C2036}"/>
    <pc:docChg chg="addSld delSld modSld sldOrd">
      <pc:chgData name="Somak Das" userId="S::sdas@floridapoly.edu::98cebb13-2fc4-4808-95b9-daeb7e6acc01" providerId="AD" clId="Web-{A8D0CD45-6E9C-9ADB-1CB7-8E14FA3C2036}" dt="2024-08-29T16:34:44.507" v="703"/>
      <pc:docMkLst>
        <pc:docMk/>
      </pc:docMkLst>
      <pc:sldChg chg="modSp add ord replId">
        <pc:chgData name="Somak Das" userId="S::sdas@floridapoly.edu::98cebb13-2fc4-4808-95b9-daeb7e6acc01" providerId="AD" clId="Web-{A8D0CD45-6E9C-9ADB-1CB7-8E14FA3C2036}" dt="2024-08-29T15:34:40.959" v="18" actId="20577"/>
        <pc:sldMkLst>
          <pc:docMk/>
          <pc:sldMk cId="815923437" sldId="258"/>
        </pc:sldMkLst>
        <pc:spChg chg="mod">
          <ac:chgData name="Somak Das" userId="S::sdas@floridapoly.edu::98cebb13-2fc4-4808-95b9-daeb7e6acc01" providerId="AD" clId="Web-{A8D0CD45-6E9C-9ADB-1CB7-8E14FA3C2036}" dt="2024-08-29T15:33:55.504" v="11" actId="20577"/>
          <ac:spMkLst>
            <pc:docMk/>
            <pc:sldMk cId="815923437" sldId="258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A8D0CD45-6E9C-9ADB-1CB7-8E14FA3C2036}" dt="2024-08-29T15:34:40.959" v="18" actId="20577"/>
          <ac:spMkLst>
            <pc:docMk/>
            <pc:sldMk cId="815923437" sldId="258"/>
            <ac:spMk id="3" creationId="{00000000-0000-0000-0000-000000000000}"/>
          </ac:spMkLst>
        </pc:spChg>
      </pc:sldChg>
      <pc:sldChg chg="modSp new del">
        <pc:chgData name="Somak Das" userId="S::sdas@floridapoly.edu::98cebb13-2fc4-4808-95b9-daeb7e6acc01" providerId="AD" clId="Web-{A8D0CD45-6E9C-9ADB-1CB7-8E14FA3C2036}" dt="2024-08-29T15:33:34.676" v="8"/>
        <pc:sldMkLst>
          <pc:docMk/>
          <pc:sldMk cId="2080722198" sldId="258"/>
        </pc:sldMkLst>
        <pc:spChg chg="mod">
          <ac:chgData name="Somak Das" userId="S::sdas@floridapoly.edu::98cebb13-2fc4-4808-95b9-daeb7e6acc01" providerId="AD" clId="Web-{A8D0CD45-6E9C-9ADB-1CB7-8E14FA3C2036}" dt="2024-08-29T15:33:28.066" v="7" actId="20577"/>
          <ac:spMkLst>
            <pc:docMk/>
            <pc:sldMk cId="2080722198" sldId="258"/>
            <ac:spMk id="2" creationId="{2C1C9F70-7E90-6ECE-7356-95E79B7A22E9}"/>
          </ac:spMkLst>
        </pc:spChg>
      </pc:sldChg>
      <pc:sldChg chg="modSp add replId">
        <pc:chgData name="Somak Das" userId="S::sdas@floridapoly.edu::98cebb13-2fc4-4808-95b9-daeb7e6acc01" providerId="AD" clId="Web-{A8D0CD45-6E9C-9ADB-1CB7-8E14FA3C2036}" dt="2024-08-29T15:43:14.615" v="81" actId="20577"/>
        <pc:sldMkLst>
          <pc:docMk/>
          <pc:sldMk cId="3698617090" sldId="259"/>
        </pc:sldMkLst>
        <pc:spChg chg="mod">
          <ac:chgData name="Somak Das" userId="S::sdas@floridapoly.edu::98cebb13-2fc4-4808-95b9-daeb7e6acc01" providerId="AD" clId="Web-{A8D0CD45-6E9C-9ADB-1CB7-8E14FA3C2036}" dt="2024-08-29T15:42:44.943" v="71" actId="1076"/>
          <ac:spMkLst>
            <pc:docMk/>
            <pc:sldMk cId="3698617090" sldId="259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A8D0CD45-6E9C-9ADB-1CB7-8E14FA3C2036}" dt="2024-08-29T15:43:14.615" v="81" actId="20577"/>
          <ac:spMkLst>
            <pc:docMk/>
            <pc:sldMk cId="3698617090" sldId="259"/>
            <ac:spMk id="3" creationId="{00000000-0000-0000-0000-000000000000}"/>
          </ac:spMkLst>
        </pc:spChg>
      </pc:sldChg>
      <pc:sldChg chg="addSp modSp new">
        <pc:chgData name="Somak Das" userId="S::sdas@floridapoly.edu::98cebb13-2fc4-4808-95b9-daeb7e6acc01" providerId="AD" clId="Web-{A8D0CD45-6E9C-9ADB-1CB7-8E14FA3C2036}" dt="2024-08-29T15:47:05.185" v="137"/>
        <pc:sldMkLst>
          <pc:docMk/>
          <pc:sldMk cId="2138922154" sldId="260"/>
        </pc:sldMkLst>
        <pc:spChg chg="mod">
          <ac:chgData name="Somak Das" userId="S::sdas@floridapoly.edu::98cebb13-2fc4-4808-95b9-daeb7e6acc01" providerId="AD" clId="Web-{A8D0CD45-6E9C-9ADB-1CB7-8E14FA3C2036}" dt="2024-08-29T15:43:48.616" v="87" actId="20577"/>
          <ac:spMkLst>
            <pc:docMk/>
            <pc:sldMk cId="2138922154" sldId="260"/>
            <ac:spMk id="2" creationId="{9C424EBE-BD35-0D80-15C6-EF7A589932FE}"/>
          </ac:spMkLst>
        </pc:spChg>
        <pc:spChg chg="mod">
          <ac:chgData name="Somak Das" userId="S::sdas@floridapoly.edu::98cebb13-2fc4-4808-95b9-daeb7e6acc01" providerId="AD" clId="Web-{A8D0CD45-6E9C-9ADB-1CB7-8E14FA3C2036}" dt="2024-08-29T15:45:51.042" v="129" actId="14100"/>
          <ac:spMkLst>
            <pc:docMk/>
            <pc:sldMk cId="2138922154" sldId="260"/>
            <ac:spMk id="3" creationId="{B1E0CF54-1E55-2F38-DFD4-E834CAF1851F}"/>
          </ac:spMkLst>
        </pc:spChg>
        <pc:spChg chg="add mod">
          <ac:chgData name="Somak Das" userId="S::sdas@floridapoly.edu::98cebb13-2fc4-4808-95b9-daeb7e6acc01" providerId="AD" clId="Web-{A8D0CD45-6E9C-9ADB-1CB7-8E14FA3C2036}" dt="2024-08-29T15:47:05.185" v="137"/>
          <ac:spMkLst>
            <pc:docMk/>
            <pc:sldMk cId="2138922154" sldId="260"/>
            <ac:spMk id="8" creationId="{91F03231-4ADC-0C46-228A-3DCA1446DD0D}"/>
          </ac:spMkLst>
        </pc:spChg>
        <pc:picChg chg="add mod">
          <ac:chgData name="Somak Das" userId="S::sdas@floridapoly.edu::98cebb13-2fc4-4808-95b9-daeb7e6acc01" providerId="AD" clId="Web-{A8D0CD45-6E9C-9ADB-1CB7-8E14FA3C2036}" dt="2024-08-29T15:46:20.824" v="133" actId="1076"/>
          <ac:picMkLst>
            <pc:docMk/>
            <pc:sldMk cId="2138922154" sldId="260"/>
            <ac:picMk id="7" creationId="{7E015A35-C88D-9CA7-41A8-E327533432BC}"/>
          </ac:picMkLst>
        </pc:picChg>
      </pc:sldChg>
      <pc:sldChg chg="addSp delSp modSp new">
        <pc:chgData name="Somak Das" userId="S::sdas@floridapoly.edu::98cebb13-2fc4-4808-95b9-daeb7e6acc01" providerId="AD" clId="Web-{A8D0CD45-6E9C-9ADB-1CB7-8E14FA3C2036}" dt="2024-08-29T16:00:02.287" v="324" actId="20577"/>
        <pc:sldMkLst>
          <pc:docMk/>
          <pc:sldMk cId="2572161537" sldId="261"/>
        </pc:sldMkLst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2" creationId="{6C0BA4F4-B647-3060-9A5E-BF6F6F2FCB07}"/>
          </ac:spMkLst>
        </pc:spChg>
        <pc:spChg chg="add del 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3" creationId="{4CAE2983-F88E-050D-AB95-34D1B75A701F}"/>
          </ac:spMkLst>
        </pc:spChg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4" creationId="{D207C503-EE4A-08FC-E836-5F1DE4CBDEF8}"/>
          </ac:spMkLst>
        </pc:spChg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5" creationId="{A550DE2D-9958-86C8-80C7-94EC330372A3}"/>
          </ac:spMkLst>
        </pc:spChg>
        <pc:spChg chg="mod">
          <ac:chgData name="Somak Das" userId="S::sdas@floridapoly.edu::98cebb13-2fc4-4808-95b9-daeb7e6acc01" providerId="AD" clId="Web-{A8D0CD45-6E9C-9ADB-1CB7-8E14FA3C2036}" dt="2024-08-29T15:59:23.536" v="318"/>
          <ac:spMkLst>
            <pc:docMk/>
            <pc:sldMk cId="2572161537" sldId="261"/>
            <ac:spMk id="6" creationId="{C10AD03D-1A34-C72E-849E-27C8469C2353}"/>
          </ac:spMkLst>
        </pc:spChg>
        <pc:graphicFrameChg chg="add del">
          <ac:chgData name="Somak Das" userId="S::sdas@floridapoly.edu::98cebb13-2fc4-4808-95b9-daeb7e6acc01" providerId="AD" clId="Web-{A8D0CD45-6E9C-9ADB-1CB7-8E14FA3C2036}" dt="2024-08-29T15:49:02.064" v="183"/>
          <ac:graphicFrameMkLst>
            <pc:docMk/>
            <pc:sldMk cId="2572161537" sldId="261"/>
            <ac:graphicFrameMk id="8" creationId="{2E8A72D1-740E-2B0E-1414-105F5990D47F}"/>
          </ac:graphicFrameMkLst>
        </pc:graphicFrameChg>
        <pc:graphicFrameChg chg="add modGraphic">
          <ac:chgData name="Somak Das" userId="S::sdas@floridapoly.edu::98cebb13-2fc4-4808-95b9-daeb7e6acc01" providerId="AD" clId="Web-{A8D0CD45-6E9C-9ADB-1CB7-8E14FA3C2036}" dt="2024-08-29T16:00:02.287" v="324" actId="20577"/>
          <ac:graphicFrameMkLst>
            <pc:docMk/>
            <pc:sldMk cId="2572161537" sldId="261"/>
            <ac:graphicFrameMk id="9" creationId="{E06B1261-A904-3121-9BCD-1775158C2F65}"/>
          </ac:graphicFrameMkLst>
        </pc:graphicFrameChg>
      </pc:sldChg>
      <pc:sldChg chg="addSp delSp modSp new addAnim">
        <pc:chgData name="Somak Das" userId="S::sdas@floridapoly.edu::98cebb13-2fc4-4808-95b9-daeb7e6acc01" providerId="AD" clId="Web-{A8D0CD45-6E9C-9ADB-1CB7-8E14FA3C2036}" dt="2024-08-29T16:19:28.682" v="522"/>
        <pc:sldMkLst>
          <pc:docMk/>
          <pc:sldMk cId="177904782" sldId="262"/>
        </pc:sldMkLst>
        <pc:spChg chg="mod">
          <ac:chgData name="Somak Das" userId="S::sdas@floridapoly.edu::98cebb13-2fc4-4808-95b9-daeb7e6acc01" providerId="AD" clId="Web-{A8D0CD45-6E9C-9ADB-1CB7-8E14FA3C2036}" dt="2024-08-29T16:18:13.336" v="513" actId="20577"/>
          <ac:spMkLst>
            <pc:docMk/>
            <pc:sldMk cId="177904782" sldId="262"/>
            <ac:spMk id="2" creationId="{D617B704-AD33-DF7D-594E-43296C7DB364}"/>
          </ac:spMkLst>
        </pc:spChg>
        <pc:spChg chg="del mod">
          <ac:chgData name="Somak Das" userId="S::sdas@floridapoly.edu::98cebb13-2fc4-4808-95b9-daeb7e6acc01" providerId="AD" clId="Web-{A8D0CD45-6E9C-9ADB-1CB7-8E14FA3C2036}" dt="2024-08-29T16:08:51.522" v="332"/>
          <ac:spMkLst>
            <pc:docMk/>
            <pc:sldMk cId="177904782" sldId="262"/>
            <ac:spMk id="3" creationId="{6642314E-09BF-8AE7-9842-3377D0B373D2}"/>
          </ac:spMkLst>
        </pc:spChg>
        <pc:spChg chg="add mod">
          <ac:chgData name="Somak Das" userId="S::sdas@floridapoly.edu::98cebb13-2fc4-4808-95b9-daeb7e6acc01" providerId="AD" clId="Web-{A8D0CD45-6E9C-9ADB-1CB7-8E14FA3C2036}" dt="2024-08-29T16:15:28.534" v="445" actId="1076"/>
          <ac:spMkLst>
            <pc:docMk/>
            <pc:sldMk cId="177904782" sldId="262"/>
            <ac:spMk id="10" creationId="{2F152BDF-2745-EEA2-FBE2-B9D2E3EE7B4F}"/>
          </ac:spMkLst>
        </pc:spChg>
        <pc:spChg chg="add mod">
          <ac:chgData name="Somak Das" userId="S::sdas@floridapoly.edu::98cebb13-2fc4-4808-95b9-daeb7e6acc01" providerId="AD" clId="Web-{A8D0CD45-6E9C-9ADB-1CB7-8E14FA3C2036}" dt="2024-08-29T16:15:51.738" v="449" actId="1076"/>
          <ac:spMkLst>
            <pc:docMk/>
            <pc:sldMk cId="177904782" sldId="262"/>
            <ac:spMk id="11" creationId="{717F38FE-F37F-F61B-5348-BA0FD7DF6141}"/>
          </ac:spMkLst>
        </pc:spChg>
        <pc:spChg chg="add mod">
          <ac:chgData name="Somak Das" userId="S::sdas@floridapoly.edu::98cebb13-2fc4-4808-95b9-daeb7e6acc01" providerId="AD" clId="Web-{A8D0CD45-6E9C-9ADB-1CB7-8E14FA3C2036}" dt="2024-08-29T16:18:32.712" v="517"/>
          <ac:spMkLst>
            <pc:docMk/>
            <pc:sldMk cId="177904782" sldId="262"/>
            <ac:spMk id="12" creationId="{BBF360D5-F23E-F090-5FC2-9A7B12CBEFBA}"/>
          </ac:spMkLst>
        </pc:spChg>
        <pc:spChg chg="add mod">
          <ac:chgData name="Somak Das" userId="S::sdas@floridapoly.edu::98cebb13-2fc4-4808-95b9-daeb7e6acc01" providerId="AD" clId="Web-{A8D0CD45-6E9C-9ADB-1CB7-8E14FA3C2036}" dt="2024-08-29T16:18:25.399" v="516" actId="1076"/>
          <ac:spMkLst>
            <pc:docMk/>
            <pc:sldMk cId="177904782" sldId="262"/>
            <ac:spMk id="13" creationId="{C0231AE8-0283-94E9-4807-FF2590493D09}"/>
          </ac:spMkLst>
        </pc:spChg>
        <pc:spChg chg="add mod">
          <ac:chgData name="Somak Das" userId="S::sdas@floridapoly.edu::98cebb13-2fc4-4808-95b9-daeb7e6acc01" providerId="AD" clId="Web-{A8D0CD45-6E9C-9ADB-1CB7-8E14FA3C2036}" dt="2024-08-29T16:17:50.179" v="502" actId="20577"/>
          <ac:spMkLst>
            <pc:docMk/>
            <pc:sldMk cId="177904782" sldId="262"/>
            <ac:spMk id="14" creationId="{94A1AE45-1450-CEF3-24CE-8F728C6D87D8}"/>
          </ac:spMkLst>
        </pc:spChg>
        <pc:spChg chg="add mod">
          <ac:chgData name="Somak Das" userId="S::sdas@floridapoly.edu::98cebb13-2fc4-4808-95b9-daeb7e6acc01" providerId="AD" clId="Web-{A8D0CD45-6E9C-9ADB-1CB7-8E14FA3C2036}" dt="2024-08-29T16:14:42.220" v="427"/>
          <ac:spMkLst>
            <pc:docMk/>
            <pc:sldMk cId="177904782" sldId="262"/>
            <ac:spMk id="15" creationId="{BE1C9DB9-8ED9-C3B1-E320-46EB1E1B4FEC}"/>
          </ac:spMkLst>
        </pc:spChg>
        <pc:spChg chg="add mod">
          <ac:chgData name="Somak Das" userId="S::sdas@floridapoly.edu::98cebb13-2fc4-4808-95b9-daeb7e6acc01" providerId="AD" clId="Web-{A8D0CD45-6E9C-9ADB-1CB7-8E14FA3C2036}" dt="2024-08-29T16:18:05.383" v="510" actId="1076"/>
          <ac:spMkLst>
            <pc:docMk/>
            <pc:sldMk cId="177904782" sldId="262"/>
            <ac:spMk id="16" creationId="{E60DB4AD-2F1C-B6C4-E30B-746393F8DB51}"/>
          </ac:spMkLst>
        </pc:spChg>
        <pc:spChg chg="add mod">
          <ac:chgData name="Somak Das" userId="S::sdas@floridapoly.edu::98cebb13-2fc4-4808-95b9-daeb7e6acc01" providerId="AD" clId="Web-{A8D0CD45-6E9C-9ADB-1CB7-8E14FA3C2036}" dt="2024-08-29T16:17:30.319" v="489" actId="20577"/>
          <ac:spMkLst>
            <pc:docMk/>
            <pc:sldMk cId="177904782" sldId="262"/>
            <ac:spMk id="17" creationId="{CD458B9C-23B2-6456-2403-C249C4CC314D}"/>
          </ac:spMkLst>
        </pc:spChg>
        <pc:picChg chg="add mod">
          <ac:chgData name="Somak Das" userId="S::sdas@floridapoly.edu::98cebb13-2fc4-4808-95b9-daeb7e6acc01" providerId="AD" clId="Web-{A8D0CD45-6E9C-9ADB-1CB7-8E14FA3C2036}" dt="2024-08-29T16:15:17.956" v="444" actId="1076"/>
          <ac:picMkLst>
            <pc:docMk/>
            <pc:sldMk cId="177904782" sldId="262"/>
            <ac:picMk id="7" creationId="{9FF6F575-6C12-DCD7-3BC4-943887BFD479}"/>
          </ac:picMkLst>
        </pc:picChg>
        <pc:picChg chg="add mod">
          <ac:chgData name="Somak Das" userId="S::sdas@floridapoly.edu::98cebb13-2fc4-4808-95b9-daeb7e6acc01" providerId="AD" clId="Web-{A8D0CD45-6E9C-9ADB-1CB7-8E14FA3C2036}" dt="2024-08-29T16:09:57.602" v="350" actId="14100"/>
          <ac:picMkLst>
            <pc:docMk/>
            <pc:sldMk cId="177904782" sldId="262"/>
            <ac:picMk id="8" creationId="{DA4A9488-1E69-1DB1-CF8B-7BC453F4EDAA}"/>
          </ac:picMkLst>
        </pc:picChg>
        <pc:picChg chg="add mod">
          <ac:chgData name="Somak Das" userId="S::sdas@floridapoly.edu::98cebb13-2fc4-4808-95b9-daeb7e6acc01" providerId="AD" clId="Web-{A8D0CD45-6E9C-9ADB-1CB7-8E14FA3C2036}" dt="2024-08-29T16:10:06.227" v="352" actId="14100"/>
          <ac:picMkLst>
            <pc:docMk/>
            <pc:sldMk cId="177904782" sldId="262"/>
            <ac:picMk id="9" creationId="{114D4602-2EE2-F3A8-52BD-12E805C52443}"/>
          </ac:picMkLst>
        </pc:picChg>
      </pc:sldChg>
      <pc:sldChg chg="addSp delSp modSp add replId addAnim delAnim">
        <pc:chgData name="Somak Das" userId="S::sdas@floridapoly.edu::98cebb13-2fc4-4808-95b9-daeb7e6acc01" providerId="AD" clId="Web-{A8D0CD45-6E9C-9ADB-1CB7-8E14FA3C2036}" dt="2024-08-29T16:34:44.507" v="703"/>
        <pc:sldMkLst>
          <pc:docMk/>
          <pc:sldMk cId="2952251931" sldId="263"/>
        </pc:sldMkLst>
        <pc:spChg chg="mod">
          <ac:chgData name="Somak Das" userId="S::sdas@floridapoly.edu::98cebb13-2fc4-4808-95b9-daeb7e6acc01" providerId="AD" clId="Web-{A8D0CD45-6E9C-9ADB-1CB7-8E14FA3C2036}" dt="2024-08-29T16:20:35.590" v="526" actId="20577"/>
          <ac:spMkLst>
            <pc:docMk/>
            <pc:sldMk cId="2952251931" sldId="263"/>
            <ac:spMk id="2" creationId="{D617B704-AD33-DF7D-594E-43296C7DB364}"/>
          </ac:spMkLst>
        </pc:spChg>
        <pc:spChg chg="del">
          <ac:chgData name="Somak Das" userId="S::sdas@floridapoly.edu::98cebb13-2fc4-4808-95b9-daeb7e6acc01" providerId="AD" clId="Web-{A8D0CD45-6E9C-9ADB-1CB7-8E14FA3C2036}" dt="2024-08-29T16:20:43.747" v="531"/>
          <ac:spMkLst>
            <pc:docMk/>
            <pc:sldMk cId="2952251931" sldId="263"/>
            <ac:spMk id="10" creationId="{2F152BDF-2745-EEA2-FBE2-B9D2E3EE7B4F}"/>
          </ac:spMkLst>
        </pc:spChg>
        <pc:spChg chg="del">
          <ac:chgData name="Somak Das" userId="S::sdas@floridapoly.edu::98cebb13-2fc4-4808-95b9-daeb7e6acc01" providerId="AD" clId="Web-{A8D0CD45-6E9C-9ADB-1CB7-8E14FA3C2036}" dt="2024-08-29T16:20:48.169" v="536"/>
          <ac:spMkLst>
            <pc:docMk/>
            <pc:sldMk cId="2952251931" sldId="263"/>
            <ac:spMk id="11" creationId="{717F38FE-F37F-F61B-5348-BA0FD7DF6141}"/>
          </ac:spMkLst>
        </pc:spChg>
        <pc:spChg chg="del">
          <ac:chgData name="Somak Das" userId="S::sdas@floridapoly.edu::98cebb13-2fc4-4808-95b9-daeb7e6acc01" providerId="AD" clId="Web-{A8D0CD45-6E9C-9ADB-1CB7-8E14FA3C2036}" dt="2024-08-29T16:20:42.684" v="530"/>
          <ac:spMkLst>
            <pc:docMk/>
            <pc:sldMk cId="2952251931" sldId="263"/>
            <ac:spMk id="12" creationId="{BBF360D5-F23E-F090-5FC2-9A7B12CBEFBA}"/>
          </ac:spMkLst>
        </pc:spChg>
        <pc:spChg chg="del">
          <ac:chgData name="Somak Das" userId="S::sdas@floridapoly.edu::98cebb13-2fc4-4808-95b9-daeb7e6acc01" providerId="AD" clId="Web-{A8D0CD45-6E9C-9ADB-1CB7-8E14FA3C2036}" dt="2024-08-29T16:20:42.044" v="529"/>
          <ac:spMkLst>
            <pc:docMk/>
            <pc:sldMk cId="2952251931" sldId="263"/>
            <ac:spMk id="13" creationId="{C0231AE8-0283-94E9-4807-FF2590493D09}"/>
          </ac:spMkLst>
        </pc:spChg>
        <pc:spChg chg="del">
          <ac:chgData name="Somak Das" userId="S::sdas@floridapoly.edu::98cebb13-2fc4-4808-95b9-daeb7e6acc01" providerId="AD" clId="Web-{A8D0CD45-6E9C-9ADB-1CB7-8E14FA3C2036}" dt="2024-08-29T16:20:46.403" v="534"/>
          <ac:spMkLst>
            <pc:docMk/>
            <pc:sldMk cId="2952251931" sldId="263"/>
            <ac:spMk id="14" creationId="{94A1AE45-1450-CEF3-24CE-8F728C6D87D8}"/>
          </ac:spMkLst>
        </pc:spChg>
        <pc:spChg chg="del">
          <ac:chgData name="Somak Das" userId="S::sdas@floridapoly.edu::98cebb13-2fc4-4808-95b9-daeb7e6acc01" providerId="AD" clId="Web-{A8D0CD45-6E9C-9ADB-1CB7-8E14FA3C2036}" dt="2024-08-29T16:20:45.528" v="533"/>
          <ac:spMkLst>
            <pc:docMk/>
            <pc:sldMk cId="2952251931" sldId="263"/>
            <ac:spMk id="15" creationId="{BE1C9DB9-8ED9-C3B1-E320-46EB1E1B4FEC}"/>
          </ac:spMkLst>
        </pc:spChg>
        <pc:spChg chg="del">
          <ac:chgData name="Somak Das" userId="S::sdas@floridapoly.edu::98cebb13-2fc4-4808-95b9-daeb7e6acc01" providerId="AD" clId="Web-{A8D0CD45-6E9C-9ADB-1CB7-8E14FA3C2036}" dt="2024-08-29T16:20:48.888" v="537"/>
          <ac:spMkLst>
            <pc:docMk/>
            <pc:sldMk cId="2952251931" sldId="263"/>
            <ac:spMk id="16" creationId="{E60DB4AD-2F1C-B6C4-E30B-746393F8DB51}"/>
          </ac:spMkLst>
        </pc:spChg>
        <pc:spChg chg="del">
          <ac:chgData name="Somak Das" userId="S::sdas@floridapoly.edu::98cebb13-2fc4-4808-95b9-daeb7e6acc01" providerId="AD" clId="Web-{A8D0CD45-6E9C-9ADB-1CB7-8E14FA3C2036}" dt="2024-08-29T16:20:38.934" v="527"/>
          <ac:spMkLst>
            <pc:docMk/>
            <pc:sldMk cId="2952251931" sldId="263"/>
            <ac:spMk id="17" creationId="{CD458B9C-23B2-6456-2403-C249C4CC314D}"/>
          </ac:spMkLst>
        </pc:spChg>
        <pc:spChg chg="add mod">
          <ac:chgData name="Somak Das" userId="S::sdas@floridapoly.edu::98cebb13-2fc4-4808-95b9-daeb7e6acc01" providerId="AD" clId="Web-{A8D0CD45-6E9C-9ADB-1CB7-8E14FA3C2036}" dt="2024-08-29T16:28:33.667" v="616" actId="1076"/>
          <ac:spMkLst>
            <pc:docMk/>
            <pc:sldMk cId="2952251931" sldId="263"/>
            <ac:spMk id="19" creationId="{4D81E6A9-D9BB-8D81-F971-92D2F4A5AC93}"/>
          </ac:spMkLst>
        </pc:spChg>
        <pc:spChg chg="add del mod">
          <ac:chgData name="Somak Das" userId="S::sdas@floridapoly.edu::98cebb13-2fc4-4808-95b9-daeb7e6acc01" providerId="AD" clId="Web-{A8D0CD45-6E9C-9ADB-1CB7-8E14FA3C2036}" dt="2024-08-29T16:29:32.044" v="630"/>
          <ac:spMkLst>
            <pc:docMk/>
            <pc:sldMk cId="2952251931" sldId="263"/>
            <ac:spMk id="20" creationId="{C9EBAC86-027D-411F-BEA3-7B01FA085770}"/>
          </ac:spMkLst>
        </pc:spChg>
        <pc:spChg chg="add mod">
          <ac:chgData name="Somak Das" userId="S::sdas@floridapoly.edu::98cebb13-2fc4-4808-95b9-daeb7e6acc01" providerId="AD" clId="Web-{A8D0CD45-6E9C-9ADB-1CB7-8E14FA3C2036}" dt="2024-08-29T16:33:51.505" v="697" actId="1076"/>
          <ac:spMkLst>
            <pc:docMk/>
            <pc:sldMk cId="2952251931" sldId="263"/>
            <ac:spMk id="21" creationId="{8A517918-8EF9-A317-4E38-F8B908655493}"/>
          </ac:spMkLst>
        </pc:spChg>
        <pc:spChg chg="add del">
          <ac:chgData name="Somak Das" userId="S::sdas@floridapoly.edu::98cebb13-2fc4-4808-95b9-daeb7e6acc01" providerId="AD" clId="Web-{A8D0CD45-6E9C-9ADB-1CB7-8E14FA3C2036}" dt="2024-08-29T16:29:58.795" v="636"/>
          <ac:spMkLst>
            <pc:docMk/>
            <pc:sldMk cId="2952251931" sldId="263"/>
            <ac:spMk id="23" creationId="{3C24BEC6-F3B3-A5EA-8238-FBFF6449C2FD}"/>
          </ac:spMkLst>
        </pc:spChg>
        <pc:spChg chg="add mod">
          <ac:chgData name="Somak Das" userId="S::sdas@floridapoly.edu::98cebb13-2fc4-4808-95b9-daeb7e6acc01" providerId="AD" clId="Web-{A8D0CD45-6E9C-9ADB-1CB7-8E14FA3C2036}" dt="2024-08-29T16:33:58.162" v="698" actId="1076"/>
          <ac:spMkLst>
            <pc:docMk/>
            <pc:sldMk cId="2952251931" sldId="263"/>
            <ac:spMk id="24" creationId="{1002F206-7E30-57C8-3241-00CFC619CA6B}"/>
          </ac:spMkLst>
        </pc:spChg>
        <pc:spChg chg="add mod">
          <ac:chgData name="Somak Das" userId="S::sdas@floridapoly.edu::98cebb13-2fc4-4808-95b9-daeb7e6acc01" providerId="AD" clId="Web-{A8D0CD45-6E9C-9ADB-1CB7-8E14FA3C2036}" dt="2024-08-29T16:33:40.083" v="695" actId="1076"/>
          <ac:spMkLst>
            <pc:docMk/>
            <pc:sldMk cId="2952251931" sldId="263"/>
            <ac:spMk id="25" creationId="{0CD3D540-FA18-7186-ECEB-85FC19929020}"/>
          </ac:spMkLst>
        </pc:spChg>
        <pc:picChg chg="add mod">
          <ac:chgData name="Somak Das" userId="S::sdas@floridapoly.edu::98cebb13-2fc4-4808-95b9-daeb7e6acc01" providerId="AD" clId="Web-{A8D0CD45-6E9C-9ADB-1CB7-8E14FA3C2036}" dt="2024-08-29T16:33:31.177" v="693" actId="1076"/>
          <ac:picMkLst>
            <pc:docMk/>
            <pc:sldMk cId="2952251931" sldId="263"/>
            <ac:picMk id="3" creationId="{D7A35B2A-85BC-D7DC-73ED-4BFC64302653}"/>
          </ac:picMkLst>
        </pc:picChg>
        <pc:picChg chg="del">
          <ac:chgData name="Somak Das" userId="S::sdas@floridapoly.edu::98cebb13-2fc4-4808-95b9-daeb7e6acc01" providerId="AD" clId="Web-{A8D0CD45-6E9C-9ADB-1CB7-8E14FA3C2036}" dt="2024-08-29T16:20:40.012" v="528"/>
          <ac:picMkLst>
            <pc:docMk/>
            <pc:sldMk cId="2952251931" sldId="263"/>
            <ac:picMk id="7" creationId="{9FF6F575-6C12-DCD7-3BC4-943887BFD479}"/>
          </ac:picMkLst>
        </pc:picChg>
        <pc:picChg chg="del">
          <ac:chgData name="Somak Das" userId="S::sdas@floridapoly.edu::98cebb13-2fc4-4808-95b9-daeb7e6acc01" providerId="AD" clId="Web-{A8D0CD45-6E9C-9ADB-1CB7-8E14FA3C2036}" dt="2024-08-29T16:20:44.606" v="532"/>
          <ac:picMkLst>
            <pc:docMk/>
            <pc:sldMk cId="2952251931" sldId="263"/>
            <ac:picMk id="8" creationId="{DA4A9488-1E69-1DB1-CF8B-7BC453F4EDAA}"/>
          </ac:picMkLst>
        </pc:picChg>
        <pc:picChg chg="del">
          <ac:chgData name="Somak Das" userId="S::sdas@floridapoly.edu::98cebb13-2fc4-4808-95b9-daeb7e6acc01" providerId="AD" clId="Web-{A8D0CD45-6E9C-9ADB-1CB7-8E14FA3C2036}" dt="2024-08-29T16:20:47.231" v="535"/>
          <ac:picMkLst>
            <pc:docMk/>
            <pc:sldMk cId="2952251931" sldId="263"/>
            <ac:picMk id="9" creationId="{114D4602-2EE2-F3A8-52BD-12E805C52443}"/>
          </ac:picMkLst>
        </pc:picChg>
        <pc:picChg chg="add del mod">
          <ac:chgData name="Somak Das" userId="S::sdas@floridapoly.edu::98cebb13-2fc4-4808-95b9-daeb7e6acc01" providerId="AD" clId="Web-{A8D0CD45-6E9C-9ADB-1CB7-8E14FA3C2036}" dt="2024-08-29T16:26:34.554" v="547"/>
          <ac:picMkLst>
            <pc:docMk/>
            <pc:sldMk cId="2952251931" sldId="263"/>
            <ac:picMk id="18" creationId="{7CE9FA9B-D761-21AE-AFB7-9278EF08D0E3}"/>
          </ac:picMkLst>
        </pc:picChg>
      </pc:sldChg>
    </pc:docChg>
  </pc:docChgLst>
  <pc:docChgLst>
    <pc:chgData name="Somak Das" userId="S::sdas@floridapoly.edu::98cebb13-2fc4-4808-95b9-daeb7e6acc01" providerId="AD" clId="Web-{144B8FF7-B6BD-11E5-E9BD-6040CD28264C}"/>
    <pc:docChg chg="modSld">
      <pc:chgData name="Somak Das" userId="S::sdas@floridapoly.edu::98cebb13-2fc4-4808-95b9-daeb7e6acc01" providerId="AD" clId="Web-{144B8FF7-B6BD-11E5-E9BD-6040CD28264C}" dt="2024-08-29T16:39:41.129" v="52"/>
      <pc:docMkLst>
        <pc:docMk/>
      </pc:docMkLst>
      <pc:sldChg chg="modSp">
        <pc:chgData name="Somak Das" userId="S::sdas@floridapoly.edu::98cebb13-2fc4-4808-95b9-daeb7e6acc01" providerId="AD" clId="Web-{144B8FF7-B6BD-11E5-E9BD-6040CD28264C}" dt="2024-08-29T16:39:41.129" v="52"/>
        <pc:sldMkLst>
          <pc:docMk/>
          <pc:sldMk cId="2138922154" sldId="260"/>
        </pc:sldMkLst>
        <pc:spChg chg="mod">
          <ac:chgData name="Somak Das" userId="S::sdas@floridapoly.edu::98cebb13-2fc4-4808-95b9-daeb7e6acc01" providerId="AD" clId="Web-{144B8FF7-B6BD-11E5-E9BD-6040CD28264C}" dt="2024-08-29T16:39:41.129" v="52"/>
          <ac:spMkLst>
            <pc:docMk/>
            <pc:sldMk cId="2138922154" sldId="260"/>
            <ac:spMk id="2" creationId="{9C424EBE-BD35-0D80-15C6-EF7A589932FE}"/>
          </ac:spMkLst>
        </pc:spChg>
        <pc:spChg chg="mod">
          <ac:chgData name="Somak Das" userId="S::sdas@floridapoly.edu::98cebb13-2fc4-4808-95b9-daeb7e6acc01" providerId="AD" clId="Web-{144B8FF7-B6BD-11E5-E9BD-6040CD28264C}" dt="2024-08-29T16:39:23.643" v="47" actId="14100"/>
          <ac:spMkLst>
            <pc:docMk/>
            <pc:sldMk cId="2138922154" sldId="260"/>
            <ac:spMk id="3" creationId="{B1E0CF54-1E55-2F38-DFD4-E834CAF1851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8300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37812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99357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9/7/2024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42230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9/7/2024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16706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9/7/2024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8520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9/7/2024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68635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9/7/2024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93989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9/7/2024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43491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1782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33129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3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10422547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/>
              <a:t>IDS 1721 </a:t>
            </a:r>
          </a:p>
          <a:p>
            <a:pPr algn="l">
              <a:defRPr/>
            </a:pPr>
            <a:r>
              <a:rPr lang="en-US" sz="7200" b="1"/>
              <a:t>Computing and Problem Solving for STEM</a:t>
            </a:r>
            <a:br>
              <a:rPr lang="en-US" sz="7200" b="1"/>
            </a:br>
            <a:r>
              <a:rPr lang="en-US" sz="6500" b="1">
                <a:solidFill>
                  <a:srgbClr val="7030A0"/>
                </a:solidFill>
              </a:rPr>
              <a:t>Chapter 02</a:t>
            </a: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  <a:p>
            <a:pPr algn="l">
              <a:defRPr/>
            </a:pPr>
            <a:r>
              <a:rPr lang="en-US" sz="6500" b="1">
                <a:solidFill>
                  <a:srgbClr val="7030A0"/>
                </a:solidFill>
              </a:rPr>
              <a:t>Examples on For Loop</a:t>
            </a: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660D-4ADB-6EBD-8128-63D65FCFB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53568"/>
            <a:ext cx="10653578" cy="65677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Function </a:t>
            </a:r>
            <a:r>
              <a:rPr lang="en-US" i="1" err="1">
                <a:solidFill>
                  <a:schemeClr val="accent3"/>
                </a:solidFill>
                <a:latin typeface="Times New Roman"/>
                <a:cs typeface="Times New Roman"/>
              </a:rPr>
              <a:t>isprime</a:t>
            </a:r>
            <a:r>
              <a:rPr lang="en-US" i="1" dirty="0">
                <a:solidFill>
                  <a:schemeClr val="accent3"/>
                </a:solidFill>
                <a:latin typeface="Times New Roman"/>
                <a:cs typeface="Times New Roman"/>
              </a:rPr>
              <a:t>( )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12D1378F-2024-8561-761F-813D46022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893" y="2625716"/>
            <a:ext cx="7613506" cy="365941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E07C0-DD25-BF05-23FA-EC9CB3C28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8775-DD37-4ECD-A987-8D14E6DBC046}" type="datetime1">
              <a:t>9/7/2024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79452-8C79-96EA-93FF-A07E73DA7D81}"/>
              </a:ext>
            </a:extLst>
          </p:cNvPr>
          <p:cNvSpPr txBox="1"/>
          <p:nvPr/>
        </p:nvSpPr>
        <p:spPr>
          <a:xfrm>
            <a:off x="2902270" y="1144281"/>
            <a:ext cx="607161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This function can check if a number is prime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Try the following in your command line</a:t>
            </a:r>
            <a:endParaRPr lang="en-US">
              <a:solidFill>
                <a:srgbClr val="000000"/>
              </a:solidFill>
            </a:endParaRPr>
          </a:p>
          <a:p>
            <a:pPr marL="742950" lvl="1" indent="-285750">
              <a:buFont typeface="Courier New"/>
              <a:buChar char="o"/>
            </a:pPr>
            <a:r>
              <a:rPr lang="en-US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isprime(4)</a:t>
            </a:r>
            <a:r>
              <a:rPr lang="en-US" dirty="0"/>
              <a:t> </a:t>
            </a:r>
          </a:p>
          <a:p>
            <a:pPr marL="742950" lvl="1" indent="-285750">
              <a:buFont typeface="Courier New"/>
              <a:buChar char="o"/>
            </a:pPr>
            <a:r>
              <a:rPr lang="en-US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isprime(17)</a:t>
            </a:r>
            <a:r>
              <a:rPr lang="en-US" dirty="0"/>
              <a:t> 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2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82CE-EC49-6A6A-3EE8-738B6030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9" y="548640"/>
            <a:ext cx="10648057" cy="64634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Exercise : Find prime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48FD0-4AE0-3391-7AE3-0C6BC97A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3" y="1685052"/>
            <a:ext cx="4728267" cy="38013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Write a MATLAB script that takes a positive integer </a:t>
            </a:r>
            <a:r>
              <a:rPr lang="en-US">
                <a:latin typeface="Consolas"/>
              </a:rPr>
              <a:t>M</a:t>
            </a:r>
            <a:r>
              <a:rPr lang="en-US">
                <a:ea typeface="+mn-lt"/>
                <a:cs typeface="+mn-lt"/>
              </a:rPr>
              <a:t> as input and display all prime numbers between </a:t>
            </a:r>
            <a:r>
              <a:rPr lang="en-US">
                <a:latin typeface="Consolas"/>
              </a:rPr>
              <a:t>1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>
                <a:latin typeface="Consolas"/>
              </a:rPr>
              <a:t>M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Example: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Input: </a:t>
            </a:r>
            <a:r>
              <a:rPr lang="en-US">
                <a:latin typeface="Consolas"/>
              </a:rPr>
              <a:t>M = 10</a:t>
            </a:r>
            <a:br>
              <a:rPr lang="en-US">
                <a:latin typeface="Consolas"/>
              </a:rPr>
            </a:br>
            <a:r>
              <a:rPr lang="en-US">
                <a:latin typeface="Neue Haas Grotesk Text Pro"/>
              </a:rPr>
              <a:t>Output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>
                <a:latin typeface="Consolas"/>
              </a:rPr>
              <a:t>2, 3, 5, 7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C6375-7875-66CE-535C-2EB4BE0E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209-C800-4D01-A967-45F3E61DFDA5}" type="datetime1">
              <a:t>9/7/2024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55D2D3-EFCF-E753-E98F-034EA2486CFC}"/>
              </a:ext>
            </a:extLst>
          </p:cNvPr>
          <p:cNvSpPr txBox="1">
            <a:spLocks/>
          </p:cNvSpPr>
          <p:nvPr/>
        </p:nvSpPr>
        <p:spPr>
          <a:xfrm>
            <a:off x="6147815" y="1685052"/>
            <a:ext cx="5459787" cy="3789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ea typeface="+mn-lt"/>
                <a:cs typeface="+mn-lt"/>
              </a:rPr>
              <a:t>Pseudocode:</a:t>
            </a:r>
            <a:endParaRPr lang="en-US" sz="2400">
              <a:latin typeface="Times New Roman"/>
              <a:ea typeface="+mn-lt"/>
              <a:cs typeface="+mn-lt"/>
            </a:endParaRPr>
          </a:p>
          <a:p>
            <a:pPr marL="228600" lvl="1" indent="0">
              <a:buNone/>
            </a:pPr>
            <a:r>
              <a:rPr lang="en-US" sz="2400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Get M</a:t>
            </a:r>
            <a:endParaRPr lang="en-US" sz="240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228600" lvl="1" indent="0">
              <a:buNone/>
            </a:pPr>
            <a:r>
              <a:rPr lang="en-US" sz="2400">
                <a:solidFill>
                  <a:srgbClr val="0070C0"/>
                </a:solidFill>
                <a:latin typeface="Times New Roman"/>
                <a:cs typeface="Times New Roman"/>
              </a:rPr>
              <a:t>For k from 1 to M </a:t>
            </a:r>
          </a:p>
          <a:p>
            <a:pPr marL="457200" lvl="2" indent="0">
              <a:buNone/>
            </a:pPr>
            <a:r>
              <a:rPr lang="en-US" sz="2400">
                <a:solidFill>
                  <a:srgbClr val="0070C0"/>
                </a:solidFill>
                <a:latin typeface="Times New Roman"/>
                <a:cs typeface="Times New Roman"/>
              </a:rPr>
              <a:t> If k is prime</a:t>
            </a:r>
            <a:br>
              <a:rPr lang="en-US" sz="240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en-US" sz="2400">
                <a:solidFill>
                  <a:srgbClr val="0070C0"/>
                </a:solidFill>
                <a:latin typeface="Times New Roman"/>
                <a:cs typeface="Times New Roman"/>
              </a:rPr>
              <a:t>   Display k</a:t>
            </a:r>
          </a:p>
          <a:p>
            <a:pPr marL="457200" lvl="2" indent="0">
              <a:buNone/>
            </a:pPr>
            <a:r>
              <a:rPr lang="en-US" sz="2400">
                <a:solidFill>
                  <a:srgbClr val="0070C0"/>
                </a:solidFill>
                <a:latin typeface="Times New Roman"/>
                <a:cs typeface="Times New Roman"/>
              </a:rPr>
              <a:t> end if</a:t>
            </a:r>
          </a:p>
          <a:p>
            <a:pPr marL="457200" lvl="2">
              <a:buNone/>
            </a:pPr>
            <a:r>
              <a:rPr lang="en-US" sz="2400">
                <a:solidFill>
                  <a:srgbClr val="0070C0"/>
                </a:solidFill>
                <a:latin typeface="Times New Roman"/>
                <a:cs typeface="Times New Roman"/>
              </a:rPr>
              <a:t>End for</a:t>
            </a:r>
          </a:p>
          <a:p>
            <a:pPr lvl="3"/>
            <a:endParaRPr lang="en-US" sz="2400">
              <a:cs typeface="Times New Roman"/>
            </a:endParaRP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8689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FB77-9219-B1DD-98A5-8D221342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68432"/>
          </a:xfrm>
        </p:spPr>
        <p:txBody>
          <a:bodyPr/>
          <a:lstStyle/>
          <a:p>
            <a:r>
              <a:rPr lang="en-US"/>
              <a:t>CODE</a:t>
            </a:r>
          </a:p>
        </p:txBody>
      </p:sp>
      <p:pic>
        <p:nvPicPr>
          <p:cNvPr id="7" name="Content Placeholder 6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C9C0254D-620E-094F-484D-D4BD777C0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436" y="1685072"/>
            <a:ext cx="6096000" cy="392097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2806E-4955-2E64-A465-A63D62D6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5A52-2EE0-4623-B31B-87A73F5D3D85}" type="datetime1">
              <a:t>9/7/2024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3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5185-955F-608D-EF9C-DF6443DD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1D33-E849-5FF9-1900-4C566580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sequence of numbers:</a:t>
            </a:r>
          </a:p>
          <a:p>
            <a:pPr marL="0" indent="0">
              <a:buNone/>
            </a:pPr>
            <a:r>
              <a:rPr lang="en-US" sz="2800">
                <a:latin typeface="Times New Roman"/>
                <a:cs typeface="Times New Roman"/>
              </a:rPr>
              <a:t>   </a:t>
            </a: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0    1    1    2    3    5    8    13    21     34    …</a:t>
            </a:r>
          </a:p>
          <a:p>
            <a:r>
              <a:rPr lang="en-US">
                <a:latin typeface="Neue Haas Grotesk Text Pro"/>
                <a:cs typeface="Times New Roman"/>
              </a:rPr>
              <a:t>The sequence can be described by the following </a:t>
            </a:r>
            <a:r>
              <a:rPr lang="en-US" i="1">
                <a:solidFill>
                  <a:srgbClr val="0070C0"/>
                </a:solidFill>
                <a:latin typeface="Neue Haas Grotesk Text Pro"/>
                <a:cs typeface="Times New Roman"/>
              </a:rPr>
              <a:t>recurrence relation</a:t>
            </a:r>
            <a:endParaRPr lang="en-US" sz="2800" i="1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1D387-B40E-8945-54BE-CD1E8115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19B9-AAC0-489A-91BC-A375CD6DB26C}" type="datetime1">
              <a:t>9/7/2024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0A3AB-6CC4-9E58-52FD-5BFC67DC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08" y="3547872"/>
            <a:ext cx="3810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1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8934-880B-DE28-AF8B-C8DBA3C8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: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7397-995A-1725-CF92-EA2983566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3" y="1910604"/>
            <a:ext cx="5185467" cy="36916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Write a MATLAB script that takes a positive integer </a:t>
            </a:r>
            <a:r>
              <a:rPr lang="en-US">
                <a:latin typeface="Consolas"/>
              </a:rPr>
              <a:t>N</a:t>
            </a:r>
            <a:r>
              <a:rPr lang="en-US">
                <a:ea typeface="+mn-lt"/>
                <a:cs typeface="+mn-lt"/>
              </a:rPr>
              <a:t> as input to generate the first </a:t>
            </a:r>
            <a:r>
              <a:rPr lang="en-US">
                <a:latin typeface="Consolas"/>
              </a:rPr>
              <a:t>N</a:t>
            </a:r>
            <a:r>
              <a:rPr lang="en-US">
                <a:ea typeface="+mn-lt"/>
                <a:cs typeface="+mn-lt"/>
              </a:rPr>
              <a:t> terms of the Fibonacci sequence.</a:t>
            </a:r>
          </a:p>
          <a:p>
            <a:r>
              <a:rPr lang="en-US"/>
              <a:t>Example: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N=6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Output:</a:t>
            </a:r>
            <a:br>
              <a:rPr lang="en-US"/>
            </a:br>
            <a:r>
              <a:rPr lang="en-US"/>
              <a:t>0   1   1   2   3   5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5469B-8087-0B8C-E0BB-13D64D78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1D5BE-5005-4C09-831F-EF51F59FADF1}" type="datetime1">
              <a:t>9/7/2024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78C27D-0F75-AF40-6645-776F58CD83E6}"/>
              </a:ext>
            </a:extLst>
          </p:cNvPr>
          <p:cNvSpPr txBox="1">
            <a:spLocks/>
          </p:cNvSpPr>
          <p:nvPr/>
        </p:nvSpPr>
        <p:spPr>
          <a:xfrm>
            <a:off x="6099047" y="1581420"/>
            <a:ext cx="5953563" cy="475232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Pseudocode:</a:t>
            </a:r>
          </a:p>
          <a:p>
            <a:pPr marL="0" indent="0">
              <a:buNone/>
            </a:pPr>
            <a:r>
              <a:rPr lang="en-US" sz="2800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Get N</a:t>
            </a:r>
            <a:br>
              <a:rPr lang="en-US" sz="2800">
                <a:latin typeface="Times New Roman"/>
                <a:ea typeface="+mn-lt"/>
                <a:cs typeface="+mn-lt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ea typeface="+mn-lt"/>
                <a:cs typeface="Times New Roman"/>
              </a:rPr>
              <a:t>Set F0</a:t>
            </a:r>
            <a:r>
              <a:rPr lang="en-US" sz="2800">
                <a:solidFill>
                  <a:srgbClr val="0070C0"/>
                </a:solidFill>
                <a:latin typeface="Times New Roman"/>
              </a:rPr>
              <a:t> = 0, F1 = 1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Display F0, F1</a:t>
            </a:r>
            <a:br>
              <a:rPr lang="en-US" sz="2800">
                <a:latin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For k from 1 to N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  F = F0 + F1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  Display F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  F0 = F1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  F1 = F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solidFill>
                  <a:srgbClr val="0070C0"/>
                </a:solidFill>
                <a:latin typeface="Times New Roman"/>
                <a:cs typeface="Times New Roman"/>
              </a:rPr>
              <a:t>End for</a:t>
            </a:r>
          </a:p>
          <a:p>
            <a:pPr marL="0" indent="0">
              <a:buNone/>
            </a:pPr>
            <a:r>
              <a:rPr lang="en-US" sz="2800">
                <a:latin typeface="Times New Roman"/>
                <a:cs typeface="Times New Roman"/>
              </a:rPr>
              <a:t>  </a:t>
            </a:r>
          </a:p>
          <a:p>
            <a:pPr marL="0" indent="0">
              <a:buNone/>
            </a:pPr>
            <a:endParaRPr lang="en-US" sz="28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898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296-DFB1-C6DD-82BD-96CD8D2C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CODE                 N=6</a:t>
            </a:r>
          </a:p>
        </p:txBody>
      </p:sp>
      <p:pic>
        <p:nvPicPr>
          <p:cNvPr id="7" name="Content Placeholder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8424172-D48F-A963-6778-81DAAD4CE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598" y="1348543"/>
            <a:ext cx="8865971" cy="479234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3E7BC-CC85-D01B-8322-FC6D28AC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968A-C5CD-4BC6-A394-7B44AD614EEB}" type="datetime1">
              <a:t>9/7/2024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EF9CD27-0CD1-7B7D-7039-76FEA11F15A8}"/>
              </a:ext>
            </a:extLst>
          </p:cNvPr>
          <p:cNvSpPr/>
          <p:nvPr/>
        </p:nvSpPr>
        <p:spPr>
          <a:xfrm rot="7440000">
            <a:off x="9586888" y="1497051"/>
            <a:ext cx="1099268" cy="4336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0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FB39-9845-4633-7736-FF673053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63" y="548640"/>
            <a:ext cx="4679875" cy="3841590"/>
          </a:xfrm>
        </p:spPr>
        <p:txBody>
          <a:bodyPr>
            <a:normAutofit/>
          </a:bodyPr>
          <a:lstStyle/>
          <a:p>
            <a:r>
              <a:rPr lang="en-US" dirty="0"/>
              <a:t>The output can be made to look nicer when we learn more </a:t>
            </a:r>
            <a:r>
              <a:rPr lang="en-US"/>
              <a:t>about strings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/>
              <a:t>N = 10</a:t>
            </a:r>
            <a:endParaRPr lang="en-US" dirty="0"/>
          </a:p>
        </p:txBody>
      </p:sp>
      <p:pic>
        <p:nvPicPr>
          <p:cNvPr id="7" name="Content Placeholder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7A54FA8-64B2-AA6D-F385-E39E4D60F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7234" y="628602"/>
            <a:ext cx="6254923" cy="535657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DE8D9-140D-F59B-4DEA-D230EBAD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0A23-6309-4508-AA43-960120BDE780}" type="datetime1">
              <a:t>9/7/2024</a:t>
            </a:fld>
            <a:endParaRPr lang="en-US"/>
          </a:p>
        </p:txBody>
      </p:sp>
      <p:pic>
        <p:nvPicPr>
          <p:cNvPr id="8" name="Picture 7" descr="A white rectangular object with black numbers&#10;&#10;Description automatically generated">
            <a:extLst>
              <a:ext uri="{FF2B5EF4-FFF2-40B4-BE49-F238E27FC236}">
                <a16:creationId xmlns:a16="http://schemas.microsoft.com/office/drawing/2014/main" id="{BA1C65EB-D97E-35BB-CFCC-E2F69D25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07" y="4553842"/>
            <a:ext cx="47720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0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F9AE3-F401-C0FC-ED2A-98030129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346" y="570206"/>
            <a:ext cx="5497220" cy="657757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Strings and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ED11-EE9C-062D-8073-A6378E966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003" y="1377926"/>
            <a:ext cx="4777486" cy="10906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rgbClr val="212121"/>
                </a:solidFill>
                <a:latin typeface="Neue Haas Grotesk Text Pro"/>
                <a:ea typeface="Roboto"/>
                <a:cs typeface="Roboto"/>
              </a:rPr>
              <a:t>Texts in MATLAB is classified as strings</a:t>
            </a:r>
            <a:endParaRPr lang="en-US" sz="1800">
              <a:solidFill>
                <a:srgbClr val="000000"/>
              </a:solidFill>
              <a:latin typeface="Neue Haas Grotesk Text Pro"/>
              <a:ea typeface="Roboto"/>
              <a:cs typeface="Roboto"/>
            </a:endParaRPr>
          </a:p>
          <a:p>
            <a:r>
              <a:rPr lang="en-US" sz="1800">
                <a:solidFill>
                  <a:srgbClr val="212121"/>
                </a:solidFill>
                <a:latin typeface="Neue Haas Grotesk Text Pro"/>
                <a:ea typeface="Roboto"/>
                <a:cs typeface="Roboto"/>
              </a:rPr>
              <a:t>It is stored as a sequence of </a:t>
            </a:r>
            <a:r>
              <a:rPr lang="en-US" sz="1800" dirty="0">
                <a:solidFill>
                  <a:srgbClr val="212121"/>
                </a:solidFill>
                <a:latin typeface="Neue Haas Grotesk Text Pro"/>
                <a:ea typeface="Roboto"/>
                <a:cs typeface="Roboto"/>
              </a:rPr>
              <a:t>characters. </a:t>
            </a:r>
            <a:endParaRPr lang="en-US" sz="1800">
              <a:solidFill>
                <a:srgbClr val="000000"/>
              </a:solidFill>
              <a:latin typeface="Neue Haas Grotesk Text Pro"/>
              <a:ea typeface="Roboto"/>
              <a:cs typeface="Roboto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897F-C700-BB26-6444-CAA07062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EB71-7A25-47D3-A948-05E6CA552076}" type="datetime1">
              <a:t>9/7/2024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77CEC00-ECF6-4D85-4F97-C6775FBB3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58" y="3234933"/>
            <a:ext cx="5339645" cy="335616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6D8500-869B-1795-640B-19A6BA07B8E4}"/>
              </a:ext>
            </a:extLst>
          </p:cNvPr>
          <p:cNvSpPr txBox="1">
            <a:spLocks/>
          </p:cNvSpPr>
          <p:nvPr/>
        </p:nvSpPr>
        <p:spPr>
          <a:xfrm>
            <a:off x="6641141" y="195926"/>
            <a:ext cx="4777486" cy="7802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rgbClr val="212121"/>
                </a:solidFill>
                <a:latin typeface="Neue Haas Grotesk Text Pro"/>
                <a:ea typeface="Roboto"/>
                <a:cs typeface="Roboto"/>
              </a:rPr>
              <a:t>Texts can be also stored as character arrays</a:t>
            </a:r>
            <a:endParaRPr lang="en-US" sz="1800">
              <a:ea typeface="Roboto"/>
              <a:cs typeface="Roboto"/>
            </a:endParaRPr>
          </a:p>
        </p:txBody>
      </p:sp>
      <p:pic>
        <p:nvPicPr>
          <p:cNvPr id="10" name="Picture 9" descr="A screenshot of a chat&#10;&#10;Description automatically generated">
            <a:extLst>
              <a:ext uri="{FF2B5EF4-FFF2-40B4-BE49-F238E27FC236}">
                <a16:creationId xmlns:a16="http://schemas.microsoft.com/office/drawing/2014/main" id="{33D7C6B1-8B23-AF08-228F-B816D9CB9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511" y="1921271"/>
            <a:ext cx="5055006" cy="350110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9F17A9-0DC1-E5EC-2D78-0FB93771C4A5}"/>
              </a:ext>
            </a:extLst>
          </p:cNvPr>
          <p:cNvSpPr txBox="1">
            <a:spLocks/>
          </p:cNvSpPr>
          <p:nvPr/>
        </p:nvSpPr>
        <p:spPr>
          <a:xfrm>
            <a:off x="6093631" y="5660999"/>
            <a:ext cx="6091694" cy="10632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chemeClr val="accent3"/>
                </a:solidFill>
                <a:latin typeface="Neue Haas Grotesk Text Pro"/>
                <a:ea typeface="Roboto"/>
                <a:cs typeface="Roboto"/>
              </a:rPr>
              <a:t>Do you see any difference between the two?</a:t>
            </a:r>
          </a:p>
          <a:p>
            <a:r>
              <a:rPr lang="en-US" sz="1800" b="1">
                <a:solidFill>
                  <a:schemeClr val="accent3"/>
                </a:solidFill>
                <a:latin typeface="Neue Haas Grotesk Text Pro"/>
                <a:ea typeface="Roboto"/>
                <a:cs typeface="Roboto"/>
              </a:rPr>
              <a:t>Look at the size of each variable in the workspace.</a:t>
            </a:r>
            <a:endParaRPr lang="en-US" sz="1800" b="1" dirty="0">
              <a:solidFill>
                <a:schemeClr val="accent3"/>
              </a:solidFill>
              <a:latin typeface="Neue Haas Grotesk Text Pro"/>
              <a:ea typeface="Roboto"/>
              <a:cs typeface="Robo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D7756-5305-86FE-186A-C7EA32DE4BB0}"/>
              </a:ext>
            </a:extLst>
          </p:cNvPr>
          <p:cNvSpPr txBox="1"/>
          <p:nvPr/>
        </p:nvSpPr>
        <p:spPr>
          <a:xfrm>
            <a:off x="609600" y="2585155"/>
            <a:ext cx="18852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>
                <a:solidFill>
                  <a:srgbClr val="0070C0"/>
                </a:solidFill>
              </a:rPr>
              <a:t>Strings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03EDA-19D1-AB1D-1121-8A21639A9F27}"/>
              </a:ext>
            </a:extLst>
          </p:cNvPr>
          <p:cNvSpPr txBox="1"/>
          <p:nvPr/>
        </p:nvSpPr>
        <p:spPr>
          <a:xfrm>
            <a:off x="6637867" y="1270000"/>
            <a:ext cx="478084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0070C0"/>
                </a:solidFill>
              </a:rPr>
              <a:t>Character array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4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B54A-DA7D-64D1-FAFB-C44C62FF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4342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Try the following in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6DE8-DD4C-38C1-A6E1-1BD3D4A7D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469" y="2110605"/>
            <a:ext cx="2683623" cy="21159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&gt;&gt; str(2)</a:t>
            </a:r>
            <a:br>
              <a:rPr lang="en-US" dirty="0"/>
            </a:br>
            <a:r>
              <a:rPr lang="en-US"/>
              <a:t>&gt;&gt; C(2)</a:t>
            </a:r>
            <a:br>
              <a:rPr lang="en-US" dirty="0"/>
            </a:br>
            <a:r>
              <a:rPr lang="en-US"/>
              <a:t>&gt;&gt; str(1)</a:t>
            </a:r>
            <a:br>
              <a:rPr lang="en-US" dirty="0"/>
            </a:br>
            <a:r>
              <a:rPr lang="en-US"/>
              <a:t>&gt;&gt; C(10)</a:t>
            </a:r>
            <a:br>
              <a:rPr lang="en-US" dirty="0"/>
            </a:br>
            <a:r>
              <a:rPr lang="en-US"/>
              <a:t>&gt;&gt; C(14)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748AE-76BD-5FAF-A849-B2135287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6E91-0ECE-4D28-AD61-BEFE5C41FBD1}" type="datetime1">
              <a:t>9/7/2024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FEE4E-0031-5E0E-5D33-4B66BED1240C}"/>
              </a:ext>
            </a:extLst>
          </p:cNvPr>
          <p:cNvSpPr txBox="1"/>
          <p:nvPr/>
        </p:nvSpPr>
        <p:spPr>
          <a:xfrm>
            <a:off x="5221112" y="2110985"/>
            <a:ext cx="6045199" cy="19333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A string is a single entity whereas a character arrays is a sequence of characters.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Both types of representation are useful</a:t>
            </a:r>
            <a:endParaRPr lang="en-US" sz="2000" dirty="0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</a:rPr>
              <a:t>Let us focus on strings now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27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072E-A16C-616A-6DC3-56F93410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478" y="112805"/>
            <a:ext cx="5479505" cy="699518"/>
          </a:xfrm>
        </p:spPr>
        <p:txBody>
          <a:bodyPr/>
          <a:lstStyle/>
          <a:p>
            <a:r>
              <a:rPr lang="en-US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8282C-D4C9-7AB0-533D-2F33E4E8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71CB-C7B4-4E56-8148-401622FE9F65}" type="datetime1">
              <a:t>9/7/2024</a:t>
            </a:fld>
            <a:endParaRPr lang="en-US"/>
          </a:p>
        </p:txBody>
      </p:sp>
      <p:pic>
        <p:nvPicPr>
          <p:cNvPr id="7" name="Content Placeholder 6" descr="A close up of a white text&#10;&#10;Description automatically generated">
            <a:extLst>
              <a:ext uri="{FF2B5EF4-FFF2-40B4-BE49-F238E27FC236}">
                <a16:creationId xmlns:a16="http://schemas.microsoft.com/office/drawing/2014/main" id="{0EB897A8-F9D2-B0FA-CEEA-F0CF6170D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041" y="1184799"/>
            <a:ext cx="5310633" cy="1681707"/>
          </a:xfr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9C28F64-B6F7-D569-65E9-1ABC0E21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68" y="2864835"/>
            <a:ext cx="3387119" cy="1878965"/>
          </a:xfrm>
          <a:prstGeom prst="rect">
            <a:avLst/>
          </a:prstGeom>
        </p:spPr>
      </p:pic>
      <p:pic>
        <p:nvPicPr>
          <p:cNvPr id="9" name="Picture 8" descr="A close up of a word&#10;&#10;Description automatically generated">
            <a:extLst>
              <a:ext uri="{FF2B5EF4-FFF2-40B4-BE49-F238E27FC236}">
                <a16:creationId xmlns:a16="http://schemas.microsoft.com/office/drawing/2014/main" id="{FCBC44A9-4879-43F4-B6A0-976B7B615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910" y="725118"/>
            <a:ext cx="4703091" cy="1425177"/>
          </a:xfrm>
          <a:prstGeom prst="rect">
            <a:avLst/>
          </a:prstGeom>
        </p:spPr>
      </p:pic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71258CA8-5BCE-A42D-C789-FA7136C34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054" y="2256255"/>
            <a:ext cx="4459900" cy="37753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375092-8AB2-FED4-9ACC-B53A11C85242}"/>
              </a:ext>
            </a:extLst>
          </p:cNvPr>
          <p:cNvSpPr txBox="1"/>
          <p:nvPr/>
        </p:nvSpPr>
        <p:spPr>
          <a:xfrm>
            <a:off x="645690" y="724991"/>
            <a:ext cx="28843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>
                <a:solidFill>
                  <a:srgbClr val="FF0000"/>
                </a:solidFill>
              </a:rPr>
              <a:t>num2str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B4E7B-FA13-01A9-56D5-B5D20323C603}"/>
              </a:ext>
            </a:extLst>
          </p:cNvPr>
          <p:cNvSpPr txBox="1"/>
          <p:nvPr/>
        </p:nvSpPr>
        <p:spPr>
          <a:xfrm>
            <a:off x="6854579" y="233645"/>
            <a:ext cx="31477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>
                <a:solidFill>
                  <a:srgbClr val="FF0000"/>
                </a:solidFill>
              </a:rPr>
              <a:t>strlength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36327-CDCF-88EA-5CFB-E5DDC96D075A}"/>
              </a:ext>
            </a:extLst>
          </p:cNvPr>
          <p:cNvSpPr txBox="1"/>
          <p:nvPr/>
        </p:nvSpPr>
        <p:spPr>
          <a:xfrm>
            <a:off x="615006" y="4806478"/>
            <a:ext cx="5348484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We can use a combination of these two functions to determine the length of a decimal number.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It is one of the ways.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Try the following in your command line</a:t>
            </a:r>
            <a:b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</a:br>
            <a:br>
              <a:rPr lang="en-US" dirty="0"/>
            </a:br>
            <a:r>
              <a:rPr lang="en-US" sz="2400" b="1">
                <a:solidFill>
                  <a:srgbClr val="7030A0"/>
                </a:solidFill>
                <a:latin typeface="Times New Roman"/>
                <a:ea typeface="Calibri"/>
                <a:cs typeface="Calibri"/>
              </a:rPr>
              <a:t>   strlength(num2str(pi)</a:t>
            </a:r>
            <a:r>
              <a:rPr lang="en-US" sz="2400" b="1" dirty="0">
                <a:solidFill>
                  <a:srgbClr val="7030A0"/>
                </a:solidFill>
                <a:latin typeface="Times New Roman"/>
                <a:ea typeface="Calibri"/>
                <a:cs typeface="Calibri"/>
              </a:rPr>
              <a:t>)</a:t>
            </a:r>
            <a:endParaRPr lang="en-US" sz="2400" b="1">
              <a:solidFill>
                <a:srgbClr val="7030A0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BFDF2-7E6B-8031-966D-F5DAC58214CC}"/>
              </a:ext>
            </a:extLst>
          </p:cNvPr>
          <p:cNvSpPr txBox="1"/>
          <p:nvPr/>
        </p:nvSpPr>
        <p:spPr>
          <a:xfrm>
            <a:off x="6852355" y="6005688"/>
            <a:ext cx="49896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solidFill>
                  <a:schemeClr val="accent3"/>
                </a:solidFill>
              </a:rPr>
              <a:t>strlength</a:t>
            </a:r>
            <a:r>
              <a:rPr lang="en-US">
                <a:solidFill>
                  <a:schemeClr val="accent3"/>
                </a:solidFill>
              </a:rPr>
              <a:t> works for both strings and character arrays!</a:t>
            </a:r>
          </a:p>
        </p:txBody>
      </p:sp>
    </p:spTree>
    <p:extLst>
      <p:ext uri="{BB962C8B-B14F-4D97-AF65-F5344CB8AC3E}">
        <p14:creationId xmlns:p14="http://schemas.microsoft.com/office/powerpoint/2010/main" val="250943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2334-DD0D-E15C-68E5-5025E95E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</a:p>
        </p:txBody>
      </p:sp>
      <p:pic>
        <p:nvPicPr>
          <p:cNvPr id="7" name="Content Placeholder 6" descr="A close-up of a sign&#10;&#10;Description automatically generated">
            <a:extLst>
              <a:ext uri="{FF2B5EF4-FFF2-40B4-BE49-F238E27FC236}">
                <a16:creationId xmlns:a16="http://schemas.microsoft.com/office/drawing/2014/main" id="{29F354FF-3C5E-07B5-2B58-156524112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375" y="1434640"/>
            <a:ext cx="3301529" cy="114805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F6A24-FD66-DF3E-CFE2-51B57AB3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5F07E-110A-4504-B422-92B636F6073A}" type="datetime1">
              <a:t>9/7/2024</a:t>
            </a:fld>
            <a:endParaRPr lang="en-US"/>
          </a:p>
        </p:txBody>
      </p:sp>
      <p:pic>
        <p:nvPicPr>
          <p:cNvPr id="8" name="Picture 7" descr="A close-up of a math equation&#10;&#10;Description automatically generated">
            <a:extLst>
              <a:ext uri="{FF2B5EF4-FFF2-40B4-BE49-F238E27FC236}">
                <a16:creationId xmlns:a16="http://schemas.microsoft.com/office/drawing/2014/main" id="{EB0CAE12-D16A-BCB4-68A7-CC36D9796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27" y="2810473"/>
            <a:ext cx="3305410" cy="1742604"/>
          </a:xfrm>
          <a:prstGeom prst="rect">
            <a:avLst/>
          </a:prstGeom>
        </p:spPr>
      </p:pic>
      <p:pic>
        <p:nvPicPr>
          <p:cNvPr id="9" name="Picture 8" descr="A screenshot of a white background&#10;&#10;Description automatically generated">
            <a:extLst>
              <a:ext uri="{FF2B5EF4-FFF2-40B4-BE49-F238E27FC236}">
                <a16:creationId xmlns:a16="http://schemas.microsoft.com/office/drawing/2014/main" id="{896424F0-7F43-CFCA-A302-19B1E2A3A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597" y="555047"/>
            <a:ext cx="6598825" cy="2373488"/>
          </a:xfrm>
          <a:prstGeom prst="rect">
            <a:avLst/>
          </a:prstGeom>
        </p:spPr>
      </p:pic>
      <p:pic>
        <p:nvPicPr>
          <p:cNvPr id="10" name="Picture 9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A1B1886C-DC87-EE17-AC0A-4AE1B65EE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541" y="3680659"/>
            <a:ext cx="3035770" cy="245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4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7515-F309-D9E0-97BF-01DFBAF1E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5065579" cy="113225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Exercise : </a:t>
            </a:r>
            <a:br>
              <a:rPr lang="en-US" dirty="0"/>
            </a:br>
            <a:r>
              <a:rPr lang="en-US"/>
              <a:t>Sum of the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D5185-1EBC-6D5E-1F33-C207353DC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941310"/>
            <a:ext cx="4730761" cy="47798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Write a MATLAB script to input a non-negative integer N from the user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Check to make sure that the number is positive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Check to make sure that the number is integer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Prompt the user that if the above checks fail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the number passes the checks, find the sum of the digits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D643E-2D63-D22F-FF26-4AE61AB7E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1B9B0-C102-4803-AAF4-AD11240930DB}" type="datetime1">
              <a:t>9/7/2024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E84A1-F29D-1192-18DC-97AA5FD63C54}"/>
              </a:ext>
            </a:extLst>
          </p:cNvPr>
          <p:cNvSpPr txBox="1"/>
          <p:nvPr/>
        </p:nvSpPr>
        <p:spPr>
          <a:xfrm>
            <a:off x="6823982" y="244929"/>
            <a:ext cx="4750253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Example: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Find the sum of the digits of the number </a:t>
            </a:r>
            <a:r>
              <a:rPr lang="en-US" b="1" dirty="0">
                <a:latin typeface="Times New Roman"/>
                <a:ea typeface="+mn-lt"/>
                <a:cs typeface="+mn-lt"/>
              </a:rPr>
              <a:t>1234</a:t>
            </a:r>
            <a:r>
              <a:rPr lang="en-US" dirty="0">
                <a:latin typeface="Times New Roman"/>
                <a:ea typeface="+mn-lt"/>
                <a:cs typeface="+mn-lt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+mn-lt"/>
              </a:rPr>
              <a:t>Start Sum=0.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Extract the last digit: 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rem(1234, 10) = 4</a:t>
            </a:r>
            <a:b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 </a:t>
            </a:r>
            <a:r>
              <a:rPr lang="en-US" b="1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 Sum = 4</a:t>
            </a:r>
            <a:endParaRPr lang="en-US" b="1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Remove the last digit: 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>
                <a:latin typeface="Times New Roman"/>
                <a:ea typeface="+mn-lt"/>
                <a:cs typeface="+mn-lt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floor(1234 / 10) = 123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Extract the next digit: 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rem(123, 10) = 3</a:t>
            </a:r>
            <a:br>
              <a:rPr lang="en-US" b="1" dirty="0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</a:br>
            <a:r>
              <a:rPr lang="en-US" b="1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  Sum = 4 + 3 = </a:t>
            </a:r>
            <a:r>
              <a:rPr lang="en-US" b="1" dirty="0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7</a:t>
            </a:r>
            <a:endParaRPr lang="en-US" b="1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Remove the last digit: 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floor(123 / 10) = 12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Extract the next digit: 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rem(12, 10) = 2</a:t>
            </a:r>
            <a:br>
              <a:rPr lang="en-US" b="1" dirty="0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</a:br>
            <a:r>
              <a:rPr lang="en-US" b="1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  Sum = 7 + 2 = 9</a:t>
            </a:r>
            <a:endParaRPr lang="en-US" b="1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Remove the last digit: 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floor(12 / 10) = 1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Extract the final digit: 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>
                <a:latin typeface="Times New Roman"/>
                <a:cs typeface="Times New Roman"/>
              </a:rPr>
              <a:t>  </a:t>
            </a:r>
            <a:r>
              <a:rPr lang="en-US" b="1">
                <a:solidFill>
                  <a:srgbClr val="0070C0"/>
                </a:solidFill>
                <a:latin typeface="Times New Roman"/>
                <a:cs typeface="Times New Roman"/>
              </a:rPr>
              <a:t>rem(1, 10) = 1</a:t>
            </a:r>
            <a:b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en-US" b="1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  Sum = 9 + 1 = </a:t>
            </a:r>
            <a:r>
              <a:rPr lang="en-US" b="1" dirty="0">
                <a:solidFill>
                  <a:srgbClr val="0070C0"/>
                </a:solidFill>
                <a:latin typeface="Times New Roman"/>
                <a:ea typeface="+mn-lt"/>
                <a:cs typeface="+mn-lt"/>
              </a:rPr>
              <a:t>10</a:t>
            </a:r>
            <a:endParaRPr lang="en-US" b="1">
              <a:solidFill>
                <a:srgbClr val="0070C0"/>
              </a:solidFill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Thus, the sum of the digits of </a:t>
            </a:r>
            <a:r>
              <a:rPr lang="en-US" b="1">
                <a:latin typeface="Times New Roman"/>
                <a:ea typeface="+mn-lt"/>
                <a:cs typeface="+mn-lt"/>
              </a:rPr>
              <a:t>1234</a:t>
            </a:r>
            <a:r>
              <a:rPr lang="en-US">
                <a:latin typeface="Times New Roman"/>
                <a:ea typeface="+mn-lt"/>
                <a:cs typeface="+mn-lt"/>
              </a:rPr>
              <a:t> is </a:t>
            </a:r>
            <a:r>
              <a:rPr lang="en-US" b="1">
                <a:latin typeface="Times New Roman"/>
                <a:ea typeface="+mn-lt"/>
                <a:cs typeface="+mn-lt"/>
              </a:rPr>
              <a:t>10</a:t>
            </a:r>
            <a:r>
              <a:rPr lang="en-US">
                <a:latin typeface="Times New Roman"/>
                <a:ea typeface="+mn-lt"/>
                <a:cs typeface="+mn-lt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 algn="l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822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9B54-0ECD-B89A-4282-6A382D45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5013F-A710-4DAD-8452-B181900A079B}" type="datetime1">
              <a:t>9/7/2024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20149A-CDF6-2585-3C20-956667746FC2}"/>
              </a:ext>
            </a:extLst>
          </p:cNvPr>
          <p:cNvSpPr txBox="1">
            <a:spLocks/>
          </p:cNvSpPr>
          <p:nvPr/>
        </p:nvSpPr>
        <p:spPr>
          <a:xfrm>
            <a:off x="2821582" y="185410"/>
            <a:ext cx="6549168" cy="64836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Psuedocode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Get N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If N is negative 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   Prompt the user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Else if N is not integer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   Prompt the user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Else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   Set L as length of N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   Set sum = 0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   For I from 1 to L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      Obtain digit of N in units place 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      sum = sum + digit</a:t>
            </a:r>
            <a:br>
              <a:rPr lang="en-US" sz="2400" b="1" dirty="0">
                <a:latin typeface="Times New Roman"/>
              </a:rPr>
            </a:br>
            <a:r>
              <a:rPr lang="en-US" sz="2400" b="1">
                <a:solidFill>
                  <a:srgbClr val="0070C0"/>
                </a:solidFill>
                <a:latin typeface="Times New Roman"/>
                <a:cs typeface="Times New Roman"/>
              </a:rPr>
              <a:t>      N = floor(N/10)</a:t>
            </a:r>
            <a:br>
              <a:rPr lang="en-US" sz="2400" b="1" dirty="0">
                <a:latin typeface="Times New Roman"/>
              </a:rPr>
            </a:br>
            <a:r>
              <a:rPr lang="en-US" sz="2400" b="1">
                <a:solidFill>
                  <a:srgbClr val="0070C0"/>
                </a:solidFill>
                <a:latin typeface="Times New Roman"/>
                <a:cs typeface="Times New Roman"/>
              </a:rPr>
              <a:t>   end for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   Display the sum</a:t>
            </a:r>
            <a:br>
              <a:rPr lang="en-US" sz="2400" b="1" dirty="0">
                <a:latin typeface="Times New Roman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End if-else-if</a:t>
            </a:r>
          </a:p>
          <a:p>
            <a:pPr marL="0" indent="0"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699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F65C-3E2F-58E2-EE19-ABB97CFC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pic>
        <p:nvPicPr>
          <p:cNvPr id="7" name="Content Placeholder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EC9F0A9-AA1D-D3AD-4B95-0F35F8584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6122" y="401565"/>
            <a:ext cx="6299463" cy="60527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461BF-B18C-CE9C-256A-7D9B2ADB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B686-E4E1-4D3D-9C28-6C1F45CACFDD}" type="datetime1">
              <a:t>9/7/2024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B5424-218A-6E56-EAFC-6119B5BE785D}"/>
              </a:ext>
            </a:extLst>
          </p:cNvPr>
          <p:cNvSpPr txBox="1"/>
          <p:nvPr/>
        </p:nvSpPr>
        <p:spPr>
          <a:xfrm>
            <a:off x="1016000" y="1985818"/>
            <a:ext cx="390031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Run the code for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/>
              <a:t>N = -10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/>
              <a:t>N= 0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/>
              <a:t>N = 123.5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/>
              <a:t>N = 234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115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2D87-9DA3-A97D-BFF0-E1C260D5F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5738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Binary numeral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F0A3-A301-6408-1AA0-F9129DB71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377822" cy="13638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rgbClr val="202122"/>
                </a:solidFill>
                <a:ea typeface="+mn-lt"/>
                <a:cs typeface="+mn-lt"/>
              </a:rPr>
              <a:t>A </a:t>
            </a:r>
            <a:r>
              <a:rPr lang="en-US" sz="1600" b="1">
                <a:solidFill>
                  <a:srgbClr val="202122"/>
                </a:solidFill>
                <a:ea typeface="+mn-lt"/>
                <a:cs typeface="+mn-lt"/>
              </a:rPr>
              <a:t>binary number</a:t>
            </a:r>
            <a:r>
              <a:rPr lang="en-US" sz="1600">
                <a:solidFill>
                  <a:srgbClr val="202122"/>
                </a:solidFill>
                <a:ea typeface="+mn-lt"/>
                <a:cs typeface="+mn-lt"/>
              </a:rPr>
              <a:t> is a number expressed in base-2 or binary numeral system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202122"/>
                </a:solidFill>
                <a:ea typeface="+mn-lt"/>
                <a:cs typeface="+mn-lt"/>
              </a:rPr>
              <a:t>It is a method for representing numbers that uses 0 and 1</a:t>
            </a:r>
          </a:p>
          <a:p>
            <a:r>
              <a:rPr lang="en-US" sz="1600">
                <a:solidFill>
                  <a:srgbClr val="202122"/>
                </a:solidFill>
              </a:rPr>
              <a:t>Computers store numbers using the binary system</a:t>
            </a:r>
          </a:p>
          <a:p>
            <a:endParaRPr lang="en-US" sz="1600" dirty="0">
              <a:solidFill>
                <a:srgbClr val="20212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6F664-C7E6-E1DC-7466-39C85578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3565-D121-4A6D-AC1D-5F1EBD4C7E40}" type="datetime1">
              <a:t>9/7/2024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25DCD-50E6-C7A6-29A5-24A7601BA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814" y="3198485"/>
            <a:ext cx="7653617" cy="30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3404-E9C5-CDD6-D906-EA5C47D2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77" y="548640"/>
            <a:ext cx="11619685" cy="54715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/>
              <a:t>Binary to Decimal conversion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D7F22-D777-0CFA-3D6D-58A770AF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476B-473E-48EE-8DAF-B3EAC12FD49F}" type="datetime1">
              <a:t>9/7/2024</a:t>
            </a:fld>
            <a:endParaRPr lang="en-US"/>
          </a:p>
        </p:txBody>
      </p:sp>
      <p:pic>
        <p:nvPicPr>
          <p:cNvPr id="6" name="Picture 5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82E3AA7C-26C7-99CB-AFCA-80BB03F69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13" y="1251223"/>
            <a:ext cx="6109607" cy="33341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F9D485F7-FF60-0BBC-F8F2-820DA9D29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429" y="4851705"/>
            <a:ext cx="7143750" cy="18496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Picture 9" descr="A white text with black text&#10;&#10;Description automatically generated">
            <a:extLst>
              <a:ext uri="{FF2B5EF4-FFF2-40B4-BE49-F238E27FC236}">
                <a16:creationId xmlns:a16="http://schemas.microsoft.com/office/drawing/2014/main" id="{8AB70E13-8D89-9C1E-BE5B-930DE2757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232893"/>
            <a:ext cx="5265965" cy="2018019"/>
          </a:xfrm>
          <a:prstGeom prst="rect">
            <a:avLst/>
          </a:prstGeom>
        </p:spPr>
      </p:pic>
      <p:pic>
        <p:nvPicPr>
          <p:cNvPr id="11" name="Picture 1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F692C9E-27B9-A5D4-E3E5-09EF0D044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71" y="1526722"/>
            <a:ext cx="3219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63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5572-1570-4B74-DB3F-81E681D9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66997"/>
            <a:ext cx="10653578" cy="69683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Exercise: Binary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39AB-4196-6314-808B-B3297FEBE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055711"/>
            <a:ext cx="10653579" cy="27500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Write a MATLAB script to convert a binary number into its decimal equivalent.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Your script should carry out the following tasks: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Takes a binary number as input.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Converts the binary number into its decimal equivalent.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Outputs the decimal equivalent of the given binary number.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F11F6-CFD3-B98F-DDFF-EEC786BC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58C2-3F5B-452A-A6B2-DD3349FE9D8E}" type="datetime1">
              <a:t>9/7/2024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9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59F7-28C4-1F4A-0EA6-462421E8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42401"/>
          </a:xfrm>
        </p:spPr>
        <p:txBody>
          <a:bodyPr/>
          <a:lstStyle/>
          <a:p>
            <a:r>
              <a:rPr lang="en-US"/>
              <a:t>Code</a:t>
            </a:r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5BCB8D5-3F5D-430C-24E2-8CCEA1D78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352" y="323216"/>
            <a:ext cx="7141941" cy="621389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2D354-0ED9-9CEC-FA43-9428F9C41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1E7E-0356-4A7A-9C7A-9BFC7212D4E6}" type="datetime1">
              <a:t>9/7/2024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F736E-F38D-D2FC-AB16-F274B7941CB3}"/>
              </a:ext>
            </a:extLst>
          </p:cNvPr>
          <p:cNvSpPr txBox="1"/>
          <p:nvPr/>
        </p:nvSpPr>
        <p:spPr>
          <a:xfrm>
            <a:off x="611039" y="2832339"/>
            <a:ext cx="349082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70C0"/>
                </a:solidFill>
              </a:rPr>
              <a:t>Run the code for input 1011</a:t>
            </a:r>
          </a:p>
        </p:txBody>
      </p:sp>
    </p:spTree>
    <p:extLst>
      <p:ext uri="{BB962C8B-B14F-4D97-AF65-F5344CB8AC3E}">
        <p14:creationId xmlns:p14="http://schemas.microsoft.com/office/powerpoint/2010/main" val="284125127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VanillaVTI</vt:lpstr>
      <vt:lpstr>PowerPoint Presentation</vt:lpstr>
      <vt:lpstr>Function isprime( )</vt:lpstr>
      <vt:lpstr>Exercise : Find prime numbers</vt:lpstr>
      <vt:lpstr>CODE</vt:lpstr>
      <vt:lpstr>Fibonacci sequence</vt:lpstr>
      <vt:lpstr>Exercise : Fibonacci sequence</vt:lpstr>
      <vt:lpstr>CODE                 N=6</vt:lpstr>
      <vt:lpstr>The output can be made to look nicer when we learn more about strings   N = 10</vt:lpstr>
      <vt:lpstr>Strings and Characters</vt:lpstr>
      <vt:lpstr>Try the following in command line</vt:lpstr>
      <vt:lpstr>Functions</vt:lpstr>
      <vt:lpstr>Functions</vt:lpstr>
      <vt:lpstr>Exercise :  Sum of the digits</vt:lpstr>
      <vt:lpstr>PowerPoint Presentation</vt:lpstr>
      <vt:lpstr>Code</vt:lpstr>
      <vt:lpstr>Binary numeral system</vt:lpstr>
      <vt:lpstr>Binary to Decimal conversion</vt:lpstr>
      <vt:lpstr>Exercise: Binary to Decimal</vt:lpstr>
      <vt:lpstr>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648</cp:revision>
  <dcterms:created xsi:type="dcterms:W3CDTF">2024-08-29T04:05:55Z</dcterms:created>
  <dcterms:modified xsi:type="dcterms:W3CDTF">2024-09-08T02:35:31Z</dcterms:modified>
</cp:coreProperties>
</file>
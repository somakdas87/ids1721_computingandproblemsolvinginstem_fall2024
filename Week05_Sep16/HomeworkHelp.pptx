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87" r:id="rId2"/>
    <p:sldId id="38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6943DB-9AEB-FF5B-7F73-D000BDEA2DCE}" v="296" dt="2024-09-18T20:40:05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EA2B3DF1-9213-68D3-CE47-D9DB2C883797}"/>
    <pc:docChg chg="addSld delSld modSld sldOrd">
      <pc:chgData name="Somak Das" userId="S::sdas@floridapoly.edu::98cebb13-2fc4-4808-95b9-daeb7e6acc01" providerId="AD" clId="Web-{EA2B3DF1-9213-68D3-CE47-D9DB2C883797}" dt="2024-09-16T17:29:10.437" v="476" actId="20577"/>
      <pc:docMkLst>
        <pc:docMk/>
      </pc:docMkLst>
      <pc:sldChg chg="addSp delSp modSp del mod modClrScheme chgLayout">
        <pc:chgData name="Somak Das" userId="S::sdas@floridapoly.edu::98cebb13-2fc4-4808-95b9-daeb7e6acc01" providerId="AD" clId="Web-{EA2B3DF1-9213-68D3-CE47-D9DB2C883797}" dt="2024-09-16T14:26:57.199" v="6"/>
        <pc:sldMkLst>
          <pc:docMk/>
          <pc:sldMk cId="109857222" sldId="256"/>
        </pc:sldMkLst>
        <pc:spChg chg="del">
          <ac:chgData name="Somak Das" userId="S::sdas@floridapoly.edu::98cebb13-2fc4-4808-95b9-daeb7e6acc01" providerId="AD" clId="Web-{EA2B3DF1-9213-68D3-CE47-D9DB2C883797}" dt="2024-09-16T14:26:43.464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Somak Das" userId="S::sdas@floridapoly.edu::98cebb13-2fc4-4808-95b9-daeb7e6acc01" providerId="AD" clId="Web-{EA2B3DF1-9213-68D3-CE47-D9DB2C883797}" dt="2024-09-16T14:26:43.464" v="0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Somak Das" userId="S::sdas@floridapoly.edu::98cebb13-2fc4-4808-95b9-daeb7e6acc01" providerId="AD" clId="Web-{EA2B3DF1-9213-68D3-CE47-D9DB2C883797}" dt="2024-09-16T14:26:54.308" v="5" actId="20577"/>
          <ac:spMkLst>
            <pc:docMk/>
            <pc:sldMk cId="109857222" sldId="256"/>
            <ac:spMk id="4" creationId="{593E7F41-9CA7-EF8C-0409-C0A69665021B}"/>
          </ac:spMkLst>
        </pc:spChg>
      </pc:sldChg>
      <pc:sldChg chg="addSp modSp add">
        <pc:chgData name="Somak Das" userId="S::sdas@floridapoly.edu::98cebb13-2fc4-4808-95b9-daeb7e6acc01" providerId="AD" clId="Web-{EA2B3DF1-9213-68D3-CE47-D9DB2C883797}" dt="2024-09-16T14:28:18.904" v="38" actId="20577"/>
        <pc:sldMkLst>
          <pc:docMk/>
          <pc:sldMk cId="4151336825" sldId="378"/>
        </pc:sldMkLst>
        <pc:spChg chg="mod">
          <ac:chgData name="Somak Das" userId="S::sdas@floridapoly.edu::98cebb13-2fc4-4808-95b9-daeb7e6acc01" providerId="AD" clId="Web-{EA2B3DF1-9213-68D3-CE47-D9DB2C883797}" dt="2024-09-16T14:27:33.231" v="17" actId="1076"/>
          <ac:spMkLst>
            <pc:docMk/>
            <pc:sldMk cId="4151336825" sldId="378"/>
            <ac:spMk id="2" creationId="{759D9DBF-9C2C-417C-A23D-83C897A4DDC9}"/>
          </ac:spMkLst>
        </pc:spChg>
        <pc:spChg chg="mod">
          <ac:chgData name="Somak Das" userId="S::sdas@floridapoly.edu::98cebb13-2fc4-4808-95b9-daeb7e6acc01" providerId="AD" clId="Web-{EA2B3DF1-9213-68D3-CE47-D9DB2C883797}" dt="2024-09-16T14:27:37.434" v="18" actId="1076"/>
          <ac:spMkLst>
            <pc:docMk/>
            <pc:sldMk cId="4151336825" sldId="378"/>
            <ac:spMk id="8" creationId="{C50EF145-7639-DABE-9E0E-C2DD0841793A}"/>
          </ac:spMkLst>
        </pc:spChg>
        <pc:spChg chg="add mod">
          <ac:chgData name="Somak Das" userId="S::sdas@floridapoly.edu::98cebb13-2fc4-4808-95b9-daeb7e6acc01" providerId="AD" clId="Web-{EA2B3DF1-9213-68D3-CE47-D9DB2C883797}" dt="2024-09-16T14:28:18.904" v="38" actId="20577"/>
          <ac:spMkLst>
            <pc:docMk/>
            <pc:sldMk cId="4151336825" sldId="378"/>
            <ac:spMk id="13" creationId="{4BF57F60-00E2-5DCF-C3D4-9E403AE7E3C8}"/>
          </ac:spMkLst>
        </pc:spChg>
      </pc:sldChg>
      <pc:sldChg chg="addSp modSp new">
        <pc:chgData name="Somak Das" userId="S::sdas@floridapoly.edu::98cebb13-2fc4-4808-95b9-daeb7e6acc01" providerId="AD" clId="Web-{EA2B3DF1-9213-68D3-CE47-D9DB2C883797}" dt="2024-09-16T14:32:27.284" v="149" actId="1076"/>
        <pc:sldMkLst>
          <pc:docMk/>
          <pc:sldMk cId="682730788" sldId="379"/>
        </pc:sldMkLst>
        <pc:spChg chg="mod">
          <ac:chgData name="Somak Das" userId="S::sdas@floridapoly.edu::98cebb13-2fc4-4808-95b9-daeb7e6acc01" providerId="AD" clId="Web-{EA2B3DF1-9213-68D3-CE47-D9DB2C883797}" dt="2024-09-16T14:29:06.217" v="54" actId="20577"/>
          <ac:spMkLst>
            <pc:docMk/>
            <pc:sldMk cId="682730788" sldId="379"/>
            <ac:spMk id="2" creationId="{8446BEA8-45E3-E49A-E91E-DA0A3F55DEE7}"/>
          </ac:spMkLst>
        </pc:spChg>
        <pc:spChg chg="mod">
          <ac:chgData name="Somak Das" userId="S::sdas@floridapoly.edu::98cebb13-2fc4-4808-95b9-daeb7e6acc01" providerId="AD" clId="Web-{EA2B3DF1-9213-68D3-CE47-D9DB2C883797}" dt="2024-09-16T14:31:49.674" v="145" actId="20577"/>
          <ac:spMkLst>
            <pc:docMk/>
            <pc:sldMk cId="682730788" sldId="379"/>
            <ac:spMk id="3" creationId="{7148397E-1742-B388-1161-F9CCFD71CF06}"/>
          </ac:spMkLst>
        </pc:spChg>
        <pc:picChg chg="add mod">
          <ac:chgData name="Somak Das" userId="S::sdas@floridapoly.edu::98cebb13-2fc4-4808-95b9-daeb7e6acc01" providerId="AD" clId="Web-{EA2B3DF1-9213-68D3-CE47-D9DB2C883797}" dt="2024-09-16T14:32:27.284" v="149" actId="1076"/>
          <ac:picMkLst>
            <pc:docMk/>
            <pc:sldMk cId="682730788" sldId="379"/>
            <ac:picMk id="4" creationId="{B98CC49F-92C5-F65B-9692-065B3D24DBD8}"/>
          </ac:picMkLst>
        </pc:picChg>
      </pc:sldChg>
      <pc:sldChg chg="addSp delSp modSp new del mod modClrScheme chgLayout">
        <pc:chgData name="Somak Das" userId="S::sdas@floridapoly.edu::98cebb13-2fc4-4808-95b9-daeb7e6acc01" providerId="AD" clId="Web-{EA2B3DF1-9213-68D3-CE47-D9DB2C883797}" dt="2024-09-16T14:40:07.889" v="249"/>
        <pc:sldMkLst>
          <pc:docMk/>
          <pc:sldMk cId="755782563" sldId="380"/>
        </pc:sldMkLst>
        <pc:spChg chg="del">
          <ac:chgData name="Somak Das" userId="S::sdas@floridapoly.edu::98cebb13-2fc4-4808-95b9-daeb7e6acc01" providerId="AD" clId="Web-{EA2B3DF1-9213-68D3-CE47-D9DB2C883797}" dt="2024-09-16T14:32:46.847" v="151"/>
          <ac:spMkLst>
            <pc:docMk/>
            <pc:sldMk cId="755782563" sldId="380"/>
            <ac:spMk id="2" creationId="{3BD3C374-99B8-0389-278A-E73F7E46FE67}"/>
          </ac:spMkLst>
        </pc:spChg>
        <pc:spChg chg="del">
          <ac:chgData name="Somak Das" userId="S::sdas@floridapoly.edu::98cebb13-2fc4-4808-95b9-daeb7e6acc01" providerId="AD" clId="Web-{EA2B3DF1-9213-68D3-CE47-D9DB2C883797}" dt="2024-09-16T14:32:46.847" v="151"/>
          <ac:spMkLst>
            <pc:docMk/>
            <pc:sldMk cId="755782563" sldId="380"/>
            <ac:spMk id="3" creationId="{CC2CFEB3-4EED-92F7-30FA-48A1B802E839}"/>
          </ac:spMkLst>
        </pc:spChg>
        <pc:picChg chg="add mod">
          <ac:chgData name="Somak Das" userId="S::sdas@floridapoly.edu::98cebb13-2fc4-4808-95b9-daeb7e6acc01" providerId="AD" clId="Web-{EA2B3DF1-9213-68D3-CE47-D9DB2C883797}" dt="2024-09-16T14:33:23.598" v="154" actId="14100"/>
          <ac:picMkLst>
            <pc:docMk/>
            <pc:sldMk cId="755782563" sldId="380"/>
            <ac:picMk id="4" creationId="{28BBB1E6-3D14-6212-A28A-0655A9C03A7C}"/>
          </ac:picMkLst>
        </pc:picChg>
        <pc:picChg chg="add mod">
          <ac:chgData name="Somak Das" userId="S::sdas@floridapoly.edu::98cebb13-2fc4-4808-95b9-daeb7e6acc01" providerId="AD" clId="Web-{EA2B3DF1-9213-68D3-CE47-D9DB2C883797}" dt="2024-09-16T14:34:19.225" v="162" actId="1076"/>
          <ac:picMkLst>
            <pc:docMk/>
            <pc:sldMk cId="755782563" sldId="380"/>
            <ac:picMk id="6" creationId="{2E488876-7EC6-6B44-8BAC-D176F4B24C57}"/>
          </ac:picMkLst>
        </pc:picChg>
        <pc:picChg chg="add mod">
          <ac:chgData name="Somak Das" userId="S::sdas@floridapoly.edu::98cebb13-2fc4-4808-95b9-daeb7e6acc01" providerId="AD" clId="Web-{EA2B3DF1-9213-68D3-CE47-D9DB2C883797}" dt="2024-09-16T14:34:24.131" v="163" actId="1076"/>
          <ac:picMkLst>
            <pc:docMk/>
            <pc:sldMk cId="755782563" sldId="380"/>
            <ac:picMk id="8" creationId="{302C2720-0BB7-F560-26AC-BC7D0DA2497B}"/>
          </ac:picMkLst>
        </pc:picChg>
      </pc:sldChg>
      <pc:sldChg chg="addSp delSp modSp add">
        <pc:chgData name="Somak Das" userId="S::sdas@floridapoly.edu::98cebb13-2fc4-4808-95b9-daeb7e6acc01" providerId="AD" clId="Web-{EA2B3DF1-9213-68D3-CE47-D9DB2C883797}" dt="2024-09-16T14:39:30.325" v="248" actId="1076"/>
        <pc:sldMkLst>
          <pc:docMk/>
          <pc:sldMk cId="4097139382" sldId="385"/>
        </pc:sldMkLst>
        <pc:spChg chg="del">
          <ac:chgData name="Somak Das" userId="S::sdas@floridapoly.edu::98cebb13-2fc4-4808-95b9-daeb7e6acc01" providerId="AD" clId="Web-{EA2B3DF1-9213-68D3-CE47-D9DB2C883797}" dt="2024-09-16T14:36:13.180" v="165"/>
          <ac:spMkLst>
            <pc:docMk/>
            <pc:sldMk cId="4097139382" sldId="385"/>
            <ac:spMk id="2" creationId="{4D3BEB11-28D7-C522-E5E9-6807A609E96E}"/>
          </ac:spMkLst>
        </pc:spChg>
        <pc:spChg chg="add del mod">
          <ac:chgData name="Somak Das" userId="S::sdas@floridapoly.edu::98cebb13-2fc4-4808-95b9-daeb7e6acc01" providerId="AD" clId="Web-{EA2B3DF1-9213-68D3-CE47-D9DB2C883797}" dt="2024-09-16T14:36:17.915" v="167"/>
          <ac:spMkLst>
            <pc:docMk/>
            <pc:sldMk cId="4097139382" sldId="385"/>
            <ac:spMk id="9" creationId="{3D4E5F81-59ED-5877-AA7A-25A77D8305F8}"/>
          </ac:spMkLst>
        </pc:spChg>
        <pc:spChg chg="del mod">
          <ac:chgData name="Somak Das" userId="S::sdas@floridapoly.edu::98cebb13-2fc4-4808-95b9-daeb7e6acc01" providerId="AD" clId="Web-{EA2B3DF1-9213-68D3-CE47-D9DB2C883797}" dt="2024-09-16T14:37:36.088" v="222"/>
          <ac:spMkLst>
            <pc:docMk/>
            <pc:sldMk cId="4097139382" sldId="385"/>
            <ac:spMk id="15" creationId="{216BFA64-3032-6100-5E2A-946FC81C6E09}"/>
          </ac:spMkLst>
        </pc:spChg>
        <pc:spChg chg="mod">
          <ac:chgData name="Somak Das" userId="S::sdas@floridapoly.edu::98cebb13-2fc4-4808-95b9-daeb7e6acc01" providerId="AD" clId="Web-{EA2B3DF1-9213-68D3-CE47-D9DB2C883797}" dt="2024-09-16T14:37:26.276" v="213" actId="1076"/>
          <ac:spMkLst>
            <pc:docMk/>
            <pc:sldMk cId="4097139382" sldId="385"/>
            <ac:spMk id="16" creationId="{C3D88507-9FDA-2FBE-D93F-E4D99E8C49B8}"/>
          </ac:spMkLst>
        </pc:spChg>
        <pc:spChg chg="mod">
          <ac:chgData name="Somak Das" userId="S::sdas@floridapoly.edu::98cebb13-2fc4-4808-95b9-daeb7e6acc01" providerId="AD" clId="Web-{EA2B3DF1-9213-68D3-CE47-D9DB2C883797}" dt="2024-09-16T14:37:26.276" v="214" actId="1076"/>
          <ac:spMkLst>
            <pc:docMk/>
            <pc:sldMk cId="4097139382" sldId="385"/>
            <ac:spMk id="18" creationId="{06720BA1-AA1B-A1BC-B8B2-267872770798}"/>
          </ac:spMkLst>
        </pc:spChg>
        <pc:spChg chg="mod">
          <ac:chgData name="Somak Das" userId="S::sdas@floridapoly.edu::98cebb13-2fc4-4808-95b9-daeb7e6acc01" providerId="AD" clId="Web-{EA2B3DF1-9213-68D3-CE47-D9DB2C883797}" dt="2024-09-16T14:37:54.526" v="239" actId="20577"/>
          <ac:spMkLst>
            <pc:docMk/>
            <pc:sldMk cId="4097139382" sldId="385"/>
            <ac:spMk id="20" creationId="{B58B756D-DE9D-6F4C-285B-A8FDECD8D17B}"/>
          </ac:spMkLst>
        </pc:spChg>
        <pc:spChg chg="mod">
          <ac:chgData name="Somak Das" userId="S::sdas@floridapoly.edu::98cebb13-2fc4-4808-95b9-daeb7e6acc01" providerId="AD" clId="Web-{EA2B3DF1-9213-68D3-CE47-D9DB2C883797}" dt="2024-09-16T14:37:26.307" v="217" actId="1076"/>
          <ac:spMkLst>
            <pc:docMk/>
            <pc:sldMk cId="4097139382" sldId="385"/>
            <ac:spMk id="22" creationId="{49A377C7-B240-7293-8B74-CD3E3D41A9B0}"/>
          </ac:spMkLst>
        </pc:spChg>
        <pc:spChg chg="mod">
          <ac:chgData name="Somak Das" userId="S::sdas@floridapoly.edu::98cebb13-2fc4-4808-95b9-daeb7e6acc01" providerId="AD" clId="Web-{EA2B3DF1-9213-68D3-CE47-D9DB2C883797}" dt="2024-09-16T14:38:20.574" v="241" actId="20577"/>
          <ac:spMkLst>
            <pc:docMk/>
            <pc:sldMk cId="4097139382" sldId="385"/>
            <ac:spMk id="23" creationId="{EED19BB9-6417-A715-EA61-35E372144DE2}"/>
          </ac:spMkLst>
        </pc:spChg>
        <pc:spChg chg="mod">
          <ac:chgData name="Somak Das" userId="S::sdas@floridapoly.edu::98cebb13-2fc4-4808-95b9-daeb7e6acc01" providerId="AD" clId="Web-{EA2B3DF1-9213-68D3-CE47-D9DB2C883797}" dt="2024-09-16T14:37:45.026" v="228" actId="1076"/>
          <ac:spMkLst>
            <pc:docMk/>
            <pc:sldMk cId="4097139382" sldId="385"/>
            <ac:spMk id="33" creationId="{76D45FCB-D5BE-3F91-BD77-8FD4898AF9EA}"/>
          </ac:spMkLst>
        </pc:spChg>
        <pc:spChg chg="mod">
          <ac:chgData name="Somak Das" userId="S::sdas@floridapoly.edu::98cebb13-2fc4-4808-95b9-daeb7e6acc01" providerId="AD" clId="Web-{EA2B3DF1-9213-68D3-CE47-D9DB2C883797}" dt="2024-09-16T14:39:30.325" v="248" actId="1076"/>
          <ac:spMkLst>
            <pc:docMk/>
            <pc:sldMk cId="4097139382" sldId="385"/>
            <ac:spMk id="34" creationId="{CC3EC1D0-9C54-1270-3E9D-E74CDAD1929B}"/>
          </ac:spMkLst>
        </pc:spChg>
        <pc:spChg chg="mod">
          <ac:chgData name="Somak Das" userId="S::sdas@floridapoly.edu::98cebb13-2fc4-4808-95b9-daeb7e6acc01" providerId="AD" clId="Web-{EA2B3DF1-9213-68D3-CE47-D9DB2C883797}" dt="2024-09-16T14:37:50.464" v="237" actId="20577"/>
          <ac:spMkLst>
            <pc:docMk/>
            <pc:sldMk cId="4097139382" sldId="385"/>
            <ac:spMk id="35" creationId="{20E81312-B6AF-45F1-6841-2A0ED56D4BDC}"/>
          </ac:spMkLst>
        </pc:spChg>
        <pc:spChg chg="mod">
          <ac:chgData name="Somak Das" userId="S::sdas@floridapoly.edu::98cebb13-2fc4-4808-95b9-daeb7e6acc01" providerId="AD" clId="Web-{EA2B3DF1-9213-68D3-CE47-D9DB2C883797}" dt="2024-09-16T14:37:45.073" v="233" actId="1076"/>
          <ac:spMkLst>
            <pc:docMk/>
            <pc:sldMk cId="4097139382" sldId="385"/>
            <ac:spMk id="37" creationId="{EE788281-A85A-6A81-A47E-84ED545A5398}"/>
          </ac:spMkLst>
        </pc:spChg>
        <pc:spChg chg="del mod">
          <ac:chgData name="Somak Das" userId="S::sdas@floridapoly.edu::98cebb13-2fc4-4808-95b9-daeb7e6acc01" providerId="AD" clId="Web-{EA2B3DF1-9213-68D3-CE47-D9DB2C883797}" dt="2024-09-16T14:36:57.744" v="204"/>
          <ac:spMkLst>
            <pc:docMk/>
            <pc:sldMk cId="4097139382" sldId="385"/>
            <ac:spMk id="42" creationId="{BCACE951-AC7C-8308-3377-BF4F5A69B9AD}"/>
          </ac:spMkLst>
        </pc:spChg>
        <pc:picChg chg="mod">
          <ac:chgData name="Somak Das" userId="S::sdas@floridapoly.edu::98cebb13-2fc4-4808-95b9-daeb7e6acc01" providerId="AD" clId="Web-{EA2B3DF1-9213-68D3-CE47-D9DB2C883797}" dt="2024-09-16T14:37:45.010" v="224" actId="1076"/>
          <ac:picMkLst>
            <pc:docMk/>
            <pc:sldMk cId="4097139382" sldId="385"/>
            <ac:picMk id="5" creationId="{63AC7670-6DC5-7960-AC16-50AC8F8E2B9B}"/>
          </ac:picMkLst>
        </pc:picChg>
        <pc:picChg chg="mod">
          <ac:chgData name="Somak Das" userId="S::sdas@floridapoly.edu::98cebb13-2fc4-4808-95b9-daeb7e6acc01" providerId="AD" clId="Web-{EA2B3DF1-9213-68D3-CE47-D9DB2C883797}" dt="2024-09-16T14:37:26.244" v="207" actId="1076"/>
          <ac:picMkLst>
            <pc:docMk/>
            <pc:sldMk cId="4097139382" sldId="385"/>
            <ac:picMk id="6" creationId="{DA05F2B8-F03B-B63B-4AA2-4E906B0FA76F}"/>
          </ac:picMkLst>
        </pc:picChg>
        <pc:picChg chg="del mod">
          <ac:chgData name="Somak Das" userId="S::sdas@floridapoly.edu::98cebb13-2fc4-4808-95b9-daeb7e6acc01" providerId="AD" clId="Web-{EA2B3DF1-9213-68D3-CE47-D9DB2C883797}" dt="2024-09-16T14:37:30.948" v="221"/>
          <ac:picMkLst>
            <pc:docMk/>
            <pc:sldMk cId="4097139382" sldId="385"/>
            <ac:picMk id="12" creationId="{34DABB26-E85B-E3AA-5B48-DA322D7BCAE3}"/>
          </ac:picMkLst>
        </pc:picChg>
        <pc:picChg chg="del mod">
          <ac:chgData name="Somak Das" userId="S::sdas@floridapoly.edu::98cebb13-2fc4-4808-95b9-daeb7e6acc01" providerId="AD" clId="Web-{EA2B3DF1-9213-68D3-CE47-D9DB2C883797}" dt="2024-09-16T14:37:36.088" v="223"/>
          <ac:picMkLst>
            <pc:docMk/>
            <pc:sldMk cId="4097139382" sldId="385"/>
            <ac:picMk id="13" creationId="{5237F4B0-22FF-5564-DA6C-E106786C82A3}"/>
          </ac:picMkLst>
        </pc:picChg>
        <pc:picChg chg="add mod">
          <ac:chgData name="Somak Das" userId="S::sdas@floridapoly.edu::98cebb13-2fc4-4808-95b9-daeb7e6acc01" providerId="AD" clId="Web-{EA2B3DF1-9213-68D3-CE47-D9DB2C883797}" dt="2024-09-16T14:39:21.888" v="247" actId="1076"/>
          <ac:picMkLst>
            <pc:docMk/>
            <pc:sldMk cId="4097139382" sldId="385"/>
            <ac:picMk id="17" creationId="{740AEE88-34BF-51CA-4690-1BF35D2FBCCA}"/>
          </ac:picMkLst>
        </pc:picChg>
        <pc:picChg chg="del mod">
          <ac:chgData name="Somak Das" userId="S::sdas@floridapoly.edu::98cebb13-2fc4-4808-95b9-daeb7e6acc01" providerId="AD" clId="Web-{EA2B3DF1-9213-68D3-CE47-D9DB2C883797}" dt="2024-09-16T14:36:54.275" v="203"/>
          <ac:picMkLst>
            <pc:docMk/>
            <pc:sldMk cId="4097139382" sldId="385"/>
            <ac:picMk id="41" creationId="{39AD12CE-494B-D6E3-DBE8-874E4D25ADC1}"/>
          </ac:picMkLst>
        </pc:picChg>
        <pc:picChg chg="del mod">
          <ac:chgData name="Somak Das" userId="S::sdas@floridapoly.edu::98cebb13-2fc4-4808-95b9-daeb7e6acc01" providerId="AD" clId="Web-{EA2B3DF1-9213-68D3-CE47-D9DB2C883797}" dt="2024-09-16T14:36:50.634" v="202"/>
          <ac:picMkLst>
            <pc:docMk/>
            <pc:sldMk cId="4097139382" sldId="385"/>
            <ac:picMk id="43" creationId="{6F18D2FE-99EE-EB6A-20A1-2D88722A28CF}"/>
          </ac:picMkLst>
        </pc:picChg>
        <pc:cxnChg chg="mod">
          <ac:chgData name="Somak Das" userId="S::sdas@floridapoly.edu::98cebb13-2fc4-4808-95b9-daeb7e6acc01" providerId="AD" clId="Web-{EA2B3DF1-9213-68D3-CE47-D9DB2C883797}" dt="2024-09-16T14:37:26.244" v="208" actId="1076"/>
          <ac:cxnSpMkLst>
            <pc:docMk/>
            <pc:sldMk cId="4097139382" sldId="385"/>
            <ac:cxnSpMk id="4" creationId="{5241E302-41A1-D6DD-8309-C7D30224537E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26.244" v="209" actId="1076"/>
          <ac:cxnSpMkLst>
            <pc:docMk/>
            <pc:sldMk cId="4097139382" sldId="385"/>
            <ac:cxnSpMk id="7" creationId="{3F3ACF04-EF1A-C300-A80C-AEA3AAC516EB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26.260" v="210" actId="1076"/>
          <ac:cxnSpMkLst>
            <pc:docMk/>
            <pc:sldMk cId="4097139382" sldId="385"/>
            <ac:cxnSpMk id="8" creationId="{B0DB6124-05F3-B036-B622-27403D8DA94D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26.260" v="211" actId="1076"/>
          <ac:cxnSpMkLst>
            <pc:docMk/>
            <pc:sldMk cId="4097139382" sldId="385"/>
            <ac:cxnSpMk id="11" creationId="{7C5AB2A7-D4B0-A9D9-2A25-C4D39F684439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26.260" v="212" actId="1076"/>
          <ac:cxnSpMkLst>
            <pc:docMk/>
            <pc:sldMk cId="4097139382" sldId="385"/>
            <ac:cxnSpMk id="14" creationId="{2378EE44-7010-9463-9760-DD05E3FADAFB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26.291" v="216" actId="1076"/>
          <ac:cxnSpMkLst>
            <pc:docMk/>
            <pc:sldMk cId="4097139382" sldId="385"/>
            <ac:cxnSpMk id="21" creationId="{558CA780-CAFD-34C8-79C3-798733E48F0F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26.307" v="219" actId="1076"/>
          <ac:cxnSpMkLst>
            <pc:docMk/>
            <pc:sldMk cId="4097139382" sldId="385"/>
            <ac:cxnSpMk id="26" creationId="{40EEB2DE-E7EE-0EDA-4C29-71D034DA6B4A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26.323" v="220" actId="1076"/>
          <ac:cxnSpMkLst>
            <pc:docMk/>
            <pc:sldMk cId="4097139382" sldId="385"/>
            <ac:cxnSpMk id="27" creationId="{2C1CB99D-E14D-4F85-4C75-00E3B1647E71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45.010" v="226" actId="1076"/>
          <ac:cxnSpMkLst>
            <pc:docMk/>
            <pc:sldMk cId="4097139382" sldId="385"/>
            <ac:cxnSpMk id="28" creationId="{8A277EBF-D585-7721-7E37-8FE3AF591879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45.010" v="225" actId="1076"/>
          <ac:cxnSpMkLst>
            <pc:docMk/>
            <pc:sldMk cId="4097139382" sldId="385"/>
            <ac:cxnSpMk id="29" creationId="{ACEC1CCC-0EE7-9D59-FF24-ADE2B2D1D5E9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45.073" v="235" actId="1076"/>
          <ac:cxnSpMkLst>
            <pc:docMk/>
            <pc:sldMk cId="4097139382" sldId="385"/>
            <ac:cxnSpMk id="30" creationId="{9FFC5A06-F959-B138-B877-DF86218DC8B8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45.026" v="227" actId="1076"/>
          <ac:cxnSpMkLst>
            <pc:docMk/>
            <pc:sldMk cId="4097139382" sldId="385"/>
            <ac:cxnSpMk id="31" creationId="{1007B27B-001B-E292-23BF-FFB24DFC80B0}"/>
          </ac:cxnSpMkLst>
        </pc:cxnChg>
        <pc:cxnChg chg="mod">
          <ac:chgData name="Somak Das" userId="S::sdas@floridapoly.edu::98cebb13-2fc4-4808-95b9-daeb7e6acc01" providerId="AD" clId="Web-{EA2B3DF1-9213-68D3-CE47-D9DB2C883797}" dt="2024-09-16T14:39:21.872" v="246" actId="1076"/>
          <ac:cxnSpMkLst>
            <pc:docMk/>
            <pc:sldMk cId="4097139382" sldId="385"/>
            <ac:cxnSpMk id="32" creationId="{3CE9D583-0F48-F1F4-7F2B-BE6BB12CE2AB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45.057" v="232" actId="1076"/>
          <ac:cxnSpMkLst>
            <pc:docMk/>
            <pc:sldMk cId="4097139382" sldId="385"/>
            <ac:cxnSpMk id="36" creationId="{906E7BA7-A7CF-DF12-E291-FFD0DB657D4F}"/>
          </ac:cxnSpMkLst>
        </pc:cxnChg>
        <pc:cxnChg chg="mod">
          <ac:chgData name="Somak Das" userId="S::sdas@floridapoly.edu::98cebb13-2fc4-4808-95b9-daeb7e6acc01" providerId="AD" clId="Web-{EA2B3DF1-9213-68D3-CE47-D9DB2C883797}" dt="2024-09-16T14:37:45.073" v="234" actId="1076"/>
          <ac:cxnSpMkLst>
            <pc:docMk/>
            <pc:sldMk cId="4097139382" sldId="385"/>
            <ac:cxnSpMk id="40" creationId="{A3F67B6F-3F8D-FC2E-1297-5102766B6269}"/>
          </ac:cxnSpMkLst>
        </pc:cxnChg>
      </pc:sldChg>
      <pc:sldChg chg="addSp delSp modSp add replId">
        <pc:chgData name="Somak Das" userId="S::sdas@floridapoly.edu::98cebb13-2fc4-4808-95b9-daeb7e6acc01" providerId="AD" clId="Web-{EA2B3DF1-9213-68D3-CE47-D9DB2C883797}" dt="2024-09-16T15:47:18.009" v="349" actId="1076"/>
        <pc:sldMkLst>
          <pc:docMk/>
          <pc:sldMk cId="4240469802" sldId="386"/>
        </pc:sldMkLst>
        <pc:spChg chg="add mod">
          <ac:chgData name="Somak Das" userId="S::sdas@floridapoly.edu::98cebb13-2fc4-4808-95b9-daeb7e6acc01" providerId="AD" clId="Web-{EA2B3DF1-9213-68D3-CE47-D9DB2C883797}" dt="2024-09-16T15:46:52.977" v="347" actId="20577"/>
          <ac:spMkLst>
            <pc:docMk/>
            <pc:sldMk cId="4240469802" sldId="386"/>
            <ac:spMk id="2" creationId="{9937CEB1-8E76-7772-D878-EB05C35F08A4}"/>
          </ac:spMkLst>
        </pc:spChg>
        <pc:spChg chg="add del mod">
          <ac:chgData name="Somak Das" userId="S::sdas@floridapoly.edu::98cebb13-2fc4-4808-95b9-daeb7e6acc01" providerId="AD" clId="Web-{EA2B3DF1-9213-68D3-CE47-D9DB2C883797}" dt="2024-09-16T14:42:24.189" v="267"/>
          <ac:spMkLst>
            <pc:docMk/>
            <pc:sldMk cId="4240469802" sldId="386"/>
            <ac:spMk id="2" creationId="{CE8EDDE9-1DEF-0060-80FD-23AE360ED46D}"/>
          </ac:spMkLst>
        </pc:spChg>
        <pc:spChg chg="mod">
          <ac:chgData name="Somak Das" userId="S::sdas@floridapoly.edu::98cebb13-2fc4-4808-95b9-daeb7e6acc01" providerId="AD" clId="Web-{EA2B3DF1-9213-68D3-CE47-D9DB2C883797}" dt="2024-09-16T14:59:12.555" v="292" actId="1076"/>
          <ac:spMkLst>
            <pc:docMk/>
            <pc:sldMk cId="4240469802" sldId="386"/>
            <ac:spMk id="16" creationId="{C3D88507-9FDA-2FBE-D93F-E4D99E8C49B8}"/>
          </ac:spMkLst>
        </pc:spChg>
        <pc:spChg chg="mod">
          <ac:chgData name="Somak Das" userId="S::sdas@floridapoly.edu::98cebb13-2fc4-4808-95b9-daeb7e6acc01" providerId="AD" clId="Web-{EA2B3DF1-9213-68D3-CE47-D9DB2C883797}" dt="2024-09-16T14:59:12.555" v="291" actId="1076"/>
          <ac:spMkLst>
            <pc:docMk/>
            <pc:sldMk cId="4240469802" sldId="386"/>
            <ac:spMk id="18" creationId="{06720BA1-AA1B-A1BC-B8B2-267872770798}"/>
          </ac:spMkLst>
        </pc:spChg>
        <pc:spChg chg="mod">
          <ac:chgData name="Somak Das" userId="S::sdas@floridapoly.edu::98cebb13-2fc4-4808-95b9-daeb7e6acc01" providerId="AD" clId="Web-{EA2B3DF1-9213-68D3-CE47-D9DB2C883797}" dt="2024-09-16T14:59:12.555" v="290" actId="1076"/>
          <ac:spMkLst>
            <pc:docMk/>
            <pc:sldMk cId="4240469802" sldId="386"/>
            <ac:spMk id="20" creationId="{B58B756D-DE9D-6F4C-285B-A8FDECD8D17B}"/>
          </ac:spMkLst>
        </pc:spChg>
        <pc:spChg chg="mod">
          <ac:chgData name="Somak Das" userId="S::sdas@floridapoly.edu::98cebb13-2fc4-4808-95b9-daeb7e6acc01" providerId="AD" clId="Web-{EA2B3DF1-9213-68D3-CE47-D9DB2C883797}" dt="2024-09-16T14:59:12.555" v="288" actId="1076"/>
          <ac:spMkLst>
            <pc:docMk/>
            <pc:sldMk cId="4240469802" sldId="386"/>
            <ac:spMk id="22" creationId="{49A377C7-B240-7293-8B74-CD3E3D41A9B0}"/>
          </ac:spMkLst>
        </pc:spChg>
        <pc:spChg chg="mod">
          <ac:chgData name="Somak Das" userId="S::sdas@floridapoly.edu::98cebb13-2fc4-4808-95b9-daeb7e6acc01" providerId="AD" clId="Web-{EA2B3DF1-9213-68D3-CE47-D9DB2C883797}" dt="2024-09-16T14:59:37.869" v="302" actId="1076"/>
          <ac:spMkLst>
            <pc:docMk/>
            <pc:sldMk cId="4240469802" sldId="386"/>
            <ac:spMk id="23" creationId="{EED19BB9-6417-A715-EA61-35E372144DE2}"/>
          </ac:spMkLst>
        </pc:spChg>
        <pc:spChg chg="del">
          <ac:chgData name="Somak Das" userId="S::sdas@floridapoly.edu::98cebb13-2fc4-4808-95b9-daeb7e6acc01" providerId="AD" clId="Web-{EA2B3DF1-9213-68D3-CE47-D9DB2C883797}" dt="2024-09-16T14:40:46.061" v="260"/>
          <ac:spMkLst>
            <pc:docMk/>
            <pc:sldMk cId="4240469802" sldId="386"/>
            <ac:spMk id="33" creationId="{76D45FCB-D5BE-3F91-BD77-8FD4898AF9EA}"/>
          </ac:spMkLst>
        </pc:spChg>
        <pc:spChg chg="del">
          <ac:chgData name="Somak Das" userId="S::sdas@floridapoly.edu::98cebb13-2fc4-4808-95b9-daeb7e6acc01" providerId="AD" clId="Web-{EA2B3DF1-9213-68D3-CE47-D9DB2C883797}" dt="2024-09-16T14:40:46.061" v="258"/>
          <ac:spMkLst>
            <pc:docMk/>
            <pc:sldMk cId="4240469802" sldId="386"/>
            <ac:spMk id="34" creationId="{CC3EC1D0-9C54-1270-3E9D-E74CDAD1929B}"/>
          </ac:spMkLst>
        </pc:spChg>
        <pc:spChg chg="del">
          <ac:chgData name="Somak Das" userId="S::sdas@floridapoly.edu::98cebb13-2fc4-4808-95b9-daeb7e6acc01" providerId="AD" clId="Web-{EA2B3DF1-9213-68D3-CE47-D9DB2C883797}" dt="2024-09-16T14:40:46.061" v="257"/>
          <ac:spMkLst>
            <pc:docMk/>
            <pc:sldMk cId="4240469802" sldId="386"/>
            <ac:spMk id="35" creationId="{20E81312-B6AF-45F1-6841-2A0ED56D4BDC}"/>
          </ac:spMkLst>
        </pc:spChg>
        <pc:spChg chg="del">
          <ac:chgData name="Somak Das" userId="S::sdas@floridapoly.edu::98cebb13-2fc4-4808-95b9-daeb7e6acc01" providerId="AD" clId="Web-{EA2B3DF1-9213-68D3-CE47-D9DB2C883797}" dt="2024-09-16T14:40:46.061" v="255"/>
          <ac:spMkLst>
            <pc:docMk/>
            <pc:sldMk cId="4240469802" sldId="386"/>
            <ac:spMk id="37" creationId="{EE788281-A85A-6A81-A47E-84ED545A5398}"/>
          </ac:spMkLst>
        </pc:spChg>
        <pc:picChg chg="add mod">
          <ac:chgData name="Somak Das" userId="S::sdas@floridapoly.edu::98cebb13-2fc4-4808-95b9-daeb7e6acc01" providerId="AD" clId="Web-{EA2B3DF1-9213-68D3-CE47-D9DB2C883797}" dt="2024-09-16T15:47:18.009" v="349" actId="1076"/>
          <ac:picMkLst>
            <pc:docMk/>
            <pc:sldMk cId="4240469802" sldId="386"/>
            <ac:picMk id="3" creationId="{71B41D8A-F5C8-AD26-4862-8F8EA5B7FDC1}"/>
          </ac:picMkLst>
        </pc:picChg>
        <pc:picChg chg="add del mod">
          <ac:chgData name="Somak Das" userId="S::sdas@floridapoly.edu::98cebb13-2fc4-4808-95b9-daeb7e6acc01" providerId="AD" clId="Web-{EA2B3DF1-9213-68D3-CE47-D9DB2C883797}" dt="2024-09-16T15:01:09.121" v="304"/>
          <ac:picMkLst>
            <pc:docMk/>
            <pc:sldMk cId="4240469802" sldId="386"/>
            <ac:picMk id="3" creationId="{FD4E9B6C-6DD7-FFB5-BF10-D7A0916DF9C8}"/>
          </ac:picMkLst>
        </pc:picChg>
        <pc:picChg chg="del">
          <ac:chgData name="Somak Das" userId="S::sdas@floridapoly.edu::98cebb13-2fc4-4808-95b9-daeb7e6acc01" providerId="AD" clId="Web-{EA2B3DF1-9213-68D3-CE47-D9DB2C883797}" dt="2024-09-16T14:40:46.061" v="264"/>
          <ac:picMkLst>
            <pc:docMk/>
            <pc:sldMk cId="4240469802" sldId="386"/>
            <ac:picMk id="5" creationId="{63AC7670-6DC5-7960-AC16-50AC8F8E2B9B}"/>
          </ac:picMkLst>
        </pc:picChg>
        <pc:picChg chg="mod">
          <ac:chgData name="Somak Das" userId="S::sdas@floridapoly.edu::98cebb13-2fc4-4808-95b9-daeb7e6acc01" providerId="AD" clId="Web-{EA2B3DF1-9213-68D3-CE47-D9DB2C883797}" dt="2024-09-16T14:59:12.555" v="298" actId="1076"/>
          <ac:picMkLst>
            <pc:docMk/>
            <pc:sldMk cId="4240469802" sldId="386"/>
            <ac:picMk id="6" creationId="{DA05F2B8-F03B-B63B-4AA2-4E906B0FA76F}"/>
          </ac:picMkLst>
        </pc:picChg>
        <pc:picChg chg="add mod">
          <ac:chgData name="Somak Das" userId="S::sdas@floridapoly.edu::98cebb13-2fc4-4808-95b9-daeb7e6acc01" providerId="AD" clId="Web-{EA2B3DF1-9213-68D3-CE47-D9DB2C883797}" dt="2024-09-16T15:01:34.668" v="308" actId="14100"/>
          <ac:picMkLst>
            <pc:docMk/>
            <pc:sldMk cId="4240469802" sldId="386"/>
            <ac:picMk id="9" creationId="{5B54F38F-4C97-FEB1-A10A-3D7905A0112F}"/>
          </ac:picMkLst>
        </pc:picChg>
        <pc:picChg chg="add del">
          <ac:chgData name="Somak Das" userId="S::sdas@floridapoly.edu::98cebb13-2fc4-4808-95b9-daeb7e6acc01" providerId="AD" clId="Web-{EA2B3DF1-9213-68D3-CE47-D9DB2C883797}" dt="2024-09-16T14:40:33.389" v="252"/>
          <ac:picMkLst>
            <pc:docMk/>
            <pc:sldMk cId="4240469802" sldId="386"/>
            <ac:picMk id="17" creationId="{740AEE88-34BF-51CA-4690-1BF35D2FBCCA}"/>
          </ac:picMkLst>
        </pc:picChg>
        <pc:cxnChg chg="mod">
          <ac:chgData name="Somak Das" userId="S::sdas@floridapoly.edu::98cebb13-2fc4-4808-95b9-daeb7e6acc01" providerId="AD" clId="Web-{EA2B3DF1-9213-68D3-CE47-D9DB2C883797}" dt="2024-09-16T14:59:12.555" v="297" actId="1076"/>
          <ac:cxnSpMkLst>
            <pc:docMk/>
            <pc:sldMk cId="4240469802" sldId="386"/>
            <ac:cxnSpMk id="4" creationId="{5241E302-41A1-D6DD-8309-C7D30224537E}"/>
          </ac:cxnSpMkLst>
        </pc:cxnChg>
        <pc:cxnChg chg="mod">
          <ac:chgData name="Somak Das" userId="S::sdas@floridapoly.edu::98cebb13-2fc4-4808-95b9-daeb7e6acc01" providerId="AD" clId="Web-{EA2B3DF1-9213-68D3-CE47-D9DB2C883797}" dt="2024-09-16T14:59:12.555" v="296" actId="1076"/>
          <ac:cxnSpMkLst>
            <pc:docMk/>
            <pc:sldMk cId="4240469802" sldId="386"/>
            <ac:cxnSpMk id="7" creationId="{3F3ACF04-EF1A-C300-A80C-AEA3AAC516EB}"/>
          </ac:cxnSpMkLst>
        </pc:cxnChg>
        <pc:cxnChg chg="mod">
          <ac:chgData name="Somak Das" userId="S::sdas@floridapoly.edu::98cebb13-2fc4-4808-95b9-daeb7e6acc01" providerId="AD" clId="Web-{EA2B3DF1-9213-68D3-CE47-D9DB2C883797}" dt="2024-09-16T14:59:12.555" v="295" actId="1076"/>
          <ac:cxnSpMkLst>
            <pc:docMk/>
            <pc:sldMk cId="4240469802" sldId="386"/>
            <ac:cxnSpMk id="8" creationId="{B0DB6124-05F3-B036-B622-27403D8DA94D}"/>
          </ac:cxnSpMkLst>
        </pc:cxnChg>
        <pc:cxnChg chg="mod">
          <ac:chgData name="Somak Das" userId="S::sdas@floridapoly.edu::98cebb13-2fc4-4808-95b9-daeb7e6acc01" providerId="AD" clId="Web-{EA2B3DF1-9213-68D3-CE47-D9DB2C883797}" dt="2024-09-16T14:59:12.555" v="294" actId="1076"/>
          <ac:cxnSpMkLst>
            <pc:docMk/>
            <pc:sldMk cId="4240469802" sldId="386"/>
            <ac:cxnSpMk id="11" creationId="{7C5AB2A7-D4B0-A9D9-2A25-C4D39F684439}"/>
          </ac:cxnSpMkLst>
        </pc:cxnChg>
        <pc:cxnChg chg="mod">
          <ac:chgData name="Somak Das" userId="S::sdas@floridapoly.edu::98cebb13-2fc4-4808-95b9-daeb7e6acc01" providerId="AD" clId="Web-{EA2B3DF1-9213-68D3-CE47-D9DB2C883797}" dt="2024-09-16T14:59:12.555" v="293" actId="1076"/>
          <ac:cxnSpMkLst>
            <pc:docMk/>
            <pc:sldMk cId="4240469802" sldId="386"/>
            <ac:cxnSpMk id="14" creationId="{2378EE44-7010-9463-9760-DD05E3FADAFB}"/>
          </ac:cxnSpMkLst>
        </pc:cxnChg>
        <pc:cxnChg chg="mod">
          <ac:chgData name="Somak Das" userId="S::sdas@floridapoly.edu::98cebb13-2fc4-4808-95b9-daeb7e6acc01" providerId="AD" clId="Web-{EA2B3DF1-9213-68D3-CE47-D9DB2C883797}" dt="2024-09-16T14:59:12.555" v="289" actId="1076"/>
          <ac:cxnSpMkLst>
            <pc:docMk/>
            <pc:sldMk cId="4240469802" sldId="386"/>
            <ac:cxnSpMk id="21" creationId="{558CA780-CAFD-34C8-79C3-798733E48F0F}"/>
          </ac:cxnSpMkLst>
        </pc:cxnChg>
        <pc:cxnChg chg="mod">
          <ac:chgData name="Somak Das" userId="S::sdas@floridapoly.edu::98cebb13-2fc4-4808-95b9-daeb7e6acc01" providerId="AD" clId="Web-{EA2B3DF1-9213-68D3-CE47-D9DB2C883797}" dt="2024-09-16T14:59:54.056" v="303" actId="14100"/>
          <ac:cxnSpMkLst>
            <pc:docMk/>
            <pc:sldMk cId="4240469802" sldId="386"/>
            <ac:cxnSpMk id="26" creationId="{40EEB2DE-E7EE-0EDA-4C29-71D034DA6B4A}"/>
          </ac:cxnSpMkLst>
        </pc:cxnChg>
        <pc:cxnChg chg="mod">
          <ac:chgData name="Somak Das" userId="S::sdas@floridapoly.edu::98cebb13-2fc4-4808-95b9-daeb7e6acc01" providerId="AD" clId="Web-{EA2B3DF1-9213-68D3-CE47-D9DB2C883797}" dt="2024-09-16T14:59:12.555" v="285" actId="1076"/>
          <ac:cxnSpMkLst>
            <pc:docMk/>
            <pc:sldMk cId="4240469802" sldId="386"/>
            <ac:cxnSpMk id="27" creationId="{2C1CB99D-E14D-4F85-4C75-00E3B1647E71}"/>
          </ac:cxnSpMkLst>
        </pc:cxnChg>
        <pc:cxnChg chg="del">
          <ac:chgData name="Somak Das" userId="S::sdas@floridapoly.edu::98cebb13-2fc4-4808-95b9-daeb7e6acc01" providerId="AD" clId="Web-{EA2B3DF1-9213-68D3-CE47-D9DB2C883797}" dt="2024-09-16T14:40:46.061" v="262"/>
          <ac:cxnSpMkLst>
            <pc:docMk/>
            <pc:sldMk cId="4240469802" sldId="386"/>
            <ac:cxnSpMk id="28" creationId="{8A277EBF-D585-7721-7E37-8FE3AF591879}"/>
          </ac:cxnSpMkLst>
        </pc:cxnChg>
        <pc:cxnChg chg="del">
          <ac:chgData name="Somak Das" userId="S::sdas@floridapoly.edu::98cebb13-2fc4-4808-95b9-daeb7e6acc01" providerId="AD" clId="Web-{EA2B3DF1-9213-68D3-CE47-D9DB2C883797}" dt="2024-09-16T14:40:46.061" v="263"/>
          <ac:cxnSpMkLst>
            <pc:docMk/>
            <pc:sldMk cId="4240469802" sldId="386"/>
            <ac:cxnSpMk id="29" creationId="{ACEC1CCC-0EE7-9D59-FF24-ADE2B2D1D5E9}"/>
          </ac:cxnSpMkLst>
        </pc:cxnChg>
        <pc:cxnChg chg="del">
          <ac:chgData name="Somak Das" userId="S::sdas@floridapoly.edu::98cebb13-2fc4-4808-95b9-daeb7e6acc01" providerId="AD" clId="Web-{EA2B3DF1-9213-68D3-CE47-D9DB2C883797}" dt="2024-09-16T14:40:46.061" v="253"/>
          <ac:cxnSpMkLst>
            <pc:docMk/>
            <pc:sldMk cId="4240469802" sldId="386"/>
            <ac:cxnSpMk id="30" creationId="{9FFC5A06-F959-B138-B877-DF86218DC8B8}"/>
          </ac:cxnSpMkLst>
        </pc:cxnChg>
        <pc:cxnChg chg="del">
          <ac:chgData name="Somak Das" userId="S::sdas@floridapoly.edu::98cebb13-2fc4-4808-95b9-daeb7e6acc01" providerId="AD" clId="Web-{EA2B3DF1-9213-68D3-CE47-D9DB2C883797}" dt="2024-09-16T14:40:46.061" v="261"/>
          <ac:cxnSpMkLst>
            <pc:docMk/>
            <pc:sldMk cId="4240469802" sldId="386"/>
            <ac:cxnSpMk id="31" creationId="{1007B27B-001B-E292-23BF-FFB24DFC80B0}"/>
          </ac:cxnSpMkLst>
        </pc:cxnChg>
        <pc:cxnChg chg="del">
          <ac:chgData name="Somak Das" userId="S::sdas@floridapoly.edu::98cebb13-2fc4-4808-95b9-daeb7e6acc01" providerId="AD" clId="Web-{EA2B3DF1-9213-68D3-CE47-D9DB2C883797}" dt="2024-09-16T14:40:46.061" v="259"/>
          <ac:cxnSpMkLst>
            <pc:docMk/>
            <pc:sldMk cId="4240469802" sldId="386"/>
            <ac:cxnSpMk id="32" creationId="{3CE9D583-0F48-F1F4-7F2B-BE6BB12CE2AB}"/>
          </ac:cxnSpMkLst>
        </pc:cxnChg>
        <pc:cxnChg chg="del">
          <ac:chgData name="Somak Das" userId="S::sdas@floridapoly.edu::98cebb13-2fc4-4808-95b9-daeb7e6acc01" providerId="AD" clId="Web-{EA2B3DF1-9213-68D3-CE47-D9DB2C883797}" dt="2024-09-16T14:40:46.061" v="256"/>
          <ac:cxnSpMkLst>
            <pc:docMk/>
            <pc:sldMk cId="4240469802" sldId="386"/>
            <ac:cxnSpMk id="36" creationId="{906E7BA7-A7CF-DF12-E291-FFD0DB657D4F}"/>
          </ac:cxnSpMkLst>
        </pc:cxnChg>
        <pc:cxnChg chg="del">
          <ac:chgData name="Somak Das" userId="S::sdas@floridapoly.edu::98cebb13-2fc4-4808-95b9-daeb7e6acc01" providerId="AD" clId="Web-{EA2B3DF1-9213-68D3-CE47-D9DB2C883797}" dt="2024-09-16T14:40:46.061" v="254"/>
          <ac:cxnSpMkLst>
            <pc:docMk/>
            <pc:sldMk cId="4240469802" sldId="386"/>
            <ac:cxnSpMk id="40" creationId="{A3F67B6F-3F8D-FC2E-1297-5102766B6269}"/>
          </ac:cxnSpMkLst>
        </pc:cxnChg>
      </pc:sldChg>
      <pc:sldChg chg="addSp delSp modSp add replId">
        <pc:chgData name="Somak Das" userId="S::sdas@floridapoly.edu::98cebb13-2fc4-4808-95b9-daeb7e6acc01" providerId="AD" clId="Web-{EA2B3DF1-9213-68D3-CE47-D9DB2C883797}" dt="2024-09-16T17:29:10.437" v="476" actId="20577"/>
        <pc:sldMkLst>
          <pc:docMk/>
          <pc:sldMk cId="2281109796" sldId="387"/>
        </pc:sldMkLst>
        <pc:spChg chg="add mod">
          <ac:chgData name="Somak Das" userId="S::sdas@floridapoly.edu::98cebb13-2fc4-4808-95b9-daeb7e6acc01" providerId="AD" clId="Web-{EA2B3DF1-9213-68D3-CE47-D9DB2C883797}" dt="2024-09-16T15:54:44.286" v="410" actId="20577"/>
          <ac:spMkLst>
            <pc:docMk/>
            <pc:sldMk cId="2281109796" sldId="387"/>
            <ac:spMk id="2" creationId="{4D950BFE-9002-C8A3-6B37-952DEE4696B2}"/>
          </ac:spMkLst>
        </pc:spChg>
        <pc:spChg chg="add mod">
          <ac:chgData name="Somak Das" userId="S::sdas@floridapoly.edu::98cebb13-2fc4-4808-95b9-daeb7e6acc01" providerId="AD" clId="Web-{EA2B3DF1-9213-68D3-CE47-D9DB2C883797}" dt="2024-09-16T16:59:58.314" v="441" actId="20577"/>
          <ac:spMkLst>
            <pc:docMk/>
            <pc:sldMk cId="2281109796" sldId="387"/>
            <ac:spMk id="4" creationId="{B485DB15-EF40-86F6-9FA4-E98602DD0945}"/>
          </ac:spMkLst>
        </pc:spChg>
        <pc:spChg chg="add mod">
          <ac:chgData name="Somak Das" userId="S::sdas@floridapoly.edu::98cebb13-2fc4-4808-95b9-daeb7e6acc01" providerId="AD" clId="Web-{EA2B3DF1-9213-68D3-CE47-D9DB2C883797}" dt="2024-09-16T17:00:48.940" v="448" actId="1076"/>
          <ac:spMkLst>
            <pc:docMk/>
            <pc:sldMk cId="2281109796" sldId="387"/>
            <ac:spMk id="5" creationId="{B069ED5E-59B5-F4A0-B65E-AD004D75736D}"/>
          </ac:spMkLst>
        </pc:spChg>
        <pc:spChg chg="add mod">
          <ac:chgData name="Somak Das" userId="S::sdas@floridapoly.edu::98cebb13-2fc4-4808-95b9-daeb7e6acc01" providerId="AD" clId="Web-{EA2B3DF1-9213-68D3-CE47-D9DB2C883797}" dt="2024-09-16T17:29:10.437" v="476" actId="20577"/>
          <ac:spMkLst>
            <pc:docMk/>
            <pc:sldMk cId="2281109796" sldId="387"/>
            <ac:spMk id="6" creationId="{FBE8D96B-7D60-9DA8-88BE-BC4BCEAFAC86}"/>
          </ac:spMkLst>
        </pc:spChg>
        <pc:spChg chg="add mod">
          <ac:chgData name="Somak Das" userId="S::sdas@floridapoly.edu::98cebb13-2fc4-4808-95b9-daeb7e6acc01" providerId="AD" clId="Web-{EA2B3DF1-9213-68D3-CE47-D9DB2C883797}" dt="2024-09-16T17:01:28.785" v="458" actId="1076"/>
          <ac:spMkLst>
            <pc:docMk/>
            <pc:sldMk cId="2281109796" sldId="387"/>
            <ac:spMk id="7" creationId="{C0B90712-B798-B17C-04B1-0254F3300A8D}"/>
          </ac:spMkLst>
        </pc:spChg>
        <pc:spChg chg="add mod">
          <ac:chgData name="Somak Das" userId="S::sdas@floridapoly.edu::98cebb13-2fc4-4808-95b9-daeb7e6acc01" providerId="AD" clId="Web-{EA2B3DF1-9213-68D3-CE47-D9DB2C883797}" dt="2024-09-16T17:29:04.234" v="473" actId="14100"/>
          <ac:spMkLst>
            <pc:docMk/>
            <pc:sldMk cId="2281109796" sldId="387"/>
            <ac:spMk id="8" creationId="{6B0FD859-BF70-E85B-848B-B934BBAAABBB}"/>
          </ac:spMkLst>
        </pc:spChg>
        <pc:spChg chg="add mod">
          <ac:chgData name="Somak Das" userId="S::sdas@floridapoly.edu::98cebb13-2fc4-4808-95b9-daeb7e6acc01" providerId="AD" clId="Web-{EA2B3DF1-9213-68D3-CE47-D9DB2C883797}" dt="2024-09-16T17:28:01.654" v="460" actId="20577"/>
          <ac:spMkLst>
            <pc:docMk/>
            <pc:sldMk cId="2281109796" sldId="387"/>
            <ac:spMk id="10" creationId="{127F9E75-28DB-1815-3D5E-FD88DB54623C}"/>
          </ac:spMkLst>
        </pc:spChg>
        <pc:spChg chg="del">
          <ac:chgData name="Somak Das" userId="S::sdas@floridapoly.edu::98cebb13-2fc4-4808-95b9-daeb7e6acc01" providerId="AD" clId="Web-{EA2B3DF1-9213-68D3-CE47-D9DB2C883797}" dt="2024-09-16T15:55:09.834" v="422"/>
          <ac:spMkLst>
            <pc:docMk/>
            <pc:sldMk cId="2281109796" sldId="387"/>
            <ac:spMk id="16" creationId="{C3D88507-9FDA-2FBE-D93F-E4D99E8C49B8}"/>
          </ac:spMkLst>
        </pc:spChg>
        <pc:spChg chg="del">
          <ac:chgData name="Somak Das" userId="S::sdas@floridapoly.edu::98cebb13-2fc4-4808-95b9-daeb7e6acc01" providerId="AD" clId="Web-{EA2B3DF1-9213-68D3-CE47-D9DB2C883797}" dt="2024-09-16T15:55:09.834" v="421"/>
          <ac:spMkLst>
            <pc:docMk/>
            <pc:sldMk cId="2281109796" sldId="387"/>
            <ac:spMk id="18" creationId="{06720BA1-AA1B-A1BC-B8B2-267872770798}"/>
          </ac:spMkLst>
        </pc:spChg>
        <pc:spChg chg="del">
          <ac:chgData name="Somak Das" userId="S::sdas@floridapoly.edu::98cebb13-2fc4-4808-95b9-daeb7e6acc01" providerId="AD" clId="Web-{EA2B3DF1-9213-68D3-CE47-D9DB2C883797}" dt="2024-09-16T15:55:09.834" v="420"/>
          <ac:spMkLst>
            <pc:docMk/>
            <pc:sldMk cId="2281109796" sldId="387"/>
            <ac:spMk id="20" creationId="{B58B756D-DE9D-6F4C-285B-A8FDECD8D17B}"/>
          </ac:spMkLst>
        </pc:spChg>
        <pc:spChg chg="del">
          <ac:chgData name="Somak Das" userId="S::sdas@floridapoly.edu::98cebb13-2fc4-4808-95b9-daeb7e6acc01" providerId="AD" clId="Web-{EA2B3DF1-9213-68D3-CE47-D9DB2C883797}" dt="2024-09-16T15:55:09.834" v="418"/>
          <ac:spMkLst>
            <pc:docMk/>
            <pc:sldMk cId="2281109796" sldId="387"/>
            <ac:spMk id="22" creationId="{49A377C7-B240-7293-8B74-CD3E3D41A9B0}"/>
          </ac:spMkLst>
        </pc:spChg>
        <pc:spChg chg="del">
          <ac:chgData name="Somak Das" userId="S::sdas@floridapoly.edu::98cebb13-2fc4-4808-95b9-daeb7e6acc01" providerId="AD" clId="Web-{EA2B3DF1-9213-68D3-CE47-D9DB2C883797}" dt="2024-09-16T15:55:09.834" v="417"/>
          <ac:spMkLst>
            <pc:docMk/>
            <pc:sldMk cId="2281109796" sldId="387"/>
            <ac:spMk id="23" creationId="{EED19BB9-6417-A715-EA61-35E372144DE2}"/>
          </ac:spMkLst>
        </pc:spChg>
        <pc:picChg chg="add mod">
          <ac:chgData name="Somak Das" userId="S::sdas@floridapoly.edu::98cebb13-2fc4-4808-95b9-daeb7e6acc01" providerId="AD" clId="Web-{EA2B3DF1-9213-68D3-CE47-D9DB2C883797}" dt="2024-09-16T17:29:00.359" v="472" actId="1076"/>
          <ac:picMkLst>
            <pc:docMk/>
            <pc:sldMk cId="2281109796" sldId="387"/>
            <ac:picMk id="3" creationId="{C550335A-079E-3D92-E1E9-FCAF0C94AE85}"/>
          </ac:picMkLst>
        </pc:picChg>
        <pc:picChg chg="del">
          <ac:chgData name="Somak Das" userId="S::sdas@floridapoly.edu::98cebb13-2fc4-4808-95b9-daeb7e6acc01" providerId="AD" clId="Web-{EA2B3DF1-9213-68D3-CE47-D9DB2C883797}" dt="2024-09-16T15:55:09.834" v="428"/>
          <ac:picMkLst>
            <pc:docMk/>
            <pc:sldMk cId="2281109796" sldId="387"/>
            <ac:picMk id="6" creationId="{DA05F2B8-F03B-B63B-4AA2-4E906B0FA76F}"/>
          </ac:picMkLst>
        </pc:picChg>
        <pc:picChg chg="mod">
          <ac:chgData name="Somak Das" userId="S::sdas@floridapoly.edu::98cebb13-2fc4-4808-95b9-daeb7e6acc01" providerId="AD" clId="Web-{EA2B3DF1-9213-68D3-CE47-D9DB2C883797}" dt="2024-09-16T17:28:57.140" v="471" actId="1076"/>
          <ac:picMkLst>
            <pc:docMk/>
            <pc:sldMk cId="2281109796" sldId="387"/>
            <ac:picMk id="9" creationId="{5B54F38F-4C97-FEB1-A10A-3D7905A0112F}"/>
          </ac:picMkLst>
        </pc:picChg>
        <pc:picChg chg="mod">
          <ac:chgData name="Somak Das" userId="S::sdas@floridapoly.edu::98cebb13-2fc4-4808-95b9-daeb7e6acc01" providerId="AD" clId="Web-{EA2B3DF1-9213-68D3-CE47-D9DB2C883797}" dt="2024-09-16T15:02:35.748" v="310"/>
          <ac:picMkLst>
            <pc:docMk/>
            <pc:sldMk cId="2281109796" sldId="387"/>
            <ac:picMk id="17" creationId="{740AEE88-34BF-51CA-4690-1BF35D2FBCCA}"/>
          </ac:picMkLst>
        </pc:picChg>
        <pc:cxnChg chg="del">
          <ac:chgData name="Somak Das" userId="S::sdas@floridapoly.edu::98cebb13-2fc4-4808-95b9-daeb7e6acc01" providerId="AD" clId="Web-{EA2B3DF1-9213-68D3-CE47-D9DB2C883797}" dt="2024-09-16T15:55:09.834" v="427"/>
          <ac:cxnSpMkLst>
            <pc:docMk/>
            <pc:sldMk cId="2281109796" sldId="387"/>
            <ac:cxnSpMk id="4" creationId="{5241E302-41A1-D6DD-8309-C7D30224537E}"/>
          </ac:cxnSpMkLst>
        </pc:cxnChg>
        <pc:cxnChg chg="del">
          <ac:chgData name="Somak Das" userId="S::sdas@floridapoly.edu::98cebb13-2fc4-4808-95b9-daeb7e6acc01" providerId="AD" clId="Web-{EA2B3DF1-9213-68D3-CE47-D9DB2C883797}" dt="2024-09-16T15:55:09.834" v="426"/>
          <ac:cxnSpMkLst>
            <pc:docMk/>
            <pc:sldMk cId="2281109796" sldId="387"/>
            <ac:cxnSpMk id="7" creationId="{3F3ACF04-EF1A-C300-A80C-AEA3AAC516EB}"/>
          </ac:cxnSpMkLst>
        </pc:cxnChg>
        <pc:cxnChg chg="del">
          <ac:chgData name="Somak Das" userId="S::sdas@floridapoly.edu::98cebb13-2fc4-4808-95b9-daeb7e6acc01" providerId="AD" clId="Web-{EA2B3DF1-9213-68D3-CE47-D9DB2C883797}" dt="2024-09-16T15:55:09.834" v="425"/>
          <ac:cxnSpMkLst>
            <pc:docMk/>
            <pc:sldMk cId="2281109796" sldId="387"/>
            <ac:cxnSpMk id="8" creationId="{B0DB6124-05F3-B036-B622-27403D8DA94D}"/>
          </ac:cxnSpMkLst>
        </pc:cxnChg>
        <pc:cxnChg chg="del">
          <ac:chgData name="Somak Das" userId="S::sdas@floridapoly.edu::98cebb13-2fc4-4808-95b9-daeb7e6acc01" providerId="AD" clId="Web-{EA2B3DF1-9213-68D3-CE47-D9DB2C883797}" dt="2024-09-16T15:55:09.834" v="424"/>
          <ac:cxnSpMkLst>
            <pc:docMk/>
            <pc:sldMk cId="2281109796" sldId="387"/>
            <ac:cxnSpMk id="11" creationId="{7C5AB2A7-D4B0-A9D9-2A25-C4D39F684439}"/>
          </ac:cxnSpMkLst>
        </pc:cxnChg>
        <pc:cxnChg chg="del">
          <ac:chgData name="Somak Das" userId="S::sdas@floridapoly.edu::98cebb13-2fc4-4808-95b9-daeb7e6acc01" providerId="AD" clId="Web-{EA2B3DF1-9213-68D3-CE47-D9DB2C883797}" dt="2024-09-16T15:55:09.834" v="423"/>
          <ac:cxnSpMkLst>
            <pc:docMk/>
            <pc:sldMk cId="2281109796" sldId="387"/>
            <ac:cxnSpMk id="14" creationId="{2378EE44-7010-9463-9760-DD05E3FADAFB}"/>
          </ac:cxnSpMkLst>
        </pc:cxnChg>
        <pc:cxnChg chg="del">
          <ac:chgData name="Somak Das" userId="S::sdas@floridapoly.edu::98cebb13-2fc4-4808-95b9-daeb7e6acc01" providerId="AD" clId="Web-{EA2B3DF1-9213-68D3-CE47-D9DB2C883797}" dt="2024-09-16T15:55:09.834" v="419"/>
          <ac:cxnSpMkLst>
            <pc:docMk/>
            <pc:sldMk cId="2281109796" sldId="387"/>
            <ac:cxnSpMk id="21" creationId="{558CA780-CAFD-34C8-79C3-798733E48F0F}"/>
          </ac:cxnSpMkLst>
        </pc:cxnChg>
        <pc:cxnChg chg="del">
          <ac:chgData name="Somak Das" userId="S::sdas@floridapoly.edu::98cebb13-2fc4-4808-95b9-daeb7e6acc01" providerId="AD" clId="Web-{EA2B3DF1-9213-68D3-CE47-D9DB2C883797}" dt="2024-09-16T15:55:09.834" v="416"/>
          <ac:cxnSpMkLst>
            <pc:docMk/>
            <pc:sldMk cId="2281109796" sldId="387"/>
            <ac:cxnSpMk id="26" creationId="{40EEB2DE-E7EE-0EDA-4C29-71D034DA6B4A}"/>
          </ac:cxnSpMkLst>
        </pc:cxnChg>
        <pc:cxnChg chg="del">
          <ac:chgData name="Somak Das" userId="S::sdas@floridapoly.edu::98cebb13-2fc4-4808-95b9-daeb7e6acc01" providerId="AD" clId="Web-{EA2B3DF1-9213-68D3-CE47-D9DB2C883797}" dt="2024-09-16T15:55:09.834" v="415"/>
          <ac:cxnSpMkLst>
            <pc:docMk/>
            <pc:sldMk cId="2281109796" sldId="387"/>
            <ac:cxnSpMk id="27" creationId="{2C1CB99D-E14D-4F85-4C75-00E3B1647E71}"/>
          </ac:cxnSpMkLst>
        </pc:cxnChg>
      </pc:sldChg>
      <pc:sldChg chg="addSp delSp modSp add ord replId">
        <pc:chgData name="Somak Das" userId="S::sdas@floridapoly.edu::98cebb13-2fc4-4808-95b9-daeb7e6acc01" providerId="AD" clId="Web-{EA2B3DF1-9213-68D3-CE47-D9DB2C883797}" dt="2024-09-16T15:53:40.894" v="397" actId="1076"/>
        <pc:sldMkLst>
          <pc:docMk/>
          <pc:sldMk cId="569344304" sldId="388"/>
        </pc:sldMkLst>
        <pc:spChg chg="add mod">
          <ac:chgData name="Somak Das" userId="S::sdas@floridapoly.edu::98cebb13-2fc4-4808-95b9-daeb7e6acc01" providerId="AD" clId="Web-{EA2B3DF1-9213-68D3-CE47-D9DB2C883797}" dt="2024-09-16T15:53:17.800" v="395" actId="14100"/>
          <ac:spMkLst>
            <pc:docMk/>
            <pc:sldMk cId="569344304" sldId="388"/>
            <ac:spMk id="2" creationId="{9CA721E0-30D1-1FCD-FFC8-30FA0DEABD58}"/>
          </ac:spMkLst>
        </pc:spChg>
        <pc:spChg chg="add mod">
          <ac:chgData name="Somak Das" userId="S::sdas@floridapoly.edu::98cebb13-2fc4-4808-95b9-daeb7e6acc01" providerId="AD" clId="Web-{EA2B3DF1-9213-68D3-CE47-D9DB2C883797}" dt="2024-09-16T15:53:14.065" v="394" actId="14100"/>
          <ac:spMkLst>
            <pc:docMk/>
            <pc:sldMk cId="569344304" sldId="388"/>
            <ac:spMk id="4" creationId="{B114497D-4182-1EE5-7065-B61AAEE39A39}"/>
          </ac:spMkLst>
        </pc:spChg>
        <pc:spChg chg="del">
          <ac:chgData name="Somak Das" userId="S::sdas@floridapoly.edu::98cebb13-2fc4-4808-95b9-daeb7e6acc01" providerId="AD" clId="Web-{EA2B3DF1-9213-68D3-CE47-D9DB2C883797}" dt="2024-09-16T15:04:45.344" v="323"/>
          <ac:spMkLst>
            <pc:docMk/>
            <pc:sldMk cId="569344304" sldId="388"/>
            <ac:spMk id="16" creationId="{C3D88507-9FDA-2FBE-D93F-E4D99E8C49B8}"/>
          </ac:spMkLst>
        </pc:spChg>
        <pc:spChg chg="del">
          <ac:chgData name="Somak Das" userId="S::sdas@floridapoly.edu::98cebb13-2fc4-4808-95b9-daeb7e6acc01" providerId="AD" clId="Web-{EA2B3DF1-9213-68D3-CE47-D9DB2C883797}" dt="2024-09-16T15:04:45.344" v="322"/>
          <ac:spMkLst>
            <pc:docMk/>
            <pc:sldMk cId="569344304" sldId="388"/>
            <ac:spMk id="18" creationId="{06720BA1-AA1B-A1BC-B8B2-267872770798}"/>
          </ac:spMkLst>
        </pc:spChg>
        <pc:spChg chg="del">
          <ac:chgData name="Somak Das" userId="S::sdas@floridapoly.edu::98cebb13-2fc4-4808-95b9-daeb7e6acc01" providerId="AD" clId="Web-{EA2B3DF1-9213-68D3-CE47-D9DB2C883797}" dt="2024-09-16T15:04:45.344" v="321"/>
          <ac:spMkLst>
            <pc:docMk/>
            <pc:sldMk cId="569344304" sldId="388"/>
            <ac:spMk id="20" creationId="{B58B756D-DE9D-6F4C-285B-A8FDECD8D17B}"/>
          </ac:spMkLst>
        </pc:spChg>
        <pc:spChg chg="del">
          <ac:chgData name="Somak Das" userId="S::sdas@floridapoly.edu::98cebb13-2fc4-4808-95b9-daeb7e6acc01" providerId="AD" clId="Web-{EA2B3DF1-9213-68D3-CE47-D9DB2C883797}" dt="2024-09-16T15:04:45.329" v="319"/>
          <ac:spMkLst>
            <pc:docMk/>
            <pc:sldMk cId="569344304" sldId="388"/>
            <ac:spMk id="22" creationId="{49A377C7-B240-7293-8B74-CD3E3D41A9B0}"/>
          </ac:spMkLst>
        </pc:spChg>
        <pc:spChg chg="del">
          <ac:chgData name="Somak Das" userId="S::sdas@floridapoly.edu::98cebb13-2fc4-4808-95b9-daeb7e6acc01" providerId="AD" clId="Web-{EA2B3DF1-9213-68D3-CE47-D9DB2C883797}" dt="2024-09-16T15:04:45.329" v="318"/>
          <ac:spMkLst>
            <pc:docMk/>
            <pc:sldMk cId="569344304" sldId="388"/>
            <ac:spMk id="23" creationId="{EED19BB9-6417-A715-EA61-35E372144DE2}"/>
          </ac:spMkLst>
        </pc:spChg>
        <pc:picChg chg="add mod">
          <ac:chgData name="Somak Das" userId="S::sdas@floridapoly.edu::98cebb13-2fc4-4808-95b9-daeb7e6acc01" providerId="AD" clId="Web-{EA2B3DF1-9213-68D3-CE47-D9DB2C883797}" dt="2024-09-16T15:52:39.580" v="378" actId="14100"/>
          <ac:picMkLst>
            <pc:docMk/>
            <pc:sldMk cId="569344304" sldId="388"/>
            <ac:picMk id="3" creationId="{50FCBEF6-76DD-2A97-3B0B-BE6AE57EFF2D}"/>
          </ac:picMkLst>
        </pc:picChg>
        <pc:picChg chg="add mod">
          <ac:chgData name="Somak Das" userId="S::sdas@floridapoly.edu::98cebb13-2fc4-4808-95b9-daeb7e6acc01" providerId="AD" clId="Web-{EA2B3DF1-9213-68D3-CE47-D9DB2C883797}" dt="2024-09-16T15:53:40.894" v="397" actId="1076"/>
          <ac:picMkLst>
            <pc:docMk/>
            <pc:sldMk cId="569344304" sldId="388"/>
            <ac:picMk id="6" creationId="{CDD45B44-1C24-AB26-54C4-025DBBC472C2}"/>
          </ac:picMkLst>
        </pc:picChg>
        <pc:picChg chg="del">
          <ac:chgData name="Somak Das" userId="S::sdas@floridapoly.edu::98cebb13-2fc4-4808-95b9-daeb7e6acc01" providerId="AD" clId="Web-{EA2B3DF1-9213-68D3-CE47-D9DB2C883797}" dt="2024-09-16T15:04:45.344" v="329"/>
          <ac:picMkLst>
            <pc:docMk/>
            <pc:sldMk cId="569344304" sldId="388"/>
            <ac:picMk id="6" creationId="{DA05F2B8-F03B-B63B-4AA2-4E906B0FA76F}"/>
          </ac:picMkLst>
        </pc:picChg>
        <pc:cxnChg chg="del">
          <ac:chgData name="Somak Das" userId="S::sdas@floridapoly.edu::98cebb13-2fc4-4808-95b9-daeb7e6acc01" providerId="AD" clId="Web-{EA2B3DF1-9213-68D3-CE47-D9DB2C883797}" dt="2024-09-16T15:04:45.344" v="328"/>
          <ac:cxnSpMkLst>
            <pc:docMk/>
            <pc:sldMk cId="569344304" sldId="388"/>
            <ac:cxnSpMk id="4" creationId="{5241E302-41A1-D6DD-8309-C7D30224537E}"/>
          </ac:cxnSpMkLst>
        </pc:cxnChg>
        <pc:cxnChg chg="del">
          <ac:chgData name="Somak Das" userId="S::sdas@floridapoly.edu::98cebb13-2fc4-4808-95b9-daeb7e6acc01" providerId="AD" clId="Web-{EA2B3DF1-9213-68D3-CE47-D9DB2C883797}" dt="2024-09-16T15:04:45.344" v="327"/>
          <ac:cxnSpMkLst>
            <pc:docMk/>
            <pc:sldMk cId="569344304" sldId="388"/>
            <ac:cxnSpMk id="7" creationId="{3F3ACF04-EF1A-C300-A80C-AEA3AAC516EB}"/>
          </ac:cxnSpMkLst>
        </pc:cxnChg>
        <pc:cxnChg chg="del">
          <ac:chgData name="Somak Das" userId="S::sdas@floridapoly.edu::98cebb13-2fc4-4808-95b9-daeb7e6acc01" providerId="AD" clId="Web-{EA2B3DF1-9213-68D3-CE47-D9DB2C883797}" dt="2024-09-16T15:04:45.344" v="326"/>
          <ac:cxnSpMkLst>
            <pc:docMk/>
            <pc:sldMk cId="569344304" sldId="388"/>
            <ac:cxnSpMk id="8" creationId="{B0DB6124-05F3-B036-B622-27403D8DA94D}"/>
          </ac:cxnSpMkLst>
        </pc:cxnChg>
        <pc:cxnChg chg="del">
          <ac:chgData name="Somak Das" userId="S::sdas@floridapoly.edu::98cebb13-2fc4-4808-95b9-daeb7e6acc01" providerId="AD" clId="Web-{EA2B3DF1-9213-68D3-CE47-D9DB2C883797}" dt="2024-09-16T15:04:45.344" v="325"/>
          <ac:cxnSpMkLst>
            <pc:docMk/>
            <pc:sldMk cId="569344304" sldId="388"/>
            <ac:cxnSpMk id="11" creationId="{7C5AB2A7-D4B0-A9D9-2A25-C4D39F684439}"/>
          </ac:cxnSpMkLst>
        </pc:cxnChg>
        <pc:cxnChg chg="del">
          <ac:chgData name="Somak Das" userId="S::sdas@floridapoly.edu::98cebb13-2fc4-4808-95b9-daeb7e6acc01" providerId="AD" clId="Web-{EA2B3DF1-9213-68D3-CE47-D9DB2C883797}" dt="2024-09-16T15:04:45.344" v="324"/>
          <ac:cxnSpMkLst>
            <pc:docMk/>
            <pc:sldMk cId="569344304" sldId="388"/>
            <ac:cxnSpMk id="14" creationId="{2378EE44-7010-9463-9760-DD05E3FADAFB}"/>
          </ac:cxnSpMkLst>
        </pc:cxnChg>
        <pc:cxnChg chg="del">
          <ac:chgData name="Somak Das" userId="S::sdas@floridapoly.edu::98cebb13-2fc4-4808-95b9-daeb7e6acc01" providerId="AD" clId="Web-{EA2B3DF1-9213-68D3-CE47-D9DB2C883797}" dt="2024-09-16T15:04:45.344" v="320"/>
          <ac:cxnSpMkLst>
            <pc:docMk/>
            <pc:sldMk cId="569344304" sldId="388"/>
            <ac:cxnSpMk id="21" creationId="{558CA780-CAFD-34C8-79C3-798733E48F0F}"/>
          </ac:cxnSpMkLst>
        </pc:cxnChg>
        <pc:cxnChg chg="del">
          <ac:chgData name="Somak Das" userId="S::sdas@floridapoly.edu::98cebb13-2fc4-4808-95b9-daeb7e6acc01" providerId="AD" clId="Web-{EA2B3DF1-9213-68D3-CE47-D9DB2C883797}" dt="2024-09-16T15:04:45.329" v="317"/>
          <ac:cxnSpMkLst>
            <pc:docMk/>
            <pc:sldMk cId="569344304" sldId="388"/>
            <ac:cxnSpMk id="26" creationId="{40EEB2DE-E7EE-0EDA-4C29-71D034DA6B4A}"/>
          </ac:cxnSpMkLst>
        </pc:cxnChg>
        <pc:cxnChg chg="del">
          <ac:chgData name="Somak Das" userId="S::sdas@floridapoly.edu::98cebb13-2fc4-4808-95b9-daeb7e6acc01" providerId="AD" clId="Web-{EA2B3DF1-9213-68D3-CE47-D9DB2C883797}" dt="2024-09-16T15:04:45.329" v="316"/>
          <ac:cxnSpMkLst>
            <pc:docMk/>
            <pc:sldMk cId="569344304" sldId="388"/>
            <ac:cxnSpMk id="27" creationId="{2C1CB99D-E14D-4F85-4C75-00E3B1647E71}"/>
          </ac:cxnSpMkLst>
        </pc:cxnChg>
      </pc:sldChg>
    </pc:docChg>
  </pc:docChgLst>
  <pc:docChgLst>
    <pc:chgData name="Somak Das" userId="S::sdas@floridapoly.edu::98cebb13-2fc4-4808-95b9-daeb7e6acc01" providerId="AD" clId="Web-{226943DB-9AEB-FF5B-7F73-D000BDEA2DCE}"/>
    <pc:docChg chg="addSld delSld modSld">
      <pc:chgData name="Somak Das" userId="S::sdas@floridapoly.edu::98cebb13-2fc4-4808-95b9-daeb7e6acc01" providerId="AD" clId="Web-{226943DB-9AEB-FF5B-7F73-D000BDEA2DCE}" dt="2024-09-18T20:40:05.292" v="197" actId="20577"/>
      <pc:docMkLst>
        <pc:docMk/>
      </pc:docMkLst>
      <pc:sldChg chg="del">
        <pc:chgData name="Somak Das" userId="S::sdas@floridapoly.edu::98cebb13-2fc4-4808-95b9-daeb7e6acc01" providerId="AD" clId="Web-{226943DB-9AEB-FF5B-7F73-D000BDEA2DCE}" dt="2024-09-18T20:23:10.332" v="4"/>
        <pc:sldMkLst>
          <pc:docMk/>
          <pc:sldMk cId="4151336825" sldId="378"/>
        </pc:sldMkLst>
      </pc:sldChg>
      <pc:sldChg chg="del">
        <pc:chgData name="Somak Das" userId="S::sdas@floridapoly.edu::98cebb13-2fc4-4808-95b9-daeb7e6acc01" providerId="AD" clId="Web-{226943DB-9AEB-FF5B-7F73-D000BDEA2DCE}" dt="2024-09-18T20:23:10.332" v="3"/>
        <pc:sldMkLst>
          <pc:docMk/>
          <pc:sldMk cId="682730788" sldId="379"/>
        </pc:sldMkLst>
      </pc:sldChg>
      <pc:sldChg chg="del">
        <pc:chgData name="Somak Das" userId="S::sdas@floridapoly.edu::98cebb13-2fc4-4808-95b9-daeb7e6acc01" providerId="AD" clId="Web-{226943DB-9AEB-FF5B-7F73-D000BDEA2DCE}" dt="2024-09-18T20:23:10.332" v="2"/>
        <pc:sldMkLst>
          <pc:docMk/>
          <pc:sldMk cId="4097139382" sldId="385"/>
        </pc:sldMkLst>
      </pc:sldChg>
      <pc:sldChg chg="del">
        <pc:chgData name="Somak Das" userId="S::sdas@floridapoly.edu::98cebb13-2fc4-4808-95b9-daeb7e6acc01" providerId="AD" clId="Web-{226943DB-9AEB-FF5B-7F73-D000BDEA2DCE}" dt="2024-09-18T20:23:10.317" v="1"/>
        <pc:sldMkLst>
          <pc:docMk/>
          <pc:sldMk cId="4240469802" sldId="386"/>
        </pc:sldMkLst>
      </pc:sldChg>
      <pc:sldChg chg="addSp delSp modSp">
        <pc:chgData name="Somak Das" userId="S::sdas@floridapoly.edu::98cebb13-2fc4-4808-95b9-daeb7e6acc01" providerId="AD" clId="Web-{226943DB-9AEB-FF5B-7F73-D000BDEA2DCE}" dt="2024-09-18T20:37:30.802" v="136" actId="20577"/>
        <pc:sldMkLst>
          <pc:docMk/>
          <pc:sldMk cId="2281109796" sldId="387"/>
        </pc:sldMkLst>
        <pc:spChg chg="del">
          <ac:chgData name="Somak Das" userId="S::sdas@floridapoly.edu::98cebb13-2fc4-4808-95b9-daeb7e6acc01" providerId="AD" clId="Web-{226943DB-9AEB-FF5B-7F73-D000BDEA2DCE}" dt="2024-09-18T20:23:21.379" v="13"/>
          <ac:spMkLst>
            <pc:docMk/>
            <pc:sldMk cId="2281109796" sldId="387"/>
            <ac:spMk id="2" creationId="{4D950BFE-9002-C8A3-6B37-952DEE4696B2}"/>
          </ac:spMkLst>
        </pc:spChg>
        <pc:spChg chg="del">
          <ac:chgData name="Somak Das" userId="S::sdas@floridapoly.edu::98cebb13-2fc4-4808-95b9-daeb7e6acc01" providerId="AD" clId="Web-{226943DB-9AEB-FF5B-7F73-D000BDEA2DCE}" dt="2024-09-18T20:23:21.379" v="11"/>
          <ac:spMkLst>
            <pc:docMk/>
            <pc:sldMk cId="2281109796" sldId="387"/>
            <ac:spMk id="4" creationId="{B485DB15-EF40-86F6-9FA4-E98602DD0945}"/>
          </ac:spMkLst>
        </pc:spChg>
        <pc:spChg chg="del">
          <ac:chgData name="Somak Das" userId="S::sdas@floridapoly.edu::98cebb13-2fc4-4808-95b9-daeb7e6acc01" providerId="AD" clId="Web-{226943DB-9AEB-FF5B-7F73-D000BDEA2DCE}" dt="2024-09-18T20:23:21.379" v="10"/>
          <ac:spMkLst>
            <pc:docMk/>
            <pc:sldMk cId="2281109796" sldId="387"/>
            <ac:spMk id="5" creationId="{B069ED5E-59B5-F4A0-B65E-AD004D75736D}"/>
          </ac:spMkLst>
        </pc:spChg>
        <pc:spChg chg="del">
          <ac:chgData name="Somak Das" userId="S::sdas@floridapoly.edu::98cebb13-2fc4-4808-95b9-daeb7e6acc01" providerId="AD" clId="Web-{226943DB-9AEB-FF5B-7F73-D000BDEA2DCE}" dt="2024-09-18T20:23:21.379" v="9"/>
          <ac:spMkLst>
            <pc:docMk/>
            <pc:sldMk cId="2281109796" sldId="387"/>
            <ac:spMk id="6" creationId="{FBE8D96B-7D60-9DA8-88BE-BC4BCEAFAC86}"/>
          </ac:spMkLst>
        </pc:spChg>
        <pc:spChg chg="del">
          <ac:chgData name="Somak Das" userId="S::sdas@floridapoly.edu::98cebb13-2fc4-4808-95b9-daeb7e6acc01" providerId="AD" clId="Web-{226943DB-9AEB-FF5B-7F73-D000BDEA2DCE}" dt="2024-09-18T20:23:21.379" v="8"/>
          <ac:spMkLst>
            <pc:docMk/>
            <pc:sldMk cId="2281109796" sldId="387"/>
            <ac:spMk id="7" creationId="{C0B90712-B798-B17C-04B1-0254F3300A8D}"/>
          </ac:spMkLst>
        </pc:spChg>
        <pc:spChg chg="del">
          <ac:chgData name="Somak Das" userId="S::sdas@floridapoly.edu::98cebb13-2fc4-4808-95b9-daeb7e6acc01" providerId="AD" clId="Web-{226943DB-9AEB-FF5B-7F73-D000BDEA2DCE}" dt="2024-09-18T20:23:21.379" v="7"/>
          <ac:spMkLst>
            <pc:docMk/>
            <pc:sldMk cId="2281109796" sldId="387"/>
            <ac:spMk id="8" creationId="{6B0FD859-BF70-E85B-848B-B934BBAAABBB}"/>
          </ac:spMkLst>
        </pc:spChg>
        <pc:spChg chg="del">
          <ac:chgData name="Somak Das" userId="S::sdas@floridapoly.edu::98cebb13-2fc4-4808-95b9-daeb7e6acc01" providerId="AD" clId="Web-{226943DB-9AEB-FF5B-7F73-D000BDEA2DCE}" dt="2024-09-18T20:23:21.379" v="6"/>
          <ac:spMkLst>
            <pc:docMk/>
            <pc:sldMk cId="2281109796" sldId="387"/>
            <ac:spMk id="10" creationId="{127F9E75-28DB-1815-3D5E-FD88DB54623C}"/>
          </ac:spMkLst>
        </pc:spChg>
        <pc:spChg chg="add mod">
          <ac:chgData name="Somak Das" userId="S::sdas@floridapoly.edu::98cebb13-2fc4-4808-95b9-daeb7e6acc01" providerId="AD" clId="Web-{226943DB-9AEB-FF5B-7F73-D000BDEA2DCE}" dt="2024-09-18T20:37:30.802" v="136" actId="20577"/>
          <ac:spMkLst>
            <pc:docMk/>
            <pc:sldMk cId="2281109796" sldId="387"/>
            <ac:spMk id="14" creationId="{427278BF-3ECC-B5A6-F6E2-FBAE2733CA01}"/>
          </ac:spMkLst>
        </pc:spChg>
        <pc:picChg chg="del">
          <ac:chgData name="Somak Das" userId="S::sdas@floridapoly.edu::98cebb13-2fc4-4808-95b9-daeb7e6acc01" providerId="AD" clId="Web-{226943DB-9AEB-FF5B-7F73-D000BDEA2DCE}" dt="2024-09-18T20:23:21.379" v="12"/>
          <ac:picMkLst>
            <pc:docMk/>
            <pc:sldMk cId="2281109796" sldId="387"/>
            <ac:picMk id="3" creationId="{C550335A-079E-3D92-E1E9-FCAF0C94AE85}"/>
          </ac:picMkLst>
        </pc:picChg>
        <pc:picChg chg="del">
          <ac:chgData name="Somak Das" userId="S::sdas@floridapoly.edu::98cebb13-2fc4-4808-95b9-daeb7e6acc01" providerId="AD" clId="Web-{226943DB-9AEB-FF5B-7F73-D000BDEA2DCE}" dt="2024-09-18T20:23:21.379" v="14"/>
          <ac:picMkLst>
            <pc:docMk/>
            <pc:sldMk cId="2281109796" sldId="387"/>
            <ac:picMk id="9" creationId="{5B54F38F-4C97-FEB1-A10A-3D7905A0112F}"/>
          </ac:picMkLst>
        </pc:picChg>
        <pc:picChg chg="add del mod">
          <ac:chgData name="Somak Das" userId="S::sdas@floridapoly.edu::98cebb13-2fc4-4808-95b9-daeb7e6acc01" providerId="AD" clId="Web-{226943DB-9AEB-FF5B-7F73-D000BDEA2DCE}" dt="2024-09-18T20:28:35.266" v="20"/>
          <ac:picMkLst>
            <pc:docMk/>
            <pc:sldMk cId="2281109796" sldId="387"/>
            <ac:picMk id="11" creationId="{34BFDA9D-931D-6B78-913B-833D364E3268}"/>
          </ac:picMkLst>
        </pc:picChg>
        <pc:picChg chg="add mod">
          <ac:chgData name="Somak Das" userId="S::sdas@floridapoly.edu::98cebb13-2fc4-4808-95b9-daeb7e6acc01" providerId="AD" clId="Web-{226943DB-9AEB-FF5B-7F73-D000BDEA2DCE}" dt="2024-09-18T20:29:41.987" v="25" actId="1076"/>
          <ac:picMkLst>
            <pc:docMk/>
            <pc:sldMk cId="2281109796" sldId="387"/>
            <ac:picMk id="12" creationId="{F827BBC1-4EFA-8BB1-C90C-88997FD7FF47}"/>
          </ac:picMkLst>
        </pc:picChg>
        <pc:picChg chg="add mod">
          <ac:chgData name="Somak Das" userId="S::sdas@floridapoly.edu::98cebb13-2fc4-4808-95b9-daeb7e6acc01" providerId="AD" clId="Web-{226943DB-9AEB-FF5B-7F73-D000BDEA2DCE}" dt="2024-09-18T20:29:37.769" v="24" actId="1076"/>
          <ac:picMkLst>
            <pc:docMk/>
            <pc:sldMk cId="2281109796" sldId="387"/>
            <ac:picMk id="13" creationId="{A81BB071-5B81-2A3D-26E2-D48C5E0364B7}"/>
          </ac:picMkLst>
        </pc:picChg>
        <pc:picChg chg="del">
          <ac:chgData name="Somak Das" userId="S::sdas@floridapoly.edu::98cebb13-2fc4-4808-95b9-daeb7e6acc01" providerId="AD" clId="Web-{226943DB-9AEB-FF5B-7F73-D000BDEA2DCE}" dt="2024-09-18T20:23:15.723" v="5"/>
          <ac:picMkLst>
            <pc:docMk/>
            <pc:sldMk cId="2281109796" sldId="387"/>
            <ac:picMk id="17" creationId="{740AEE88-34BF-51CA-4690-1BF35D2FBCCA}"/>
          </ac:picMkLst>
        </pc:picChg>
      </pc:sldChg>
      <pc:sldChg chg="del">
        <pc:chgData name="Somak Das" userId="S::sdas@floridapoly.edu::98cebb13-2fc4-4808-95b9-daeb7e6acc01" providerId="AD" clId="Web-{226943DB-9AEB-FF5B-7F73-D000BDEA2DCE}" dt="2024-09-18T20:23:10.317" v="0"/>
        <pc:sldMkLst>
          <pc:docMk/>
          <pc:sldMk cId="569344304" sldId="388"/>
        </pc:sldMkLst>
      </pc:sldChg>
      <pc:sldChg chg="modSp new">
        <pc:chgData name="Somak Das" userId="S::sdas@floridapoly.edu::98cebb13-2fc4-4808-95b9-daeb7e6acc01" providerId="AD" clId="Web-{226943DB-9AEB-FF5B-7F73-D000BDEA2DCE}" dt="2024-09-18T20:40:05.292" v="197" actId="20577"/>
        <pc:sldMkLst>
          <pc:docMk/>
          <pc:sldMk cId="2718108537" sldId="388"/>
        </pc:sldMkLst>
        <pc:spChg chg="mod">
          <ac:chgData name="Somak Das" userId="S::sdas@floridapoly.edu::98cebb13-2fc4-4808-95b9-daeb7e6acc01" providerId="AD" clId="Web-{226943DB-9AEB-FF5B-7F73-D000BDEA2DCE}" dt="2024-09-18T20:39:32.697" v="192"/>
          <ac:spMkLst>
            <pc:docMk/>
            <pc:sldMk cId="2718108537" sldId="388"/>
            <ac:spMk id="2" creationId="{ED885037-F58A-AFF0-CF58-A80B6AB2933B}"/>
          </ac:spMkLst>
        </pc:spChg>
        <pc:spChg chg="mod">
          <ac:chgData name="Somak Das" userId="S::sdas@floridapoly.edu::98cebb13-2fc4-4808-95b9-daeb7e6acc01" providerId="AD" clId="Web-{226943DB-9AEB-FF5B-7F73-D000BDEA2DCE}" dt="2024-09-18T20:40:05.292" v="197" actId="20577"/>
          <ac:spMkLst>
            <pc:docMk/>
            <pc:sldMk cId="2718108537" sldId="388"/>
            <ac:spMk id="3" creationId="{FB4B708E-2188-EF13-2EB4-68FBBA6869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A195B-F6BD-49D0-9E50-4C65C438A9E0}" type="datetimeFigureOut">
              <a:t>9/18/2024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A9C42-E714-4924-8568-2572906FE6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61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 the area of the circle sits in between both areas An &lt; pi &lt; 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45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math equation with numbers and dots&#10;&#10;Description automatically generated">
            <a:extLst>
              <a:ext uri="{FF2B5EF4-FFF2-40B4-BE49-F238E27FC236}">
                <a16:creationId xmlns:a16="http://schemas.microsoft.com/office/drawing/2014/main" id="{F827BBC1-4EFA-8BB1-C90C-88997FD7F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317" y="1437858"/>
            <a:ext cx="6096000" cy="1199329"/>
          </a:xfrm>
          <a:prstGeom prst="rect">
            <a:avLst/>
          </a:prstGeom>
        </p:spPr>
      </p:pic>
      <p:pic>
        <p:nvPicPr>
          <p:cNvPr id="13" name="Picture 12" descr="A black letter with a white background&#10;&#10;Description automatically generated">
            <a:extLst>
              <a:ext uri="{FF2B5EF4-FFF2-40B4-BE49-F238E27FC236}">
                <a16:creationId xmlns:a16="http://schemas.microsoft.com/office/drawing/2014/main" id="{A81BB071-5B81-2A3D-26E2-D48C5E036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789" y="324372"/>
            <a:ext cx="10410422" cy="6391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7278BF-3ECC-B5A6-F6E2-FBAE2733CA01}"/>
              </a:ext>
            </a:extLst>
          </p:cNvPr>
          <p:cNvSpPr txBox="1"/>
          <p:nvPr/>
        </p:nvSpPr>
        <p:spPr>
          <a:xfrm>
            <a:off x="2990435" y="3625597"/>
            <a:ext cx="622049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For practical purposes, we can only compute the sum for a finite number of terms.</a:t>
            </a:r>
          </a:p>
          <a:p>
            <a:br>
              <a:rPr lang="en-US" dirty="0"/>
            </a:br>
            <a:endParaRPr lang="en-US" sz="2400" dirty="0"/>
          </a:p>
          <a:p>
            <a:r>
              <a:rPr lang="en-US" sz="2400" b="1" dirty="0"/>
              <a:t>Exercise:</a:t>
            </a:r>
            <a:r>
              <a:rPr lang="en-US" sz="2400" dirty="0"/>
              <a:t> Write a </a:t>
            </a:r>
            <a:r>
              <a:rPr lang="en-US" sz="2400" b="1" dirty="0" err="1"/>
              <a:t>psuedocode</a:t>
            </a:r>
            <a:r>
              <a:rPr lang="en-US" sz="2400" dirty="0"/>
              <a:t> to find the above sum </a:t>
            </a:r>
            <a:r>
              <a:rPr lang="en-US" sz="2400" dirty="0" err="1"/>
              <a:t>upto</a:t>
            </a:r>
            <a:r>
              <a:rPr lang="en-US" sz="2400" dirty="0"/>
              <a:t> N terms where N is an user input.</a:t>
            </a:r>
          </a:p>
        </p:txBody>
      </p:sp>
    </p:spTree>
    <p:extLst>
      <p:ext uri="{BB962C8B-B14F-4D97-AF65-F5344CB8AC3E}">
        <p14:creationId xmlns:p14="http://schemas.microsoft.com/office/powerpoint/2010/main" val="228110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5037-F58A-AFF0-CF58-A80B6AB2933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B708E-2188-EF13-2EB4-68FBBA686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777" y="1965146"/>
            <a:ext cx="3893713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Get N</a:t>
            </a:r>
          </a:p>
          <a:p>
            <a:pPr marL="0" indent="0">
              <a:buNone/>
            </a:pPr>
            <a:endParaRPr lang="en-US" i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Initialize sum to 0</a:t>
            </a:r>
          </a:p>
          <a:p>
            <a:pPr marL="0" indent="0">
              <a:buNone/>
            </a:pPr>
            <a:endParaRPr lang="en-US" i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For k from 1 to N</a:t>
            </a: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  sum = sum + 1/k</a:t>
            </a:r>
            <a:r>
              <a:rPr lang="en-US" i="1" baseline="30000" dirty="0">
                <a:latin typeface="Times New Roman"/>
                <a:cs typeface="Times New Roman"/>
              </a:rPr>
              <a:t>2</a:t>
            </a: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End for</a:t>
            </a:r>
          </a:p>
          <a:p>
            <a:pPr marL="0" indent="0">
              <a:buNone/>
            </a:pPr>
            <a:endParaRPr lang="en-US" i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Display sum</a:t>
            </a:r>
          </a:p>
        </p:txBody>
      </p:sp>
    </p:spTree>
    <p:extLst>
      <p:ext uri="{BB962C8B-B14F-4D97-AF65-F5344CB8AC3E}">
        <p14:creationId xmlns:p14="http://schemas.microsoft.com/office/powerpoint/2010/main" val="2718108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Pseudocode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223</cp:revision>
  <dcterms:created xsi:type="dcterms:W3CDTF">2024-09-15T20:15:54Z</dcterms:created>
  <dcterms:modified xsi:type="dcterms:W3CDTF">2024-09-18T20:40:14Z</dcterms:modified>
</cp:coreProperties>
</file>
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78" r:id="rId2"/>
    <p:sldId id="379" r:id="rId3"/>
    <p:sldId id="385" r:id="rId4"/>
    <p:sldId id="386" r:id="rId5"/>
    <p:sldId id="388" r:id="rId6"/>
    <p:sldId id="38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2B3DF1-9213-68D3-CE47-D9DB2C883797}" v="598" dt="2024-09-16T17:29:10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EA2B3DF1-9213-68D3-CE47-D9DB2C883797}"/>
    <pc:docChg chg="addSld delSld modSld sldOrd">
      <pc:chgData name="Somak Das" userId="S::sdas@floridapoly.edu::98cebb13-2fc4-4808-95b9-daeb7e6acc01" providerId="AD" clId="Web-{EA2B3DF1-9213-68D3-CE47-D9DB2C883797}" dt="2024-09-16T17:29:10.437" v="476" actId="20577"/>
      <pc:docMkLst>
        <pc:docMk/>
      </pc:docMkLst>
      <pc:sldChg chg="addSp delSp modSp del mod modClrScheme chgLayout">
        <pc:chgData name="Somak Das" userId="S::sdas@floridapoly.edu::98cebb13-2fc4-4808-95b9-daeb7e6acc01" providerId="AD" clId="Web-{EA2B3DF1-9213-68D3-CE47-D9DB2C883797}" dt="2024-09-16T14:26:57.199" v="6"/>
        <pc:sldMkLst>
          <pc:docMk/>
          <pc:sldMk cId="109857222" sldId="256"/>
        </pc:sldMkLst>
        <pc:spChg chg="del">
          <ac:chgData name="Somak Das" userId="S::sdas@floridapoly.edu::98cebb13-2fc4-4808-95b9-daeb7e6acc01" providerId="AD" clId="Web-{EA2B3DF1-9213-68D3-CE47-D9DB2C883797}" dt="2024-09-16T14:26:43.464" v="0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Somak Das" userId="S::sdas@floridapoly.edu::98cebb13-2fc4-4808-95b9-daeb7e6acc01" providerId="AD" clId="Web-{EA2B3DF1-9213-68D3-CE47-D9DB2C883797}" dt="2024-09-16T14:26:43.464" v="0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Somak Das" userId="S::sdas@floridapoly.edu::98cebb13-2fc4-4808-95b9-daeb7e6acc01" providerId="AD" clId="Web-{EA2B3DF1-9213-68D3-CE47-D9DB2C883797}" dt="2024-09-16T14:26:54.308" v="5" actId="20577"/>
          <ac:spMkLst>
            <pc:docMk/>
            <pc:sldMk cId="109857222" sldId="256"/>
            <ac:spMk id="4" creationId="{593E7F41-9CA7-EF8C-0409-C0A69665021B}"/>
          </ac:spMkLst>
        </pc:spChg>
      </pc:sldChg>
      <pc:sldChg chg="addSp modSp add">
        <pc:chgData name="Somak Das" userId="S::sdas@floridapoly.edu::98cebb13-2fc4-4808-95b9-daeb7e6acc01" providerId="AD" clId="Web-{EA2B3DF1-9213-68D3-CE47-D9DB2C883797}" dt="2024-09-16T14:28:18.904" v="38" actId="20577"/>
        <pc:sldMkLst>
          <pc:docMk/>
          <pc:sldMk cId="4151336825" sldId="378"/>
        </pc:sldMkLst>
        <pc:spChg chg="mod">
          <ac:chgData name="Somak Das" userId="S::sdas@floridapoly.edu::98cebb13-2fc4-4808-95b9-daeb7e6acc01" providerId="AD" clId="Web-{EA2B3DF1-9213-68D3-CE47-D9DB2C883797}" dt="2024-09-16T14:27:33.231" v="17" actId="1076"/>
          <ac:spMkLst>
            <pc:docMk/>
            <pc:sldMk cId="4151336825" sldId="378"/>
            <ac:spMk id="2" creationId="{759D9DBF-9C2C-417C-A23D-83C897A4DDC9}"/>
          </ac:spMkLst>
        </pc:spChg>
        <pc:spChg chg="mod">
          <ac:chgData name="Somak Das" userId="S::sdas@floridapoly.edu::98cebb13-2fc4-4808-95b9-daeb7e6acc01" providerId="AD" clId="Web-{EA2B3DF1-9213-68D3-CE47-D9DB2C883797}" dt="2024-09-16T14:27:37.434" v="18" actId="1076"/>
          <ac:spMkLst>
            <pc:docMk/>
            <pc:sldMk cId="4151336825" sldId="378"/>
            <ac:spMk id="8" creationId="{C50EF145-7639-DABE-9E0E-C2DD0841793A}"/>
          </ac:spMkLst>
        </pc:spChg>
        <pc:spChg chg="add mod">
          <ac:chgData name="Somak Das" userId="S::sdas@floridapoly.edu::98cebb13-2fc4-4808-95b9-daeb7e6acc01" providerId="AD" clId="Web-{EA2B3DF1-9213-68D3-CE47-D9DB2C883797}" dt="2024-09-16T14:28:18.904" v="38" actId="20577"/>
          <ac:spMkLst>
            <pc:docMk/>
            <pc:sldMk cId="4151336825" sldId="378"/>
            <ac:spMk id="13" creationId="{4BF57F60-00E2-5DCF-C3D4-9E403AE7E3C8}"/>
          </ac:spMkLst>
        </pc:spChg>
      </pc:sldChg>
      <pc:sldChg chg="addSp modSp new">
        <pc:chgData name="Somak Das" userId="S::sdas@floridapoly.edu::98cebb13-2fc4-4808-95b9-daeb7e6acc01" providerId="AD" clId="Web-{EA2B3DF1-9213-68D3-CE47-D9DB2C883797}" dt="2024-09-16T14:32:27.284" v="149" actId="1076"/>
        <pc:sldMkLst>
          <pc:docMk/>
          <pc:sldMk cId="682730788" sldId="379"/>
        </pc:sldMkLst>
        <pc:spChg chg="mod">
          <ac:chgData name="Somak Das" userId="S::sdas@floridapoly.edu::98cebb13-2fc4-4808-95b9-daeb7e6acc01" providerId="AD" clId="Web-{EA2B3DF1-9213-68D3-CE47-D9DB2C883797}" dt="2024-09-16T14:29:06.217" v="54" actId="20577"/>
          <ac:spMkLst>
            <pc:docMk/>
            <pc:sldMk cId="682730788" sldId="379"/>
            <ac:spMk id="2" creationId="{8446BEA8-45E3-E49A-E91E-DA0A3F55DEE7}"/>
          </ac:spMkLst>
        </pc:spChg>
        <pc:spChg chg="mod">
          <ac:chgData name="Somak Das" userId="S::sdas@floridapoly.edu::98cebb13-2fc4-4808-95b9-daeb7e6acc01" providerId="AD" clId="Web-{EA2B3DF1-9213-68D3-CE47-D9DB2C883797}" dt="2024-09-16T14:31:49.674" v="145" actId="20577"/>
          <ac:spMkLst>
            <pc:docMk/>
            <pc:sldMk cId="682730788" sldId="379"/>
            <ac:spMk id="3" creationId="{7148397E-1742-B388-1161-F9CCFD71CF06}"/>
          </ac:spMkLst>
        </pc:spChg>
        <pc:picChg chg="add mod">
          <ac:chgData name="Somak Das" userId="S::sdas@floridapoly.edu::98cebb13-2fc4-4808-95b9-daeb7e6acc01" providerId="AD" clId="Web-{EA2B3DF1-9213-68D3-CE47-D9DB2C883797}" dt="2024-09-16T14:32:27.284" v="149" actId="1076"/>
          <ac:picMkLst>
            <pc:docMk/>
            <pc:sldMk cId="682730788" sldId="379"/>
            <ac:picMk id="4" creationId="{B98CC49F-92C5-F65B-9692-065B3D24DBD8}"/>
          </ac:picMkLst>
        </pc:picChg>
      </pc:sldChg>
      <pc:sldChg chg="addSp delSp modSp new del mod modClrScheme chgLayout">
        <pc:chgData name="Somak Das" userId="S::sdas@floridapoly.edu::98cebb13-2fc4-4808-95b9-daeb7e6acc01" providerId="AD" clId="Web-{EA2B3DF1-9213-68D3-CE47-D9DB2C883797}" dt="2024-09-16T14:40:07.889" v="249"/>
        <pc:sldMkLst>
          <pc:docMk/>
          <pc:sldMk cId="755782563" sldId="380"/>
        </pc:sldMkLst>
        <pc:spChg chg="del">
          <ac:chgData name="Somak Das" userId="S::sdas@floridapoly.edu::98cebb13-2fc4-4808-95b9-daeb7e6acc01" providerId="AD" clId="Web-{EA2B3DF1-9213-68D3-CE47-D9DB2C883797}" dt="2024-09-16T14:32:46.847" v="151"/>
          <ac:spMkLst>
            <pc:docMk/>
            <pc:sldMk cId="755782563" sldId="380"/>
            <ac:spMk id="2" creationId="{3BD3C374-99B8-0389-278A-E73F7E46FE67}"/>
          </ac:spMkLst>
        </pc:spChg>
        <pc:spChg chg="del">
          <ac:chgData name="Somak Das" userId="S::sdas@floridapoly.edu::98cebb13-2fc4-4808-95b9-daeb7e6acc01" providerId="AD" clId="Web-{EA2B3DF1-9213-68D3-CE47-D9DB2C883797}" dt="2024-09-16T14:32:46.847" v="151"/>
          <ac:spMkLst>
            <pc:docMk/>
            <pc:sldMk cId="755782563" sldId="380"/>
            <ac:spMk id="3" creationId="{CC2CFEB3-4EED-92F7-30FA-48A1B802E839}"/>
          </ac:spMkLst>
        </pc:spChg>
        <pc:picChg chg="add mod">
          <ac:chgData name="Somak Das" userId="S::sdas@floridapoly.edu::98cebb13-2fc4-4808-95b9-daeb7e6acc01" providerId="AD" clId="Web-{EA2B3DF1-9213-68D3-CE47-D9DB2C883797}" dt="2024-09-16T14:33:23.598" v="154" actId="14100"/>
          <ac:picMkLst>
            <pc:docMk/>
            <pc:sldMk cId="755782563" sldId="380"/>
            <ac:picMk id="4" creationId="{28BBB1E6-3D14-6212-A28A-0655A9C03A7C}"/>
          </ac:picMkLst>
        </pc:picChg>
        <pc:picChg chg="add mod">
          <ac:chgData name="Somak Das" userId="S::sdas@floridapoly.edu::98cebb13-2fc4-4808-95b9-daeb7e6acc01" providerId="AD" clId="Web-{EA2B3DF1-9213-68D3-CE47-D9DB2C883797}" dt="2024-09-16T14:34:19.225" v="162" actId="1076"/>
          <ac:picMkLst>
            <pc:docMk/>
            <pc:sldMk cId="755782563" sldId="380"/>
            <ac:picMk id="6" creationId="{2E488876-7EC6-6B44-8BAC-D176F4B24C57}"/>
          </ac:picMkLst>
        </pc:picChg>
        <pc:picChg chg="add mod">
          <ac:chgData name="Somak Das" userId="S::sdas@floridapoly.edu::98cebb13-2fc4-4808-95b9-daeb7e6acc01" providerId="AD" clId="Web-{EA2B3DF1-9213-68D3-CE47-D9DB2C883797}" dt="2024-09-16T14:34:24.131" v="163" actId="1076"/>
          <ac:picMkLst>
            <pc:docMk/>
            <pc:sldMk cId="755782563" sldId="380"/>
            <ac:picMk id="8" creationId="{302C2720-0BB7-F560-26AC-BC7D0DA2497B}"/>
          </ac:picMkLst>
        </pc:picChg>
      </pc:sldChg>
      <pc:sldChg chg="addSp delSp modSp add">
        <pc:chgData name="Somak Das" userId="S::sdas@floridapoly.edu::98cebb13-2fc4-4808-95b9-daeb7e6acc01" providerId="AD" clId="Web-{EA2B3DF1-9213-68D3-CE47-D9DB2C883797}" dt="2024-09-16T14:39:30.325" v="248" actId="1076"/>
        <pc:sldMkLst>
          <pc:docMk/>
          <pc:sldMk cId="4097139382" sldId="385"/>
        </pc:sldMkLst>
        <pc:spChg chg="del">
          <ac:chgData name="Somak Das" userId="S::sdas@floridapoly.edu::98cebb13-2fc4-4808-95b9-daeb7e6acc01" providerId="AD" clId="Web-{EA2B3DF1-9213-68D3-CE47-D9DB2C883797}" dt="2024-09-16T14:36:13.180" v="165"/>
          <ac:spMkLst>
            <pc:docMk/>
            <pc:sldMk cId="4097139382" sldId="385"/>
            <ac:spMk id="2" creationId="{4D3BEB11-28D7-C522-E5E9-6807A609E96E}"/>
          </ac:spMkLst>
        </pc:spChg>
        <pc:spChg chg="add del mod">
          <ac:chgData name="Somak Das" userId="S::sdas@floridapoly.edu::98cebb13-2fc4-4808-95b9-daeb7e6acc01" providerId="AD" clId="Web-{EA2B3DF1-9213-68D3-CE47-D9DB2C883797}" dt="2024-09-16T14:36:17.915" v="167"/>
          <ac:spMkLst>
            <pc:docMk/>
            <pc:sldMk cId="4097139382" sldId="385"/>
            <ac:spMk id="9" creationId="{3D4E5F81-59ED-5877-AA7A-25A77D8305F8}"/>
          </ac:spMkLst>
        </pc:spChg>
        <pc:spChg chg="del mod">
          <ac:chgData name="Somak Das" userId="S::sdas@floridapoly.edu::98cebb13-2fc4-4808-95b9-daeb7e6acc01" providerId="AD" clId="Web-{EA2B3DF1-9213-68D3-CE47-D9DB2C883797}" dt="2024-09-16T14:37:36.088" v="222"/>
          <ac:spMkLst>
            <pc:docMk/>
            <pc:sldMk cId="4097139382" sldId="385"/>
            <ac:spMk id="15" creationId="{216BFA64-3032-6100-5E2A-946FC81C6E09}"/>
          </ac:spMkLst>
        </pc:spChg>
        <pc:spChg chg="mod">
          <ac:chgData name="Somak Das" userId="S::sdas@floridapoly.edu::98cebb13-2fc4-4808-95b9-daeb7e6acc01" providerId="AD" clId="Web-{EA2B3DF1-9213-68D3-CE47-D9DB2C883797}" dt="2024-09-16T14:37:26.276" v="213" actId="1076"/>
          <ac:spMkLst>
            <pc:docMk/>
            <pc:sldMk cId="4097139382" sldId="385"/>
            <ac:spMk id="16" creationId="{C3D88507-9FDA-2FBE-D93F-E4D99E8C49B8}"/>
          </ac:spMkLst>
        </pc:spChg>
        <pc:spChg chg="mod">
          <ac:chgData name="Somak Das" userId="S::sdas@floridapoly.edu::98cebb13-2fc4-4808-95b9-daeb7e6acc01" providerId="AD" clId="Web-{EA2B3DF1-9213-68D3-CE47-D9DB2C883797}" dt="2024-09-16T14:37:26.276" v="214" actId="1076"/>
          <ac:spMkLst>
            <pc:docMk/>
            <pc:sldMk cId="4097139382" sldId="385"/>
            <ac:spMk id="18" creationId="{06720BA1-AA1B-A1BC-B8B2-267872770798}"/>
          </ac:spMkLst>
        </pc:spChg>
        <pc:spChg chg="mod">
          <ac:chgData name="Somak Das" userId="S::sdas@floridapoly.edu::98cebb13-2fc4-4808-95b9-daeb7e6acc01" providerId="AD" clId="Web-{EA2B3DF1-9213-68D3-CE47-D9DB2C883797}" dt="2024-09-16T14:37:54.526" v="239" actId="20577"/>
          <ac:spMkLst>
            <pc:docMk/>
            <pc:sldMk cId="4097139382" sldId="385"/>
            <ac:spMk id="20" creationId="{B58B756D-DE9D-6F4C-285B-A8FDECD8D17B}"/>
          </ac:spMkLst>
        </pc:spChg>
        <pc:spChg chg="mod">
          <ac:chgData name="Somak Das" userId="S::sdas@floridapoly.edu::98cebb13-2fc4-4808-95b9-daeb7e6acc01" providerId="AD" clId="Web-{EA2B3DF1-9213-68D3-CE47-D9DB2C883797}" dt="2024-09-16T14:37:26.307" v="217" actId="1076"/>
          <ac:spMkLst>
            <pc:docMk/>
            <pc:sldMk cId="4097139382" sldId="385"/>
            <ac:spMk id="22" creationId="{49A377C7-B240-7293-8B74-CD3E3D41A9B0}"/>
          </ac:spMkLst>
        </pc:spChg>
        <pc:spChg chg="mod">
          <ac:chgData name="Somak Das" userId="S::sdas@floridapoly.edu::98cebb13-2fc4-4808-95b9-daeb7e6acc01" providerId="AD" clId="Web-{EA2B3DF1-9213-68D3-CE47-D9DB2C883797}" dt="2024-09-16T14:38:20.574" v="241" actId="20577"/>
          <ac:spMkLst>
            <pc:docMk/>
            <pc:sldMk cId="4097139382" sldId="385"/>
            <ac:spMk id="23" creationId="{EED19BB9-6417-A715-EA61-35E372144DE2}"/>
          </ac:spMkLst>
        </pc:spChg>
        <pc:spChg chg="mod">
          <ac:chgData name="Somak Das" userId="S::sdas@floridapoly.edu::98cebb13-2fc4-4808-95b9-daeb7e6acc01" providerId="AD" clId="Web-{EA2B3DF1-9213-68D3-CE47-D9DB2C883797}" dt="2024-09-16T14:37:45.026" v="228" actId="1076"/>
          <ac:spMkLst>
            <pc:docMk/>
            <pc:sldMk cId="4097139382" sldId="385"/>
            <ac:spMk id="33" creationId="{76D45FCB-D5BE-3F91-BD77-8FD4898AF9EA}"/>
          </ac:spMkLst>
        </pc:spChg>
        <pc:spChg chg="mod">
          <ac:chgData name="Somak Das" userId="S::sdas@floridapoly.edu::98cebb13-2fc4-4808-95b9-daeb7e6acc01" providerId="AD" clId="Web-{EA2B3DF1-9213-68D3-CE47-D9DB2C883797}" dt="2024-09-16T14:39:30.325" v="248" actId="1076"/>
          <ac:spMkLst>
            <pc:docMk/>
            <pc:sldMk cId="4097139382" sldId="385"/>
            <ac:spMk id="34" creationId="{CC3EC1D0-9C54-1270-3E9D-E74CDAD1929B}"/>
          </ac:spMkLst>
        </pc:spChg>
        <pc:spChg chg="mod">
          <ac:chgData name="Somak Das" userId="S::sdas@floridapoly.edu::98cebb13-2fc4-4808-95b9-daeb7e6acc01" providerId="AD" clId="Web-{EA2B3DF1-9213-68D3-CE47-D9DB2C883797}" dt="2024-09-16T14:37:50.464" v="237" actId="20577"/>
          <ac:spMkLst>
            <pc:docMk/>
            <pc:sldMk cId="4097139382" sldId="385"/>
            <ac:spMk id="35" creationId="{20E81312-B6AF-45F1-6841-2A0ED56D4BDC}"/>
          </ac:spMkLst>
        </pc:spChg>
        <pc:spChg chg="mod">
          <ac:chgData name="Somak Das" userId="S::sdas@floridapoly.edu::98cebb13-2fc4-4808-95b9-daeb7e6acc01" providerId="AD" clId="Web-{EA2B3DF1-9213-68D3-CE47-D9DB2C883797}" dt="2024-09-16T14:37:45.073" v="233" actId="1076"/>
          <ac:spMkLst>
            <pc:docMk/>
            <pc:sldMk cId="4097139382" sldId="385"/>
            <ac:spMk id="37" creationId="{EE788281-A85A-6A81-A47E-84ED545A5398}"/>
          </ac:spMkLst>
        </pc:spChg>
        <pc:spChg chg="del mod">
          <ac:chgData name="Somak Das" userId="S::sdas@floridapoly.edu::98cebb13-2fc4-4808-95b9-daeb7e6acc01" providerId="AD" clId="Web-{EA2B3DF1-9213-68D3-CE47-D9DB2C883797}" dt="2024-09-16T14:36:57.744" v="204"/>
          <ac:spMkLst>
            <pc:docMk/>
            <pc:sldMk cId="4097139382" sldId="385"/>
            <ac:spMk id="42" creationId="{BCACE951-AC7C-8308-3377-BF4F5A69B9AD}"/>
          </ac:spMkLst>
        </pc:spChg>
        <pc:picChg chg="mod">
          <ac:chgData name="Somak Das" userId="S::sdas@floridapoly.edu::98cebb13-2fc4-4808-95b9-daeb7e6acc01" providerId="AD" clId="Web-{EA2B3DF1-9213-68D3-CE47-D9DB2C883797}" dt="2024-09-16T14:37:45.010" v="224" actId="1076"/>
          <ac:picMkLst>
            <pc:docMk/>
            <pc:sldMk cId="4097139382" sldId="385"/>
            <ac:picMk id="5" creationId="{63AC7670-6DC5-7960-AC16-50AC8F8E2B9B}"/>
          </ac:picMkLst>
        </pc:picChg>
        <pc:picChg chg="mod">
          <ac:chgData name="Somak Das" userId="S::sdas@floridapoly.edu::98cebb13-2fc4-4808-95b9-daeb7e6acc01" providerId="AD" clId="Web-{EA2B3DF1-9213-68D3-CE47-D9DB2C883797}" dt="2024-09-16T14:37:26.244" v="207" actId="1076"/>
          <ac:picMkLst>
            <pc:docMk/>
            <pc:sldMk cId="4097139382" sldId="385"/>
            <ac:picMk id="6" creationId="{DA05F2B8-F03B-B63B-4AA2-4E906B0FA76F}"/>
          </ac:picMkLst>
        </pc:picChg>
        <pc:picChg chg="del mod">
          <ac:chgData name="Somak Das" userId="S::sdas@floridapoly.edu::98cebb13-2fc4-4808-95b9-daeb7e6acc01" providerId="AD" clId="Web-{EA2B3DF1-9213-68D3-CE47-D9DB2C883797}" dt="2024-09-16T14:37:30.948" v="221"/>
          <ac:picMkLst>
            <pc:docMk/>
            <pc:sldMk cId="4097139382" sldId="385"/>
            <ac:picMk id="12" creationId="{34DABB26-E85B-E3AA-5B48-DA322D7BCAE3}"/>
          </ac:picMkLst>
        </pc:picChg>
        <pc:picChg chg="del mod">
          <ac:chgData name="Somak Das" userId="S::sdas@floridapoly.edu::98cebb13-2fc4-4808-95b9-daeb7e6acc01" providerId="AD" clId="Web-{EA2B3DF1-9213-68D3-CE47-D9DB2C883797}" dt="2024-09-16T14:37:36.088" v="223"/>
          <ac:picMkLst>
            <pc:docMk/>
            <pc:sldMk cId="4097139382" sldId="385"/>
            <ac:picMk id="13" creationId="{5237F4B0-22FF-5564-DA6C-E106786C82A3}"/>
          </ac:picMkLst>
        </pc:picChg>
        <pc:picChg chg="add mod">
          <ac:chgData name="Somak Das" userId="S::sdas@floridapoly.edu::98cebb13-2fc4-4808-95b9-daeb7e6acc01" providerId="AD" clId="Web-{EA2B3DF1-9213-68D3-CE47-D9DB2C883797}" dt="2024-09-16T14:39:21.888" v="247" actId="1076"/>
          <ac:picMkLst>
            <pc:docMk/>
            <pc:sldMk cId="4097139382" sldId="385"/>
            <ac:picMk id="17" creationId="{740AEE88-34BF-51CA-4690-1BF35D2FBCCA}"/>
          </ac:picMkLst>
        </pc:picChg>
        <pc:picChg chg="del mod">
          <ac:chgData name="Somak Das" userId="S::sdas@floridapoly.edu::98cebb13-2fc4-4808-95b9-daeb7e6acc01" providerId="AD" clId="Web-{EA2B3DF1-9213-68D3-CE47-D9DB2C883797}" dt="2024-09-16T14:36:54.275" v="203"/>
          <ac:picMkLst>
            <pc:docMk/>
            <pc:sldMk cId="4097139382" sldId="385"/>
            <ac:picMk id="41" creationId="{39AD12CE-494B-D6E3-DBE8-874E4D25ADC1}"/>
          </ac:picMkLst>
        </pc:picChg>
        <pc:picChg chg="del mod">
          <ac:chgData name="Somak Das" userId="S::sdas@floridapoly.edu::98cebb13-2fc4-4808-95b9-daeb7e6acc01" providerId="AD" clId="Web-{EA2B3DF1-9213-68D3-CE47-D9DB2C883797}" dt="2024-09-16T14:36:50.634" v="202"/>
          <ac:picMkLst>
            <pc:docMk/>
            <pc:sldMk cId="4097139382" sldId="385"/>
            <ac:picMk id="43" creationId="{6F18D2FE-99EE-EB6A-20A1-2D88722A28CF}"/>
          </ac:picMkLst>
        </pc:picChg>
        <pc:cxnChg chg="mod">
          <ac:chgData name="Somak Das" userId="S::sdas@floridapoly.edu::98cebb13-2fc4-4808-95b9-daeb7e6acc01" providerId="AD" clId="Web-{EA2B3DF1-9213-68D3-CE47-D9DB2C883797}" dt="2024-09-16T14:37:26.244" v="208" actId="1076"/>
          <ac:cxnSpMkLst>
            <pc:docMk/>
            <pc:sldMk cId="4097139382" sldId="385"/>
            <ac:cxnSpMk id="4" creationId="{5241E302-41A1-D6DD-8309-C7D30224537E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26.244" v="209" actId="1076"/>
          <ac:cxnSpMkLst>
            <pc:docMk/>
            <pc:sldMk cId="4097139382" sldId="385"/>
            <ac:cxnSpMk id="7" creationId="{3F3ACF04-EF1A-C300-A80C-AEA3AAC516EB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26.260" v="210" actId="1076"/>
          <ac:cxnSpMkLst>
            <pc:docMk/>
            <pc:sldMk cId="4097139382" sldId="385"/>
            <ac:cxnSpMk id="8" creationId="{B0DB6124-05F3-B036-B622-27403D8DA94D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26.260" v="211" actId="1076"/>
          <ac:cxnSpMkLst>
            <pc:docMk/>
            <pc:sldMk cId="4097139382" sldId="385"/>
            <ac:cxnSpMk id="11" creationId="{7C5AB2A7-D4B0-A9D9-2A25-C4D39F684439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26.260" v="212" actId="1076"/>
          <ac:cxnSpMkLst>
            <pc:docMk/>
            <pc:sldMk cId="4097139382" sldId="385"/>
            <ac:cxnSpMk id="14" creationId="{2378EE44-7010-9463-9760-DD05E3FADAFB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26.291" v="216" actId="1076"/>
          <ac:cxnSpMkLst>
            <pc:docMk/>
            <pc:sldMk cId="4097139382" sldId="385"/>
            <ac:cxnSpMk id="21" creationId="{558CA780-CAFD-34C8-79C3-798733E48F0F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26.307" v="219" actId="1076"/>
          <ac:cxnSpMkLst>
            <pc:docMk/>
            <pc:sldMk cId="4097139382" sldId="385"/>
            <ac:cxnSpMk id="26" creationId="{40EEB2DE-E7EE-0EDA-4C29-71D034DA6B4A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26.323" v="220" actId="1076"/>
          <ac:cxnSpMkLst>
            <pc:docMk/>
            <pc:sldMk cId="4097139382" sldId="385"/>
            <ac:cxnSpMk id="27" creationId="{2C1CB99D-E14D-4F85-4C75-00E3B1647E71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45.010" v="226" actId="1076"/>
          <ac:cxnSpMkLst>
            <pc:docMk/>
            <pc:sldMk cId="4097139382" sldId="385"/>
            <ac:cxnSpMk id="28" creationId="{8A277EBF-D585-7721-7E37-8FE3AF591879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45.010" v="225" actId="1076"/>
          <ac:cxnSpMkLst>
            <pc:docMk/>
            <pc:sldMk cId="4097139382" sldId="385"/>
            <ac:cxnSpMk id="29" creationId="{ACEC1CCC-0EE7-9D59-FF24-ADE2B2D1D5E9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45.073" v="235" actId="1076"/>
          <ac:cxnSpMkLst>
            <pc:docMk/>
            <pc:sldMk cId="4097139382" sldId="385"/>
            <ac:cxnSpMk id="30" creationId="{9FFC5A06-F959-B138-B877-DF86218DC8B8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45.026" v="227" actId="1076"/>
          <ac:cxnSpMkLst>
            <pc:docMk/>
            <pc:sldMk cId="4097139382" sldId="385"/>
            <ac:cxnSpMk id="31" creationId="{1007B27B-001B-E292-23BF-FFB24DFC80B0}"/>
          </ac:cxnSpMkLst>
        </pc:cxnChg>
        <pc:cxnChg chg="mod">
          <ac:chgData name="Somak Das" userId="S::sdas@floridapoly.edu::98cebb13-2fc4-4808-95b9-daeb7e6acc01" providerId="AD" clId="Web-{EA2B3DF1-9213-68D3-CE47-D9DB2C883797}" dt="2024-09-16T14:39:21.872" v="246" actId="1076"/>
          <ac:cxnSpMkLst>
            <pc:docMk/>
            <pc:sldMk cId="4097139382" sldId="385"/>
            <ac:cxnSpMk id="32" creationId="{3CE9D583-0F48-F1F4-7F2B-BE6BB12CE2AB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45.057" v="232" actId="1076"/>
          <ac:cxnSpMkLst>
            <pc:docMk/>
            <pc:sldMk cId="4097139382" sldId="385"/>
            <ac:cxnSpMk id="36" creationId="{906E7BA7-A7CF-DF12-E291-FFD0DB657D4F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45.073" v="234" actId="1076"/>
          <ac:cxnSpMkLst>
            <pc:docMk/>
            <pc:sldMk cId="4097139382" sldId="385"/>
            <ac:cxnSpMk id="40" creationId="{A3F67B6F-3F8D-FC2E-1297-5102766B6269}"/>
          </ac:cxnSpMkLst>
        </pc:cxnChg>
      </pc:sldChg>
      <pc:sldChg chg="addSp delSp modSp add replId">
        <pc:chgData name="Somak Das" userId="S::sdas@floridapoly.edu::98cebb13-2fc4-4808-95b9-daeb7e6acc01" providerId="AD" clId="Web-{EA2B3DF1-9213-68D3-CE47-D9DB2C883797}" dt="2024-09-16T15:47:18.009" v="349" actId="1076"/>
        <pc:sldMkLst>
          <pc:docMk/>
          <pc:sldMk cId="4240469802" sldId="386"/>
        </pc:sldMkLst>
        <pc:spChg chg="add mod">
          <ac:chgData name="Somak Das" userId="S::sdas@floridapoly.edu::98cebb13-2fc4-4808-95b9-daeb7e6acc01" providerId="AD" clId="Web-{EA2B3DF1-9213-68D3-CE47-D9DB2C883797}" dt="2024-09-16T15:46:52.977" v="347" actId="20577"/>
          <ac:spMkLst>
            <pc:docMk/>
            <pc:sldMk cId="4240469802" sldId="386"/>
            <ac:spMk id="2" creationId="{9937CEB1-8E76-7772-D878-EB05C35F08A4}"/>
          </ac:spMkLst>
        </pc:spChg>
        <pc:spChg chg="add del mod">
          <ac:chgData name="Somak Das" userId="S::sdas@floridapoly.edu::98cebb13-2fc4-4808-95b9-daeb7e6acc01" providerId="AD" clId="Web-{EA2B3DF1-9213-68D3-CE47-D9DB2C883797}" dt="2024-09-16T14:42:24.189" v="267"/>
          <ac:spMkLst>
            <pc:docMk/>
            <pc:sldMk cId="4240469802" sldId="386"/>
            <ac:spMk id="2" creationId="{CE8EDDE9-1DEF-0060-80FD-23AE360ED46D}"/>
          </ac:spMkLst>
        </pc:spChg>
        <pc:spChg chg="mod">
          <ac:chgData name="Somak Das" userId="S::sdas@floridapoly.edu::98cebb13-2fc4-4808-95b9-daeb7e6acc01" providerId="AD" clId="Web-{EA2B3DF1-9213-68D3-CE47-D9DB2C883797}" dt="2024-09-16T14:59:12.555" v="292" actId="1076"/>
          <ac:spMkLst>
            <pc:docMk/>
            <pc:sldMk cId="4240469802" sldId="386"/>
            <ac:spMk id="16" creationId="{C3D88507-9FDA-2FBE-D93F-E4D99E8C49B8}"/>
          </ac:spMkLst>
        </pc:spChg>
        <pc:spChg chg="mod">
          <ac:chgData name="Somak Das" userId="S::sdas@floridapoly.edu::98cebb13-2fc4-4808-95b9-daeb7e6acc01" providerId="AD" clId="Web-{EA2B3DF1-9213-68D3-CE47-D9DB2C883797}" dt="2024-09-16T14:59:12.555" v="291" actId="1076"/>
          <ac:spMkLst>
            <pc:docMk/>
            <pc:sldMk cId="4240469802" sldId="386"/>
            <ac:spMk id="18" creationId="{06720BA1-AA1B-A1BC-B8B2-267872770798}"/>
          </ac:spMkLst>
        </pc:spChg>
        <pc:spChg chg="mod">
          <ac:chgData name="Somak Das" userId="S::sdas@floridapoly.edu::98cebb13-2fc4-4808-95b9-daeb7e6acc01" providerId="AD" clId="Web-{EA2B3DF1-9213-68D3-CE47-D9DB2C883797}" dt="2024-09-16T14:59:12.555" v="290" actId="1076"/>
          <ac:spMkLst>
            <pc:docMk/>
            <pc:sldMk cId="4240469802" sldId="386"/>
            <ac:spMk id="20" creationId="{B58B756D-DE9D-6F4C-285B-A8FDECD8D17B}"/>
          </ac:spMkLst>
        </pc:spChg>
        <pc:spChg chg="mod">
          <ac:chgData name="Somak Das" userId="S::sdas@floridapoly.edu::98cebb13-2fc4-4808-95b9-daeb7e6acc01" providerId="AD" clId="Web-{EA2B3DF1-9213-68D3-CE47-D9DB2C883797}" dt="2024-09-16T14:59:12.555" v="288" actId="1076"/>
          <ac:spMkLst>
            <pc:docMk/>
            <pc:sldMk cId="4240469802" sldId="386"/>
            <ac:spMk id="22" creationId="{49A377C7-B240-7293-8B74-CD3E3D41A9B0}"/>
          </ac:spMkLst>
        </pc:spChg>
        <pc:spChg chg="mod">
          <ac:chgData name="Somak Das" userId="S::sdas@floridapoly.edu::98cebb13-2fc4-4808-95b9-daeb7e6acc01" providerId="AD" clId="Web-{EA2B3DF1-9213-68D3-CE47-D9DB2C883797}" dt="2024-09-16T14:59:37.869" v="302" actId="1076"/>
          <ac:spMkLst>
            <pc:docMk/>
            <pc:sldMk cId="4240469802" sldId="386"/>
            <ac:spMk id="23" creationId="{EED19BB9-6417-A715-EA61-35E372144DE2}"/>
          </ac:spMkLst>
        </pc:spChg>
        <pc:spChg chg="del">
          <ac:chgData name="Somak Das" userId="S::sdas@floridapoly.edu::98cebb13-2fc4-4808-95b9-daeb7e6acc01" providerId="AD" clId="Web-{EA2B3DF1-9213-68D3-CE47-D9DB2C883797}" dt="2024-09-16T14:40:46.061" v="260"/>
          <ac:spMkLst>
            <pc:docMk/>
            <pc:sldMk cId="4240469802" sldId="386"/>
            <ac:spMk id="33" creationId="{76D45FCB-D5BE-3F91-BD77-8FD4898AF9EA}"/>
          </ac:spMkLst>
        </pc:spChg>
        <pc:spChg chg="del">
          <ac:chgData name="Somak Das" userId="S::sdas@floridapoly.edu::98cebb13-2fc4-4808-95b9-daeb7e6acc01" providerId="AD" clId="Web-{EA2B3DF1-9213-68D3-CE47-D9DB2C883797}" dt="2024-09-16T14:40:46.061" v="258"/>
          <ac:spMkLst>
            <pc:docMk/>
            <pc:sldMk cId="4240469802" sldId="386"/>
            <ac:spMk id="34" creationId="{CC3EC1D0-9C54-1270-3E9D-E74CDAD1929B}"/>
          </ac:spMkLst>
        </pc:spChg>
        <pc:spChg chg="del">
          <ac:chgData name="Somak Das" userId="S::sdas@floridapoly.edu::98cebb13-2fc4-4808-95b9-daeb7e6acc01" providerId="AD" clId="Web-{EA2B3DF1-9213-68D3-CE47-D9DB2C883797}" dt="2024-09-16T14:40:46.061" v="257"/>
          <ac:spMkLst>
            <pc:docMk/>
            <pc:sldMk cId="4240469802" sldId="386"/>
            <ac:spMk id="35" creationId="{20E81312-B6AF-45F1-6841-2A0ED56D4BDC}"/>
          </ac:spMkLst>
        </pc:spChg>
        <pc:spChg chg="del">
          <ac:chgData name="Somak Das" userId="S::sdas@floridapoly.edu::98cebb13-2fc4-4808-95b9-daeb7e6acc01" providerId="AD" clId="Web-{EA2B3DF1-9213-68D3-CE47-D9DB2C883797}" dt="2024-09-16T14:40:46.061" v="255"/>
          <ac:spMkLst>
            <pc:docMk/>
            <pc:sldMk cId="4240469802" sldId="386"/>
            <ac:spMk id="37" creationId="{EE788281-A85A-6A81-A47E-84ED545A5398}"/>
          </ac:spMkLst>
        </pc:spChg>
        <pc:picChg chg="add mod">
          <ac:chgData name="Somak Das" userId="S::sdas@floridapoly.edu::98cebb13-2fc4-4808-95b9-daeb7e6acc01" providerId="AD" clId="Web-{EA2B3DF1-9213-68D3-CE47-D9DB2C883797}" dt="2024-09-16T15:47:18.009" v="349" actId="1076"/>
          <ac:picMkLst>
            <pc:docMk/>
            <pc:sldMk cId="4240469802" sldId="386"/>
            <ac:picMk id="3" creationId="{71B41D8A-F5C8-AD26-4862-8F8EA5B7FDC1}"/>
          </ac:picMkLst>
        </pc:picChg>
        <pc:picChg chg="add del mod">
          <ac:chgData name="Somak Das" userId="S::sdas@floridapoly.edu::98cebb13-2fc4-4808-95b9-daeb7e6acc01" providerId="AD" clId="Web-{EA2B3DF1-9213-68D3-CE47-D9DB2C883797}" dt="2024-09-16T15:01:09.121" v="304"/>
          <ac:picMkLst>
            <pc:docMk/>
            <pc:sldMk cId="4240469802" sldId="386"/>
            <ac:picMk id="3" creationId="{FD4E9B6C-6DD7-FFB5-BF10-D7A0916DF9C8}"/>
          </ac:picMkLst>
        </pc:picChg>
        <pc:picChg chg="del">
          <ac:chgData name="Somak Das" userId="S::sdas@floridapoly.edu::98cebb13-2fc4-4808-95b9-daeb7e6acc01" providerId="AD" clId="Web-{EA2B3DF1-9213-68D3-CE47-D9DB2C883797}" dt="2024-09-16T14:40:46.061" v="264"/>
          <ac:picMkLst>
            <pc:docMk/>
            <pc:sldMk cId="4240469802" sldId="386"/>
            <ac:picMk id="5" creationId="{63AC7670-6DC5-7960-AC16-50AC8F8E2B9B}"/>
          </ac:picMkLst>
        </pc:picChg>
        <pc:picChg chg="mod">
          <ac:chgData name="Somak Das" userId="S::sdas@floridapoly.edu::98cebb13-2fc4-4808-95b9-daeb7e6acc01" providerId="AD" clId="Web-{EA2B3DF1-9213-68D3-CE47-D9DB2C883797}" dt="2024-09-16T14:59:12.555" v="298" actId="1076"/>
          <ac:picMkLst>
            <pc:docMk/>
            <pc:sldMk cId="4240469802" sldId="386"/>
            <ac:picMk id="6" creationId="{DA05F2B8-F03B-B63B-4AA2-4E906B0FA76F}"/>
          </ac:picMkLst>
        </pc:picChg>
        <pc:picChg chg="add mod">
          <ac:chgData name="Somak Das" userId="S::sdas@floridapoly.edu::98cebb13-2fc4-4808-95b9-daeb7e6acc01" providerId="AD" clId="Web-{EA2B3DF1-9213-68D3-CE47-D9DB2C883797}" dt="2024-09-16T15:01:34.668" v="308" actId="14100"/>
          <ac:picMkLst>
            <pc:docMk/>
            <pc:sldMk cId="4240469802" sldId="386"/>
            <ac:picMk id="9" creationId="{5B54F38F-4C97-FEB1-A10A-3D7905A0112F}"/>
          </ac:picMkLst>
        </pc:picChg>
        <pc:picChg chg="add del">
          <ac:chgData name="Somak Das" userId="S::sdas@floridapoly.edu::98cebb13-2fc4-4808-95b9-daeb7e6acc01" providerId="AD" clId="Web-{EA2B3DF1-9213-68D3-CE47-D9DB2C883797}" dt="2024-09-16T14:40:33.389" v="252"/>
          <ac:picMkLst>
            <pc:docMk/>
            <pc:sldMk cId="4240469802" sldId="386"/>
            <ac:picMk id="17" creationId="{740AEE88-34BF-51CA-4690-1BF35D2FBCCA}"/>
          </ac:picMkLst>
        </pc:picChg>
        <pc:cxnChg chg="mod">
          <ac:chgData name="Somak Das" userId="S::sdas@floridapoly.edu::98cebb13-2fc4-4808-95b9-daeb7e6acc01" providerId="AD" clId="Web-{EA2B3DF1-9213-68D3-CE47-D9DB2C883797}" dt="2024-09-16T14:59:12.555" v="297" actId="1076"/>
          <ac:cxnSpMkLst>
            <pc:docMk/>
            <pc:sldMk cId="4240469802" sldId="386"/>
            <ac:cxnSpMk id="4" creationId="{5241E302-41A1-D6DD-8309-C7D30224537E}"/>
          </ac:cxnSpMkLst>
        </pc:cxnChg>
        <pc:cxnChg chg="mod">
          <ac:chgData name="Somak Das" userId="S::sdas@floridapoly.edu::98cebb13-2fc4-4808-95b9-daeb7e6acc01" providerId="AD" clId="Web-{EA2B3DF1-9213-68D3-CE47-D9DB2C883797}" dt="2024-09-16T14:59:12.555" v="296" actId="1076"/>
          <ac:cxnSpMkLst>
            <pc:docMk/>
            <pc:sldMk cId="4240469802" sldId="386"/>
            <ac:cxnSpMk id="7" creationId="{3F3ACF04-EF1A-C300-A80C-AEA3AAC516EB}"/>
          </ac:cxnSpMkLst>
        </pc:cxnChg>
        <pc:cxnChg chg="mod">
          <ac:chgData name="Somak Das" userId="S::sdas@floridapoly.edu::98cebb13-2fc4-4808-95b9-daeb7e6acc01" providerId="AD" clId="Web-{EA2B3DF1-9213-68D3-CE47-D9DB2C883797}" dt="2024-09-16T14:59:12.555" v="295" actId="1076"/>
          <ac:cxnSpMkLst>
            <pc:docMk/>
            <pc:sldMk cId="4240469802" sldId="386"/>
            <ac:cxnSpMk id="8" creationId="{B0DB6124-05F3-B036-B622-27403D8DA94D}"/>
          </ac:cxnSpMkLst>
        </pc:cxnChg>
        <pc:cxnChg chg="mod">
          <ac:chgData name="Somak Das" userId="S::sdas@floridapoly.edu::98cebb13-2fc4-4808-95b9-daeb7e6acc01" providerId="AD" clId="Web-{EA2B3DF1-9213-68D3-CE47-D9DB2C883797}" dt="2024-09-16T14:59:12.555" v="294" actId="1076"/>
          <ac:cxnSpMkLst>
            <pc:docMk/>
            <pc:sldMk cId="4240469802" sldId="386"/>
            <ac:cxnSpMk id="11" creationId="{7C5AB2A7-D4B0-A9D9-2A25-C4D39F684439}"/>
          </ac:cxnSpMkLst>
        </pc:cxnChg>
        <pc:cxnChg chg="mod">
          <ac:chgData name="Somak Das" userId="S::sdas@floridapoly.edu::98cebb13-2fc4-4808-95b9-daeb7e6acc01" providerId="AD" clId="Web-{EA2B3DF1-9213-68D3-CE47-D9DB2C883797}" dt="2024-09-16T14:59:12.555" v="293" actId="1076"/>
          <ac:cxnSpMkLst>
            <pc:docMk/>
            <pc:sldMk cId="4240469802" sldId="386"/>
            <ac:cxnSpMk id="14" creationId="{2378EE44-7010-9463-9760-DD05E3FADAFB}"/>
          </ac:cxnSpMkLst>
        </pc:cxnChg>
        <pc:cxnChg chg="mod">
          <ac:chgData name="Somak Das" userId="S::sdas@floridapoly.edu::98cebb13-2fc4-4808-95b9-daeb7e6acc01" providerId="AD" clId="Web-{EA2B3DF1-9213-68D3-CE47-D9DB2C883797}" dt="2024-09-16T14:59:12.555" v="289" actId="1076"/>
          <ac:cxnSpMkLst>
            <pc:docMk/>
            <pc:sldMk cId="4240469802" sldId="386"/>
            <ac:cxnSpMk id="21" creationId="{558CA780-CAFD-34C8-79C3-798733E48F0F}"/>
          </ac:cxnSpMkLst>
        </pc:cxnChg>
        <pc:cxnChg chg="mod">
          <ac:chgData name="Somak Das" userId="S::sdas@floridapoly.edu::98cebb13-2fc4-4808-95b9-daeb7e6acc01" providerId="AD" clId="Web-{EA2B3DF1-9213-68D3-CE47-D9DB2C883797}" dt="2024-09-16T14:59:54.056" v="303" actId="14100"/>
          <ac:cxnSpMkLst>
            <pc:docMk/>
            <pc:sldMk cId="4240469802" sldId="386"/>
            <ac:cxnSpMk id="26" creationId="{40EEB2DE-E7EE-0EDA-4C29-71D034DA6B4A}"/>
          </ac:cxnSpMkLst>
        </pc:cxnChg>
        <pc:cxnChg chg="mod">
          <ac:chgData name="Somak Das" userId="S::sdas@floridapoly.edu::98cebb13-2fc4-4808-95b9-daeb7e6acc01" providerId="AD" clId="Web-{EA2B3DF1-9213-68D3-CE47-D9DB2C883797}" dt="2024-09-16T14:59:12.555" v="285" actId="1076"/>
          <ac:cxnSpMkLst>
            <pc:docMk/>
            <pc:sldMk cId="4240469802" sldId="386"/>
            <ac:cxnSpMk id="27" creationId="{2C1CB99D-E14D-4F85-4C75-00E3B1647E71}"/>
          </ac:cxnSpMkLst>
        </pc:cxnChg>
        <pc:cxnChg chg="del">
          <ac:chgData name="Somak Das" userId="S::sdas@floridapoly.edu::98cebb13-2fc4-4808-95b9-daeb7e6acc01" providerId="AD" clId="Web-{EA2B3DF1-9213-68D3-CE47-D9DB2C883797}" dt="2024-09-16T14:40:46.061" v="262"/>
          <ac:cxnSpMkLst>
            <pc:docMk/>
            <pc:sldMk cId="4240469802" sldId="386"/>
            <ac:cxnSpMk id="28" creationId="{8A277EBF-D585-7721-7E37-8FE3AF591879}"/>
          </ac:cxnSpMkLst>
        </pc:cxnChg>
        <pc:cxnChg chg="del">
          <ac:chgData name="Somak Das" userId="S::sdas@floridapoly.edu::98cebb13-2fc4-4808-95b9-daeb7e6acc01" providerId="AD" clId="Web-{EA2B3DF1-9213-68D3-CE47-D9DB2C883797}" dt="2024-09-16T14:40:46.061" v="263"/>
          <ac:cxnSpMkLst>
            <pc:docMk/>
            <pc:sldMk cId="4240469802" sldId="386"/>
            <ac:cxnSpMk id="29" creationId="{ACEC1CCC-0EE7-9D59-FF24-ADE2B2D1D5E9}"/>
          </ac:cxnSpMkLst>
        </pc:cxnChg>
        <pc:cxnChg chg="del">
          <ac:chgData name="Somak Das" userId="S::sdas@floridapoly.edu::98cebb13-2fc4-4808-95b9-daeb7e6acc01" providerId="AD" clId="Web-{EA2B3DF1-9213-68D3-CE47-D9DB2C883797}" dt="2024-09-16T14:40:46.061" v="253"/>
          <ac:cxnSpMkLst>
            <pc:docMk/>
            <pc:sldMk cId="4240469802" sldId="386"/>
            <ac:cxnSpMk id="30" creationId="{9FFC5A06-F959-B138-B877-DF86218DC8B8}"/>
          </ac:cxnSpMkLst>
        </pc:cxnChg>
        <pc:cxnChg chg="del">
          <ac:chgData name="Somak Das" userId="S::sdas@floridapoly.edu::98cebb13-2fc4-4808-95b9-daeb7e6acc01" providerId="AD" clId="Web-{EA2B3DF1-9213-68D3-CE47-D9DB2C883797}" dt="2024-09-16T14:40:46.061" v="261"/>
          <ac:cxnSpMkLst>
            <pc:docMk/>
            <pc:sldMk cId="4240469802" sldId="386"/>
            <ac:cxnSpMk id="31" creationId="{1007B27B-001B-E292-23BF-FFB24DFC80B0}"/>
          </ac:cxnSpMkLst>
        </pc:cxnChg>
        <pc:cxnChg chg="del">
          <ac:chgData name="Somak Das" userId="S::sdas@floridapoly.edu::98cebb13-2fc4-4808-95b9-daeb7e6acc01" providerId="AD" clId="Web-{EA2B3DF1-9213-68D3-CE47-D9DB2C883797}" dt="2024-09-16T14:40:46.061" v="259"/>
          <ac:cxnSpMkLst>
            <pc:docMk/>
            <pc:sldMk cId="4240469802" sldId="386"/>
            <ac:cxnSpMk id="32" creationId="{3CE9D583-0F48-F1F4-7F2B-BE6BB12CE2AB}"/>
          </ac:cxnSpMkLst>
        </pc:cxnChg>
        <pc:cxnChg chg="del">
          <ac:chgData name="Somak Das" userId="S::sdas@floridapoly.edu::98cebb13-2fc4-4808-95b9-daeb7e6acc01" providerId="AD" clId="Web-{EA2B3DF1-9213-68D3-CE47-D9DB2C883797}" dt="2024-09-16T14:40:46.061" v="256"/>
          <ac:cxnSpMkLst>
            <pc:docMk/>
            <pc:sldMk cId="4240469802" sldId="386"/>
            <ac:cxnSpMk id="36" creationId="{906E7BA7-A7CF-DF12-E291-FFD0DB657D4F}"/>
          </ac:cxnSpMkLst>
        </pc:cxnChg>
        <pc:cxnChg chg="del">
          <ac:chgData name="Somak Das" userId="S::sdas@floridapoly.edu::98cebb13-2fc4-4808-95b9-daeb7e6acc01" providerId="AD" clId="Web-{EA2B3DF1-9213-68D3-CE47-D9DB2C883797}" dt="2024-09-16T14:40:46.061" v="254"/>
          <ac:cxnSpMkLst>
            <pc:docMk/>
            <pc:sldMk cId="4240469802" sldId="386"/>
            <ac:cxnSpMk id="40" creationId="{A3F67B6F-3F8D-FC2E-1297-5102766B6269}"/>
          </ac:cxnSpMkLst>
        </pc:cxnChg>
      </pc:sldChg>
      <pc:sldChg chg="addSp delSp modSp add replId">
        <pc:chgData name="Somak Das" userId="S::sdas@floridapoly.edu::98cebb13-2fc4-4808-95b9-daeb7e6acc01" providerId="AD" clId="Web-{EA2B3DF1-9213-68D3-CE47-D9DB2C883797}" dt="2024-09-16T17:29:10.437" v="476" actId="20577"/>
        <pc:sldMkLst>
          <pc:docMk/>
          <pc:sldMk cId="2281109796" sldId="387"/>
        </pc:sldMkLst>
        <pc:spChg chg="add mod">
          <ac:chgData name="Somak Das" userId="S::sdas@floridapoly.edu::98cebb13-2fc4-4808-95b9-daeb7e6acc01" providerId="AD" clId="Web-{EA2B3DF1-9213-68D3-CE47-D9DB2C883797}" dt="2024-09-16T15:54:44.286" v="410" actId="20577"/>
          <ac:spMkLst>
            <pc:docMk/>
            <pc:sldMk cId="2281109796" sldId="387"/>
            <ac:spMk id="2" creationId="{4D950BFE-9002-C8A3-6B37-952DEE4696B2}"/>
          </ac:spMkLst>
        </pc:spChg>
        <pc:spChg chg="add mod">
          <ac:chgData name="Somak Das" userId="S::sdas@floridapoly.edu::98cebb13-2fc4-4808-95b9-daeb7e6acc01" providerId="AD" clId="Web-{EA2B3DF1-9213-68D3-CE47-D9DB2C883797}" dt="2024-09-16T16:59:58.314" v="441" actId="20577"/>
          <ac:spMkLst>
            <pc:docMk/>
            <pc:sldMk cId="2281109796" sldId="387"/>
            <ac:spMk id="4" creationId="{B485DB15-EF40-86F6-9FA4-E98602DD0945}"/>
          </ac:spMkLst>
        </pc:spChg>
        <pc:spChg chg="add mod">
          <ac:chgData name="Somak Das" userId="S::sdas@floridapoly.edu::98cebb13-2fc4-4808-95b9-daeb7e6acc01" providerId="AD" clId="Web-{EA2B3DF1-9213-68D3-CE47-D9DB2C883797}" dt="2024-09-16T17:00:48.940" v="448" actId="1076"/>
          <ac:spMkLst>
            <pc:docMk/>
            <pc:sldMk cId="2281109796" sldId="387"/>
            <ac:spMk id="5" creationId="{B069ED5E-59B5-F4A0-B65E-AD004D75736D}"/>
          </ac:spMkLst>
        </pc:spChg>
        <pc:spChg chg="add mod">
          <ac:chgData name="Somak Das" userId="S::sdas@floridapoly.edu::98cebb13-2fc4-4808-95b9-daeb7e6acc01" providerId="AD" clId="Web-{EA2B3DF1-9213-68D3-CE47-D9DB2C883797}" dt="2024-09-16T17:29:10.437" v="476" actId="20577"/>
          <ac:spMkLst>
            <pc:docMk/>
            <pc:sldMk cId="2281109796" sldId="387"/>
            <ac:spMk id="6" creationId="{FBE8D96B-7D60-9DA8-88BE-BC4BCEAFAC86}"/>
          </ac:spMkLst>
        </pc:spChg>
        <pc:spChg chg="add mod">
          <ac:chgData name="Somak Das" userId="S::sdas@floridapoly.edu::98cebb13-2fc4-4808-95b9-daeb7e6acc01" providerId="AD" clId="Web-{EA2B3DF1-9213-68D3-CE47-D9DB2C883797}" dt="2024-09-16T17:01:28.785" v="458" actId="1076"/>
          <ac:spMkLst>
            <pc:docMk/>
            <pc:sldMk cId="2281109796" sldId="387"/>
            <ac:spMk id="7" creationId="{C0B90712-B798-B17C-04B1-0254F3300A8D}"/>
          </ac:spMkLst>
        </pc:spChg>
        <pc:spChg chg="add mod">
          <ac:chgData name="Somak Das" userId="S::sdas@floridapoly.edu::98cebb13-2fc4-4808-95b9-daeb7e6acc01" providerId="AD" clId="Web-{EA2B3DF1-9213-68D3-CE47-D9DB2C883797}" dt="2024-09-16T17:29:04.234" v="473" actId="14100"/>
          <ac:spMkLst>
            <pc:docMk/>
            <pc:sldMk cId="2281109796" sldId="387"/>
            <ac:spMk id="8" creationId="{6B0FD859-BF70-E85B-848B-B934BBAAABBB}"/>
          </ac:spMkLst>
        </pc:spChg>
        <pc:spChg chg="add mod">
          <ac:chgData name="Somak Das" userId="S::sdas@floridapoly.edu::98cebb13-2fc4-4808-95b9-daeb7e6acc01" providerId="AD" clId="Web-{EA2B3DF1-9213-68D3-CE47-D9DB2C883797}" dt="2024-09-16T17:28:01.654" v="460" actId="20577"/>
          <ac:spMkLst>
            <pc:docMk/>
            <pc:sldMk cId="2281109796" sldId="387"/>
            <ac:spMk id="10" creationId="{127F9E75-28DB-1815-3D5E-FD88DB54623C}"/>
          </ac:spMkLst>
        </pc:spChg>
        <pc:spChg chg="del">
          <ac:chgData name="Somak Das" userId="S::sdas@floridapoly.edu::98cebb13-2fc4-4808-95b9-daeb7e6acc01" providerId="AD" clId="Web-{EA2B3DF1-9213-68D3-CE47-D9DB2C883797}" dt="2024-09-16T15:55:09.834" v="422"/>
          <ac:spMkLst>
            <pc:docMk/>
            <pc:sldMk cId="2281109796" sldId="387"/>
            <ac:spMk id="16" creationId="{C3D88507-9FDA-2FBE-D93F-E4D99E8C49B8}"/>
          </ac:spMkLst>
        </pc:spChg>
        <pc:spChg chg="del">
          <ac:chgData name="Somak Das" userId="S::sdas@floridapoly.edu::98cebb13-2fc4-4808-95b9-daeb7e6acc01" providerId="AD" clId="Web-{EA2B3DF1-9213-68D3-CE47-D9DB2C883797}" dt="2024-09-16T15:55:09.834" v="421"/>
          <ac:spMkLst>
            <pc:docMk/>
            <pc:sldMk cId="2281109796" sldId="387"/>
            <ac:spMk id="18" creationId="{06720BA1-AA1B-A1BC-B8B2-267872770798}"/>
          </ac:spMkLst>
        </pc:spChg>
        <pc:spChg chg="del">
          <ac:chgData name="Somak Das" userId="S::sdas@floridapoly.edu::98cebb13-2fc4-4808-95b9-daeb7e6acc01" providerId="AD" clId="Web-{EA2B3DF1-9213-68D3-CE47-D9DB2C883797}" dt="2024-09-16T15:55:09.834" v="420"/>
          <ac:spMkLst>
            <pc:docMk/>
            <pc:sldMk cId="2281109796" sldId="387"/>
            <ac:spMk id="20" creationId="{B58B756D-DE9D-6F4C-285B-A8FDECD8D17B}"/>
          </ac:spMkLst>
        </pc:spChg>
        <pc:spChg chg="del">
          <ac:chgData name="Somak Das" userId="S::sdas@floridapoly.edu::98cebb13-2fc4-4808-95b9-daeb7e6acc01" providerId="AD" clId="Web-{EA2B3DF1-9213-68D3-CE47-D9DB2C883797}" dt="2024-09-16T15:55:09.834" v="418"/>
          <ac:spMkLst>
            <pc:docMk/>
            <pc:sldMk cId="2281109796" sldId="387"/>
            <ac:spMk id="22" creationId="{49A377C7-B240-7293-8B74-CD3E3D41A9B0}"/>
          </ac:spMkLst>
        </pc:spChg>
        <pc:spChg chg="del">
          <ac:chgData name="Somak Das" userId="S::sdas@floridapoly.edu::98cebb13-2fc4-4808-95b9-daeb7e6acc01" providerId="AD" clId="Web-{EA2B3DF1-9213-68D3-CE47-D9DB2C883797}" dt="2024-09-16T15:55:09.834" v="417"/>
          <ac:spMkLst>
            <pc:docMk/>
            <pc:sldMk cId="2281109796" sldId="387"/>
            <ac:spMk id="23" creationId="{EED19BB9-6417-A715-EA61-35E372144DE2}"/>
          </ac:spMkLst>
        </pc:spChg>
        <pc:picChg chg="add mod">
          <ac:chgData name="Somak Das" userId="S::sdas@floridapoly.edu::98cebb13-2fc4-4808-95b9-daeb7e6acc01" providerId="AD" clId="Web-{EA2B3DF1-9213-68D3-CE47-D9DB2C883797}" dt="2024-09-16T17:29:00.359" v="472" actId="1076"/>
          <ac:picMkLst>
            <pc:docMk/>
            <pc:sldMk cId="2281109796" sldId="387"/>
            <ac:picMk id="3" creationId="{C550335A-079E-3D92-E1E9-FCAF0C94AE85}"/>
          </ac:picMkLst>
        </pc:picChg>
        <pc:picChg chg="del">
          <ac:chgData name="Somak Das" userId="S::sdas@floridapoly.edu::98cebb13-2fc4-4808-95b9-daeb7e6acc01" providerId="AD" clId="Web-{EA2B3DF1-9213-68D3-CE47-D9DB2C883797}" dt="2024-09-16T15:55:09.834" v="428"/>
          <ac:picMkLst>
            <pc:docMk/>
            <pc:sldMk cId="2281109796" sldId="387"/>
            <ac:picMk id="6" creationId="{DA05F2B8-F03B-B63B-4AA2-4E906B0FA76F}"/>
          </ac:picMkLst>
        </pc:picChg>
        <pc:picChg chg="mod">
          <ac:chgData name="Somak Das" userId="S::sdas@floridapoly.edu::98cebb13-2fc4-4808-95b9-daeb7e6acc01" providerId="AD" clId="Web-{EA2B3DF1-9213-68D3-CE47-D9DB2C883797}" dt="2024-09-16T17:28:57.140" v="471" actId="1076"/>
          <ac:picMkLst>
            <pc:docMk/>
            <pc:sldMk cId="2281109796" sldId="387"/>
            <ac:picMk id="9" creationId="{5B54F38F-4C97-FEB1-A10A-3D7905A0112F}"/>
          </ac:picMkLst>
        </pc:picChg>
        <pc:picChg chg="mod">
          <ac:chgData name="Somak Das" userId="S::sdas@floridapoly.edu::98cebb13-2fc4-4808-95b9-daeb7e6acc01" providerId="AD" clId="Web-{EA2B3DF1-9213-68D3-CE47-D9DB2C883797}" dt="2024-09-16T15:02:35.748" v="310"/>
          <ac:picMkLst>
            <pc:docMk/>
            <pc:sldMk cId="2281109796" sldId="387"/>
            <ac:picMk id="17" creationId="{740AEE88-34BF-51CA-4690-1BF35D2FBCCA}"/>
          </ac:picMkLst>
        </pc:picChg>
        <pc:cxnChg chg="del">
          <ac:chgData name="Somak Das" userId="S::sdas@floridapoly.edu::98cebb13-2fc4-4808-95b9-daeb7e6acc01" providerId="AD" clId="Web-{EA2B3DF1-9213-68D3-CE47-D9DB2C883797}" dt="2024-09-16T15:55:09.834" v="427"/>
          <ac:cxnSpMkLst>
            <pc:docMk/>
            <pc:sldMk cId="2281109796" sldId="387"/>
            <ac:cxnSpMk id="4" creationId="{5241E302-41A1-D6DD-8309-C7D30224537E}"/>
          </ac:cxnSpMkLst>
        </pc:cxnChg>
        <pc:cxnChg chg="del">
          <ac:chgData name="Somak Das" userId="S::sdas@floridapoly.edu::98cebb13-2fc4-4808-95b9-daeb7e6acc01" providerId="AD" clId="Web-{EA2B3DF1-9213-68D3-CE47-D9DB2C883797}" dt="2024-09-16T15:55:09.834" v="426"/>
          <ac:cxnSpMkLst>
            <pc:docMk/>
            <pc:sldMk cId="2281109796" sldId="387"/>
            <ac:cxnSpMk id="7" creationId="{3F3ACF04-EF1A-C300-A80C-AEA3AAC516EB}"/>
          </ac:cxnSpMkLst>
        </pc:cxnChg>
        <pc:cxnChg chg="del">
          <ac:chgData name="Somak Das" userId="S::sdas@floridapoly.edu::98cebb13-2fc4-4808-95b9-daeb7e6acc01" providerId="AD" clId="Web-{EA2B3DF1-9213-68D3-CE47-D9DB2C883797}" dt="2024-09-16T15:55:09.834" v="425"/>
          <ac:cxnSpMkLst>
            <pc:docMk/>
            <pc:sldMk cId="2281109796" sldId="387"/>
            <ac:cxnSpMk id="8" creationId="{B0DB6124-05F3-B036-B622-27403D8DA94D}"/>
          </ac:cxnSpMkLst>
        </pc:cxnChg>
        <pc:cxnChg chg="del">
          <ac:chgData name="Somak Das" userId="S::sdas@floridapoly.edu::98cebb13-2fc4-4808-95b9-daeb7e6acc01" providerId="AD" clId="Web-{EA2B3DF1-9213-68D3-CE47-D9DB2C883797}" dt="2024-09-16T15:55:09.834" v="424"/>
          <ac:cxnSpMkLst>
            <pc:docMk/>
            <pc:sldMk cId="2281109796" sldId="387"/>
            <ac:cxnSpMk id="11" creationId="{7C5AB2A7-D4B0-A9D9-2A25-C4D39F684439}"/>
          </ac:cxnSpMkLst>
        </pc:cxnChg>
        <pc:cxnChg chg="del">
          <ac:chgData name="Somak Das" userId="S::sdas@floridapoly.edu::98cebb13-2fc4-4808-95b9-daeb7e6acc01" providerId="AD" clId="Web-{EA2B3DF1-9213-68D3-CE47-D9DB2C883797}" dt="2024-09-16T15:55:09.834" v="423"/>
          <ac:cxnSpMkLst>
            <pc:docMk/>
            <pc:sldMk cId="2281109796" sldId="387"/>
            <ac:cxnSpMk id="14" creationId="{2378EE44-7010-9463-9760-DD05E3FADAFB}"/>
          </ac:cxnSpMkLst>
        </pc:cxnChg>
        <pc:cxnChg chg="del">
          <ac:chgData name="Somak Das" userId="S::sdas@floridapoly.edu::98cebb13-2fc4-4808-95b9-daeb7e6acc01" providerId="AD" clId="Web-{EA2B3DF1-9213-68D3-CE47-D9DB2C883797}" dt="2024-09-16T15:55:09.834" v="419"/>
          <ac:cxnSpMkLst>
            <pc:docMk/>
            <pc:sldMk cId="2281109796" sldId="387"/>
            <ac:cxnSpMk id="21" creationId="{558CA780-CAFD-34C8-79C3-798733E48F0F}"/>
          </ac:cxnSpMkLst>
        </pc:cxnChg>
        <pc:cxnChg chg="del">
          <ac:chgData name="Somak Das" userId="S::sdas@floridapoly.edu::98cebb13-2fc4-4808-95b9-daeb7e6acc01" providerId="AD" clId="Web-{EA2B3DF1-9213-68D3-CE47-D9DB2C883797}" dt="2024-09-16T15:55:09.834" v="416"/>
          <ac:cxnSpMkLst>
            <pc:docMk/>
            <pc:sldMk cId="2281109796" sldId="387"/>
            <ac:cxnSpMk id="26" creationId="{40EEB2DE-E7EE-0EDA-4C29-71D034DA6B4A}"/>
          </ac:cxnSpMkLst>
        </pc:cxnChg>
        <pc:cxnChg chg="del">
          <ac:chgData name="Somak Das" userId="S::sdas@floridapoly.edu::98cebb13-2fc4-4808-95b9-daeb7e6acc01" providerId="AD" clId="Web-{EA2B3DF1-9213-68D3-CE47-D9DB2C883797}" dt="2024-09-16T15:55:09.834" v="415"/>
          <ac:cxnSpMkLst>
            <pc:docMk/>
            <pc:sldMk cId="2281109796" sldId="387"/>
            <ac:cxnSpMk id="27" creationId="{2C1CB99D-E14D-4F85-4C75-00E3B1647E71}"/>
          </ac:cxnSpMkLst>
        </pc:cxnChg>
      </pc:sldChg>
      <pc:sldChg chg="addSp delSp modSp add ord replId">
        <pc:chgData name="Somak Das" userId="S::sdas@floridapoly.edu::98cebb13-2fc4-4808-95b9-daeb7e6acc01" providerId="AD" clId="Web-{EA2B3DF1-9213-68D3-CE47-D9DB2C883797}" dt="2024-09-16T15:53:40.894" v="397" actId="1076"/>
        <pc:sldMkLst>
          <pc:docMk/>
          <pc:sldMk cId="569344304" sldId="388"/>
        </pc:sldMkLst>
        <pc:spChg chg="add mod">
          <ac:chgData name="Somak Das" userId="S::sdas@floridapoly.edu::98cebb13-2fc4-4808-95b9-daeb7e6acc01" providerId="AD" clId="Web-{EA2B3DF1-9213-68D3-CE47-D9DB2C883797}" dt="2024-09-16T15:53:17.800" v="395" actId="14100"/>
          <ac:spMkLst>
            <pc:docMk/>
            <pc:sldMk cId="569344304" sldId="388"/>
            <ac:spMk id="2" creationId="{9CA721E0-30D1-1FCD-FFC8-30FA0DEABD58}"/>
          </ac:spMkLst>
        </pc:spChg>
        <pc:spChg chg="add mod">
          <ac:chgData name="Somak Das" userId="S::sdas@floridapoly.edu::98cebb13-2fc4-4808-95b9-daeb7e6acc01" providerId="AD" clId="Web-{EA2B3DF1-9213-68D3-CE47-D9DB2C883797}" dt="2024-09-16T15:53:14.065" v="394" actId="14100"/>
          <ac:spMkLst>
            <pc:docMk/>
            <pc:sldMk cId="569344304" sldId="388"/>
            <ac:spMk id="4" creationId="{B114497D-4182-1EE5-7065-B61AAEE39A39}"/>
          </ac:spMkLst>
        </pc:spChg>
        <pc:spChg chg="del">
          <ac:chgData name="Somak Das" userId="S::sdas@floridapoly.edu::98cebb13-2fc4-4808-95b9-daeb7e6acc01" providerId="AD" clId="Web-{EA2B3DF1-9213-68D3-CE47-D9DB2C883797}" dt="2024-09-16T15:04:45.344" v="323"/>
          <ac:spMkLst>
            <pc:docMk/>
            <pc:sldMk cId="569344304" sldId="388"/>
            <ac:spMk id="16" creationId="{C3D88507-9FDA-2FBE-D93F-E4D99E8C49B8}"/>
          </ac:spMkLst>
        </pc:spChg>
        <pc:spChg chg="del">
          <ac:chgData name="Somak Das" userId="S::sdas@floridapoly.edu::98cebb13-2fc4-4808-95b9-daeb7e6acc01" providerId="AD" clId="Web-{EA2B3DF1-9213-68D3-CE47-D9DB2C883797}" dt="2024-09-16T15:04:45.344" v="322"/>
          <ac:spMkLst>
            <pc:docMk/>
            <pc:sldMk cId="569344304" sldId="388"/>
            <ac:spMk id="18" creationId="{06720BA1-AA1B-A1BC-B8B2-267872770798}"/>
          </ac:spMkLst>
        </pc:spChg>
        <pc:spChg chg="del">
          <ac:chgData name="Somak Das" userId="S::sdas@floridapoly.edu::98cebb13-2fc4-4808-95b9-daeb7e6acc01" providerId="AD" clId="Web-{EA2B3DF1-9213-68D3-CE47-D9DB2C883797}" dt="2024-09-16T15:04:45.344" v="321"/>
          <ac:spMkLst>
            <pc:docMk/>
            <pc:sldMk cId="569344304" sldId="388"/>
            <ac:spMk id="20" creationId="{B58B756D-DE9D-6F4C-285B-A8FDECD8D17B}"/>
          </ac:spMkLst>
        </pc:spChg>
        <pc:spChg chg="del">
          <ac:chgData name="Somak Das" userId="S::sdas@floridapoly.edu::98cebb13-2fc4-4808-95b9-daeb7e6acc01" providerId="AD" clId="Web-{EA2B3DF1-9213-68D3-CE47-D9DB2C883797}" dt="2024-09-16T15:04:45.329" v="319"/>
          <ac:spMkLst>
            <pc:docMk/>
            <pc:sldMk cId="569344304" sldId="388"/>
            <ac:spMk id="22" creationId="{49A377C7-B240-7293-8B74-CD3E3D41A9B0}"/>
          </ac:spMkLst>
        </pc:spChg>
        <pc:spChg chg="del">
          <ac:chgData name="Somak Das" userId="S::sdas@floridapoly.edu::98cebb13-2fc4-4808-95b9-daeb7e6acc01" providerId="AD" clId="Web-{EA2B3DF1-9213-68D3-CE47-D9DB2C883797}" dt="2024-09-16T15:04:45.329" v="318"/>
          <ac:spMkLst>
            <pc:docMk/>
            <pc:sldMk cId="569344304" sldId="388"/>
            <ac:spMk id="23" creationId="{EED19BB9-6417-A715-EA61-35E372144DE2}"/>
          </ac:spMkLst>
        </pc:spChg>
        <pc:picChg chg="add mod">
          <ac:chgData name="Somak Das" userId="S::sdas@floridapoly.edu::98cebb13-2fc4-4808-95b9-daeb7e6acc01" providerId="AD" clId="Web-{EA2B3DF1-9213-68D3-CE47-D9DB2C883797}" dt="2024-09-16T15:52:39.580" v="378" actId="14100"/>
          <ac:picMkLst>
            <pc:docMk/>
            <pc:sldMk cId="569344304" sldId="388"/>
            <ac:picMk id="3" creationId="{50FCBEF6-76DD-2A97-3B0B-BE6AE57EFF2D}"/>
          </ac:picMkLst>
        </pc:picChg>
        <pc:picChg chg="add mod">
          <ac:chgData name="Somak Das" userId="S::sdas@floridapoly.edu::98cebb13-2fc4-4808-95b9-daeb7e6acc01" providerId="AD" clId="Web-{EA2B3DF1-9213-68D3-CE47-D9DB2C883797}" dt="2024-09-16T15:53:40.894" v="397" actId="1076"/>
          <ac:picMkLst>
            <pc:docMk/>
            <pc:sldMk cId="569344304" sldId="388"/>
            <ac:picMk id="6" creationId="{CDD45B44-1C24-AB26-54C4-025DBBC472C2}"/>
          </ac:picMkLst>
        </pc:picChg>
        <pc:picChg chg="del">
          <ac:chgData name="Somak Das" userId="S::sdas@floridapoly.edu::98cebb13-2fc4-4808-95b9-daeb7e6acc01" providerId="AD" clId="Web-{EA2B3DF1-9213-68D3-CE47-D9DB2C883797}" dt="2024-09-16T15:04:45.344" v="329"/>
          <ac:picMkLst>
            <pc:docMk/>
            <pc:sldMk cId="569344304" sldId="388"/>
            <ac:picMk id="6" creationId="{DA05F2B8-F03B-B63B-4AA2-4E906B0FA76F}"/>
          </ac:picMkLst>
        </pc:picChg>
        <pc:cxnChg chg="del">
          <ac:chgData name="Somak Das" userId="S::sdas@floridapoly.edu::98cebb13-2fc4-4808-95b9-daeb7e6acc01" providerId="AD" clId="Web-{EA2B3DF1-9213-68D3-CE47-D9DB2C883797}" dt="2024-09-16T15:04:45.344" v="328"/>
          <ac:cxnSpMkLst>
            <pc:docMk/>
            <pc:sldMk cId="569344304" sldId="388"/>
            <ac:cxnSpMk id="4" creationId="{5241E302-41A1-D6DD-8309-C7D30224537E}"/>
          </ac:cxnSpMkLst>
        </pc:cxnChg>
        <pc:cxnChg chg="del">
          <ac:chgData name="Somak Das" userId="S::sdas@floridapoly.edu::98cebb13-2fc4-4808-95b9-daeb7e6acc01" providerId="AD" clId="Web-{EA2B3DF1-9213-68D3-CE47-D9DB2C883797}" dt="2024-09-16T15:04:45.344" v="327"/>
          <ac:cxnSpMkLst>
            <pc:docMk/>
            <pc:sldMk cId="569344304" sldId="388"/>
            <ac:cxnSpMk id="7" creationId="{3F3ACF04-EF1A-C300-A80C-AEA3AAC516EB}"/>
          </ac:cxnSpMkLst>
        </pc:cxnChg>
        <pc:cxnChg chg="del">
          <ac:chgData name="Somak Das" userId="S::sdas@floridapoly.edu::98cebb13-2fc4-4808-95b9-daeb7e6acc01" providerId="AD" clId="Web-{EA2B3DF1-9213-68D3-CE47-D9DB2C883797}" dt="2024-09-16T15:04:45.344" v="326"/>
          <ac:cxnSpMkLst>
            <pc:docMk/>
            <pc:sldMk cId="569344304" sldId="388"/>
            <ac:cxnSpMk id="8" creationId="{B0DB6124-05F3-B036-B622-27403D8DA94D}"/>
          </ac:cxnSpMkLst>
        </pc:cxnChg>
        <pc:cxnChg chg="del">
          <ac:chgData name="Somak Das" userId="S::sdas@floridapoly.edu::98cebb13-2fc4-4808-95b9-daeb7e6acc01" providerId="AD" clId="Web-{EA2B3DF1-9213-68D3-CE47-D9DB2C883797}" dt="2024-09-16T15:04:45.344" v="325"/>
          <ac:cxnSpMkLst>
            <pc:docMk/>
            <pc:sldMk cId="569344304" sldId="388"/>
            <ac:cxnSpMk id="11" creationId="{7C5AB2A7-D4B0-A9D9-2A25-C4D39F684439}"/>
          </ac:cxnSpMkLst>
        </pc:cxnChg>
        <pc:cxnChg chg="del">
          <ac:chgData name="Somak Das" userId="S::sdas@floridapoly.edu::98cebb13-2fc4-4808-95b9-daeb7e6acc01" providerId="AD" clId="Web-{EA2B3DF1-9213-68D3-CE47-D9DB2C883797}" dt="2024-09-16T15:04:45.344" v="324"/>
          <ac:cxnSpMkLst>
            <pc:docMk/>
            <pc:sldMk cId="569344304" sldId="388"/>
            <ac:cxnSpMk id="14" creationId="{2378EE44-7010-9463-9760-DD05E3FADAFB}"/>
          </ac:cxnSpMkLst>
        </pc:cxnChg>
        <pc:cxnChg chg="del">
          <ac:chgData name="Somak Das" userId="S::sdas@floridapoly.edu::98cebb13-2fc4-4808-95b9-daeb7e6acc01" providerId="AD" clId="Web-{EA2B3DF1-9213-68D3-CE47-D9DB2C883797}" dt="2024-09-16T15:04:45.344" v="320"/>
          <ac:cxnSpMkLst>
            <pc:docMk/>
            <pc:sldMk cId="569344304" sldId="388"/>
            <ac:cxnSpMk id="21" creationId="{558CA780-CAFD-34C8-79C3-798733E48F0F}"/>
          </ac:cxnSpMkLst>
        </pc:cxnChg>
        <pc:cxnChg chg="del">
          <ac:chgData name="Somak Das" userId="S::sdas@floridapoly.edu::98cebb13-2fc4-4808-95b9-daeb7e6acc01" providerId="AD" clId="Web-{EA2B3DF1-9213-68D3-CE47-D9DB2C883797}" dt="2024-09-16T15:04:45.329" v="317"/>
          <ac:cxnSpMkLst>
            <pc:docMk/>
            <pc:sldMk cId="569344304" sldId="388"/>
            <ac:cxnSpMk id="26" creationId="{40EEB2DE-E7EE-0EDA-4C29-71D034DA6B4A}"/>
          </ac:cxnSpMkLst>
        </pc:cxnChg>
        <pc:cxnChg chg="del">
          <ac:chgData name="Somak Das" userId="S::sdas@floridapoly.edu::98cebb13-2fc4-4808-95b9-daeb7e6acc01" providerId="AD" clId="Web-{EA2B3DF1-9213-68D3-CE47-D9DB2C883797}" dt="2024-09-16T15:04:45.329" v="316"/>
          <ac:cxnSpMkLst>
            <pc:docMk/>
            <pc:sldMk cId="569344304" sldId="388"/>
            <ac:cxnSpMk id="27" creationId="{2C1CB99D-E14D-4F85-4C75-00E3B1647E7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1A195B-F6BD-49D0-9E50-4C65C438A9E0}" type="datetimeFigureOut"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A9C42-E714-4924-8568-2572906FE6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61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can try to find areas A and B for several N, and find the error tolerance to have an idea</a:t>
            </a:r>
          </a:p>
          <a:p>
            <a:endParaRPr lang="en-US"/>
          </a:p>
          <a:p>
            <a:r>
              <a:rPr lang="en-US"/>
              <a:t>The n value can be printed using scientific notation</a:t>
            </a:r>
          </a:p>
          <a:p>
            <a:endParaRPr lang="en-US"/>
          </a:p>
          <a:p>
            <a:r>
              <a:rPr lang="en-US"/>
              <a:t>If the increment for n is increased before printing the value, then the wrong value will be displayed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55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polygons problem</a:t>
            </a:r>
          </a:p>
          <a:p>
            <a:r>
              <a:rPr lang="en-US"/>
              <a:t>The circle area is pi, one area is smaller, the inscribed figure and the other area is larger, the circumscribed figure</a:t>
            </a:r>
          </a:p>
          <a:p>
            <a:endParaRPr lang="en-US"/>
          </a:p>
          <a:p>
            <a:r>
              <a:rPr lang="en-US"/>
              <a:t>So the area of the circle sits in between both areas An &lt; pi &lt; Bn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057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polygons problem</a:t>
            </a:r>
          </a:p>
          <a:p>
            <a:r>
              <a:rPr lang="en-US"/>
              <a:t>The circle area is pi, one area is smaller, the inscribed figure and the other area is larger, the circumscribed figure</a:t>
            </a:r>
          </a:p>
          <a:p>
            <a:endParaRPr lang="en-US"/>
          </a:p>
          <a:p>
            <a:r>
              <a:rPr lang="en-US"/>
              <a:t>So the area of the circle sits in between both areas An &lt; pi &lt; Bn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79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polygons problem</a:t>
            </a:r>
          </a:p>
          <a:p>
            <a:r>
              <a:rPr lang="en-US"/>
              <a:t>The circle area is pi, one area is smaller, the inscribed figure and the other area is larger, the circumscribed figure</a:t>
            </a:r>
          </a:p>
          <a:p>
            <a:endParaRPr lang="en-US"/>
          </a:p>
          <a:p>
            <a:r>
              <a:rPr lang="en-US"/>
              <a:t>So the area of the circle sits in between both areas An &lt; pi &lt; Bn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52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polygons problem</a:t>
            </a:r>
          </a:p>
          <a:p>
            <a:r>
              <a:rPr lang="en-US"/>
              <a:t>The circle area is pi, one area is smaller, the inscribed figure and the other area is larger, the circumscribed figure</a:t>
            </a:r>
          </a:p>
          <a:p>
            <a:endParaRPr lang="en-US"/>
          </a:p>
          <a:p>
            <a:r>
              <a:rPr lang="en-US"/>
              <a:t>So the area of the circle sits in between both areas An &lt; pi &lt; Bn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45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52" y="-1764"/>
            <a:ext cx="10515600" cy="1325563"/>
          </a:xfrm>
        </p:spPr>
        <p:txBody>
          <a:bodyPr/>
          <a:lstStyle/>
          <a:p>
            <a:r>
              <a:rPr lang="en-US" dirty="0">
                <a:latin typeface="Arial Black"/>
              </a:rPr>
              <a:t>Pseudo code for approximating 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D0E58-93FB-6A47-493C-616E6D597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6" y="1243247"/>
            <a:ext cx="6142563" cy="535349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Calibri"/>
              <a:cs typeface="Calibri"/>
            </a:endParaRPr>
          </a:p>
          <a:p>
            <a:pPr marL="457200" lvl="1" indent="0">
              <a:buNone/>
            </a:pPr>
            <a:br>
              <a:rPr lang="en-US" i="1" dirty="0">
                <a:latin typeface="Times New Roman"/>
                <a:cs typeface="Times New Roman"/>
              </a:rPr>
            </a:br>
            <a:r>
              <a:rPr lang="en-US" i="1" dirty="0">
                <a:solidFill>
                  <a:schemeClr val="accent5">
                    <a:lumMod val="49000"/>
                  </a:schemeClr>
                </a:solidFill>
                <a:latin typeface="Times New Roman"/>
                <a:cs typeface="Times New Roman"/>
              </a:rPr>
              <a:t>Input tolerance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chemeClr val="accent5">
                    <a:lumMod val="49000"/>
                  </a:schemeClr>
                </a:solidFill>
                <a:latin typeface="Times New Roman"/>
                <a:cs typeface="Times New Roman"/>
              </a:rPr>
              <a:t>Calculate: An, Bn, and error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chemeClr val="accent5">
                    <a:lumMod val="49000"/>
                  </a:schemeClr>
                </a:solidFill>
                <a:latin typeface="Times New Roman"/>
                <a:cs typeface="Times New Roman"/>
              </a:rPr>
              <a:t>While error &gt; tolerance</a:t>
            </a:r>
          </a:p>
          <a:p>
            <a:pPr marL="457200" lvl="1" indent="0">
              <a:buNone/>
            </a:pPr>
            <a:r>
              <a:rPr lang="en-US" i="1">
                <a:solidFill>
                  <a:schemeClr val="accent5">
                    <a:lumMod val="49000"/>
                  </a:schemeClr>
                </a:solidFill>
                <a:latin typeface="Times New Roman"/>
                <a:cs typeface="Times New Roman"/>
              </a:rPr>
              <a:t>	Increment n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chemeClr val="accent5">
                    <a:lumMod val="49000"/>
                  </a:schemeClr>
                </a:solidFill>
                <a:latin typeface="Times New Roman"/>
                <a:cs typeface="Times New Roman"/>
              </a:rPr>
              <a:t>	Calculate new An, Bn, and error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chemeClr val="accent5">
                    <a:lumMod val="49000"/>
                  </a:schemeClr>
                </a:solidFill>
                <a:latin typeface="Times New Roman"/>
                <a:cs typeface="Times New Roman"/>
              </a:rPr>
              <a:t>Calculate final n and rho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EA1868-5C0A-F0E1-934D-0467279711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667" t="6868"/>
          <a:stretch/>
        </p:blipFill>
        <p:spPr>
          <a:xfrm>
            <a:off x="9585531" y="3776069"/>
            <a:ext cx="2606469" cy="2525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223042-EA55-1905-E8F5-A3F03A6553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77" r="57667" b="7610"/>
          <a:stretch/>
        </p:blipFill>
        <p:spPr>
          <a:xfrm>
            <a:off x="9485831" y="1586555"/>
            <a:ext cx="2606469" cy="2112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932B86-8520-EC02-CE45-7F86CE4E4327}"/>
              </a:ext>
            </a:extLst>
          </p:cNvPr>
          <p:cNvSpPr txBox="1"/>
          <p:nvPr/>
        </p:nvSpPr>
        <p:spPr>
          <a:xfrm>
            <a:off x="9911744" y="4709921"/>
            <a:ext cx="19394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>
                <a:solidFill>
                  <a:srgbClr val="000000"/>
                </a:solidFill>
                <a:effectLst/>
                <a:latin typeface="Times-Italic"/>
              </a:rPr>
              <a:t>Circumscribed Hexagon</a:t>
            </a:r>
          </a:p>
          <a:p>
            <a:pPr algn="ctr"/>
            <a:r>
              <a:rPr lang="en-US" i="1">
                <a:solidFill>
                  <a:srgbClr val="000000"/>
                </a:solidFill>
                <a:latin typeface="Times-Italic"/>
              </a:rPr>
              <a:t>Bn</a:t>
            </a:r>
            <a:r>
              <a:rPr lang="en-US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AFA21-6D25-2976-5E6B-A0ED945A9809}"/>
              </a:ext>
            </a:extLst>
          </p:cNvPr>
          <p:cNvSpPr txBox="1"/>
          <p:nvPr/>
        </p:nvSpPr>
        <p:spPr>
          <a:xfrm>
            <a:off x="9911743" y="2193429"/>
            <a:ext cx="17400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>
                <a:solidFill>
                  <a:srgbClr val="000000"/>
                </a:solidFill>
                <a:effectLst/>
                <a:latin typeface="Times-Italic"/>
              </a:rPr>
              <a:t>Inscribed Hexagon</a:t>
            </a:r>
          </a:p>
          <a:p>
            <a:pPr algn="ctr"/>
            <a:r>
              <a:rPr lang="en-US" i="1">
                <a:solidFill>
                  <a:srgbClr val="000000"/>
                </a:solidFill>
                <a:latin typeface="Times-Italic"/>
              </a:rPr>
              <a:t>An</a:t>
            </a:r>
            <a:r>
              <a:rPr lang="en-US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EF145-7639-DABE-9E0E-C2DD0841793A}"/>
              </a:ext>
            </a:extLst>
          </p:cNvPr>
          <p:cNvSpPr txBox="1"/>
          <p:nvPr/>
        </p:nvSpPr>
        <p:spPr>
          <a:xfrm>
            <a:off x="9672909" y="1062032"/>
            <a:ext cx="21688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F0000"/>
                </a:solidFill>
              </a:rPr>
              <a:t>Polygons</a:t>
            </a:r>
            <a:endParaRPr lang="en-US" sz="2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69BC43-398D-9BFC-149B-04AD59E690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996" b="43650"/>
          <a:stretch/>
        </p:blipFill>
        <p:spPr>
          <a:xfrm>
            <a:off x="6596992" y="1715526"/>
            <a:ext cx="2820984" cy="888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18252A-F3F1-5583-7513-D72BCC4D94F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553" r="10412" b="90"/>
          <a:stretch/>
        </p:blipFill>
        <p:spPr>
          <a:xfrm>
            <a:off x="6739867" y="2729371"/>
            <a:ext cx="2527262" cy="7827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343BB2-9917-8019-B25E-EE9A1EE61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832" y="3705436"/>
            <a:ext cx="3252874" cy="6300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413AD-7FC6-C6B6-75B1-4E8C41C2F90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3823"/>
          <a:stretch/>
        </p:blipFill>
        <p:spPr>
          <a:xfrm>
            <a:off x="6888558" y="4633336"/>
            <a:ext cx="2235767" cy="8112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F57F60-00E2-5DCF-C3D4-9E403AE7E3C8}"/>
              </a:ext>
            </a:extLst>
          </p:cNvPr>
          <p:cNvSpPr txBox="1"/>
          <p:nvPr/>
        </p:nvSpPr>
        <p:spPr>
          <a:xfrm>
            <a:off x="1781432" y="5451719"/>
            <a:ext cx="4126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What is strange about this method?</a:t>
            </a:r>
          </a:p>
        </p:txBody>
      </p:sp>
    </p:spTree>
    <p:extLst>
      <p:ext uri="{BB962C8B-B14F-4D97-AF65-F5344CB8AC3E}">
        <p14:creationId xmlns:p14="http://schemas.microsoft.com/office/powerpoint/2010/main" val="4151336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6BEA8-45E3-E49A-E91E-DA0A3F55D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Dependancy</a:t>
            </a:r>
            <a:r>
              <a:rPr lang="en-US" dirty="0"/>
              <a:t> on stored value of 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8397E-1742-B388-1161-F9CCFD71C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 are approximating the value of PI using the built-in value of PI</a:t>
            </a:r>
          </a:p>
          <a:p>
            <a:r>
              <a:rPr lang="en-US" dirty="0"/>
              <a:t>This makes our method redundant for practical </a:t>
            </a:r>
            <a:r>
              <a:rPr lang="en-US" dirty="0" err="1"/>
              <a:t>puposes</a:t>
            </a:r>
          </a:p>
          <a:p>
            <a:r>
              <a:rPr lang="en-US" dirty="0"/>
              <a:t>There must be a way to remove that redundancy!!!</a:t>
            </a:r>
          </a:p>
          <a:p>
            <a:r>
              <a:rPr lang="en-US" dirty="0"/>
              <a:t>Answer: Half-angle formulae</a:t>
            </a:r>
          </a:p>
        </p:txBody>
      </p:sp>
      <p:pic>
        <p:nvPicPr>
          <p:cNvPr id="4" name="Picture 3" descr="A black and white image of a square and a half of a square&#10;&#10;Description automatically generated">
            <a:extLst>
              <a:ext uri="{FF2B5EF4-FFF2-40B4-BE49-F238E27FC236}">
                <a16:creationId xmlns:a16="http://schemas.microsoft.com/office/drawing/2014/main" id="{B98CC49F-92C5-F65B-9692-065B3D24D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444" y="4188955"/>
            <a:ext cx="8814740" cy="169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3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AC7670-6DC5-7960-AC16-50AC8F8E2B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667" t="6868"/>
          <a:stretch/>
        </p:blipFill>
        <p:spPr>
          <a:xfrm>
            <a:off x="7562939" y="2336737"/>
            <a:ext cx="4290394" cy="4115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05F2B8-F03B-B63B-4AA2-4E906B0FA7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77" r="57667" b="7610"/>
          <a:stretch/>
        </p:blipFill>
        <p:spPr>
          <a:xfrm>
            <a:off x="59610" y="2245074"/>
            <a:ext cx="4986542" cy="3994432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41E302-41A1-D6DD-8309-C7D30224537E}"/>
              </a:ext>
            </a:extLst>
          </p:cNvPr>
          <p:cNvCxnSpPr/>
          <p:nvPr/>
        </p:nvCxnSpPr>
        <p:spPr>
          <a:xfrm flipH="1">
            <a:off x="1670757" y="2539059"/>
            <a:ext cx="1926637" cy="331328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3ACF04-EF1A-C300-A80C-AEA3AAC516EB}"/>
              </a:ext>
            </a:extLst>
          </p:cNvPr>
          <p:cNvCxnSpPr/>
          <p:nvPr/>
        </p:nvCxnSpPr>
        <p:spPr>
          <a:xfrm flipV="1">
            <a:off x="701676" y="4189001"/>
            <a:ext cx="3877734" cy="45154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DB6124-05F3-B036-B622-27403D8DA94D}"/>
              </a:ext>
            </a:extLst>
          </p:cNvPr>
          <p:cNvCxnSpPr/>
          <p:nvPr/>
        </p:nvCxnSpPr>
        <p:spPr>
          <a:xfrm flipH="1">
            <a:off x="2652655" y="2542588"/>
            <a:ext cx="957674" cy="1648178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5AB2A7-D4B0-A9D9-2A25-C4D39F684439}"/>
              </a:ext>
            </a:extLst>
          </p:cNvPr>
          <p:cNvCxnSpPr>
            <a:cxnSpLocks/>
          </p:cNvCxnSpPr>
          <p:nvPr/>
        </p:nvCxnSpPr>
        <p:spPr>
          <a:xfrm flipH="1">
            <a:off x="2624432" y="4188882"/>
            <a:ext cx="1917230" cy="20699"/>
          </a:xfrm>
          <a:prstGeom prst="straightConnector1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78EE44-7010-9463-9760-DD05E3FADAFB}"/>
              </a:ext>
            </a:extLst>
          </p:cNvPr>
          <p:cNvCxnSpPr>
            <a:cxnSpLocks/>
          </p:cNvCxnSpPr>
          <p:nvPr/>
        </p:nvCxnSpPr>
        <p:spPr>
          <a:xfrm flipH="1">
            <a:off x="2652655" y="3408066"/>
            <a:ext cx="1446857" cy="801514"/>
          </a:xfrm>
          <a:prstGeom prst="straightConnector1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C3D88507-9FDA-2FBE-D93F-E4D99E8C49B8}"/>
              </a:ext>
            </a:extLst>
          </p:cNvPr>
          <p:cNvSpPr/>
          <p:nvPr/>
        </p:nvSpPr>
        <p:spPr>
          <a:xfrm>
            <a:off x="2732980" y="3677533"/>
            <a:ext cx="412906" cy="465792"/>
          </a:xfrm>
          <a:prstGeom prst="arc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20BA1-AA1B-A1BC-B8B2-267872770798}"/>
              </a:ext>
            </a:extLst>
          </p:cNvPr>
          <p:cNvSpPr txBox="1"/>
          <p:nvPr/>
        </p:nvSpPr>
        <p:spPr>
          <a:xfrm>
            <a:off x="2630769" y="2862521"/>
            <a:ext cx="90875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solidFill>
                  <a:schemeClr val="accent1"/>
                </a:solidFill>
                <a:ea typeface="Calibri"/>
                <a:cs typeface="Calibri"/>
              </a:rPr>
              <a:t>1</a:t>
            </a:r>
            <a:endParaRPr lang="en-US" sz="3200" b="1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8B756D-DE9D-6F4C-285B-A8FDECD8D17B}"/>
              </a:ext>
            </a:extLst>
          </p:cNvPr>
          <p:cNvSpPr txBox="1"/>
          <p:nvPr/>
        </p:nvSpPr>
        <p:spPr>
          <a:xfrm>
            <a:off x="4126547" y="2401557"/>
            <a:ext cx="13697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solidFill>
                  <a:schemeClr val="accent2"/>
                </a:solidFill>
                <a:ea typeface="Calibri"/>
                <a:cs typeface="Calibri"/>
              </a:rPr>
              <a:t>sin(π/6)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58CA780-CAFD-34C8-79C3-798733E48F0F}"/>
              </a:ext>
            </a:extLst>
          </p:cNvPr>
          <p:cNvCxnSpPr>
            <a:cxnSpLocks/>
          </p:cNvCxnSpPr>
          <p:nvPr/>
        </p:nvCxnSpPr>
        <p:spPr>
          <a:xfrm>
            <a:off x="3600919" y="2580215"/>
            <a:ext cx="472255" cy="801514"/>
          </a:xfrm>
          <a:prstGeom prst="straightConnector1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9A377C7-B240-7293-8B74-CD3E3D41A9B0}"/>
              </a:ext>
            </a:extLst>
          </p:cNvPr>
          <p:cNvSpPr txBox="1"/>
          <p:nvPr/>
        </p:nvSpPr>
        <p:spPr>
          <a:xfrm>
            <a:off x="3016472" y="3342296"/>
            <a:ext cx="95579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ea typeface="Calibri"/>
                <a:cs typeface="Calibri"/>
              </a:rPr>
              <a:t>π/6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D19BB9-6417-A715-EA61-35E372144DE2}"/>
              </a:ext>
            </a:extLst>
          </p:cNvPr>
          <p:cNvSpPr txBox="1"/>
          <p:nvPr/>
        </p:nvSpPr>
        <p:spPr>
          <a:xfrm>
            <a:off x="4747436" y="3558669"/>
            <a:ext cx="13697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solidFill>
                  <a:schemeClr val="accent6"/>
                </a:solidFill>
                <a:ea typeface="Calibri"/>
                <a:cs typeface="Calibri"/>
              </a:rPr>
              <a:t>cos(π/6)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0EEB2DE-E7EE-0EDA-4C29-71D034DA6B4A}"/>
              </a:ext>
            </a:extLst>
          </p:cNvPr>
          <p:cNvCxnSpPr/>
          <p:nvPr/>
        </p:nvCxnSpPr>
        <p:spPr>
          <a:xfrm flipH="1">
            <a:off x="3476390" y="3836693"/>
            <a:ext cx="1286933" cy="30103"/>
          </a:xfrm>
          <a:prstGeom prst="straightConnector1">
            <a:avLst/>
          </a:prstGeom>
          <a:ln w="28575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1CB99D-E14D-4F85-4C75-00E3B1647E71}"/>
              </a:ext>
            </a:extLst>
          </p:cNvPr>
          <p:cNvCxnSpPr>
            <a:cxnSpLocks/>
          </p:cNvCxnSpPr>
          <p:nvPr/>
        </p:nvCxnSpPr>
        <p:spPr>
          <a:xfrm flipH="1">
            <a:off x="3946760" y="2811286"/>
            <a:ext cx="449674" cy="208844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CEC1CCC-0EE7-9D59-FF24-ADE2B2D1D5E9}"/>
              </a:ext>
            </a:extLst>
          </p:cNvPr>
          <p:cNvCxnSpPr>
            <a:cxnSpLocks/>
          </p:cNvCxnSpPr>
          <p:nvPr/>
        </p:nvCxnSpPr>
        <p:spPr>
          <a:xfrm flipV="1">
            <a:off x="8048860" y="3445816"/>
            <a:ext cx="3313291" cy="1841969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A277EBF-D585-7721-7E37-8FE3AF591879}"/>
              </a:ext>
            </a:extLst>
          </p:cNvPr>
          <p:cNvCxnSpPr>
            <a:cxnSpLocks/>
          </p:cNvCxnSpPr>
          <p:nvPr/>
        </p:nvCxnSpPr>
        <p:spPr>
          <a:xfrm>
            <a:off x="9693394" y="2492021"/>
            <a:ext cx="20695" cy="373662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007B27B-001B-E292-23BF-FFB24DFC80B0}"/>
              </a:ext>
            </a:extLst>
          </p:cNvPr>
          <p:cNvCxnSpPr>
            <a:cxnSpLocks/>
          </p:cNvCxnSpPr>
          <p:nvPr/>
        </p:nvCxnSpPr>
        <p:spPr>
          <a:xfrm flipH="1">
            <a:off x="9689395" y="3455105"/>
            <a:ext cx="1663231" cy="914402"/>
          </a:xfrm>
          <a:prstGeom prst="straightConnector1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c 32">
            <a:extLst>
              <a:ext uri="{FF2B5EF4-FFF2-40B4-BE49-F238E27FC236}">
                <a16:creationId xmlns:a16="http://schemas.microsoft.com/office/drawing/2014/main" id="{76D45FCB-D5BE-3F91-BD77-8FD4898AF9EA}"/>
              </a:ext>
            </a:extLst>
          </p:cNvPr>
          <p:cNvSpPr/>
          <p:nvPr/>
        </p:nvSpPr>
        <p:spPr>
          <a:xfrm>
            <a:off x="9468684" y="3715163"/>
            <a:ext cx="488165" cy="334088"/>
          </a:xfrm>
          <a:prstGeom prst="arc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E9D583-0F48-F1F4-7F2B-BE6BB12CE2AB}"/>
              </a:ext>
            </a:extLst>
          </p:cNvPr>
          <p:cNvCxnSpPr>
            <a:cxnSpLocks/>
          </p:cNvCxnSpPr>
          <p:nvPr/>
        </p:nvCxnSpPr>
        <p:spPr>
          <a:xfrm flipH="1">
            <a:off x="9727024" y="2890660"/>
            <a:ext cx="760115" cy="1460030"/>
          </a:xfrm>
          <a:prstGeom prst="straightConnector1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C3EC1D0-9C54-1270-3E9D-E74CDAD1929B}"/>
              </a:ext>
            </a:extLst>
          </p:cNvPr>
          <p:cNvSpPr txBox="1"/>
          <p:nvPr/>
        </p:nvSpPr>
        <p:spPr>
          <a:xfrm>
            <a:off x="10156694" y="3276446"/>
            <a:ext cx="90875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solidFill>
                  <a:schemeClr val="accent6"/>
                </a:solidFill>
                <a:ea typeface="Calibri"/>
                <a:cs typeface="Calibri"/>
              </a:rPr>
              <a:t>1</a:t>
            </a:r>
            <a:endParaRPr lang="en-US" sz="3200" b="1">
              <a:solidFill>
                <a:schemeClr val="accent6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E81312-B6AF-45F1-6841-2A0ED56D4BDC}"/>
              </a:ext>
            </a:extLst>
          </p:cNvPr>
          <p:cNvSpPr txBox="1"/>
          <p:nvPr/>
        </p:nvSpPr>
        <p:spPr>
          <a:xfrm>
            <a:off x="10674102" y="2213410"/>
            <a:ext cx="13697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solidFill>
                  <a:schemeClr val="accent2"/>
                </a:solidFill>
                <a:ea typeface="Calibri"/>
                <a:cs typeface="Calibri"/>
              </a:rPr>
              <a:t>tan(π/6)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06E7BA7-A7CF-DF12-E291-FFD0DB657D4F}"/>
              </a:ext>
            </a:extLst>
          </p:cNvPr>
          <p:cNvCxnSpPr>
            <a:cxnSpLocks/>
          </p:cNvCxnSpPr>
          <p:nvPr/>
        </p:nvCxnSpPr>
        <p:spPr>
          <a:xfrm>
            <a:off x="9734548" y="2495548"/>
            <a:ext cx="754477" cy="425220"/>
          </a:xfrm>
          <a:prstGeom prst="straightConnector1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E788281-A85A-6A81-A47E-84ED545A5398}"/>
              </a:ext>
            </a:extLst>
          </p:cNvPr>
          <p:cNvSpPr txBox="1"/>
          <p:nvPr/>
        </p:nvSpPr>
        <p:spPr>
          <a:xfrm>
            <a:off x="9093657" y="3718592"/>
            <a:ext cx="134149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ea typeface="Calibri"/>
                <a:cs typeface="Calibri"/>
              </a:rPr>
              <a:t>π/6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3F67B6F-3F8D-FC2E-1297-5102766B6269}"/>
              </a:ext>
            </a:extLst>
          </p:cNvPr>
          <p:cNvCxnSpPr>
            <a:cxnSpLocks/>
          </p:cNvCxnSpPr>
          <p:nvPr/>
        </p:nvCxnSpPr>
        <p:spPr>
          <a:xfrm flipH="1">
            <a:off x="10212093" y="2425583"/>
            <a:ext cx="449674" cy="208844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FFC5A06-F959-B138-B877-DF86218DC8B8}"/>
              </a:ext>
            </a:extLst>
          </p:cNvPr>
          <p:cNvCxnSpPr>
            <a:cxnSpLocks/>
          </p:cNvCxnSpPr>
          <p:nvPr/>
        </p:nvCxnSpPr>
        <p:spPr>
          <a:xfrm>
            <a:off x="9696920" y="2495550"/>
            <a:ext cx="20697" cy="1864549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740AEE88-34BF-51CA-4690-1BF35D2FB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55" y="199591"/>
            <a:ext cx="11157185" cy="149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39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A05F2B8-F03B-B63B-4AA2-4E906B0FA7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77" r="57667" b="7610"/>
          <a:stretch/>
        </p:blipFill>
        <p:spPr>
          <a:xfrm>
            <a:off x="59610" y="2245074"/>
            <a:ext cx="4986542" cy="3994432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41E302-41A1-D6DD-8309-C7D30224537E}"/>
              </a:ext>
            </a:extLst>
          </p:cNvPr>
          <p:cNvCxnSpPr/>
          <p:nvPr/>
        </p:nvCxnSpPr>
        <p:spPr>
          <a:xfrm flipH="1">
            <a:off x="1670757" y="2539059"/>
            <a:ext cx="1926637" cy="331328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3ACF04-EF1A-C300-A80C-AEA3AAC516EB}"/>
              </a:ext>
            </a:extLst>
          </p:cNvPr>
          <p:cNvCxnSpPr/>
          <p:nvPr/>
        </p:nvCxnSpPr>
        <p:spPr>
          <a:xfrm flipV="1">
            <a:off x="701676" y="4189001"/>
            <a:ext cx="3877734" cy="45154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DB6124-05F3-B036-B622-27403D8DA94D}"/>
              </a:ext>
            </a:extLst>
          </p:cNvPr>
          <p:cNvCxnSpPr/>
          <p:nvPr/>
        </p:nvCxnSpPr>
        <p:spPr>
          <a:xfrm flipH="1">
            <a:off x="2652655" y="2542588"/>
            <a:ext cx="957674" cy="1648178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5AB2A7-D4B0-A9D9-2A25-C4D39F684439}"/>
              </a:ext>
            </a:extLst>
          </p:cNvPr>
          <p:cNvCxnSpPr>
            <a:cxnSpLocks/>
          </p:cNvCxnSpPr>
          <p:nvPr/>
        </p:nvCxnSpPr>
        <p:spPr>
          <a:xfrm flipH="1">
            <a:off x="2624432" y="4188882"/>
            <a:ext cx="1917230" cy="20699"/>
          </a:xfrm>
          <a:prstGeom prst="straightConnector1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78EE44-7010-9463-9760-DD05E3FADAFB}"/>
              </a:ext>
            </a:extLst>
          </p:cNvPr>
          <p:cNvCxnSpPr>
            <a:cxnSpLocks/>
          </p:cNvCxnSpPr>
          <p:nvPr/>
        </p:nvCxnSpPr>
        <p:spPr>
          <a:xfrm flipH="1">
            <a:off x="2652655" y="3408066"/>
            <a:ext cx="1446857" cy="801514"/>
          </a:xfrm>
          <a:prstGeom prst="straightConnector1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C3D88507-9FDA-2FBE-D93F-E4D99E8C49B8}"/>
              </a:ext>
            </a:extLst>
          </p:cNvPr>
          <p:cNvSpPr/>
          <p:nvPr/>
        </p:nvSpPr>
        <p:spPr>
          <a:xfrm>
            <a:off x="2732980" y="3677533"/>
            <a:ext cx="412906" cy="465792"/>
          </a:xfrm>
          <a:prstGeom prst="arc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20BA1-AA1B-A1BC-B8B2-267872770798}"/>
              </a:ext>
            </a:extLst>
          </p:cNvPr>
          <p:cNvSpPr txBox="1"/>
          <p:nvPr/>
        </p:nvSpPr>
        <p:spPr>
          <a:xfrm>
            <a:off x="2630769" y="2862521"/>
            <a:ext cx="90875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solidFill>
                  <a:schemeClr val="accent1"/>
                </a:solidFill>
                <a:ea typeface="Calibri"/>
                <a:cs typeface="Calibri"/>
              </a:rPr>
              <a:t>1</a:t>
            </a:r>
            <a:endParaRPr lang="en-US" sz="3200" b="1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8B756D-DE9D-6F4C-285B-A8FDECD8D17B}"/>
              </a:ext>
            </a:extLst>
          </p:cNvPr>
          <p:cNvSpPr txBox="1"/>
          <p:nvPr/>
        </p:nvSpPr>
        <p:spPr>
          <a:xfrm>
            <a:off x="4126547" y="2401557"/>
            <a:ext cx="13697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solidFill>
                  <a:schemeClr val="accent2"/>
                </a:solidFill>
                <a:ea typeface="Calibri"/>
                <a:cs typeface="Calibri"/>
              </a:rPr>
              <a:t>sin(π/6)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58CA780-CAFD-34C8-79C3-798733E48F0F}"/>
              </a:ext>
            </a:extLst>
          </p:cNvPr>
          <p:cNvCxnSpPr>
            <a:cxnSpLocks/>
          </p:cNvCxnSpPr>
          <p:nvPr/>
        </p:nvCxnSpPr>
        <p:spPr>
          <a:xfrm>
            <a:off x="3600919" y="2580215"/>
            <a:ext cx="472255" cy="801514"/>
          </a:xfrm>
          <a:prstGeom prst="straightConnector1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9A377C7-B240-7293-8B74-CD3E3D41A9B0}"/>
              </a:ext>
            </a:extLst>
          </p:cNvPr>
          <p:cNvSpPr txBox="1"/>
          <p:nvPr/>
        </p:nvSpPr>
        <p:spPr>
          <a:xfrm>
            <a:off x="3016472" y="3342296"/>
            <a:ext cx="95579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ea typeface="Calibri"/>
                <a:cs typeface="Calibri"/>
              </a:rPr>
              <a:t>π/6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D19BB9-6417-A715-EA61-35E372144DE2}"/>
              </a:ext>
            </a:extLst>
          </p:cNvPr>
          <p:cNvSpPr txBox="1"/>
          <p:nvPr/>
        </p:nvSpPr>
        <p:spPr>
          <a:xfrm>
            <a:off x="4361732" y="3135336"/>
            <a:ext cx="13697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solidFill>
                  <a:schemeClr val="accent6"/>
                </a:solidFill>
                <a:ea typeface="Calibri"/>
                <a:cs typeface="Calibri"/>
              </a:rPr>
              <a:t>cos(π/6)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0EEB2DE-E7EE-0EDA-4C29-71D034DA6B4A}"/>
              </a:ext>
            </a:extLst>
          </p:cNvPr>
          <p:cNvCxnSpPr/>
          <p:nvPr/>
        </p:nvCxnSpPr>
        <p:spPr>
          <a:xfrm flipH="1">
            <a:off x="3777427" y="3488619"/>
            <a:ext cx="863600" cy="152400"/>
          </a:xfrm>
          <a:prstGeom prst="straightConnector1">
            <a:avLst/>
          </a:prstGeom>
          <a:ln w="28575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1CB99D-E14D-4F85-4C75-00E3B1647E71}"/>
              </a:ext>
            </a:extLst>
          </p:cNvPr>
          <p:cNvCxnSpPr>
            <a:cxnSpLocks/>
          </p:cNvCxnSpPr>
          <p:nvPr/>
        </p:nvCxnSpPr>
        <p:spPr>
          <a:xfrm flipH="1">
            <a:off x="3946760" y="2811286"/>
            <a:ext cx="449674" cy="208844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740AEE88-34BF-51CA-4690-1BF35D2FB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55" y="199591"/>
            <a:ext cx="11157185" cy="14917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54F38F-4C97-FEB1-A10A-3D7905A011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0" y="1789713"/>
            <a:ext cx="6547555" cy="20179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37CEB1-8E76-7772-D878-EB05C35F08A4}"/>
              </a:ext>
            </a:extLst>
          </p:cNvPr>
          <p:cNvSpPr txBox="1"/>
          <p:nvPr/>
        </p:nvSpPr>
        <p:spPr>
          <a:xfrm>
            <a:off x="6168081" y="4798540"/>
            <a:ext cx="4126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Use the above to obtain A</a:t>
            </a:r>
            <a:r>
              <a:rPr lang="en-US" baseline="-25000" dirty="0"/>
              <a:t>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B41D8A-F5C8-AD26-4862-8F8EA5B7FD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2516" y="5387857"/>
            <a:ext cx="343852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69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AC7670-6DC5-7960-AC16-50AC8F8E2B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667" t="6868"/>
          <a:stretch/>
        </p:blipFill>
        <p:spPr>
          <a:xfrm>
            <a:off x="7562939" y="2336737"/>
            <a:ext cx="4290394" cy="4115530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CEC1CCC-0EE7-9D59-FF24-ADE2B2D1D5E9}"/>
              </a:ext>
            </a:extLst>
          </p:cNvPr>
          <p:cNvCxnSpPr>
            <a:cxnSpLocks/>
          </p:cNvCxnSpPr>
          <p:nvPr/>
        </p:nvCxnSpPr>
        <p:spPr>
          <a:xfrm flipV="1">
            <a:off x="8048860" y="3445816"/>
            <a:ext cx="3313291" cy="1841969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A277EBF-D585-7721-7E37-8FE3AF591879}"/>
              </a:ext>
            </a:extLst>
          </p:cNvPr>
          <p:cNvCxnSpPr>
            <a:cxnSpLocks/>
          </p:cNvCxnSpPr>
          <p:nvPr/>
        </p:nvCxnSpPr>
        <p:spPr>
          <a:xfrm>
            <a:off x="9693394" y="2492021"/>
            <a:ext cx="20695" cy="373662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007B27B-001B-E292-23BF-FFB24DFC80B0}"/>
              </a:ext>
            </a:extLst>
          </p:cNvPr>
          <p:cNvCxnSpPr>
            <a:cxnSpLocks/>
          </p:cNvCxnSpPr>
          <p:nvPr/>
        </p:nvCxnSpPr>
        <p:spPr>
          <a:xfrm flipH="1">
            <a:off x="9689395" y="3455105"/>
            <a:ext cx="1663231" cy="914402"/>
          </a:xfrm>
          <a:prstGeom prst="straightConnector1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c 32">
            <a:extLst>
              <a:ext uri="{FF2B5EF4-FFF2-40B4-BE49-F238E27FC236}">
                <a16:creationId xmlns:a16="http://schemas.microsoft.com/office/drawing/2014/main" id="{76D45FCB-D5BE-3F91-BD77-8FD4898AF9EA}"/>
              </a:ext>
            </a:extLst>
          </p:cNvPr>
          <p:cNvSpPr/>
          <p:nvPr/>
        </p:nvSpPr>
        <p:spPr>
          <a:xfrm>
            <a:off x="9468684" y="3715163"/>
            <a:ext cx="488165" cy="334088"/>
          </a:xfrm>
          <a:prstGeom prst="arc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E9D583-0F48-F1F4-7F2B-BE6BB12CE2AB}"/>
              </a:ext>
            </a:extLst>
          </p:cNvPr>
          <p:cNvCxnSpPr>
            <a:cxnSpLocks/>
          </p:cNvCxnSpPr>
          <p:nvPr/>
        </p:nvCxnSpPr>
        <p:spPr>
          <a:xfrm flipH="1">
            <a:off x="9727024" y="2890660"/>
            <a:ext cx="760115" cy="1460030"/>
          </a:xfrm>
          <a:prstGeom prst="straightConnector1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C3EC1D0-9C54-1270-3E9D-E74CDAD1929B}"/>
              </a:ext>
            </a:extLst>
          </p:cNvPr>
          <p:cNvSpPr txBox="1"/>
          <p:nvPr/>
        </p:nvSpPr>
        <p:spPr>
          <a:xfrm>
            <a:off x="10156694" y="3276446"/>
            <a:ext cx="90875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solidFill>
                  <a:schemeClr val="accent6"/>
                </a:solidFill>
                <a:ea typeface="Calibri"/>
                <a:cs typeface="Calibri"/>
              </a:rPr>
              <a:t>1</a:t>
            </a:r>
            <a:endParaRPr lang="en-US" sz="3200" b="1">
              <a:solidFill>
                <a:schemeClr val="accent6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E81312-B6AF-45F1-6841-2A0ED56D4BDC}"/>
              </a:ext>
            </a:extLst>
          </p:cNvPr>
          <p:cNvSpPr txBox="1"/>
          <p:nvPr/>
        </p:nvSpPr>
        <p:spPr>
          <a:xfrm>
            <a:off x="10674102" y="2213410"/>
            <a:ext cx="13697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solidFill>
                  <a:schemeClr val="accent2"/>
                </a:solidFill>
                <a:ea typeface="Calibri"/>
                <a:cs typeface="Calibri"/>
              </a:rPr>
              <a:t>tan(π/6)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06E7BA7-A7CF-DF12-E291-FFD0DB657D4F}"/>
              </a:ext>
            </a:extLst>
          </p:cNvPr>
          <p:cNvCxnSpPr>
            <a:cxnSpLocks/>
          </p:cNvCxnSpPr>
          <p:nvPr/>
        </p:nvCxnSpPr>
        <p:spPr>
          <a:xfrm>
            <a:off x="9734548" y="2495548"/>
            <a:ext cx="754477" cy="425220"/>
          </a:xfrm>
          <a:prstGeom prst="straightConnector1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E788281-A85A-6A81-A47E-84ED545A5398}"/>
              </a:ext>
            </a:extLst>
          </p:cNvPr>
          <p:cNvSpPr txBox="1"/>
          <p:nvPr/>
        </p:nvSpPr>
        <p:spPr>
          <a:xfrm>
            <a:off x="9093657" y="3718592"/>
            <a:ext cx="134149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ea typeface="Calibri"/>
                <a:cs typeface="Calibri"/>
              </a:rPr>
              <a:t>π/6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3F67B6F-3F8D-FC2E-1297-5102766B6269}"/>
              </a:ext>
            </a:extLst>
          </p:cNvPr>
          <p:cNvCxnSpPr>
            <a:cxnSpLocks/>
          </p:cNvCxnSpPr>
          <p:nvPr/>
        </p:nvCxnSpPr>
        <p:spPr>
          <a:xfrm flipH="1">
            <a:off x="10212093" y="2425583"/>
            <a:ext cx="449674" cy="208844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FFC5A06-F959-B138-B877-DF86218DC8B8}"/>
              </a:ext>
            </a:extLst>
          </p:cNvPr>
          <p:cNvCxnSpPr>
            <a:cxnSpLocks/>
          </p:cNvCxnSpPr>
          <p:nvPr/>
        </p:nvCxnSpPr>
        <p:spPr>
          <a:xfrm>
            <a:off x="9696920" y="2495550"/>
            <a:ext cx="20697" cy="1864549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740AEE88-34BF-51CA-4690-1BF35D2FB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55" y="199591"/>
            <a:ext cx="11157185" cy="14917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A721E0-30D1-1FCD-FFC8-30FA0DEABD58}"/>
              </a:ext>
            </a:extLst>
          </p:cNvPr>
          <p:cNvSpPr txBox="1"/>
          <p:nvPr/>
        </p:nvSpPr>
        <p:spPr>
          <a:xfrm>
            <a:off x="689918" y="2037466"/>
            <a:ext cx="55748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Using the cos and sin values, we can obtain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FCBEF6-76DD-2A97-3B0B-BE6AE57EFF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5745" y="2668823"/>
            <a:ext cx="2172288" cy="19436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14497D-4182-1EE5-7065-B61AAEE39A39}"/>
              </a:ext>
            </a:extLst>
          </p:cNvPr>
          <p:cNvSpPr txBox="1"/>
          <p:nvPr/>
        </p:nvSpPr>
        <p:spPr>
          <a:xfrm>
            <a:off x="692588" y="4901513"/>
            <a:ext cx="58194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Which can be used to obtain B</a:t>
            </a:r>
            <a:r>
              <a:rPr lang="en-US" baseline="-25000" dirty="0"/>
              <a:t>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D45B44-1C24-AB26-54C4-025DBBC472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2441" y="5763037"/>
            <a:ext cx="32766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344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close up of black text&#10;&#10;Description automatically generated">
            <a:extLst>
              <a:ext uri="{FF2B5EF4-FFF2-40B4-BE49-F238E27FC236}">
                <a16:creationId xmlns:a16="http://schemas.microsoft.com/office/drawing/2014/main" id="{740AEE88-34BF-51CA-4690-1BF35D2FB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55" y="451479"/>
            <a:ext cx="11157185" cy="987931"/>
          </a:xfrm>
          <a:prstGeom prst="rect">
            <a:avLst/>
          </a:prstGeom>
        </p:spPr>
      </p:pic>
      <p:pic>
        <p:nvPicPr>
          <p:cNvPr id="9" name="Picture 8" descr="A group of mathematical equations&#10;&#10;Description automatically generated">
            <a:extLst>
              <a:ext uri="{FF2B5EF4-FFF2-40B4-BE49-F238E27FC236}">
                <a16:creationId xmlns:a16="http://schemas.microsoft.com/office/drawing/2014/main" id="{5B54F38F-4C97-FEB1-A10A-3D7905A01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933" y="1714454"/>
            <a:ext cx="6580946" cy="448272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950BFE-9002-C8A3-6B37-952DEE4696B2}"/>
              </a:ext>
            </a:extLst>
          </p:cNvPr>
          <p:cNvSpPr/>
          <p:nvPr/>
        </p:nvSpPr>
        <p:spPr>
          <a:xfrm>
            <a:off x="4685269" y="906162"/>
            <a:ext cx="6930081" cy="5457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chemeClr val="accent5">
                  <a:lumMod val="76000"/>
                </a:schemeClr>
              </a:solidFill>
            </a:endParaRPr>
          </a:p>
        </p:txBody>
      </p:sp>
      <p:pic>
        <p:nvPicPr>
          <p:cNvPr id="3" name="Picture 2" descr="A screenshot of a math problem&#10;&#10;Description automatically generated">
            <a:extLst>
              <a:ext uri="{FF2B5EF4-FFF2-40B4-BE49-F238E27FC236}">
                <a16:creationId xmlns:a16="http://schemas.microsoft.com/office/drawing/2014/main" id="{C550335A-079E-3D92-E1E9-FCAF0C94A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288" y="1540934"/>
            <a:ext cx="2551796" cy="48391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85DB15-EF40-86F6-9FA4-E98602DD0945}"/>
              </a:ext>
            </a:extLst>
          </p:cNvPr>
          <p:cNvSpPr txBox="1"/>
          <p:nvPr/>
        </p:nvSpPr>
        <p:spPr>
          <a:xfrm>
            <a:off x="257298" y="285007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A6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9ED5E-59B5-F4A0-B65E-AD004D75736D}"/>
              </a:ext>
            </a:extLst>
          </p:cNvPr>
          <p:cNvSpPr txBox="1"/>
          <p:nvPr/>
        </p:nvSpPr>
        <p:spPr>
          <a:xfrm>
            <a:off x="11397488" y="2849709"/>
            <a:ext cx="673444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B6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8D96B-7D60-9DA8-88BE-BC4BCEAFAC86}"/>
              </a:ext>
            </a:extLst>
          </p:cNvPr>
          <p:cNvSpPr txBox="1"/>
          <p:nvPr/>
        </p:nvSpPr>
        <p:spPr>
          <a:xfrm>
            <a:off x="298621" y="3954162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A12</a:t>
            </a:r>
            <a:br>
              <a:rPr lang="en-US" dirty="0"/>
            </a:br>
            <a:r>
              <a:rPr lang="en-US"/>
              <a:t>3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B90712-B798-B17C-04B1-0254F3300A8D}"/>
              </a:ext>
            </a:extLst>
          </p:cNvPr>
          <p:cNvSpPr txBox="1"/>
          <p:nvPr/>
        </p:nvSpPr>
        <p:spPr>
          <a:xfrm>
            <a:off x="11399107" y="5684108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A12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0FD859-BF70-E85B-848B-B934BBAAABBB}"/>
              </a:ext>
            </a:extLst>
          </p:cNvPr>
          <p:cNvSpPr txBox="1"/>
          <p:nvPr/>
        </p:nvSpPr>
        <p:spPr>
          <a:xfrm>
            <a:off x="175053" y="5684108"/>
            <a:ext cx="10103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A_3</a:t>
            </a:r>
            <a:r>
              <a:rPr lang="en-US"/>
              <a:t>×2n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7F9E75-28DB-1815-3D5E-FD88DB54623C}"/>
              </a:ext>
            </a:extLst>
          </p:cNvPr>
          <p:cNvSpPr txBox="1"/>
          <p:nvPr/>
        </p:nvSpPr>
        <p:spPr>
          <a:xfrm>
            <a:off x="11399107" y="3871783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B12</a:t>
            </a:r>
          </a:p>
        </p:txBody>
      </p:sp>
    </p:spTree>
    <p:extLst>
      <p:ext uri="{BB962C8B-B14F-4D97-AF65-F5344CB8AC3E}">
        <p14:creationId xmlns:p14="http://schemas.microsoft.com/office/powerpoint/2010/main" val="2281109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Pseudo code for approximating PI</vt:lpstr>
      <vt:lpstr>Dependancy on stored value of PI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161</cp:revision>
  <dcterms:created xsi:type="dcterms:W3CDTF">2024-09-15T20:15:54Z</dcterms:created>
  <dcterms:modified xsi:type="dcterms:W3CDTF">2024-09-16T17:29:12Z</dcterms:modified>
</cp:coreProperties>
</file>
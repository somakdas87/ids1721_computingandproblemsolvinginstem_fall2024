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365" r:id="rId5"/>
    <p:sldId id="378" r:id="rId6"/>
    <p:sldId id="379" r:id="rId7"/>
    <p:sldId id="380" r:id="rId8"/>
    <p:sldId id="381" r:id="rId9"/>
    <p:sldId id="382" r:id="rId10"/>
    <p:sldId id="384" r:id="rId11"/>
    <p:sldId id="385" r:id="rId12"/>
    <p:sldId id="386" r:id="rId13"/>
    <p:sldId id="388" r:id="rId14"/>
    <p:sldId id="389" r:id="rId15"/>
    <p:sldId id="390" r:id="rId16"/>
    <p:sldId id="392" r:id="rId17"/>
    <p:sldId id="391" r:id="rId18"/>
    <p:sldId id="393" r:id="rId19"/>
    <p:sldId id="394" r:id="rId20"/>
    <p:sldId id="396" r:id="rId21"/>
    <p:sldId id="397" r:id="rId22"/>
    <p:sldId id="395" r:id="rId23"/>
    <p:sldId id="398" r:id="rId24"/>
    <p:sldId id="399" r:id="rId25"/>
    <p:sldId id="401" r:id="rId26"/>
    <p:sldId id="402" r:id="rId27"/>
    <p:sldId id="257" r:id="rId28"/>
    <p:sldId id="258" r:id="rId29"/>
    <p:sldId id="259" r:id="rId30"/>
    <p:sldId id="260" r:id="rId31"/>
    <p:sldId id="261" r:id="rId32"/>
    <p:sldId id="266" r:id="rId33"/>
    <p:sldId id="262" r:id="rId34"/>
    <p:sldId id="263" r:id="rId35"/>
    <p:sldId id="267" r:id="rId36"/>
    <p:sldId id="264" r:id="rId37"/>
    <p:sldId id="387" r:id="rId38"/>
    <p:sldId id="404" r:id="rId39"/>
    <p:sldId id="4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365"/>
            <p14:sldId id="378"/>
            <p14:sldId id="379"/>
            <p14:sldId id="380"/>
            <p14:sldId id="381"/>
            <p14:sldId id="382"/>
            <p14:sldId id="384"/>
            <p14:sldId id="385"/>
            <p14:sldId id="386"/>
            <p14:sldId id="388"/>
            <p14:sldId id="389"/>
            <p14:sldId id="390"/>
            <p14:sldId id="392"/>
            <p14:sldId id="391"/>
            <p14:sldId id="393"/>
            <p14:sldId id="394"/>
            <p14:sldId id="396"/>
            <p14:sldId id="397"/>
            <p14:sldId id="395"/>
            <p14:sldId id="398"/>
            <p14:sldId id="399"/>
            <p14:sldId id="401"/>
            <p14:sldId id="402"/>
            <p14:sldId id="257"/>
            <p14:sldId id="258"/>
            <p14:sldId id="259"/>
            <p14:sldId id="260"/>
            <p14:sldId id="261"/>
            <p14:sldId id="266"/>
            <p14:sldId id="262"/>
            <p14:sldId id="263"/>
            <p14:sldId id="267"/>
            <p14:sldId id="264"/>
            <p14:sldId id="387"/>
            <p14:sldId id="404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7C7C"/>
    <a:srgbClr val="9900CC"/>
    <a:srgbClr val="CC00FF"/>
    <a:srgbClr val="2E1B46"/>
    <a:srgbClr val="48287C"/>
    <a:srgbClr val="53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97B367-70C0-4944-BB0D-613EC7657A13}" v="2" dt="2024-09-18T22:20:57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12" autoAdjust="0"/>
  </p:normalViewPr>
  <p:slideViewPr>
    <p:cSldViewPr snapToGrid="0">
      <p:cViewPr varScale="1">
        <p:scale>
          <a:sx n="95" d="100"/>
          <a:sy n="95" d="100"/>
        </p:scale>
        <p:origin x="11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eeta Ghimire" userId="24f4f4b1-044e-4d86-abaf-8307f4e8b0a1" providerId="ADAL" clId="{3797B367-70C0-4944-BB0D-613EC7657A13}"/>
    <pc:docChg chg="undo custSel addSld modSld modSection">
      <pc:chgData name="Sanjeeta Ghimire" userId="24f4f4b1-044e-4d86-abaf-8307f4e8b0a1" providerId="ADAL" clId="{3797B367-70C0-4944-BB0D-613EC7657A13}" dt="2024-09-18T22:22:54.856" v="181" actId="6549"/>
      <pc:docMkLst>
        <pc:docMk/>
      </pc:docMkLst>
      <pc:sldChg chg="modSp add mod">
        <pc:chgData name="Sanjeeta Ghimire" userId="24f4f4b1-044e-4d86-abaf-8307f4e8b0a1" providerId="ADAL" clId="{3797B367-70C0-4944-BB0D-613EC7657A13}" dt="2024-09-18T22:21:41.597" v="172" actId="1076"/>
        <pc:sldMkLst>
          <pc:docMk/>
          <pc:sldMk cId="4062744396" sldId="257"/>
        </pc:sldMkLst>
        <pc:spChg chg="mod">
          <ac:chgData name="Sanjeeta Ghimire" userId="24f4f4b1-044e-4d86-abaf-8307f4e8b0a1" providerId="ADAL" clId="{3797B367-70C0-4944-BB0D-613EC7657A13}" dt="2024-09-18T22:21:41.597" v="172" actId="1076"/>
          <ac:spMkLst>
            <pc:docMk/>
            <pc:sldMk cId="4062744396" sldId="257"/>
            <ac:spMk id="2" creationId="{EC38BC90-7A3F-FE12-23DC-1A9B8A871FDE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1:44.976" v="173" actId="478"/>
        <pc:sldMkLst>
          <pc:docMk/>
          <pc:sldMk cId="2585605747" sldId="258"/>
        </pc:sldMkLst>
        <pc:spChg chg="del mod">
          <ac:chgData name="Sanjeeta Ghimire" userId="24f4f4b1-044e-4d86-abaf-8307f4e8b0a1" providerId="ADAL" clId="{3797B367-70C0-4944-BB0D-613EC7657A13}" dt="2024-09-18T22:21:44.976" v="173" actId="478"/>
          <ac:spMkLst>
            <pc:docMk/>
            <pc:sldMk cId="2585605747" sldId="258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1:44.976" v="173" actId="478"/>
          <ac:spMkLst>
            <pc:docMk/>
            <pc:sldMk cId="2585605747" sldId="258"/>
            <ac:spMk id="6" creationId="{065BEF62-0C37-1A1E-51E2-555C00D94276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1:48.310" v="174" actId="478"/>
        <pc:sldMkLst>
          <pc:docMk/>
          <pc:sldMk cId="2017152257" sldId="259"/>
        </pc:sldMkLst>
        <pc:spChg chg="del mod">
          <ac:chgData name="Sanjeeta Ghimire" userId="24f4f4b1-044e-4d86-abaf-8307f4e8b0a1" providerId="ADAL" clId="{3797B367-70C0-4944-BB0D-613EC7657A13}" dt="2024-09-18T22:21:48.310" v="174" actId="478"/>
          <ac:spMkLst>
            <pc:docMk/>
            <pc:sldMk cId="2017152257" sldId="259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1:48.310" v="174" actId="478"/>
          <ac:spMkLst>
            <pc:docMk/>
            <pc:sldMk cId="2017152257" sldId="259"/>
            <ac:spMk id="5" creationId="{8DD69872-CF6D-E74A-2C12-E6B2916A7372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1:52.332" v="175" actId="478"/>
        <pc:sldMkLst>
          <pc:docMk/>
          <pc:sldMk cId="1509740832" sldId="260"/>
        </pc:sldMkLst>
        <pc:spChg chg="del mod">
          <ac:chgData name="Sanjeeta Ghimire" userId="24f4f4b1-044e-4d86-abaf-8307f4e8b0a1" providerId="ADAL" clId="{3797B367-70C0-4944-BB0D-613EC7657A13}" dt="2024-09-18T22:21:52.332" v="175" actId="478"/>
          <ac:spMkLst>
            <pc:docMk/>
            <pc:sldMk cId="1509740832" sldId="260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1:52.332" v="175" actId="478"/>
          <ac:spMkLst>
            <pc:docMk/>
            <pc:sldMk cId="1509740832" sldId="260"/>
            <ac:spMk id="8" creationId="{CEC72923-C6A1-F6CD-F49E-285662DF6FF4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1:55.306" v="176" actId="478"/>
        <pc:sldMkLst>
          <pc:docMk/>
          <pc:sldMk cId="3206274039" sldId="261"/>
        </pc:sldMkLst>
        <pc:spChg chg="del mod">
          <ac:chgData name="Sanjeeta Ghimire" userId="24f4f4b1-044e-4d86-abaf-8307f4e8b0a1" providerId="ADAL" clId="{3797B367-70C0-4944-BB0D-613EC7657A13}" dt="2024-09-18T22:21:55.306" v="176" actId="478"/>
          <ac:spMkLst>
            <pc:docMk/>
            <pc:sldMk cId="3206274039" sldId="261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1:55.306" v="176" actId="478"/>
          <ac:spMkLst>
            <pc:docMk/>
            <pc:sldMk cId="3206274039" sldId="261"/>
            <ac:spMk id="25" creationId="{25CF44A9-0191-E25B-DD7A-D79D10E4D432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2:00.247" v="178" actId="478"/>
        <pc:sldMkLst>
          <pc:docMk/>
          <pc:sldMk cId="3461880914" sldId="262"/>
        </pc:sldMkLst>
        <pc:spChg chg="del mod">
          <ac:chgData name="Sanjeeta Ghimire" userId="24f4f4b1-044e-4d86-abaf-8307f4e8b0a1" providerId="ADAL" clId="{3797B367-70C0-4944-BB0D-613EC7657A13}" dt="2024-09-18T22:22:00.247" v="178" actId="478"/>
          <ac:spMkLst>
            <pc:docMk/>
            <pc:sldMk cId="3461880914" sldId="262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2:00.247" v="178" actId="478"/>
          <ac:spMkLst>
            <pc:docMk/>
            <pc:sldMk cId="3461880914" sldId="262"/>
            <ac:spMk id="5" creationId="{118A11AE-BB0A-4ECE-3412-F9F00F63EB40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2:03.075" v="179" actId="478"/>
        <pc:sldMkLst>
          <pc:docMk/>
          <pc:sldMk cId="3007304553" sldId="263"/>
        </pc:sldMkLst>
        <pc:spChg chg="del mod">
          <ac:chgData name="Sanjeeta Ghimire" userId="24f4f4b1-044e-4d86-abaf-8307f4e8b0a1" providerId="ADAL" clId="{3797B367-70C0-4944-BB0D-613EC7657A13}" dt="2024-09-18T22:22:03.075" v="179" actId="478"/>
          <ac:spMkLst>
            <pc:docMk/>
            <pc:sldMk cId="3007304553" sldId="263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2:03.075" v="179" actId="478"/>
          <ac:spMkLst>
            <pc:docMk/>
            <pc:sldMk cId="3007304553" sldId="263"/>
            <ac:spMk id="33" creationId="{D25DB95B-FF75-584B-7B9E-1E741EA60B6F}"/>
          </ac:spMkLst>
        </pc:spChg>
      </pc:sldChg>
      <pc:sldChg chg="modSp add mod">
        <pc:chgData name="Sanjeeta Ghimire" userId="24f4f4b1-044e-4d86-abaf-8307f4e8b0a1" providerId="ADAL" clId="{3797B367-70C0-4944-BB0D-613EC7657A13}" dt="2024-09-18T22:21:12.455" v="168" actId="1076"/>
        <pc:sldMkLst>
          <pc:docMk/>
          <pc:sldMk cId="3043343826" sldId="264"/>
        </pc:sldMkLst>
        <pc:spChg chg="mod">
          <ac:chgData name="Sanjeeta Ghimire" userId="24f4f4b1-044e-4d86-abaf-8307f4e8b0a1" providerId="ADAL" clId="{3797B367-70C0-4944-BB0D-613EC7657A13}" dt="2024-09-18T22:21:12.455" v="168" actId="1076"/>
          <ac:spMkLst>
            <pc:docMk/>
            <pc:sldMk cId="3043343826" sldId="264"/>
            <ac:spMk id="2" creationId="{2BD2EECA-6F52-A1B5-CDCA-4C009EF02B44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1:57.836" v="177" actId="478"/>
        <pc:sldMkLst>
          <pc:docMk/>
          <pc:sldMk cId="1024457593" sldId="266"/>
        </pc:sldMkLst>
        <pc:spChg chg="del mod">
          <ac:chgData name="Sanjeeta Ghimire" userId="24f4f4b1-044e-4d86-abaf-8307f4e8b0a1" providerId="ADAL" clId="{3797B367-70C0-4944-BB0D-613EC7657A13}" dt="2024-09-18T22:21:57.836" v="177" actId="478"/>
          <ac:spMkLst>
            <pc:docMk/>
            <pc:sldMk cId="1024457593" sldId="266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1:57.836" v="177" actId="478"/>
          <ac:spMkLst>
            <pc:docMk/>
            <pc:sldMk cId="1024457593" sldId="266"/>
            <ac:spMk id="7" creationId="{77CD1CFD-5C28-00CD-B9E9-9FAB6ADF508A}"/>
          </ac:spMkLst>
        </pc:spChg>
      </pc:sldChg>
      <pc:sldChg chg="addSp delSp modSp add mod">
        <pc:chgData name="Sanjeeta Ghimire" userId="24f4f4b1-044e-4d86-abaf-8307f4e8b0a1" providerId="ADAL" clId="{3797B367-70C0-4944-BB0D-613EC7657A13}" dt="2024-09-18T22:22:05.611" v="180" actId="478"/>
        <pc:sldMkLst>
          <pc:docMk/>
          <pc:sldMk cId="2418265384" sldId="267"/>
        </pc:sldMkLst>
        <pc:spChg chg="del mod">
          <ac:chgData name="Sanjeeta Ghimire" userId="24f4f4b1-044e-4d86-abaf-8307f4e8b0a1" providerId="ADAL" clId="{3797B367-70C0-4944-BB0D-613EC7657A13}" dt="2024-09-18T22:22:05.611" v="180" actId="478"/>
          <ac:spMkLst>
            <pc:docMk/>
            <pc:sldMk cId="2418265384" sldId="267"/>
            <ac:spMk id="2" creationId="{EC38BC90-7A3F-FE12-23DC-1A9B8A871FDE}"/>
          </ac:spMkLst>
        </pc:spChg>
        <pc:spChg chg="add mod">
          <ac:chgData name="Sanjeeta Ghimire" userId="24f4f4b1-044e-4d86-abaf-8307f4e8b0a1" providerId="ADAL" clId="{3797B367-70C0-4944-BB0D-613EC7657A13}" dt="2024-09-18T22:22:05.611" v="180" actId="478"/>
          <ac:spMkLst>
            <pc:docMk/>
            <pc:sldMk cId="2418265384" sldId="267"/>
            <ac:spMk id="9" creationId="{64A840C5-F30E-C7DC-3CF8-3B717280B0E9}"/>
          </ac:spMkLst>
        </pc:spChg>
      </pc:sldChg>
      <pc:sldChg chg="modNotesTx">
        <pc:chgData name="Sanjeeta Ghimire" userId="24f4f4b1-044e-4d86-abaf-8307f4e8b0a1" providerId="ADAL" clId="{3797B367-70C0-4944-BB0D-613EC7657A13}" dt="2024-09-18T22:17:32.525" v="152" actId="6549"/>
        <pc:sldMkLst>
          <pc:docMk/>
          <pc:sldMk cId="4151336825" sldId="378"/>
        </pc:sldMkLst>
      </pc:sldChg>
      <pc:sldChg chg="modSp mod modNotesTx">
        <pc:chgData name="Sanjeeta Ghimire" userId="24f4f4b1-044e-4d86-abaf-8307f4e8b0a1" providerId="ADAL" clId="{3797B367-70C0-4944-BB0D-613EC7657A13}" dt="2024-09-18T22:11:01.469" v="113" actId="20577"/>
        <pc:sldMkLst>
          <pc:docMk/>
          <pc:sldMk cId="372371044" sldId="379"/>
        </pc:sldMkLst>
        <pc:spChg chg="mod">
          <ac:chgData name="Sanjeeta Ghimire" userId="24f4f4b1-044e-4d86-abaf-8307f4e8b0a1" providerId="ADAL" clId="{3797B367-70C0-4944-BB0D-613EC7657A13}" dt="2024-09-18T22:11:01.469" v="113" actId="20577"/>
          <ac:spMkLst>
            <pc:docMk/>
            <pc:sldMk cId="372371044" sldId="379"/>
            <ac:spMk id="15" creationId="{31C1F282-630F-0BC4-8DAA-F9A3178932CC}"/>
          </ac:spMkLst>
        </pc:spChg>
      </pc:sldChg>
      <pc:sldChg chg="modSp mod modNotesTx">
        <pc:chgData name="Sanjeeta Ghimire" userId="24f4f4b1-044e-4d86-abaf-8307f4e8b0a1" providerId="ADAL" clId="{3797B367-70C0-4944-BB0D-613EC7657A13}" dt="2024-09-18T22:15:39.169" v="148" actId="6549"/>
        <pc:sldMkLst>
          <pc:docMk/>
          <pc:sldMk cId="1790088115" sldId="380"/>
        </pc:sldMkLst>
        <pc:spChg chg="mod">
          <ac:chgData name="Sanjeeta Ghimire" userId="24f4f4b1-044e-4d86-abaf-8307f4e8b0a1" providerId="ADAL" clId="{3797B367-70C0-4944-BB0D-613EC7657A13}" dt="2024-09-18T22:11:07.908" v="115" actId="20577"/>
          <ac:spMkLst>
            <pc:docMk/>
            <pc:sldMk cId="1790088115" sldId="380"/>
            <ac:spMk id="15" creationId="{31C1F282-630F-0BC4-8DAA-F9A3178932CC}"/>
          </ac:spMkLst>
        </pc:spChg>
      </pc:sldChg>
      <pc:sldChg chg="modNotesTx">
        <pc:chgData name="Sanjeeta Ghimire" userId="24f4f4b1-044e-4d86-abaf-8307f4e8b0a1" providerId="ADAL" clId="{3797B367-70C0-4944-BB0D-613EC7657A13}" dt="2024-09-18T22:15:36.270" v="147" actId="6549"/>
        <pc:sldMkLst>
          <pc:docMk/>
          <pc:sldMk cId="3135475069" sldId="381"/>
        </pc:sldMkLst>
      </pc:sldChg>
      <pc:sldChg chg="modNotesTx">
        <pc:chgData name="Sanjeeta Ghimire" userId="24f4f4b1-044e-4d86-abaf-8307f4e8b0a1" providerId="ADAL" clId="{3797B367-70C0-4944-BB0D-613EC7657A13}" dt="2024-09-18T22:15:33.100" v="146" actId="6549"/>
        <pc:sldMkLst>
          <pc:docMk/>
          <pc:sldMk cId="31080708" sldId="382"/>
        </pc:sldMkLst>
      </pc:sldChg>
      <pc:sldChg chg="modNotesTx">
        <pc:chgData name="Sanjeeta Ghimire" userId="24f4f4b1-044e-4d86-abaf-8307f4e8b0a1" providerId="ADAL" clId="{3797B367-70C0-4944-BB0D-613EC7657A13}" dt="2024-09-18T22:15:30.093" v="145" actId="6549"/>
        <pc:sldMkLst>
          <pc:docMk/>
          <pc:sldMk cId="490672273" sldId="384"/>
        </pc:sldMkLst>
      </pc:sldChg>
      <pc:sldChg chg="modNotesTx">
        <pc:chgData name="Sanjeeta Ghimire" userId="24f4f4b1-044e-4d86-abaf-8307f4e8b0a1" providerId="ADAL" clId="{3797B367-70C0-4944-BB0D-613EC7657A13}" dt="2024-09-18T22:15:27.019" v="144" actId="6549"/>
        <pc:sldMkLst>
          <pc:docMk/>
          <pc:sldMk cId="3441361656" sldId="385"/>
        </pc:sldMkLst>
      </pc:sldChg>
      <pc:sldChg chg="modSp mod modNotesTx">
        <pc:chgData name="Sanjeeta Ghimire" userId="24f4f4b1-044e-4d86-abaf-8307f4e8b0a1" providerId="ADAL" clId="{3797B367-70C0-4944-BB0D-613EC7657A13}" dt="2024-09-18T22:15:24.033" v="143" actId="6549"/>
        <pc:sldMkLst>
          <pc:docMk/>
          <pc:sldMk cId="3603679795" sldId="386"/>
        </pc:sldMkLst>
        <pc:spChg chg="mod">
          <ac:chgData name="Sanjeeta Ghimire" userId="24f4f4b1-044e-4d86-abaf-8307f4e8b0a1" providerId="ADAL" clId="{3797B367-70C0-4944-BB0D-613EC7657A13}" dt="2024-09-18T22:11:41.240" v="117" actId="20577"/>
          <ac:spMkLst>
            <pc:docMk/>
            <pc:sldMk cId="3603679795" sldId="386"/>
            <ac:spMk id="15" creationId="{31C1F282-630F-0BC4-8DAA-F9A3178932CC}"/>
          </ac:spMkLst>
        </pc:spChg>
      </pc:sldChg>
      <pc:sldChg chg="modSp add mod modNotesTx">
        <pc:chgData name="Sanjeeta Ghimire" userId="24f4f4b1-044e-4d86-abaf-8307f4e8b0a1" providerId="ADAL" clId="{3797B367-70C0-4944-BB0D-613EC7657A13}" dt="2024-09-18T22:22:54.856" v="181" actId="6549"/>
        <pc:sldMkLst>
          <pc:docMk/>
          <pc:sldMk cId="2281109796" sldId="387"/>
        </pc:sldMkLst>
        <pc:picChg chg="mod">
          <ac:chgData name="Sanjeeta Ghimire" userId="24f4f4b1-044e-4d86-abaf-8307f4e8b0a1" providerId="ADAL" clId="{3797B367-70C0-4944-BB0D-613EC7657A13}" dt="2024-09-18T22:17:46.314" v="155" actId="1076"/>
          <ac:picMkLst>
            <pc:docMk/>
            <pc:sldMk cId="2281109796" sldId="387"/>
            <ac:picMk id="13" creationId="{A81BB071-5B81-2A3D-26E2-D48C5E0364B7}"/>
          </ac:picMkLst>
        </pc:picChg>
      </pc:sldChg>
      <pc:sldChg chg="modSp mod modNotesTx">
        <pc:chgData name="Sanjeeta Ghimire" userId="24f4f4b1-044e-4d86-abaf-8307f4e8b0a1" providerId="ADAL" clId="{3797B367-70C0-4944-BB0D-613EC7657A13}" dt="2024-09-18T22:15:21.560" v="142" actId="6549"/>
        <pc:sldMkLst>
          <pc:docMk/>
          <pc:sldMk cId="2385626175" sldId="388"/>
        </pc:sldMkLst>
        <pc:spChg chg="mod">
          <ac:chgData name="Sanjeeta Ghimire" userId="24f4f4b1-044e-4d86-abaf-8307f4e8b0a1" providerId="ADAL" clId="{3797B367-70C0-4944-BB0D-613EC7657A13}" dt="2024-09-18T22:11:53.133" v="123" actId="20577"/>
          <ac:spMkLst>
            <pc:docMk/>
            <pc:sldMk cId="2385626175" sldId="388"/>
            <ac:spMk id="15" creationId="{31C1F282-630F-0BC4-8DAA-F9A3178932CC}"/>
          </ac:spMkLst>
        </pc:spChg>
      </pc:sldChg>
      <pc:sldChg chg="modNotesTx">
        <pc:chgData name="Sanjeeta Ghimire" userId="24f4f4b1-044e-4d86-abaf-8307f4e8b0a1" providerId="ADAL" clId="{3797B367-70C0-4944-BB0D-613EC7657A13}" dt="2024-09-18T22:15:18.217" v="141" actId="6549"/>
        <pc:sldMkLst>
          <pc:docMk/>
          <pc:sldMk cId="1683249501" sldId="389"/>
        </pc:sldMkLst>
      </pc:sldChg>
      <pc:sldChg chg="modNotesTx">
        <pc:chgData name="Sanjeeta Ghimire" userId="24f4f4b1-044e-4d86-abaf-8307f4e8b0a1" providerId="ADAL" clId="{3797B367-70C0-4944-BB0D-613EC7657A13}" dt="2024-09-18T22:15:14.825" v="140" actId="6549"/>
        <pc:sldMkLst>
          <pc:docMk/>
          <pc:sldMk cId="3629322020" sldId="390"/>
        </pc:sldMkLst>
      </pc:sldChg>
      <pc:sldChg chg="modNotesTx">
        <pc:chgData name="Sanjeeta Ghimire" userId="24f4f4b1-044e-4d86-abaf-8307f4e8b0a1" providerId="ADAL" clId="{3797B367-70C0-4944-BB0D-613EC7657A13}" dt="2024-09-18T22:15:08.497" v="138" actId="6549"/>
        <pc:sldMkLst>
          <pc:docMk/>
          <pc:sldMk cId="558859154" sldId="391"/>
        </pc:sldMkLst>
      </pc:sldChg>
      <pc:sldChg chg="modNotesTx">
        <pc:chgData name="Sanjeeta Ghimire" userId="24f4f4b1-044e-4d86-abaf-8307f4e8b0a1" providerId="ADAL" clId="{3797B367-70C0-4944-BB0D-613EC7657A13}" dt="2024-09-18T22:15:11.602" v="139" actId="6549"/>
        <pc:sldMkLst>
          <pc:docMk/>
          <pc:sldMk cId="1904403688" sldId="392"/>
        </pc:sldMkLst>
      </pc:sldChg>
      <pc:sldChg chg="modSp mod modNotesTx">
        <pc:chgData name="Sanjeeta Ghimire" userId="24f4f4b1-044e-4d86-abaf-8307f4e8b0a1" providerId="ADAL" clId="{3797B367-70C0-4944-BB0D-613EC7657A13}" dt="2024-09-18T22:15:05.375" v="137" actId="6549"/>
        <pc:sldMkLst>
          <pc:docMk/>
          <pc:sldMk cId="1843110742" sldId="393"/>
        </pc:sldMkLst>
        <pc:spChg chg="mod">
          <ac:chgData name="Sanjeeta Ghimire" userId="24f4f4b1-044e-4d86-abaf-8307f4e8b0a1" providerId="ADAL" clId="{3797B367-70C0-4944-BB0D-613EC7657A13}" dt="2024-09-18T22:12:56.392" v="124" actId="20577"/>
          <ac:spMkLst>
            <pc:docMk/>
            <pc:sldMk cId="1843110742" sldId="393"/>
            <ac:spMk id="15" creationId="{31C1F282-630F-0BC4-8DAA-F9A3178932CC}"/>
          </ac:spMkLst>
        </pc:spChg>
      </pc:sldChg>
      <pc:sldChg chg="modNotesTx">
        <pc:chgData name="Sanjeeta Ghimire" userId="24f4f4b1-044e-4d86-abaf-8307f4e8b0a1" providerId="ADAL" clId="{3797B367-70C0-4944-BB0D-613EC7657A13}" dt="2024-09-18T22:15:02.267" v="136" actId="6549"/>
        <pc:sldMkLst>
          <pc:docMk/>
          <pc:sldMk cId="2363110059" sldId="394"/>
        </pc:sldMkLst>
      </pc:sldChg>
      <pc:sldChg chg="modSp mod modNotesTx">
        <pc:chgData name="Sanjeeta Ghimire" userId="24f4f4b1-044e-4d86-abaf-8307f4e8b0a1" providerId="ADAL" clId="{3797B367-70C0-4944-BB0D-613EC7657A13}" dt="2024-09-18T22:14:52.677" v="133" actId="6549"/>
        <pc:sldMkLst>
          <pc:docMk/>
          <pc:sldMk cId="2868604871" sldId="395"/>
        </pc:sldMkLst>
        <pc:spChg chg="mod">
          <ac:chgData name="Sanjeeta Ghimire" userId="24f4f4b1-044e-4d86-abaf-8307f4e8b0a1" providerId="ADAL" clId="{3797B367-70C0-4944-BB0D-613EC7657A13}" dt="2024-09-18T22:13:53.147" v="128" actId="1076"/>
          <ac:spMkLst>
            <pc:docMk/>
            <pc:sldMk cId="2868604871" sldId="395"/>
            <ac:spMk id="15" creationId="{31C1F282-630F-0BC4-8DAA-F9A3178932CC}"/>
          </ac:spMkLst>
        </pc:spChg>
      </pc:sldChg>
      <pc:sldChg chg="modNotesTx">
        <pc:chgData name="Sanjeeta Ghimire" userId="24f4f4b1-044e-4d86-abaf-8307f4e8b0a1" providerId="ADAL" clId="{3797B367-70C0-4944-BB0D-613EC7657A13}" dt="2024-09-18T22:14:59.345" v="135" actId="6549"/>
        <pc:sldMkLst>
          <pc:docMk/>
          <pc:sldMk cId="4030249052" sldId="396"/>
        </pc:sldMkLst>
      </pc:sldChg>
      <pc:sldChg chg="modNotesTx">
        <pc:chgData name="Sanjeeta Ghimire" userId="24f4f4b1-044e-4d86-abaf-8307f4e8b0a1" providerId="ADAL" clId="{3797B367-70C0-4944-BB0D-613EC7657A13}" dt="2024-09-18T22:14:56.079" v="134" actId="6549"/>
        <pc:sldMkLst>
          <pc:docMk/>
          <pc:sldMk cId="1626001500" sldId="397"/>
        </pc:sldMkLst>
      </pc:sldChg>
      <pc:sldChg chg="modNotesTx">
        <pc:chgData name="Sanjeeta Ghimire" userId="24f4f4b1-044e-4d86-abaf-8307f4e8b0a1" providerId="ADAL" clId="{3797B367-70C0-4944-BB0D-613EC7657A13}" dt="2024-09-18T22:14:49.220" v="132" actId="6549"/>
        <pc:sldMkLst>
          <pc:docMk/>
          <pc:sldMk cId="590570161" sldId="398"/>
        </pc:sldMkLst>
      </pc:sldChg>
      <pc:sldChg chg="modNotesTx">
        <pc:chgData name="Sanjeeta Ghimire" userId="24f4f4b1-044e-4d86-abaf-8307f4e8b0a1" providerId="ADAL" clId="{3797B367-70C0-4944-BB0D-613EC7657A13}" dt="2024-09-18T22:14:45.660" v="131" actId="6549"/>
        <pc:sldMkLst>
          <pc:docMk/>
          <pc:sldMk cId="2402629258" sldId="399"/>
        </pc:sldMkLst>
      </pc:sldChg>
      <pc:sldChg chg="modNotesTx">
        <pc:chgData name="Sanjeeta Ghimire" userId="24f4f4b1-044e-4d86-abaf-8307f4e8b0a1" providerId="ADAL" clId="{3797B367-70C0-4944-BB0D-613EC7657A13}" dt="2024-09-18T22:14:41.303" v="130" actId="6549"/>
        <pc:sldMkLst>
          <pc:docMk/>
          <pc:sldMk cId="273475366" sldId="401"/>
        </pc:sldMkLst>
      </pc:sldChg>
      <pc:sldChg chg="addSp delSp mod modNotesTx">
        <pc:chgData name="Sanjeeta Ghimire" userId="24f4f4b1-044e-4d86-abaf-8307f4e8b0a1" providerId="ADAL" clId="{3797B367-70C0-4944-BB0D-613EC7657A13}" dt="2024-09-18T22:16:58.998" v="151" actId="22"/>
        <pc:sldMkLst>
          <pc:docMk/>
          <pc:sldMk cId="3675799310" sldId="402"/>
        </pc:sldMkLst>
        <pc:spChg chg="add del">
          <ac:chgData name="Sanjeeta Ghimire" userId="24f4f4b1-044e-4d86-abaf-8307f4e8b0a1" providerId="ADAL" clId="{3797B367-70C0-4944-BB0D-613EC7657A13}" dt="2024-09-18T22:16:58.998" v="151" actId="22"/>
          <ac:spMkLst>
            <pc:docMk/>
            <pc:sldMk cId="3675799310" sldId="402"/>
            <ac:spMk id="5" creationId="{4D5647EA-2B47-EB1C-D53B-E0AB5DB67142}"/>
          </ac:spMkLst>
        </pc:spChg>
      </pc:sldChg>
      <pc:sldChg chg="modSp new mod">
        <pc:chgData name="Sanjeeta Ghimire" userId="24f4f4b1-044e-4d86-abaf-8307f4e8b0a1" providerId="ADAL" clId="{3797B367-70C0-4944-BB0D-613EC7657A13}" dt="2024-09-17T01:54:29.064" v="111" actId="20577"/>
        <pc:sldMkLst>
          <pc:docMk/>
          <pc:sldMk cId="581233965" sldId="403"/>
        </pc:sldMkLst>
        <pc:spChg chg="mod">
          <ac:chgData name="Sanjeeta Ghimire" userId="24f4f4b1-044e-4d86-abaf-8307f4e8b0a1" providerId="ADAL" clId="{3797B367-70C0-4944-BB0D-613EC7657A13}" dt="2024-09-17T01:53:51.996" v="24" actId="20577"/>
          <ac:spMkLst>
            <pc:docMk/>
            <pc:sldMk cId="581233965" sldId="403"/>
            <ac:spMk id="2" creationId="{C925D7C0-ECD6-78E8-3AD7-0205E1FDCFE7}"/>
          </ac:spMkLst>
        </pc:spChg>
        <pc:spChg chg="mod">
          <ac:chgData name="Sanjeeta Ghimire" userId="24f4f4b1-044e-4d86-abaf-8307f4e8b0a1" providerId="ADAL" clId="{3797B367-70C0-4944-BB0D-613EC7657A13}" dt="2024-09-17T01:54:29.064" v="111" actId="20577"/>
          <ac:spMkLst>
            <pc:docMk/>
            <pc:sldMk cId="581233965" sldId="403"/>
            <ac:spMk id="3" creationId="{3EE12B27-00EF-2A54-7FAC-84A49A3B998A}"/>
          </ac:spMkLst>
        </pc:spChg>
      </pc:sldChg>
      <pc:sldChg chg="modSp add mod">
        <pc:chgData name="Sanjeeta Ghimire" userId="24f4f4b1-044e-4d86-abaf-8307f4e8b0a1" providerId="ADAL" clId="{3797B367-70C0-4944-BB0D-613EC7657A13}" dt="2024-09-18T22:17:42.175" v="154" actId="27636"/>
        <pc:sldMkLst>
          <pc:docMk/>
          <pc:sldMk cId="2718108537" sldId="404"/>
        </pc:sldMkLst>
        <pc:spChg chg="mod">
          <ac:chgData name="Sanjeeta Ghimire" userId="24f4f4b1-044e-4d86-abaf-8307f4e8b0a1" providerId="ADAL" clId="{3797B367-70C0-4944-BB0D-613EC7657A13}" dt="2024-09-18T22:17:42.175" v="154" actId="27636"/>
          <ac:spMkLst>
            <pc:docMk/>
            <pc:sldMk cId="2718108537" sldId="404"/>
            <ac:spMk id="3" creationId="{FB4B708E-2188-EF13-2EB4-68FBBA6869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try to find areas A and B for several N, and find the error tolerance to have an idea</a:t>
            </a:r>
          </a:p>
          <a:p>
            <a:endParaRPr lang="en-US"/>
          </a:p>
          <a:p>
            <a:r>
              <a:rPr lang="en-US"/>
              <a:t>The n value can be printed using scientific notation</a:t>
            </a:r>
          </a:p>
          <a:p>
            <a:endParaRPr lang="en-US"/>
          </a:p>
          <a:p>
            <a:r>
              <a:rPr lang="en-US"/>
              <a:t>If the increment for n is increased before printing the value, then the wrong value will be displayed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55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08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7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37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57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26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92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24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33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46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74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67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45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45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62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69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663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51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133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585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13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7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4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55571" y="404519"/>
            <a:ext cx="7891955" cy="60489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  <a:p>
            <a:pPr marL="857250" indent="-857250" algn="l">
              <a:buFont typeface="Arial"/>
              <a:buChar char="•"/>
              <a:defRPr/>
            </a:pPr>
            <a:r>
              <a:rPr lang="en-US" sz="6500" b="1" dirty="0">
                <a:solidFill>
                  <a:srgbClr val="7030A0"/>
                </a:solidFill>
              </a:rPr>
              <a:t>More While loop</a:t>
            </a:r>
          </a:p>
          <a:p>
            <a:pPr marL="857250" indent="-857250" algn="l">
              <a:buFont typeface="Arial"/>
              <a:buChar char="•"/>
              <a:defRPr/>
            </a:pPr>
            <a:r>
              <a:rPr lang="en-US" sz="6500" b="1" dirty="0">
                <a:solidFill>
                  <a:srgbClr val="7030A0"/>
                </a:solidFill>
              </a:rPr>
              <a:t>Break statement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6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Simulating rolling dice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want to simulate rolling two dice in MATLAB until both dice show a 6.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both are 6, display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"You Won!“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Otherwise, display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"Try Again"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roll the dice again.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continue rolling dice until we win.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3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Simulating rolling dice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do we want to simulate rolling a dice?</a:t>
            </a:r>
          </a:p>
        </p:txBody>
      </p:sp>
    </p:spTree>
    <p:extLst>
      <p:ext uri="{BB962C8B-B14F-4D97-AF65-F5344CB8AC3E}">
        <p14:creationId xmlns:p14="http://schemas.microsoft.com/office/powerpoint/2010/main" val="37237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Simulating rolling dice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do we want to simulate rolling a dice?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Rolling a dice is a random process.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It’s similar to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generating a random integer between 1 and 6</a:t>
            </a:r>
          </a:p>
        </p:txBody>
      </p:sp>
    </p:spTree>
    <p:extLst>
      <p:ext uri="{BB962C8B-B14F-4D97-AF65-F5344CB8AC3E}">
        <p14:creationId xmlns:p14="http://schemas.microsoft.com/office/powerpoint/2010/main" val="179008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Simulating rolling dice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to generate a random number in MATLAB?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7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Generate Random Numbers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to generate a random number in MATLAB?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+mj-lt"/>
                <a:cs typeface="Arial" panose="020B0604020202020204" pitchFamily="34" charset="0"/>
              </a:rPr>
              <a:t>rand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function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 A random number between 0 and 1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 = rand;  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0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Generate Random Numbers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simulate rolling a die we need a random integer between 1 and 6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to generate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latin typeface="+mj-lt"/>
                <a:cs typeface="Arial" panose="020B0604020202020204" pitchFamily="34" charset="0"/>
              </a:rPr>
              <a:t>randi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function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 A random integer between min and max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 =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randi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([min, max]);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672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Simulate rolling a die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simulate rolling a die we need a random integer between 1 and 6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 A random integer between 1 and 6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 =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randi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([1, 6]);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36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Simulate rolling two dice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simulate rolling two dice we need two random integer between 1 and 6: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de-DE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dice1 = randi([1,6]);</a:t>
            </a:r>
          </a:p>
          <a:p>
            <a:pPr>
              <a:lnSpc>
                <a:spcPct val="200000"/>
              </a:lnSpc>
            </a:pPr>
            <a:r>
              <a:rPr lang="de-DE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dice2 = randi([1,6]);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679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Pseudocode:</a:t>
            </a: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cs typeface="Arial" panose="020B0604020202020204" pitchFamily="34" charset="0"/>
              </a:rPr>
              <a:t>Repeat the following as long as dice1 &amp; dice2 are not 6: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Arial" panose="020B0604020202020204" pitchFamily="34" charset="0"/>
              </a:rPr>
              <a:t>    Generate random integer between 1 and 6 for both dice1 and dice2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Arial" panose="020B0604020202020204" pitchFamily="34" charset="0"/>
              </a:rPr>
              <a:t>    if (dice1 &amp; dice2 are both 6)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Arial" panose="020B0604020202020204" pitchFamily="34" charset="0"/>
              </a:rPr>
              <a:t>        Display "You Won!"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Arial" panose="020B0604020202020204" pitchFamily="34" charset="0"/>
              </a:rPr>
              <a:t>    else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Arial" panose="020B0604020202020204" pitchFamily="34" charset="0"/>
              </a:rPr>
              <a:t>        Display "Try Again"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62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implement an iterative process?</a:t>
            </a: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249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implement an iterative process?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loops 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loops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iteration statement do you think we need to use for this problem? a for loop or a while loop? why?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2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implement an iterative process?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loops 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loops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iteration statement do you think we need to use for this problem? a for loop or a while loop? why?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while loop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since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know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exact number of iterations. 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403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78FF48-FFD9-8F6F-F08F-CFC3BF006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25" y="2280765"/>
            <a:ext cx="4618180" cy="371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5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Let’s change the game a bit. You only win if you get two 6s in the first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trials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want to simulate rolling two dice in MATLAB until both dice show a 6.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If both are 6, display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"You Won!"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Otherwise, display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"Try Again"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roll the dice again at most 4 more times.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don’t get a pair of 6s in your first 5 tries, display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 lucky enough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end the game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110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Pseudocode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Set attempt to 0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Repeat the following:</a:t>
            </a:r>
          </a:p>
          <a:p>
            <a:r>
              <a:rPr lang="en-US" sz="1400" dirty="0">
                <a:cs typeface="Arial" panose="020B0604020202020204" pitchFamily="34" charset="0"/>
              </a:rPr>
              <a:t>    Roll die1 (random number between 1 and 6)</a:t>
            </a:r>
          </a:p>
          <a:p>
            <a:r>
              <a:rPr lang="en-US" sz="1400" dirty="0">
                <a:cs typeface="Arial" panose="020B0604020202020204" pitchFamily="34" charset="0"/>
              </a:rPr>
              <a:t>    Roll die2 (random number between 1 and 6)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</a:t>
            </a:r>
          </a:p>
          <a:p>
            <a:r>
              <a:rPr lang="en-US" sz="1400" dirty="0">
                <a:cs typeface="Arial" panose="020B0604020202020204" pitchFamily="34" charset="0"/>
              </a:rPr>
              <a:t>    if die1 is 6 AND die2 is 6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"You Won!"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Exit loop </a:t>
            </a:r>
          </a:p>
          <a:p>
            <a:r>
              <a:rPr lang="en-US" sz="1400" dirty="0">
                <a:cs typeface="Arial" panose="020B0604020202020204" pitchFamily="34" charset="0"/>
              </a:rPr>
              <a:t>    else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"Try Again"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    Increment attempt by 1</a:t>
            </a:r>
          </a:p>
          <a:p>
            <a:r>
              <a:rPr lang="en-US" sz="1400" dirty="0">
                <a:cs typeface="Arial" panose="020B0604020202020204" pitchFamily="34" charset="0"/>
              </a:rPr>
              <a:t>    </a:t>
            </a:r>
          </a:p>
          <a:p>
            <a:r>
              <a:rPr lang="en-US" sz="1400" dirty="0">
                <a:cs typeface="Arial" panose="020B0604020202020204" pitchFamily="34" charset="0"/>
              </a:rPr>
              <a:t>    if attempt equals 5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"Not lucky enough"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Exit loop 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endParaRPr lang="en-US" sz="1200" dirty="0"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110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Pseudocode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Set attempt to 0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Repeat the following:</a:t>
            </a:r>
          </a:p>
          <a:p>
            <a:r>
              <a:rPr lang="en-US" sz="1400" dirty="0">
                <a:cs typeface="Arial" panose="020B0604020202020204" pitchFamily="34" charset="0"/>
              </a:rPr>
              <a:t>    Roll die1 (random number between 1 and 6)</a:t>
            </a:r>
          </a:p>
          <a:p>
            <a:r>
              <a:rPr lang="en-US" sz="1400" dirty="0">
                <a:cs typeface="Arial" panose="020B0604020202020204" pitchFamily="34" charset="0"/>
              </a:rPr>
              <a:t>    Roll die2 (random number between 1 and 6)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</a:t>
            </a:r>
          </a:p>
          <a:p>
            <a:r>
              <a:rPr lang="en-US" sz="1400" dirty="0">
                <a:cs typeface="Arial" panose="020B0604020202020204" pitchFamily="34" charset="0"/>
              </a:rPr>
              <a:t>    if die1 is 6 AND die2 is 6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"You Won!"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Exit loop </a:t>
            </a:r>
          </a:p>
          <a:p>
            <a:r>
              <a:rPr lang="en-US" sz="1400" dirty="0">
                <a:cs typeface="Arial" panose="020B0604020202020204" pitchFamily="34" charset="0"/>
              </a:rPr>
              <a:t>    else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"Try Again"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    Increment attempt by 1</a:t>
            </a:r>
          </a:p>
          <a:p>
            <a:r>
              <a:rPr lang="en-US" sz="1400" dirty="0">
                <a:cs typeface="Arial" panose="020B0604020202020204" pitchFamily="34" charset="0"/>
              </a:rPr>
              <a:t>    </a:t>
            </a:r>
          </a:p>
          <a:p>
            <a:r>
              <a:rPr lang="en-US" sz="1400" dirty="0">
                <a:cs typeface="Arial" panose="020B0604020202020204" pitchFamily="34" charset="0"/>
              </a:rPr>
              <a:t>    if attempt equals 5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"Not lucky enough"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Exit loop 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endParaRPr lang="en-US" sz="1200" dirty="0"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E2661-43BA-7580-6BBB-B827B7A1B659}"/>
              </a:ext>
            </a:extLst>
          </p:cNvPr>
          <p:cNvSpPr txBox="1"/>
          <p:nvPr/>
        </p:nvSpPr>
        <p:spPr>
          <a:xfrm>
            <a:off x="6192695" y="2402664"/>
            <a:ext cx="435128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do we </a:t>
            </a:r>
            <a:r>
              <a:rPr lang="en-US" sz="2400" dirty="0">
                <a:solidFill>
                  <a:srgbClr val="FF0000"/>
                </a:solidFill>
              </a:rPr>
              <a:t>exit</a:t>
            </a:r>
            <a:r>
              <a:rPr lang="en-US" sz="2400" dirty="0"/>
              <a:t> the loop?</a:t>
            </a:r>
          </a:p>
          <a:p>
            <a:r>
              <a:rPr lang="en-US" sz="2400" dirty="0"/>
              <a:t>In two conditions: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if die1 is 6 AND die2 is 6</a:t>
            </a:r>
          </a:p>
          <a:p>
            <a:endParaRPr lang="en-US" sz="2400" dirty="0">
              <a:cs typeface="Arial" panose="020B0604020202020204" pitchFamily="34" charset="0"/>
            </a:endParaRPr>
          </a:p>
          <a:p>
            <a:r>
              <a:rPr lang="en-US" sz="2400" dirty="0">
                <a:cs typeface="Arial" panose="020B0604020202020204" pitchFamily="34" charset="0"/>
              </a:rPr>
              <a:t>	OR</a:t>
            </a:r>
          </a:p>
          <a:p>
            <a:pPr marL="342900" indent="-342900">
              <a:buAutoNum type="arabicPeriod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if attempt equals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49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Pseudocode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Set attempt to 0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Repeat the following:</a:t>
            </a:r>
          </a:p>
          <a:p>
            <a:r>
              <a:rPr lang="en-US" sz="1400" dirty="0">
                <a:cs typeface="Arial" panose="020B0604020202020204" pitchFamily="34" charset="0"/>
              </a:rPr>
              <a:t>    Roll die1 (random number between 1 and 6)</a:t>
            </a:r>
          </a:p>
          <a:p>
            <a:r>
              <a:rPr lang="en-US" sz="1400" dirty="0">
                <a:cs typeface="Arial" panose="020B0604020202020204" pitchFamily="34" charset="0"/>
              </a:rPr>
              <a:t>    Roll die2 (random number between 1 and 6)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</a:t>
            </a:r>
          </a:p>
          <a:p>
            <a:r>
              <a:rPr lang="en-US" sz="1400" dirty="0">
                <a:cs typeface="Arial" panose="020B0604020202020204" pitchFamily="34" charset="0"/>
              </a:rPr>
              <a:t>    if die1 is 6 AND die2 is 6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"You Won!"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Exit loop </a:t>
            </a:r>
          </a:p>
          <a:p>
            <a:r>
              <a:rPr lang="en-US" sz="1400" dirty="0">
                <a:cs typeface="Arial" panose="020B0604020202020204" pitchFamily="34" charset="0"/>
              </a:rPr>
              <a:t>    else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"Try Again"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r>
              <a:rPr lang="en-US" sz="1400" dirty="0">
                <a:cs typeface="Arial" panose="020B0604020202020204" pitchFamily="34" charset="0"/>
              </a:rPr>
              <a:t>    Increment attempt by 1</a:t>
            </a:r>
          </a:p>
          <a:p>
            <a:r>
              <a:rPr lang="en-US" sz="1400" dirty="0">
                <a:cs typeface="Arial" panose="020B0604020202020204" pitchFamily="34" charset="0"/>
              </a:rPr>
              <a:t>    </a:t>
            </a:r>
          </a:p>
          <a:p>
            <a:r>
              <a:rPr lang="en-US" sz="1400" dirty="0">
                <a:cs typeface="Arial" panose="020B0604020202020204" pitchFamily="34" charset="0"/>
              </a:rPr>
              <a:t>    if attempt equals 5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Display "Not lucky enough"</a:t>
            </a:r>
          </a:p>
          <a:p>
            <a:r>
              <a:rPr lang="en-US" sz="1400" dirty="0">
                <a:cs typeface="Arial" panose="020B0604020202020204" pitchFamily="34" charset="0"/>
              </a:rPr>
              <a:t>        Exit loop </a:t>
            </a:r>
          </a:p>
          <a:p>
            <a:endParaRPr lang="en-US" sz="1400" dirty="0">
              <a:cs typeface="Arial" panose="020B0604020202020204" pitchFamily="34" charset="0"/>
            </a:endParaRPr>
          </a:p>
          <a:p>
            <a:endParaRPr lang="en-US" sz="1200" dirty="0"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E2661-43BA-7580-6BBB-B827B7A1B659}"/>
              </a:ext>
            </a:extLst>
          </p:cNvPr>
          <p:cNvSpPr txBox="1"/>
          <p:nvPr/>
        </p:nvSpPr>
        <p:spPr>
          <a:xfrm>
            <a:off x="6192695" y="2402664"/>
            <a:ext cx="435128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do we </a:t>
            </a:r>
            <a:r>
              <a:rPr lang="en-US" sz="2400" dirty="0">
                <a:solidFill>
                  <a:srgbClr val="FF0000"/>
                </a:solidFill>
              </a:rPr>
              <a:t>exit</a:t>
            </a:r>
            <a:r>
              <a:rPr lang="en-US" sz="2400" dirty="0"/>
              <a:t> the loop?</a:t>
            </a:r>
          </a:p>
          <a:p>
            <a:r>
              <a:rPr lang="en-US" sz="2400" dirty="0"/>
              <a:t>In two conditions: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if die1 is 6 AND die2 is 6</a:t>
            </a:r>
          </a:p>
          <a:p>
            <a:endParaRPr lang="en-US" sz="2400" dirty="0">
              <a:cs typeface="Arial" panose="020B0604020202020204" pitchFamily="34" charset="0"/>
            </a:endParaRPr>
          </a:p>
          <a:p>
            <a:r>
              <a:rPr lang="en-US" sz="2400" dirty="0">
                <a:cs typeface="Arial" panose="020B0604020202020204" pitchFamily="34" charset="0"/>
              </a:rPr>
              <a:t>	OR</a:t>
            </a:r>
          </a:p>
          <a:p>
            <a:pPr marL="342900" indent="-342900">
              <a:buAutoNum type="arabicPeriod"/>
            </a:pPr>
            <a:endParaRPr lang="en-US" sz="24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if attempt equals 5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A7C9D-C690-C9FD-83AA-88CD084A50E1}"/>
              </a:ext>
            </a:extLst>
          </p:cNvPr>
          <p:cNvSpPr txBox="1"/>
          <p:nvPr/>
        </p:nvSpPr>
        <p:spPr>
          <a:xfrm>
            <a:off x="4994516" y="5606218"/>
            <a:ext cx="5896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use </a:t>
            </a:r>
            <a:r>
              <a:rPr lang="en-US" sz="2400" b="1" dirty="0">
                <a:solidFill>
                  <a:srgbClr val="FF0000"/>
                </a:solidFill>
              </a:rPr>
              <a:t>break</a:t>
            </a:r>
            <a:r>
              <a:rPr lang="en-US" sz="2400" dirty="0"/>
              <a:t> statement to exit the loop</a:t>
            </a:r>
          </a:p>
        </p:txBody>
      </p:sp>
    </p:spTree>
    <p:extLst>
      <p:ext uri="{BB962C8B-B14F-4D97-AF65-F5344CB8AC3E}">
        <p14:creationId xmlns:p14="http://schemas.microsoft.com/office/powerpoint/2010/main" val="1626001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704373" y="1530036"/>
            <a:ext cx="10150733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 statement in MATLAB: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break statement in MATLAB is used to exit a loop immediately, regardless of the loop’s remaining iterations or the loop's condition.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MATLAB encounters a break statement inside a loop, it stops the execution of the loop and moves control to the line of code that follows the loop.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break statement is commonly used within for and while loops.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interrupts the normal flow of the loop when a specific condition is met.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+mj-lt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604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 statement in MATLAB: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+mj-lt"/>
                <a:cs typeface="Arial" panose="020B0604020202020204" pitchFamily="34" charset="0"/>
              </a:rPr>
              <a:t>if condition</a:t>
            </a:r>
          </a:p>
          <a:p>
            <a:r>
              <a:rPr lang="en-US" sz="2400" b="1" dirty="0">
                <a:latin typeface="+mj-lt"/>
                <a:cs typeface="Arial" panose="020B0604020202020204" pitchFamily="34" charset="0"/>
              </a:rPr>
              <a:t>    break;</a:t>
            </a:r>
          </a:p>
          <a:p>
            <a:r>
              <a:rPr lang="en-US" sz="2400" b="1" dirty="0">
                <a:latin typeface="+mj-lt"/>
                <a:cs typeface="Arial" panose="020B0604020202020204" pitchFamily="34" charset="0"/>
              </a:rPr>
              <a:t>end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EA655-5EEE-417B-5B6B-B14EC2045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163" y="2528842"/>
            <a:ext cx="6259205" cy="32153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BDEECA-CBA4-FF4C-E6C3-8EED3B1FCE41}"/>
              </a:ext>
            </a:extLst>
          </p:cNvPr>
          <p:cNvSpPr txBox="1"/>
          <p:nvPr/>
        </p:nvSpPr>
        <p:spPr>
          <a:xfrm>
            <a:off x="5755163" y="2062130"/>
            <a:ext cx="1169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590570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 statement in MATLAB: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EA655-5EEE-417B-5B6B-B14EC2045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163" y="2528842"/>
            <a:ext cx="6259205" cy="321538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86A3ED0-C6B5-EDD2-7FB3-E9103D387610}"/>
              </a:ext>
            </a:extLst>
          </p:cNvPr>
          <p:cNvCxnSpPr>
            <a:cxnSpLocks/>
          </p:cNvCxnSpPr>
          <p:nvPr/>
        </p:nvCxnSpPr>
        <p:spPr>
          <a:xfrm flipH="1">
            <a:off x="4433263" y="3266615"/>
            <a:ext cx="14252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52E3D-A75E-3FE6-5EAF-A22DB42D0E2C}"/>
              </a:ext>
            </a:extLst>
          </p:cNvPr>
          <p:cNvCxnSpPr>
            <a:cxnSpLocks/>
          </p:cNvCxnSpPr>
          <p:nvPr/>
        </p:nvCxnSpPr>
        <p:spPr>
          <a:xfrm flipH="1">
            <a:off x="4521550" y="4535213"/>
            <a:ext cx="2113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0811C52-FBD5-4C90-5FC8-2FCDCEF61114}"/>
              </a:ext>
            </a:extLst>
          </p:cNvPr>
          <p:cNvSpPr txBox="1"/>
          <p:nvPr/>
        </p:nvSpPr>
        <p:spPr>
          <a:xfrm>
            <a:off x="1073113" y="4350547"/>
            <a:ext cx="344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Exiting the loop after 5 iterations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18BA6-7464-1514-CFD5-D956C07F6BBE}"/>
              </a:ext>
            </a:extLst>
          </p:cNvPr>
          <p:cNvSpPr txBox="1"/>
          <p:nvPr/>
        </p:nvSpPr>
        <p:spPr>
          <a:xfrm>
            <a:off x="1988565" y="3059668"/>
            <a:ext cx="344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 runs indefinitely</a:t>
            </a:r>
          </a:p>
        </p:txBody>
      </p:sp>
    </p:spTree>
    <p:extLst>
      <p:ext uri="{BB962C8B-B14F-4D97-AF65-F5344CB8AC3E}">
        <p14:creationId xmlns:p14="http://schemas.microsoft.com/office/powerpoint/2010/main" val="2402629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Now, can you try implementing the rolling dice problem with 5 trial?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75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9DBF-9C2C-417C-A23D-83C897A4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Rolling two dice until a pair of 6s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1F282-630F-0BC4-8DAA-F9A3178932CC}"/>
              </a:ext>
            </a:extLst>
          </p:cNvPr>
          <p:cNvSpPr txBox="1"/>
          <p:nvPr/>
        </p:nvSpPr>
        <p:spPr>
          <a:xfrm>
            <a:off x="532356" y="1659699"/>
            <a:ext cx="1131100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endParaRPr lang="en-US" dirty="0"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     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7A685-25E1-82E8-A06C-2D4B22117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005" y="1148849"/>
            <a:ext cx="7273825" cy="570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99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BC90-7A3F-FE12-23DC-1A9B8A871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67" y="1105245"/>
            <a:ext cx="11741865" cy="941377"/>
          </a:xfrm>
        </p:spPr>
        <p:txBody>
          <a:bodyPr>
            <a:noAutofit/>
          </a:bodyPr>
          <a:lstStyle/>
          <a:p>
            <a:r>
              <a:rPr lang="en-US" sz="3200" dirty="0"/>
              <a:t>Let’s practice writing code to compute a sum in a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200" dirty="0"/>
              <a:t> or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3200" dirty="0"/>
              <a:t> loop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E92D54-3CEB-AA4B-549B-F253D61B6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122" y="2544846"/>
            <a:ext cx="6395733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744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E92D54-3CEB-AA4B-549B-F253D61B6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015" y="1992585"/>
            <a:ext cx="6395733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9C35B6-05AD-889A-38D6-D4AEABB51E1B}"/>
              </a:ext>
            </a:extLst>
          </p:cNvPr>
          <p:cNvSpPr txBox="1"/>
          <p:nvPr/>
        </p:nvSpPr>
        <p:spPr>
          <a:xfrm>
            <a:off x="1548141" y="4544840"/>
            <a:ext cx="22633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B37E27-A4EC-02E8-6E5E-F847DA24E293}"/>
              </a:ext>
            </a:extLst>
          </p:cNvPr>
          <p:cNvCxnSpPr>
            <a:cxnSpLocks/>
          </p:cNvCxnSpPr>
          <p:nvPr/>
        </p:nvCxnSpPr>
        <p:spPr>
          <a:xfrm flipV="1">
            <a:off x="2408222" y="3512745"/>
            <a:ext cx="561315" cy="10320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0E54C44-90C6-1879-8B89-09D871ADC58B}"/>
              </a:ext>
            </a:extLst>
          </p:cNvPr>
          <p:cNvSpPr txBox="1"/>
          <p:nvPr/>
        </p:nvSpPr>
        <p:spPr>
          <a:xfrm>
            <a:off x="1195057" y="5477347"/>
            <a:ext cx="2788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final result we wish to compute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3F5AD0-AA21-82EC-A3A6-549CE561A25B}"/>
              </a:ext>
            </a:extLst>
          </p:cNvPr>
          <p:cNvCxnSpPr>
            <a:cxnSpLocks/>
          </p:cNvCxnSpPr>
          <p:nvPr/>
        </p:nvCxnSpPr>
        <p:spPr>
          <a:xfrm flipV="1">
            <a:off x="4478450" y="3004596"/>
            <a:ext cx="0" cy="92460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6D0653-3DFF-A4A5-C66A-2F70A98F4348}"/>
              </a:ext>
            </a:extLst>
          </p:cNvPr>
          <p:cNvCxnSpPr>
            <a:cxnSpLocks/>
          </p:cNvCxnSpPr>
          <p:nvPr/>
        </p:nvCxnSpPr>
        <p:spPr>
          <a:xfrm flipV="1">
            <a:off x="5445662" y="2966696"/>
            <a:ext cx="0" cy="924608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315F2F-D682-B65E-C8A3-B218ED35AF36}"/>
              </a:ext>
            </a:extLst>
          </p:cNvPr>
          <p:cNvCxnSpPr>
            <a:cxnSpLocks/>
          </p:cNvCxnSpPr>
          <p:nvPr/>
        </p:nvCxnSpPr>
        <p:spPr>
          <a:xfrm flipV="1">
            <a:off x="6458141" y="2966696"/>
            <a:ext cx="0" cy="92460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B4FFC2-5092-D414-A135-50159936AACE}"/>
              </a:ext>
            </a:extLst>
          </p:cNvPr>
          <p:cNvCxnSpPr>
            <a:cxnSpLocks/>
          </p:cNvCxnSpPr>
          <p:nvPr/>
        </p:nvCxnSpPr>
        <p:spPr>
          <a:xfrm flipV="1">
            <a:off x="8575143" y="2966696"/>
            <a:ext cx="0" cy="92460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6BA6F5-9B10-CD7B-693D-3A6EBDA41DFA}"/>
              </a:ext>
            </a:extLst>
          </p:cNvPr>
          <p:cNvSpPr txBox="1"/>
          <p:nvPr/>
        </p:nvSpPr>
        <p:spPr>
          <a:xfrm>
            <a:off x="3713432" y="4060498"/>
            <a:ext cx="163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k=1 term</a:t>
            </a:r>
          </a:p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3117B2-C043-DB5A-A88C-3A43A57F5C3A}"/>
              </a:ext>
            </a:extLst>
          </p:cNvPr>
          <p:cNvSpPr txBox="1"/>
          <p:nvPr/>
        </p:nvSpPr>
        <p:spPr>
          <a:xfrm>
            <a:off x="4928106" y="4406340"/>
            <a:ext cx="163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k=2 term</a:t>
            </a:r>
          </a:p>
          <a:p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C0E4E-A92E-3985-26CB-D0EF9CC276B1}"/>
              </a:ext>
            </a:extLst>
          </p:cNvPr>
          <p:cNvSpPr txBox="1"/>
          <p:nvPr/>
        </p:nvSpPr>
        <p:spPr>
          <a:xfrm>
            <a:off x="5867817" y="3841491"/>
            <a:ext cx="163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k=3 term</a:t>
            </a:r>
          </a:p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604224-792E-6AB5-3880-CEF9AB88E4AE}"/>
              </a:ext>
            </a:extLst>
          </p:cNvPr>
          <p:cNvSpPr txBox="1"/>
          <p:nvPr/>
        </p:nvSpPr>
        <p:spPr>
          <a:xfrm>
            <a:off x="7826386" y="4028792"/>
            <a:ext cx="163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k=N term</a:t>
            </a:r>
          </a:p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E5057-7410-52B6-5097-CCCFEE4D19C4}"/>
              </a:ext>
            </a:extLst>
          </p:cNvPr>
          <p:cNvSpPr txBox="1"/>
          <p:nvPr/>
        </p:nvSpPr>
        <p:spPr>
          <a:xfrm>
            <a:off x="6565261" y="5617520"/>
            <a:ext cx="5519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Next slide: we add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/>
              <a:t> to this, and arrange the terms vertically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5BEF62-0C37-1A1E-51E2-555C00D9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5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E92D54-3CEB-AA4B-549B-F253D61B6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108"/>
          <a:stretch/>
        </p:blipFill>
        <p:spPr bwMode="auto">
          <a:xfrm>
            <a:off x="619104" y="1783034"/>
            <a:ext cx="120828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665A2A0-E944-7CD3-77ED-08FD7CE641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r="64895"/>
          <a:stretch/>
        </p:blipFill>
        <p:spPr bwMode="auto">
          <a:xfrm>
            <a:off x="2994279" y="2630508"/>
            <a:ext cx="5341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F9DF19E-6786-17BC-484D-31589ACF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1" r="73208"/>
          <a:stretch/>
        </p:blipFill>
        <p:spPr bwMode="auto">
          <a:xfrm>
            <a:off x="1921451" y="1783034"/>
            <a:ext cx="534151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8BE5F83-B45E-875D-29B7-34C563943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6" r="48716"/>
          <a:stretch/>
        </p:blipFill>
        <p:spPr bwMode="auto">
          <a:xfrm>
            <a:off x="2605128" y="3341955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AD72715-1479-0BA8-279E-F1DC60404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33772"/>
          <a:stretch/>
        </p:blipFill>
        <p:spPr bwMode="auto">
          <a:xfrm>
            <a:off x="2597485" y="4080408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5E8EE78A-489C-ACF0-FA37-83F013A29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2605128" y="473456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E506713-7BF5-E3E8-B740-1FA023048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0" r="-1359"/>
          <a:stretch/>
        </p:blipFill>
        <p:spPr bwMode="auto">
          <a:xfrm>
            <a:off x="2625493" y="5412789"/>
            <a:ext cx="115045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8EC98900-08FA-B217-4D0F-8CD712CD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996"/>
          <a:stretch/>
        </p:blipFill>
        <p:spPr bwMode="auto">
          <a:xfrm>
            <a:off x="2549669" y="2610715"/>
            <a:ext cx="383344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B8242FC-5FEE-334E-C0B4-D65E0ABDD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25" y="2259406"/>
            <a:ext cx="2667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DD69872-CF6D-E74A-2C12-E6B2916A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52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E92D54-3CEB-AA4B-549B-F253D61B6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108"/>
          <a:stretch/>
        </p:blipFill>
        <p:spPr bwMode="auto">
          <a:xfrm>
            <a:off x="619104" y="1783034"/>
            <a:ext cx="120828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9C35B6-05AD-889A-38D6-D4AEABB51E1B}"/>
              </a:ext>
            </a:extLst>
          </p:cNvPr>
          <p:cNvSpPr txBox="1"/>
          <p:nvPr/>
        </p:nvSpPr>
        <p:spPr>
          <a:xfrm>
            <a:off x="4897856" y="1966129"/>
            <a:ext cx="3839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BA6F5-9B10-CD7B-693D-3A6EBDA41DFA}"/>
              </a:ext>
            </a:extLst>
          </p:cNvPr>
          <p:cNvSpPr txBox="1"/>
          <p:nvPr/>
        </p:nvSpPr>
        <p:spPr>
          <a:xfrm>
            <a:off x="10134886" y="2552678"/>
            <a:ext cx="16371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1: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k=1 term</a:t>
            </a:r>
          </a:p>
          <a:p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3117B2-C043-DB5A-A88C-3A43A57F5C3A}"/>
              </a:ext>
            </a:extLst>
          </p:cNvPr>
          <p:cNvSpPr txBox="1"/>
          <p:nvPr/>
        </p:nvSpPr>
        <p:spPr>
          <a:xfrm>
            <a:off x="10134886" y="3414109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2: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k=2 term</a:t>
            </a:r>
          </a:p>
          <a:p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C0E4E-A92E-3985-26CB-D0EF9CC276B1}"/>
              </a:ext>
            </a:extLst>
          </p:cNvPr>
          <p:cNvSpPr txBox="1"/>
          <p:nvPr/>
        </p:nvSpPr>
        <p:spPr>
          <a:xfrm>
            <a:off x="10134878" y="4182135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3: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k=3 term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604224-792E-6AB5-3880-CEF9AB88E4AE}"/>
              </a:ext>
            </a:extLst>
          </p:cNvPr>
          <p:cNvSpPr txBox="1"/>
          <p:nvPr/>
        </p:nvSpPr>
        <p:spPr>
          <a:xfrm>
            <a:off x="10151251" y="5649487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N: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k=N term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65A2A0-E944-7CD3-77ED-08FD7CE641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r="64895"/>
          <a:stretch/>
        </p:blipFill>
        <p:spPr bwMode="auto">
          <a:xfrm>
            <a:off x="2994279" y="2630508"/>
            <a:ext cx="5341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F9DF19E-6786-17BC-484D-31589ACF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1" r="73208"/>
          <a:stretch/>
        </p:blipFill>
        <p:spPr bwMode="auto">
          <a:xfrm>
            <a:off x="1921451" y="1783034"/>
            <a:ext cx="534151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8BE5F83-B45E-875D-29B7-34C563943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6" r="48716"/>
          <a:stretch/>
        </p:blipFill>
        <p:spPr bwMode="auto">
          <a:xfrm>
            <a:off x="2605128" y="3341955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AD72715-1479-0BA8-279E-F1DC60404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33772"/>
          <a:stretch/>
        </p:blipFill>
        <p:spPr bwMode="auto">
          <a:xfrm>
            <a:off x="2597485" y="4080408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5E8EE78A-489C-ACF0-FA37-83F013A29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2605128" y="473456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E506713-7BF5-E3E8-B740-1FA023048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0" r="-1359"/>
          <a:stretch/>
        </p:blipFill>
        <p:spPr bwMode="auto">
          <a:xfrm>
            <a:off x="2625493" y="5412789"/>
            <a:ext cx="115045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8EC98900-08FA-B217-4D0F-8CD712CD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996"/>
          <a:stretch/>
        </p:blipFill>
        <p:spPr bwMode="auto">
          <a:xfrm>
            <a:off x="2549669" y="2610715"/>
            <a:ext cx="383344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B8242FC-5FEE-334E-C0B4-D65E0ABDD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25" y="2259406"/>
            <a:ext cx="2667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0A1FC3-0D0B-1376-310E-76BF04CFE995}"/>
              </a:ext>
            </a:extLst>
          </p:cNvPr>
          <p:cNvSpPr txBox="1"/>
          <p:nvPr/>
        </p:nvSpPr>
        <p:spPr>
          <a:xfrm>
            <a:off x="4897856" y="2684003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+ 1</a:t>
            </a:r>
            <a:r>
              <a:rPr lang="en-US" sz="4800" baseline="30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4EF7B7-68DE-FD23-356E-78CAA397CF27}"/>
              </a:ext>
            </a:extLst>
          </p:cNvPr>
          <p:cNvSpPr txBox="1"/>
          <p:nvPr/>
        </p:nvSpPr>
        <p:spPr>
          <a:xfrm>
            <a:off x="4897856" y="3443548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en-US" sz="4800" baseline="300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39CA3E-6A51-4859-9228-FF11DD0D89F4}"/>
              </a:ext>
            </a:extLst>
          </p:cNvPr>
          <p:cNvSpPr txBox="1"/>
          <p:nvPr/>
        </p:nvSpPr>
        <p:spPr>
          <a:xfrm>
            <a:off x="4897856" y="4166745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+ 3</a:t>
            </a:r>
            <a:r>
              <a:rPr lang="en-US" sz="4800" baseline="30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A7F93-6B99-C7E3-8AE1-DF7770356C05}"/>
              </a:ext>
            </a:extLst>
          </p:cNvPr>
          <p:cNvSpPr txBox="1"/>
          <p:nvPr/>
        </p:nvSpPr>
        <p:spPr>
          <a:xfrm>
            <a:off x="4897856" y="5661297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N</a:t>
            </a:r>
            <a:r>
              <a:rPr lang="en-US" sz="4800" baseline="30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42DE9A-277D-1CC4-C1E3-2E6195869120}"/>
              </a:ext>
            </a:extLst>
          </p:cNvPr>
          <p:cNvSpPr txBox="1"/>
          <p:nvPr/>
        </p:nvSpPr>
        <p:spPr>
          <a:xfrm>
            <a:off x="7850236" y="2196961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0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EC72923-C6A1-F6CD-F49E-285662DF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40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E92D54-3CEB-AA4B-549B-F253D61B6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108"/>
          <a:stretch/>
        </p:blipFill>
        <p:spPr bwMode="auto">
          <a:xfrm>
            <a:off x="619104" y="1783034"/>
            <a:ext cx="120828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9C35B6-05AD-889A-38D6-D4AEABB51E1B}"/>
              </a:ext>
            </a:extLst>
          </p:cNvPr>
          <p:cNvSpPr txBox="1"/>
          <p:nvPr/>
        </p:nvSpPr>
        <p:spPr>
          <a:xfrm>
            <a:off x="4897856" y="1966129"/>
            <a:ext cx="3839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BA6F5-9B10-CD7B-693D-3A6EBDA41DFA}"/>
              </a:ext>
            </a:extLst>
          </p:cNvPr>
          <p:cNvSpPr txBox="1"/>
          <p:nvPr/>
        </p:nvSpPr>
        <p:spPr>
          <a:xfrm>
            <a:off x="10134886" y="2552678"/>
            <a:ext cx="16371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1: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k=1 term</a:t>
            </a:r>
          </a:p>
          <a:p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3117B2-C043-DB5A-A88C-3A43A57F5C3A}"/>
              </a:ext>
            </a:extLst>
          </p:cNvPr>
          <p:cNvSpPr txBox="1"/>
          <p:nvPr/>
        </p:nvSpPr>
        <p:spPr>
          <a:xfrm>
            <a:off x="10134886" y="3414109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2: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k=2 term</a:t>
            </a:r>
          </a:p>
          <a:p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C0E4E-A92E-3985-26CB-D0EF9CC276B1}"/>
              </a:ext>
            </a:extLst>
          </p:cNvPr>
          <p:cNvSpPr txBox="1"/>
          <p:nvPr/>
        </p:nvSpPr>
        <p:spPr>
          <a:xfrm>
            <a:off x="10134878" y="4182135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3: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k=3 term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604224-792E-6AB5-3880-CEF9AB88E4AE}"/>
              </a:ext>
            </a:extLst>
          </p:cNvPr>
          <p:cNvSpPr txBox="1"/>
          <p:nvPr/>
        </p:nvSpPr>
        <p:spPr>
          <a:xfrm>
            <a:off x="10151251" y="5649487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N: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k=N term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65A2A0-E944-7CD3-77ED-08FD7CE641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r="64895"/>
          <a:stretch/>
        </p:blipFill>
        <p:spPr bwMode="auto">
          <a:xfrm>
            <a:off x="2994279" y="2630508"/>
            <a:ext cx="5341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F9DF19E-6786-17BC-484D-31589ACF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1" r="73208"/>
          <a:stretch/>
        </p:blipFill>
        <p:spPr bwMode="auto">
          <a:xfrm>
            <a:off x="1921451" y="1783034"/>
            <a:ext cx="534151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8BE5F83-B45E-875D-29B7-34C563943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6" r="48716"/>
          <a:stretch/>
        </p:blipFill>
        <p:spPr bwMode="auto">
          <a:xfrm>
            <a:off x="2605128" y="3341955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AD72715-1479-0BA8-279E-F1DC60404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33772"/>
          <a:stretch/>
        </p:blipFill>
        <p:spPr bwMode="auto">
          <a:xfrm>
            <a:off x="2597485" y="4080408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5E8EE78A-489C-ACF0-FA37-83F013A29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2605128" y="473456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E506713-7BF5-E3E8-B740-1FA023048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0" r="-1359"/>
          <a:stretch/>
        </p:blipFill>
        <p:spPr bwMode="auto">
          <a:xfrm>
            <a:off x="2625493" y="5412789"/>
            <a:ext cx="115045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8EC98900-08FA-B217-4D0F-8CD712CD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996"/>
          <a:stretch/>
        </p:blipFill>
        <p:spPr bwMode="auto">
          <a:xfrm>
            <a:off x="2549669" y="2610715"/>
            <a:ext cx="383344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B8242FC-5FEE-334E-C0B4-D65E0ABDD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25" y="2259406"/>
            <a:ext cx="2667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0A1FC3-0D0B-1376-310E-76BF04CFE995}"/>
              </a:ext>
            </a:extLst>
          </p:cNvPr>
          <p:cNvSpPr txBox="1"/>
          <p:nvPr/>
        </p:nvSpPr>
        <p:spPr>
          <a:xfrm>
            <a:off x="4897856" y="2684003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+ 1</a:t>
            </a:r>
            <a:r>
              <a:rPr lang="en-US" sz="4800" baseline="30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4EF7B7-68DE-FD23-356E-78CAA397CF27}"/>
              </a:ext>
            </a:extLst>
          </p:cNvPr>
          <p:cNvSpPr txBox="1"/>
          <p:nvPr/>
        </p:nvSpPr>
        <p:spPr>
          <a:xfrm>
            <a:off x="4897856" y="3443548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en-US" sz="4800" baseline="300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39CA3E-6A51-4859-9228-FF11DD0D89F4}"/>
              </a:ext>
            </a:extLst>
          </p:cNvPr>
          <p:cNvSpPr txBox="1"/>
          <p:nvPr/>
        </p:nvSpPr>
        <p:spPr>
          <a:xfrm>
            <a:off x="4897856" y="4166745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+ 3</a:t>
            </a:r>
            <a:r>
              <a:rPr lang="en-US" sz="4800" baseline="30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A7F93-6B99-C7E3-8AE1-DF7770356C05}"/>
              </a:ext>
            </a:extLst>
          </p:cNvPr>
          <p:cNvSpPr txBox="1"/>
          <p:nvPr/>
        </p:nvSpPr>
        <p:spPr>
          <a:xfrm>
            <a:off x="4897856" y="5661297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N</a:t>
            </a:r>
            <a:r>
              <a:rPr lang="en-US" sz="4800" baseline="30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42DE9A-277D-1CC4-C1E3-2E6195869120}"/>
              </a:ext>
            </a:extLst>
          </p:cNvPr>
          <p:cNvSpPr txBox="1"/>
          <p:nvPr/>
        </p:nvSpPr>
        <p:spPr>
          <a:xfrm>
            <a:off x="7850236" y="2196961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3158A-DEE7-4F4A-0B8F-6C62BBBB91C4}"/>
              </a:ext>
            </a:extLst>
          </p:cNvPr>
          <p:cNvSpPr txBox="1"/>
          <p:nvPr/>
        </p:nvSpPr>
        <p:spPr>
          <a:xfrm>
            <a:off x="6889733" y="2549410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value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4CD3EF-5E4F-7A22-A5D7-5AF1E58E0615}"/>
              </a:ext>
            </a:extLst>
          </p:cNvPr>
          <p:cNvCxnSpPr/>
          <p:nvPr/>
        </p:nvCxnSpPr>
        <p:spPr>
          <a:xfrm>
            <a:off x="5585988" y="2668981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0F5F79-0C32-9177-0FB8-7E621957A41E}"/>
              </a:ext>
            </a:extLst>
          </p:cNvPr>
          <p:cNvCxnSpPr/>
          <p:nvPr/>
        </p:nvCxnSpPr>
        <p:spPr>
          <a:xfrm>
            <a:off x="5593534" y="3391744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58D472-E341-2639-54DB-48F6DAF00343}"/>
              </a:ext>
            </a:extLst>
          </p:cNvPr>
          <p:cNvCxnSpPr/>
          <p:nvPr/>
        </p:nvCxnSpPr>
        <p:spPr>
          <a:xfrm>
            <a:off x="5637293" y="4159772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Picture 2">
            <a:extLst>
              <a:ext uri="{FF2B5EF4-FFF2-40B4-BE49-F238E27FC236}">
                <a16:creationId xmlns:a16="http://schemas.microsoft.com/office/drawing/2014/main" id="{DB4F96F9-6F23-96EB-44FB-E1B5690C4B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6189226" y="461302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A6CC33-BCA5-6855-7A05-F032F1F8F620}"/>
              </a:ext>
            </a:extLst>
          </p:cNvPr>
          <p:cNvCxnSpPr/>
          <p:nvPr/>
        </p:nvCxnSpPr>
        <p:spPr>
          <a:xfrm>
            <a:off x="5687257" y="5539681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2188C1F-D4BA-220E-9428-E50968CFFA60}"/>
              </a:ext>
            </a:extLst>
          </p:cNvPr>
          <p:cNvSpPr txBox="1"/>
          <p:nvPr/>
        </p:nvSpPr>
        <p:spPr>
          <a:xfrm>
            <a:off x="4644101" y="2646580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Updated value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D76648-7605-1D0E-1294-6F49158BF66D}"/>
              </a:ext>
            </a:extLst>
          </p:cNvPr>
          <p:cNvSpPr txBox="1"/>
          <p:nvPr/>
        </p:nvSpPr>
        <p:spPr>
          <a:xfrm>
            <a:off x="4670798" y="3424581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Updated value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16555A-0F02-51C0-4647-C1CF43D105CF}"/>
              </a:ext>
            </a:extLst>
          </p:cNvPr>
          <p:cNvSpPr txBox="1"/>
          <p:nvPr/>
        </p:nvSpPr>
        <p:spPr>
          <a:xfrm>
            <a:off x="4759085" y="4135155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Updated value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D29292-5D39-66E5-DAFE-17A84CB23B1D}"/>
              </a:ext>
            </a:extLst>
          </p:cNvPr>
          <p:cNvSpPr txBox="1"/>
          <p:nvPr/>
        </p:nvSpPr>
        <p:spPr>
          <a:xfrm>
            <a:off x="4792618" y="5625735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Updated value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25CF44A9-0191-E25B-DD7A-D79D10E4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74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E92D54-3CEB-AA4B-549B-F253D61B6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108"/>
          <a:stretch/>
        </p:blipFill>
        <p:spPr bwMode="auto">
          <a:xfrm>
            <a:off x="619104" y="1783034"/>
            <a:ext cx="120828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9C35B6-05AD-889A-38D6-D4AEABB51E1B}"/>
              </a:ext>
            </a:extLst>
          </p:cNvPr>
          <p:cNvSpPr txBox="1"/>
          <p:nvPr/>
        </p:nvSpPr>
        <p:spPr>
          <a:xfrm>
            <a:off x="4897856" y="1966129"/>
            <a:ext cx="3839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 ;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665A2A0-E944-7CD3-77ED-08FD7CE641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3" r="64895"/>
          <a:stretch/>
        </p:blipFill>
        <p:spPr bwMode="auto">
          <a:xfrm>
            <a:off x="2994279" y="2630508"/>
            <a:ext cx="5341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F9DF19E-6786-17BC-484D-31589ACF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1" r="73208"/>
          <a:stretch/>
        </p:blipFill>
        <p:spPr bwMode="auto">
          <a:xfrm>
            <a:off x="1921451" y="1783034"/>
            <a:ext cx="534151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8BE5F83-B45E-875D-29B7-34C563943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6" r="48716"/>
          <a:stretch/>
        </p:blipFill>
        <p:spPr bwMode="auto">
          <a:xfrm>
            <a:off x="2605128" y="3341955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AD72715-1479-0BA8-279E-F1DC60404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33772"/>
          <a:stretch/>
        </p:blipFill>
        <p:spPr bwMode="auto">
          <a:xfrm>
            <a:off x="2597485" y="4080408"/>
            <a:ext cx="973249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5E8EE78A-489C-ACF0-FA37-83F013A29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2605128" y="473456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E506713-7BF5-E3E8-B740-1FA023048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0" r="-1359"/>
          <a:stretch/>
        </p:blipFill>
        <p:spPr bwMode="auto">
          <a:xfrm>
            <a:off x="2625493" y="5412789"/>
            <a:ext cx="115045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8EC98900-08FA-B217-4D0F-8CD712CD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996"/>
          <a:stretch/>
        </p:blipFill>
        <p:spPr bwMode="auto">
          <a:xfrm>
            <a:off x="2549669" y="2610715"/>
            <a:ext cx="383344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B8242FC-5FEE-334E-C0B4-D65E0ABDD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25" y="2259406"/>
            <a:ext cx="2667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339CA3E-6A51-4859-9228-FF11DD0D89F4}"/>
              </a:ext>
            </a:extLst>
          </p:cNvPr>
          <p:cNvSpPr txBox="1"/>
          <p:nvPr/>
        </p:nvSpPr>
        <p:spPr>
          <a:xfrm>
            <a:off x="5624622" y="3585549"/>
            <a:ext cx="6054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k</a:t>
            </a:r>
            <a:r>
              <a:rPr lang="en-US" sz="4800" baseline="30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US" sz="4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43626-779D-351E-7F1B-994547197E3A}"/>
              </a:ext>
            </a:extLst>
          </p:cNvPr>
          <p:cNvSpPr txBox="1"/>
          <p:nvPr/>
        </p:nvSpPr>
        <p:spPr>
          <a:xfrm>
            <a:off x="4897856" y="2754552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4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k=</a:t>
            </a:r>
            <a:r>
              <a:rPr lang="en-US" sz="4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4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sz="4800" baseline="300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6E22E-A36E-71B4-A0C2-DEE2FF027C3D}"/>
              </a:ext>
            </a:extLst>
          </p:cNvPr>
          <p:cNvSpPr txBox="1"/>
          <p:nvPr/>
        </p:nvSpPr>
        <p:spPr>
          <a:xfrm>
            <a:off x="4897856" y="4276488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4800" baseline="30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4A2A81-BBCC-C93D-D976-D99683DDECB0}"/>
              </a:ext>
            </a:extLst>
          </p:cNvPr>
          <p:cNvSpPr txBox="1"/>
          <p:nvPr/>
        </p:nvSpPr>
        <p:spPr>
          <a:xfrm>
            <a:off x="8583566" y="2224417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9189DD-C5D0-0DC2-06C8-A8A2FD509227}"/>
              </a:ext>
            </a:extLst>
          </p:cNvPr>
          <p:cNvSpPr txBox="1"/>
          <p:nvPr/>
        </p:nvSpPr>
        <p:spPr>
          <a:xfrm>
            <a:off x="9908541" y="4276488"/>
            <a:ext cx="163715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k:</a:t>
            </a:r>
          </a:p>
          <a:p>
            <a:r>
              <a:rPr lang="en-US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</a:t>
            </a:r>
            <a:r>
              <a:rPr lang="en-US" sz="16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k’th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term</a:t>
            </a:r>
            <a:endParaRPr lang="en-US" sz="1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C0FD0B-033B-A88E-6525-AA463AFA28FA}"/>
              </a:ext>
            </a:extLst>
          </p:cNvPr>
          <p:cNvSpPr txBox="1"/>
          <p:nvPr/>
        </p:nvSpPr>
        <p:spPr>
          <a:xfrm>
            <a:off x="4897856" y="5295744"/>
            <a:ext cx="358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Now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urier New" panose="02070309020205020404" pitchFamily="49" charset="0"/>
              </a:rPr>
              <a:t>is what we want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EF0A47-C20F-A1F1-B573-D1E35F4E1F9C}"/>
              </a:ext>
            </a:extLst>
          </p:cNvPr>
          <p:cNvSpPr txBox="1"/>
          <p:nvPr/>
        </p:nvSpPr>
        <p:spPr>
          <a:xfrm>
            <a:off x="7762445" y="4416546"/>
            <a:ext cx="181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Previous value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F6334B-5FF3-C960-9128-6C0A188226E1}"/>
              </a:ext>
            </a:extLst>
          </p:cNvPr>
          <p:cNvSpPr txBox="1"/>
          <p:nvPr/>
        </p:nvSpPr>
        <p:spPr>
          <a:xfrm>
            <a:off x="5099217" y="3453964"/>
            <a:ext cx="181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Updated value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7CD1CFD-5C28-00CD-B9E9-9FAB6ADF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57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C35B6-05AD-889A-38D6-D4AEABB51E1B}"/>
              </a:ext>
            </a:extLst>
          </p:cNvPr>
          <p:cNvSpPr txBox="1"/>
          <p:nvPr/>
        </p:nvSpPr>
        <p:spPr>
          <a:xfrm>
            <a:off x="4897856" y="1966129"/>
            <a:ext cx="3839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BA6F5-9B10-CD7B-693D-3A6EBDA41DFA}"/>
              </a:ext>
            </a:extLst>
          </p:cNvPr>
          <p:cNvSpPr txBox="1"/>
          <p:nvPr/>
        </p:nvSpPr>
        <p:spPr>
          <a:xfrm>
            <a:off x="10134886" y="2552678"/>
            <a:ext cx="16371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1: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k=1 term</a:t>
            </a:r>
          </a:p>
          <a:p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3117B2-C043-DB5A-A88C-3A43A57F5C3A}"/>
              </a:ext>
            </a:extLst>
          </p:cNvPr>
          <p:cNvSpPr txBox="1"/>
          <p:nvPr/>
        </p:nvSpPr>
        <p:spPr>
          <a:xfrm>
            <a:off x="10134886" y="3414109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2: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k=2 term</a:t>
            </a:r>
          </a:p>
          <a:p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C0E4E-A92E-3985-26CB-D0EF9CC276B1}"/>
              </a:ext>
            </a:extLst>
          </p:cNvPr>
          <p:cNvSpPr txBox="1"/>
          <p:nvPr/>
        </p:nvSpPr>
        <p:spPr>
          <a:xfrm>
            <a:off x="10134878" y="4182135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3: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k=3 term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604224-792E-6AB5-3880-CEF9AB88E4AE}"/>
              </a:ext>
            </a:extLst>
          </p:cNvPr>
          <p:cNvSpPr txBox="1"/>
          <p:nvPr/>
        </p:nvSpPr>
        <p:spPr>
          <a:xfrm>
            <a:off x="10151251" y="5649487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N: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k=N term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F9DF19E-6786-17BC-484D-31589ACF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1" r="73208"/>
          <a:stretch/>
        </p:blipFill>
        <p:spPr bwMode="auto">
          <a:xfrm>
            <a:off x="1921451" y="1783034"/>
            <a:ext cx="534151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8BE5F83-B45E-875D-29B7-34C563943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6" r="57940"/>
          <a:stretch/>
        </p:blipFill>
        <p:spPr bwMode="auto">
          <a:xfrm>
            <a:off x="2605128" y="3341955"/>
            <a:ext cx="383345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AD72715-1479-0BA8-279E-F1DC60404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273"/>
          <a:stretch/>
        </p:blipFill>
        <p:spPr bwMode="auto">
          <a:xfrm>
            <a:off x="2597485" y="4080408"/>
            <a:ext cx="429595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5E8EE78A-489C-ACF0-FA37-83F013A29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2605128" y="473456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E506713-7BF5-E3E8-B740-1FA023048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0" r="10231"/>
          <a:stretch/>
        </p:blipFill>
        <p:spPr bwMode="auto">
          <a:xfrm>
            <a:off x="2625493" y="5412789"/>
            <a:ext cx="40923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8EC98900-08FA-B217-4D0F-8CD712CD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996"/>
          <a:stretch/>
        </p:blipFill>
        <p:spPr bwMode="auto">
          <a:xfrm>
            <a:off x="2549669" y="2610715"/>
            <a:ext cx="383344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B8242FC-5FEE-334E-C0B4-D65E0ABDD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25" y="2259406"/>
            <a:ext cx="2667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0A1FC3-0D0B-1376-310E-76BF04CFE995}"/>
              </a:ext>
            </a:extLst>
          </p:cNvPr>
          <p:cNvSpPr txBox="1"/>
          <p:nvPr/>
        </p:nvSpPr>
        <p:spPr>
          <a:xfrm>
            <a:off x="4897856" y="2684003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4EF7B7-68DE-FD23-356E-78CAA397CF27}"/>
              </a:ext>
            </a:extLst>
          </p:cNvPr>
          <p:cNvSpPr txBox="1"/>
          <p:nvPr/>
        </p:nvSpPr>
        <p:spPr>
          <a:xfrm>
            <a:off x="4897856" y="3443548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39CA3E-6A51-4859-9228-FF11DD0D89F4}"/>
              </a:ext>
            </a:extLst>
          </p:cNvPr>
          <p:cNvSpPr txBox="1"/>
          <p:nvPr/>
        </p:nvSpPr>
        <p:spPr>
          <a:xfrm>
            <a:off x="4897856" y="4166745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A7F93-6B99-C7E3-8AE1-DF7770356C05}"/>
              </a:ext>
            </a:extLst>
          </p:cNvPr>
          <p:cNvSpPr txBox="1"/>
          <p:nvPr/>
        </p:nvSpPr>
        <p:spPr>
          <a:xfrm>
            <a:off x="4897856" y="5661297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42DE9A-277D-1CC4-C1E3-2E6195869120}"/>
              </a:ext>
            </a:extLst>
          </p:cNvPr>
          <p:cNvSpPr txBox="1"/>
          <p:nvPr/>
        </p:nvSpPr>
        <p:spPr>
          <a:xfrm>
            <a:off x="7850236" y="2196961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0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C35A60B-CF88-9023-1D89-CD728CC6A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07" y="1801411"/>
            <a:ext cx="151393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62BFBAE-B47B-FCA7-7833-CD54086E8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846" y="3035586"/>
            <a:ext cx="896354" cy="51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BD3C3AE-1F17-90EC-08B3-5E5EEDD00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117" y="3751535"/>
            <a:ext cx="911318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03B9A39-7F0C-62E4-0D52-273BA769E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116" y="4476112"/>
            <a:ext cx="911319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C8F8DC2E-A318-9CD8-DAA3-54C234556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91" y="5849407"/>
            <a:ext cx="1082997" cy="50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5B02A36-7DBE-E9E9-F98E-4D8AFDDD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124" y="2845233"/>
            <a:ext cx="896354" cy="51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B2E23A6-5D1F-85C5-22E5-BDB43A742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124" y="3603939"/>
            <a:ext cx="911318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C2351850-E634-5820-1C19-83A302F1E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641" y="4319520"/>
            <a:ext cx="911319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EED988A1-E18A-40F6-DFCF-527CF1EDF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373" y="5823832"/>
            <a:ext cx="1082997" cy="50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18A11AE-BB0A-4ECE-3412-F9F00F63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80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C35B6-05AD-889A-38D6-D4AEABB51E1B}"/>
              </a:ext>
            </a:extLst>
          </p:cNvPr>
          <p:cNvSpPr txBox="1"/>
          <p:nvPr/>
        </p:nvSpPr>
        <p:spPr>
          <a:xfrm>
            <a:off x="4897856" y="1966129"/>
            <a:ext cx="3839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BA6F5-9B10-CD7B-693D-3A6EBDA41DFA}"/>
              </a:ext>
            </a:extLst>
          </p:cNvPr>
          <p:cNvSpPr txBox="1"/>
          <p:nvPr/>
        </p:nvSpPr>
        <p:spPr>
          <a:xfrm>
            <a:off x="10134886" y="2552678"/>
            <a:ext cx="16371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1: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k=1 term</a:t>
            </a:r>
          </a:p>
          <a:p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3117B2-C043-DB5A-A88C-3A43A57F5C3A}"/>
              </a:ext>
            </a:extLst>
          </p:cNvPr>
          <p:cNvSpPr txBox="1"/>
          <p:nvPr/>
        </p:nvSpPr>
        <p:spPr>
          <a:xfrm>
            <a:off x="10134886" y="3414109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2: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k=2 term</a:t>
            </a:r>
          </a:p>
          <a:p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C0E4E-A92E-3985-26CB-D0EF9CC276B1}"/>
              </a:ext>
            </a:extLst>
          </p:cNvPr>
          <p:cNvSpPr txBox="1"/>
          <p:nvPr/>
        </p:nvSpPr>
        <p:spPr>
          <a:xfrm>
            <a:off x="10134878" y="4182135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3: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k=3 term</a:t>
            </a:r>
          </a:p>
          <a:p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604224-792E-6AB5-3880-CEF9AB88E4AE}"/>
              </a:ext>
            </a:extLst>
          </p:cNvPr>
          <p:cNvSpPr txBox="1"/>
          <p:nvPr/>
        </p:nvSpPr>
        <p:spPr>
          <a:xfrm>
            <a:off x="10151251" y="5649487"/>
            <a:ext cx="1637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N: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k=N term</a:t>
            </a:r>
          </a:p>
          <a:p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1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F9DF19E-6786-17BC-484D-31589ACF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1" r="73208"/>
          <a:stretch/>
        </p:blipFill>
        <p:spPr bwMode="auto">
          <a:xfrm>
            <a:off x="1921451" y="1783034"/>
            <a:ext cx="534151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8BE5F83-B45E-875D-29B7-34C563943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6" r="57940"/>
          <a:stretch/>
        </p:blipFill>
        <p:spPr bwMode="auto">
          <a:xfrm>
            <a:off x="2605128" y="3341955"/>
            <a:ext cx="383345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AD72715-1479-0BA8-279E-F1DC60404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273"/>
          <a:stretch/>
        </p:blipFill>
        <p:spPr bwMode="auto">
          <a:xfrm>
            <a:off x="2597485" y="4080408"/>
            <a:ext cx="429595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5E8EE78A-489C-ACF0-FA37-83F013A29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2605128" y="473456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E506713-7BF5-E3E8-B740-1FA023048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0" r="10231"/>
          <a:stretch/>
        </p:blipFill>
        <p:spPr bwMode="auto">
          <a:xfrm>
            <a:off x="2625493" y="5412789"/>
            <a:ext cx="40923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8EC98900-08FA-B217-4D0F-8CD712CD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996"/>
          <a:stretch/>
        </p:blipFill>
        <p:spPr bwMode="auto">
          <a:xfrm>
            <a:off x="2549669" y="2610715"/>
            <a:ext cx="383344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B8242FC-5FEE-334E-C0B4-D65E0ABDD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25" y="2259406"/>
            <a:ext cx="2667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0A1FC3-0D0B-1376-310E-76BF04CFE995}"/>
              </a:ext>
            </a:extLst>
          </p:cNvPr>
          <p:cNvSpPr txBox="1"/>
          <p:nvPr/>
        </p:nvSpPr>
        <p:spPr>
          <a:xfrm>
            <a:off x="4897856" y="2684003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4EF7B7-68DE-FD23-356E-78CAA397CF27}"/>
              </a:ext>
            </a:extLst>
          </p:cNvPr>
          <p:cNvSpPr txBox="1"/>
          <p:nvPr/>
        </p:nvSpPr>
        <p:spPr>
          <a:xfrm>
            <a:off x="4897856" y="3443548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39CA3E-6A51-4859-9228-FF11DD0D89F4}"/>
              </a:ext>
            </a:extLst>
          </p:cNvPr>
          <p:cNvSpPr txBox="1"/>
          <p:nvPr/>
        </p:nvSpPr>
        <p:spPr>
          <a:xfrm>
            <a:off x="4897856" y="4166745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A7F93-6B99-C7E3-8AE1-DF7770356C05}"/>
              </a:ext>
            </a:extLst>
          </p:cNvPr>
          <p:cNvSpPr txBox="1"/>
          <p:nvPr/>
        </p:nvSpPr>
        <p:spPr>
          <a:xfrm>
            <a:off x="4897856" y="5661297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endParaRPr lang="en-US" sz="4800" baseline="300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42DE9A-277D-1CC4-C1E3-2E6195869120}"/>
              </a:ext>
            </a:extLst>
          </p:cNvPr>
          <p:cNvSpPr txBox="1"/>
          <p:nvPr/>
        </p:nvSpPr>
        <p:spPr>
          <a:xfrm>
            <a:off x="7850236" y="2196961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0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C35A60B-CF88-9023-1D89-CD728CC6A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07" y="1801411"/>
            <a:ext cx="151393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B62BFBAE-B47B-FCA7-7833-CD54086E8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846" y="3035586"/>
            <a:ext cx="896354" cy="51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BD3C3AE-1F17-90EC-08B3-5E5EEDD00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117" y="3751535"/>
            <a:ext cx="911318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03B9A39-7F0C-62E4-0D52-273BA769E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116" y="4476112"/>
            <a:ext cx="911319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C8F8DC2E-A318-9CD8-DAA3-54C234556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91" y="5849407"/>
            <a:ext cx="1082997" cy="50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5B02A36-7DBE-E9E9-F98E-4D8AFDDD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124" y="2845233"/>
            <a:ext cx="896354" cy="51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B2E23A6-5D1F-85C5-22E5-BDB43A742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124" y="3603939"/>
            <a:ext cx="911318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C2351850-E634-5820-1C19-83A302F1E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641" y="4319520"/>
            <a:ext cx="911319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EED988A1-E18A-40F6-DFCF-527CF1EDF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373" y="5823832"/>
            <a:ext cx="1082997" cy="50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759A63B-42DB-7E19-E6F2-BC433351F221}"/>
              </a:ext>
            </a:extLst>
          </p:cNvPr>
          <p:cNvSpPr txBox="1"/>
          <p:nvPr/>
        </p:nvSpPr>
        <p:spPr>
          <a:xfrm>
            <a:off x="4644101" y="2646580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Updated value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6D8F01-6D2A-E210-A7D1-7E75F179E60C}"/>
              </a:ext>
            </a:extLst>
          </p:cNvPr>
          <p:cNvSpPr txBox="1"/>
          <p:nvPr/>
        </p:nvSpPr>
        <p:spPr>
          <a:xfrm>
            <a:off x="4670798" y="3424581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Updated value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9B9DC9-71FE-A3DD-7C8D-47AA166DA5BA}"/>
              </a:ext>
            </a:extLst>
          </p:cNvPr>
          <p:cNvSpPr txBox="1"/>
          <p:nvPr/>
        </p:nvSpPr>
        <p:spPr>
          <a:xfrm>
            <a:off x="4759085" y="4135155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Updated value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907696-F389-4ADB-1624-C28E2DFD9525}"/>
              </a:ext>
            </a:extLst>
          </p:cNvPr>
          <p:cNvSpPr txBox="1"/>
          <p:nvPr/>
        </p:nvSpPr>
        <p:spPr>
          <a:xfrm>
            <a:off x="4792618" y="5625735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Updated value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6E6D34-E3EB-84EF-DAFD-544179805AF5}"/>
              </a:ext>
            </a:extLst>
          </p:cNvPr>
          <p:cNvSpPr txBox="1"/>
          <p:nvPr/>
        </p:nvSpPr>
        <p:spPr>
          <a:xfrm>
            <a:off x="6889733" y="2549410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value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F24917-95BF-10C6-6E7F-53274146B64A}"/>
              </a:ext>
            </a:extLst>
          </p:cNvPr>
          <p:cNvCxnSpPr/>
          <p:nvPr/>
        </p:nvCxnSpPr>
        <p:spPr>
          <a:xfrm>
            <a:off x="5585988" y="2668981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5216C1-3912-331A-18E6-585390A3F78E}"/>
              </a:ext>
            </a:extLst>
          </p:cNvPr>
          <p:cNvCxnSpPr/>
          <p:nvPr/>
        </p:nvCxnSpPr>
        <p:spPr>
          <a:xfrm>
            <a:off x="5593534" y="3391744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9FCE12-9F0B-943A-CCBC-3ED10B9B1E64}"/>
              </a:ext>
            </a:extLst>
          </p:cNvPr>
          <p:cNvCxnSpPr/>
          <p:nvPr/>
        </p:nvCxnSpPr>
        <p:spPr>
          <a:xfrm>
            <a:off x="5637293" y="4159772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5445564-FEF9-CE16-A7A5-46389A8C2DB7}"/>
              </a:ext>
            </a:extLst>
          </p:cNvPr>
          <p:cNvCxnSpPr/>
          <p:nvPr/>
        </p:nvCxnSpPr>
        <p:spPr>
          <a:xfrm>
            <a:off x="5687257" y="5539681"/>
            <a:ext cx="1593410" cy="25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itle 32">
            <a:extLst>
              <a:ext uri="{FF2B5EF4-FFF2-40B4-BE49-F238E27FC236}">
                <a16:creationId xmlns:a16="http://schemas.microsoft.com/office/drawing/2014/main" id="{D25DB95B-FF75-584B-7B9E-1E741EA6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04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BE92D54-3CEB-AA4B-549B-F253D61B6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108"/>
          <a:stretch/>
        </p:blipFill>
        <p:spPr bwMode="auto">
          <a:xfrm>
            <a:off x="619104" y="1783034"/>
            <a:ext cx="120828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9C35B6-05AD-889A-38D6-D4AEABB51E1B}"/>
              </a:ext>
            </a:extLst>
          </p:cNvPr>
          <p:cNvSpPr txBox="1"/>
          <p:nvPr/>
        </p:nvSpPr>
        <p:spPr>
          <a:xfrm>
            <a:off x="4897856" y="1966129"/>
            <a:ext cx="3839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 ;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F9DF19E-6786-17BC-484D-31589ACF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1" r="73208"/>
          <a:stretch/>
        </p:blipFill>
        <p:spPr bwMode="auto">
          <a:xfrm>
            <a:off x="1921451" y="1783034"/>
            <a:ext cx="534151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8EC98900-08FA-B217-4D0F-8CD712CDF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996"/>
          <a:stretch/>
        </p:blipFill>
        <p:spPr bwMode="auto">
          <a:xfrm>
            <a:off x="2549669" y="2610715"/>
            <a:ext cx="383344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B8242FC-5FEE-334E-C0B4-D65E0ABDD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25" y="2259406"/>
            <a:ext cx="26670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339CA3E-6A51-4859-9228-FF11DD0D89F4}"/>
              </a:ext>
            </a:extLst>
          </p:cNvPr>
          <p:cNvSpPr txBox="1"/>
          <p:nvPr/>
        </p:nvSpPr>
        <p:spPr>
          <a:xfrm>
            <a:off x="5624622" y="3585549"/>
            <a:ext cx="6706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sum </a:t>
            </a:r>
            <a:r>
              <a:rPr lang="en-US" sz="4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f(k);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43626-779D-351E-7F1B-994547197E3A}"/>
              </a:ext>
            </a:extLst>
          </p:cNvPr>
          <p:cNvSpPr txBox="1"/>
          <p:nvPr/>
        </p:nvSpPr>
        <p:spPr>
          <a:xfrm>
            <a:off x="4897856" y="2754552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4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k=</a:t>
            </a:r>
            <a:r>
              <a:rPr lang="en-US" sz="4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4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sz="4800" baseline="300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6E22E-A36E-71B4-A0C2-DEE2FF027C3D}"/>
              </a:ext>
            </a:extLst>
          </p:cNvPr>
          <p:cNvSpPr txBox="1"/>
          <p:nvPr/>
        </p:nvSpPr>
        <p:spPr>
          <a:xfrm>
            <a:off x="4897856" y="4276488"/>
            <a:ext cx="572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4800" baseline="30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4A2A81-BBCC-C93D-D976-D99683DDECB0}"/>
              </a:ext>
            </a:extLst>
          </p:cNvPr>
          <p:cNvSpPr txBox="1"/>
          <p:nvPr/>
        </p:nvSpPr>
        <p:spPr>
          <a:xfrm>
            <a:off x="8583566" y="2224417"/>
            <a:ext cx="2420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9189DD-C5D0-0DC2-06C8-A8A2FD509227}"/>
              </a:ext>
            </a:extLst>
          </p:cNvPr>
          <p:cNvSpPr txBox="1"/>
          <p:nvPr/>
        </p:nvSpPr>
        <p:spPr>
          <a:xfrm>
            <a:off x="9908541" y="4276488"/>
            <a:ext cx="163715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Iteration k:</a:t>
            </a:r>
          </a:p>
          <a:p>
            <a:r>
              <a:rPr lang="en-US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</a:t>
            </a:r>
            <a:r>
              <a:rPr lang="en-US" sz="16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k’th</a:t>
            </a:r>
            <a:r>
              <a:rPr lang="en-US" sz="1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term</a:t>
            </a:r>
            <a:endParaRPr lang="en-US" sz="1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C0FD0B-033B-A88E-6525-AA463AFA28FA}"/>
              </a:ext>
            </a:extLst>
          </p:cNvPr>
          <p:cNvSpPr txBox="1"/>
          <p:nvPr/>
        </p:nvSpPr>
        <p:spPr>
          <a:xfrm>
            <a:off x="4897856" y="5295744"/>
            <a:ext cx="3585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Now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urier New" panose="02070309020205020404" pitchFamily="49" charset="0"/>
              </a:rPr>
              <a:t>is what we want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EF0A47-C20F-A1F1-B573-D1E35F4E1F9C}"/>
              </a:ext>
            </a:extLst>
          </p:cNvPr>
          <p:cNvSpPr txBox="1"/>
          <p:nvPr/>
        </p:nvSpPr>
        <p:spPr>
          <a:xfrm>
            <a:off x="7762445" y="4416546"/>
            <a:ext cx="181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Previous value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F6334B-5FF3-C960-9128-6C0A188226E1}"/>
              </a:ext>
            </a:extLst>
          </p:cNvPr>
          <p:cNvSpPr txBox="1"/>
          <p:nvPr/>
        </p:nvSpPr>
        <p:spPr>
          <a:xfrm>
            <a:off x="5099217" y="3453964"/>
            <a:ext cx="181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Updated value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A0B87-2C1E-F3E1-D458-02A7DDF99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846" y="3035586"/>
            <a:ext cx="896354" cy="51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8BE207-0C94-F1C7-5F47-6C42D2B79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117" y="3751535"/>
            <a:ext cx="911318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F51BDB2-5559-39D9-DB7D-CDA3195CC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6" r="57940"/>
          <a:stretch/>
        </p:blipFill>
        <p:spPr bwMode="auto">
          <a:xfrm>
            <a:off x="2605128" y="3341955"/>
            <a:ext cx="383345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592DFB-2DA6-3A17-F9F0-1D2539456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116" y="4476112"/>
            <a:ext cx="911319" cy="5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21BCBCB4-D02F-5ADC-4FF9-0BE0E69F1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91" y="5849407"/>
            <a:ext cx="1082997" cy="50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A12AB17E-3955-A4E1-E558-75CA8AF9C7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50" r="17365"/>
          <a:stretch/>
        </p:blipFill>
        <p:spPr bwMode="auto">
          <a:xfrm>
            <a:off x="2605128" y="4734562"/>
            <a:ext cx="1041477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A183F563-C8B8-5263-6EC7-7B1B7CF98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0" r="10231"/>
          <a:stretch/>
        </p:blipFill>
        <p:spPr bwMode="auto">
          <a:xfrm>
            <a:off x="2625493" y="5412789"/>
            <a:ext cx="409230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62B98C7C-8780-3978-98BF-DD5B0324F8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42273"/>
          <a:stretch/>
        </p:blipFill>
        <p:spPr bwMode="auto">
          <a:xfrm>
            <a:off x="2597485" y="4080408"/>
            <a:ext cx="429595" cy="136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4A840C5-F30E-C7DC-3CF8-3B717280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65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EECA-6F52-A1B5-CDCA-4C009EF0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67" y="64098"/>
            <a:ext cx="11741865" cy="941377"/>
          </a:xfrm>
        </p:spPr>
        <p:txBody>
          <a:bodyPr>
            <a:noAutofit/>
          </a:bodyPr>
          <a:lstStyle/>
          <a:p>
            <a:r>
              <a:rPr lang="en-US" sz="3600" dirty="0"/>
              <a:t>Now, imagine we have, in the previous, this function.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D93D0AE-9D3F-998C-22A2-3CACC58CDA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479" y="2147682"/>
            <a:ext cx="4152381" cy="137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343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math equation with numbers and dots&#10;&#10;Description automatically generated">
            <a:extLst>
              <a:ext uri="{FF2B5EF4-FFF2-40B4-BE49-F238E27FC236}">
                <a16:creationId xmlns:a16="http://schemas.microsoft.com/office/drawing/2014/main" id="{F827BBC1-4EFA-8BB1-C90C-88997FD7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317" y="1437858"/>
            <a:ext cx="6096000" cy="1199329"/>
          </a:xfrm>
          <a:prstGeom prst="rect">
            <a:avLst/>
          </a:prstGeom>
        </p:spPr>
      </p:pic>
      <p:pic>
        <p:nvPicPr>
          <p:cNvPr id="13" name="Picture 12" descr="A black letter with a white background&#10;&#10;Description automatically generated">
            <a:extLst>
              <a:ext uri="{FF2B5EF4-FFF2-40B4-BE49-F238E27FC236}">
                <a16:creationId xmlns:a16="http://schemas.microsoft.com/office/drawing/2014/main" id="{A81BB071-5B81-2A3D-26E2-D48C5E036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06" y="129876"/>
            <a:ext cx="10410422" cy="6391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7278BF-3ECC-B5A6-F6E2-FBAE2733CA01}"/>
              </a:ext>
            </a:extLst>
          </p:cNvPr>
          <p:cNvSpPr txBox="1"/>
          <p:nvPr/>
        </p:nvSpPr>
        <p:spPr>
          <a:xfrm>
            <a:off x="2990435" y="3625597"/>
            <a:ext cx="622049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For practical purposes, we can only compute the sum for a finite number of terms.</a:t>
            </a:r>
          </a:p>
          <a:p>
            <a:br>
              <a:rPr lang="en-US" dirty="0"/>
            </a:br>
            <a:endParaRPr lang="en-US" sz="2400" dirty="0"/>
          </a:p>
          <a:p>
            <a:r>
              <a:rPr lang="en-US" sz="2400" b="1" dirty="0"/>
              <a:t>Exercise:</a:t>
            </a:r>
            <a:r>
              <a:rPr lang="en-US" sz="2400" dirty="0"/>
              <a:t> Write a </a:t>
            </a:r>
            <a:r>
              <a:rPr lang="en-US" sz="2400" b="1" dirty="0" err="1"/>
              <a:t>psuedocode</a:t>
            </a:r>
            <a:r>
              <a:rPr lang="en-US" sz="2400" dirty="0"/>
              <a:t> to find the above sum </a:t>
            </a:r>
            <a:r>
              <a:rPr lang="en-US" sz="2400" dirty="0" err="1"/>
              <a:t>upto</a:t>
            </a:r>
            <a:r>
              <a:rPr lang="en-US" sz="2400" dirty="0"/>
              <a:t> N terms where N is an user input.</a:t>
            </a:r>
          </a:p>
        </p:txBody>
      </p:sp>
    </p:spTree>
    <p:extLst>
      <p:ext uri="{BB962C8B-B14F-4D97-AF65-F5344CB8AC3E}">
        <p14:creationId xmlns:p14="http://schemas.microsoft.com/office/powerpoint/2010/main" val="2281109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5037-F58A-AFF0-CF58-A80B6AB2933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B708E-2188-EF13-2EB4-68FBBA686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777" y="1965146"/>
            <a:ext cx="3893713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Get N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Initialize sum to 0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For k from 1 to N</a:t>
            </a: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  sum = sum + 1/k</a:t>
            </a:r>
            <a:r>
              <a:rPr lang="en-US" i="1" baseline="30000" dirty="0">
                <a:latin typeface="Times New Roman"/>
                <a:cs typeface="Times New Roman"/>
              </a:rPr>
              <a:t>2</a:t>
            </a: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End for</a:t>
            </a:r>
          </a:p>
          <a:p>
            <a:pPr marL="0" indent="0">
              <a:buNone/>
            </a:pPr>
            <a:endParaRPr lang="en-US" i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i="1" dirty="0">
                <a:latin typeface="Times New Roman"/>
                <a:cs typeface="Times New Roman"/>
              </a:rPr>
              <a:t>Display sum</a:t>
            </a:r>
          </a:p>
        </p:txBody>
      </p:sp>
    </p:spTree>
    <p:extLst>
      <p:ext uri="{BB962C8B-B14F-4D97-AF65-F5344CB8AC3E}">
        <p14:creationId xmlns:p14="http://schemas.microsoft.com/office/powerpoint/2010/main" val="2718108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D7C0-ECD6-78E8-3AD7-0205E1FD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Assignment - 02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12B27-00EF-2A54-7FAC-84A49A3B9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</a:t>
            </a:r>
            <a:r>
              <a:rPr lang="en-US"/>
              <a:t>the In-class </a:t>
            </a:r>
            <a:r>
              <a:rPr lang="en-US" dirty="0"/>
              <a:t>assignment 02 now</a:t>
            </a:r>
          </a:p>
          <a:p>
            <a:r>
              <a:rPr lang="en-US" dirty="0"/>
              <a:t>Due – at the end of the class.</a:t>
            </a:r>
          </a:p>
        </p:txBody>
      </p:sp>
    </p:spTree>
    <p:extLst>
      <p:ext uri="{BB962C8B-B14F-4D97-AF65-F5344CB8AC3E}">
        <p14:creationId xmlns:p14="http://schemas.microsoft.com/office/powerpoint/2010/main" val="58123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Props1.xml><?xml version="1.0" encoding="utf-8"?>
<ds:datastoreItem xmlns:ds="http://schemas.openxmlformats.org/officeDocument/2006/customXml" ds:itemID="{8E400357-F2B7-4FCB-BA9C-B7937106037D}">
  <ds:schemaRefs>
    <ds:schemaRef ds:uri="27549951-b4c8-463d-bb1c-37ba9fa5011d"/>
    <ds:schemaRef ds:uri="f3abb6a0-0fa6-461f-9cf7-f66e5063ba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334C67-DDE1-4044-BF0C-50193A697728}">
  <ds:schemaRefs>
    <ds:schemaRef ds:uri="27549951-b4c8-463d-bb1c-37ba9fa5011d"/>
    <ds:schemaRef ds:uri="f3abb6a0-0fa6-461f-9cf7-f66e5063ba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1636</Words>
  <Application>Microsoft Office PowerPoint</Application>
  <PresentationFormat>Widescreen</PresentationFormat>
  <Paragraphs>415</Paragraphs>
  <Slides>36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Courier New</vt:lpstr>
      <vt:lpstr>Times New Roman</vt:lpstr>
      <vt:lpstr>Office Theme</vt:lpstr>
      <vt:lpstr>PowerPoint Presentation</vt:lpstr>
      <vt:lpstr>Simulating rolling dice</vt:lpstr>
      <vt:lpstr>Simulating rolling dice</vt:lpstr>
      <vt:lpstr>Simulating rolling dice</vt:lpstr>
      <vt:lpstr>Simulating rolling dice</vt:lpstr>
      <vt:lpstr>How to Generate Random Numbers </vt:lpstr>
      <vt:lpstr>How to Generate Random Numbers </vt:lpstr>
      <vt:lpstr>Simulate rolling a die</vt:lpstr>
      <vt:lpstr>Simulate rolling two dice</vt:lpstr>
      <vt:lpstr>Rolling two dice until a pair of 6s</vt:lpstr>
      <vt:lpstr>Rolling two dice until a pair of 6s</vt:lpstr>
      <vt:lpstr>Rolling two dice until a pair of 6s</vt:lpstr>
      <vt:lpstr>Rolling two dice until a pair of 6s</vt:lpstr>
      <vt:lpstr>Rolling two dice until a pair of 6s</vt:lpstr>
      <vt:lpstr>Rolling two dice until a pair of 6s</vt:lpstr>
      <vt:lpstr>Rolling two dice until a pair of 6s </vt:lpstr>
      <vt:lpstr>Rolling two dice until a pair of 6s </vt:lpstr>
      <vt:lpstr>Rolling two dice until a pair of 6s </vt:lpstr>
      <vt:lpstr>Rolling two dice until a pair of 6s</vt:lpstr>
      <vt:lpstr>Rolling two dice until a pair of 6s</vt:lpstr>
      <vt:lpstr>Rolling two dice until a pair of 6s</vt:lpstr>
      <vt:lpstr>Rolling two dice until a pair of 6s</vt:lpstr>
      <vt:lpstr>Rolling two dice until a pair of 6s</vt:lpstr>
      <vt:lpstr>Let’s practice writing code to compute a sum in a for or while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Now, imagine we have, in the previous, this function.</vt:lpstr>
      <vt:lpstr>PowerPoint Presentation</vt:lpstr>
      <vt:lpstr>Pseudocode</vt:lpstr>
      <vt:lpstr>In-Class Assignment - 02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lastModifiedBy>Sanjeeta Ghimire</cp:lastModifiedBy>
  <cp:revision>611</cp:revision>
  <dcterms:created xsi:type="dcterms:W3CDTF">2023-12-16T22:48:18Z</dcterms:created>
  <dcterms:modified xsi:type="dcterms:W3CDTF">2024-09-18T22:22:59Z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
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sldIdLst>
    <p:sldId id="256" r:id="rId5"/>
    <p:sldId id="464" r:id="rId6"/>
    <p:sldId id="490" r:id="rId7"/>
    <p:sldId id="486" r:id="rId8"/>
    <p:sldId id="487" r:id="rId9"/>
    <p:sldId id="447" r:id="rId10"/>
    <p:sldId id="491" r:id="rId11"/>
    <p:sldId id="492" r:id="rId12"/>
    <p:sldId id="493" r:id="rId13"/>
    <p:sldId id="468" r:id="rId14"/>
    <p:sldId id="466" r:id="rId15"/>
    <p:sldId id="469" r:id="rId16"/>
    <p:sldId id="471" r:id="rId17"/>
    <p:sldId id="496" r:id="rId18"/>
    <p:sldId id="472" r:id="rId19"/>
    <p:sldId id="473" r:id="rId20"/>
    <p:sldId id="494" r:id="rId21"/>
    <p:sldId id="475" r:id="rId22"/>
    <p:sldId id="476" r:id="rId23"/>
    <p:sldId id="477" r:id="rId24"/>
    <p:sldId id="49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A9A4318-308F-4E94-B769-27CD31B32842}">
          <p14:sldIdLst>
            <p14:sldId id="256"/>
            <p14:sldId id="464"/>
            <p14:sldId id="490"/>
            <p14:sldId id="486"/>
            <p14:sldId id="487"/>
            <p14:sldId id="447"/>
            <p14:sldId id="491"/>
            <p14:sldId id="492"/>
            <p14:sldId id="493"/>
            <p14:sldId id="468"/>
            <p14:sldId id="466"/>
            <p14:sldId id="469"/>
            <p14:sldId id="471"/>
            <p14:sldId id="496"/>
            <p14:sldId id="472"/>
            <p14:sldId id="473"/>
            <p14:sldId id="494"/>
            <p14:sldId id="475"/>
            <p14:sldId id="476"/>
            <p14:sldId id="477"/>
            <p14:sldId id="49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FF"/>
    <a:srgbClr val="00FFFF"/>
    <a:srgbClr val="FF00FF"/>
    <a:srgbClr val="6699FF"/>
    <a:srgbClr val="9900CC"/>
    <a:srgbClr val="2E1B46"/>
    <a:srgbClr val="48287C"/>
    <a:srgbClr val="532D8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F22D82-317E-785A-6106-B6E77CD69CAF}" v="609" dt="2024-11-14T04:38:02.360"/>
    <p1510:client id="{A708AAE8-9341-7283-62A7-BB8FB14ADE78}" v="49" dt="2024-11-14T04:48:17.347"/>
    <p1510:client id="{A82572B9-BC39-7838-AC0C-E63C5F7220B2}" v="381" dt="2024-11-12T05:03:26.0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mak Das" userId="S::sdas@floridapoly.edu::98cebb13-2fc4-4808-95b9-daeb7e6acc01" providerId="AD" clId="Web-{EA492854-298C-D43A-B5B0-DD0BF17BA2AD}"/>
    <pc:docChg chg="delSld modSld modSection">
      <pc:chgData name="Somak Das" userId="S::sdas@floridapoly.edu::98cebb13-2fc4-4808-95b9-daeb7e6acc01" providerId="AD" clId="Web-{EA492854-298C-D43A-B5B0-DD0BF17BA2AD}" dt="2024-11-12T02:52:55.462" v="111" actId="20577"/>
      <pc:docMkLst>
        <pc:docMk/>
      </pc:docMkLst>
      <pc:sldChg chg="modSp">
        <pc:chgData name="Somak Das" userId="S::sdas@floridapoly.edu::98cebb13-2fc4-4808-95b9-daeb7e6acc01" providerId="AD" clId="Web-{EA492854-298C-D43A-B5B0-DD0BF17BA2AD}" dt="2024-11-11T22:56:06.635" v="28" actId="20577"/>
        <pc:sldMkLst>
          <pc:docMk/>
          <pc:sldMk cId="783844113" sldId="256"/>
        </pc:sldMkLst>
        <pc:spChg chg="mod">
          <ac:chgData name="Somak Das" userId="S::sdas@floridapoly.edu::98cebb13-2fc4-4808-95b9-daeb7e6acc01" providerId="AD" clId="Web-{EA492854-298C-D43A-B5B0-DD0BF17BA2AD}" dt="2024-11-11T22:56:06.635" v="28" actId="20577"/>
          <ac:spMkLst>
            <pc:docMk/>
            <pc:sldMk cId="783844113" sldId="256"/>
            <ac:spMk id="6" creationId="{86649F24-8FCC-CDEB-B4C7-3B4C1F0F6A52}"/>
          </ac:spMkLst>
        </pc:spChg>
      </pc:sldChg>
      <pc:sldChg chg="modSp">
        <pc:chgData name="Somak Das" userId="S::sdas@floridapoly.edu::98cebb13-2fc4-4808-95b9-daeb7e6acc01" providerId="AD" clId="Web-{EA492854-298C-D43A-B5B0-DD0BF17BA2AD}" dt="2024-11-12T02:52:37.351" v="105" actId="20577"/>
        <pc:sldMkLst>
          <pc:docMk/>
          <pc:sldMk cId="4139804777" sldId="330"/>
        </pc:sldMkLst>
        <pc:spChg chg="mod">
          <ac:chgData name="Somak Das" userId="S::sdas@floridapoly.edu::98cebb13-2fc4-4808-95b9-daeb7e6acc01" providerId="AD" clId="Web-{EA492854-298C-D43A-B5B0-DD0BF17BA2AD}" dt="2024-11-12T02:52:37.351" v="105" actId="20577"/>
          <ac:spMkLst>
            <pc:docMk/>
            <pc:sldMk cId="4139804777" sldId="330"/>
            <ac:spMk id="3" creationId="{799B180D-4364-B046-CF85-E1C85B403559}"/>
          </ac:spMkLst>
        </pc:spChg>
      </pc:sldChg>
      <pc:sldChg chg="modSp del">
        <pc:chgData name="Somak Das" userId="S::sdas@floridapoly.edu::98cebb13-2fc4-4808-95b9-daeb7e6acc01" providerId="AD" clId="Web-{EA492854-298C-D43A-B5B0-DD0BF17BA2AD}" dt="2024-11-12T02:48:25.758" v="60"/>
        <pc:sldMkLst>
          <pc:docMk/>
          <pc:sldMk cId="1929717596" sldId="356"/>
        </pc:sldMkLst>
        <pc:spChg chg="mod">
          <ac:chgData name="Somak Das" userId="S::sdas@floridapoly.edu::98cebb13-2fc4-4808-95b9-daeb7e6acc01" providerId="AD" clId="Web-{EA492854-298C-D43A-B5B0-DD0BF17BA2AD}" dt="2024-11-12T02:47:32.082" v="59" actId="20577"/>
          <ac:spMkLst>
            <pc:docMk/>
            <pc:sldMk cId="1929717596" sldId="356"/>
            <ac:spMk id="2" creationId="{47F9B0D7-DC7B-A8D6-DEB3-9C2055028689}"/>
          </ac:spMkLst>
        </pc:spChg>
      </pc:sldChg>
      <pc:sldChg chg="del">
        <pc:chgData name="Somak Das" userId="S::sdas@floridapoly.edu::98cebb13-2fc4-4808-95b9-daeb7e6acc01" providerId="AD" clId="Web-{EA492854-298C-D43A-B5B0-DD0BF17BA2AD}" dt="2024-11-11T22:47:12.388" v="26"/>
        <pc:sldMkLst>
          <pc:docMk/>
          <pc:sldMk cId="615294533" sldId="373"/>
        </pc:sldMkLst>
      </pc:sldChg>
      <pc:sldChg chg="del">
        <pc:chgData name="Somak Das" userId="S::sdas@floridapoly.edu::98cebb13-2fc4-4808-95b9-daeb7e6acc01" providerId="AD" clId="Web-{EA492854-298C-D43A-B5B0-DD0BF17BA2AD}" dt="2024-11-11T22:47:12.372" v="15"/>
        <pc:sldMkLst>
          <pc:docMk/>
          <pc:sldMk cId="3545227026" sldId="377"/>
        </pc:sldMkLst>
      </pc:sldChg>
      <pc:sldChg chg="modSp del">
        <pc:chgData name="Somak Das" userId="S::sdas@floridapoly.edu::98cebb13-2fc4-4808-95b9-daeb7e6acc01" providerId="AD" clId="Web-{EA492854-298C-D43A-B5B0-DD0BF17BA2AD}" dt="2024-11-11T22:46:29.121" v="14"/>
        <pc:sldMkLst>
          <pc:docMk/>
          <pc:sldMk cId="345542850" sldId="428"/>
        </pc:sldMkLst>
        <pc:spChg chg="mod">
          <ac:chgData name="Somak Das" userId="S::sdas@floridapoly.edu::98cebb13-2fc4-4808-95b9-daeb7e6acc01" providerId="AD" clId="Web-{EA492854-298C-D43A-B5B0-DD0BF17BA2AD}" dt="2024-11-11T22:46:24.090" v="0" actId="14100"/>
          <ac:spMkLst>
            <pc:docMk/>
            <pc:sldMk cId="345542850" sldId="428"/>
            <ac:spMk id="6" creationId="{86649F24-8FCC-CDEB-B4C7-3B4C1F0F6A52}"/>
          </ac:spMkLst>
        </pc:spChg>
      </pc:sldChg>
      <pc:sldChg chg="del">
        <pc:chgData name="Somak Das" userId="S::sdas@floridapoly.edu::98cebb13-2fc4-4808-95b9-daeb7e6acc01" providerId="AD" clId="Web-{EA492854-298C-D43A-B5B0-DD0BF17BA2AD}" dt="2024-11-11T22:46:29.106" v="13"/>
        <pc:sldMkLst>
          <pc:docMk/>
          <pc:sldMk cId="2283364264" sldId="429"/>
        </pc:sldMkLst>
      </pc:sldChg>
      <pc:sldChg chg="del">
        <pc:chgData name="Somak Das" userId="S::sdas@floridapoly.edu::98cebb13-2fc4-4808-95b9-daeb7e6acc01" providerId="AD" clId="Web-{EA492854-298C-D43A-B5B0-DD0BF17BA2AD}" dt="2024-11-11T22:46:29.090" v="1"/>
        <pc:sldMkLst>
          <pc:docMk/>
          <pc:sldMk cId="2682656332" sldId="430"/>
        </pc:sldMkLst>
      </pc:sldChg>
      <pc:sldChg chg="modSp">
        <pc:chgData name="Somak Das" userId="S::sdas@floridapoly.edu::98cebb13-2fc4-4808-95b9-daeb7e6acc01" providerId="AD" clId="Web-{EA492854-298C-D43A-B5B0-DD0BF17BA2AD}" dt="2024-11-11T23:01:30.674" v="46" actId="20577"/>
        <pc:sldMkLst>
          <pc:docMk/>
          <pc:sldMk cId="3428803269" sldId="447"/>
        </pc:sldMkLst>
        <pc:spChg chg="mod">
          <ac:chgData name="Somak Das" userId="S::sdas@floridapoly.edu::98cebb13-2fc4-4808-95b9-daeb7e6acc01" providerId="AD" clId="Web-{EA492854-298C-D43A-B5B0-DD0BF17BA2AD}" dt="2024-11-11T23:01:30.674" v="46" actId="20577"/>
          <ac:spMkLst>
            <pc:docMk/>
            <pc:sldMk cId="3428803269" sldId="447"/>
            <ac:spMk id="3" creationId="{83A8E542-D94F-C87E-A030-26E55682C855}"/>
          </ac:spMkLst>
        </pc:spChg>
      </pc:sldChg>
      <pc:sldChg chg="del">
        <pc:chgData name="Somak Das" userId="S::sdas@floridapoly.edu::98cebb13-2fc4-4808-95b9-daeb7e6acc01" providerId="AD" clId="Web-{EA492854-298C-D43A-B5B0-DD0BF17BA2AD}" dt="2024-11-11T22:47:12.388" v="23"/>
        <pc:sldMkLst>
          <pc:docMk/>
          <pc:sldMk cId="1900411212" sldId="458"/>
        </pc:sldMkLst>
      </pc:sldChg>
      <pc:sldChg chg="del">
        <pc:chgData name="Somak Das" userId="S::sdas@floridapoly.edu::98cebb13-2fc4-4808-95b9-daeb7e6acc01" providerId="AD" clId="Web-{EA492854-298C-D43A-B5B0-DD0BF17BA2AD}" dt="2024-11-11T22:47:12.372" v="16"/>
        <pc:sldMkLst>
          <pc:docMk/>
          <pc:sldMk cId="1972874594" sldId="459"/>
        </pc:sldMkLst>
      </pc:sldChg>
      <pc:sldChg chg="del">
        <pc:chgData name="Somak Das" userId="S::sdas@floridapoly.edu::98cebb13-2fc4-4808-95b9-daeb7e6acc01" providerId="AD" clId="Web-{EA492854-298C-D43A-B5B0-DD0BF17BA2AD}" dt="2024-11-11T22:47:12.372" v="17"/>
        <pc:sldMkLst>
          <pc:docMk/>
          <pc:sldMk cId="2017737412" sldId="460"/>
        </pc:sldMkLst>
      </pc:sldChg>
      <pc:sldChg chg="del">
        <pc:chgData name="Somak Das" userId="S::sdas@floridapoly.edu::98cebb13-2fc4-4808-95b9-daeb7e6acc01" providerId="AD" clId="Web-{EA492854-298C-D43A-B5B0-DD0BF17BA2AD}" dt="2024-11-11T22:46:29.106" v="11"/>
        <pc:sldMkLst>
          <pc:docMk/>
          <pc:sldMk cId="262174804" sldId="461"/>
        </pc:sldMkLst>
      </pc:sldChg>
      <pc:sldChg chg="del">
        <pc:chgData name="Somak Das" userId="S::sdas@floridapoly.edu::98cebb13-2fc4-4808-95b9-daeb7e6acc01" providerId="AD" clId="Web-{EA492854-298C-D43A-B5B0-DD0BF17BA2AD}" dt="2024-11-11T22:46:29.106" v="4"/>
        <pc:sldMkLst>
          <pc:docMk/>
          <pc:sldMk cId="2422619597" sldId="462"/>
        </pc:sldMkLst>
      </pc:sldChg>
      <pc:sldChg chg="del">
        <pc:chgData name="Somak Das" userId="S::sdas@floridapoly.edu::98cebb13-2fc4-4808-95b9-daeb7e6acc01" providerId="AD" clId="Web-{EA492854-298C-D43A-B5B0-DD0BF17BA2AD}" dt="2024-11-11T22:46:29.106" v="3"/>
        <pc:sldMkLst>
          <pc:docMk/>
          <pc:sldMk cId="2294267260" sldId="463"/>
        </pc:sldMkLst>
      </pc:sldChg>
      <pc:sldChg chg="modSp">
        <pc:chgData name="Somak Das" userId="S::sdas@floridapoly.edu::98cebb13-2fc4-4808-95b9-daeb7e6acc01" providerId="AD" clId="Web-{EA492854-298C-D43A-B5B0-DD0BF17BA2AD}" dt="2024-11-12T02:52:55.462" v="111" actId="20577"/>
        <pc:sldMkLst>
          <pc:docMk/>
          <pc:sldMk cId="1539129383" sldId="464"/>
        </pc:sldMkLst>
        <pc:spChg chg="mod">
          <ac:chgData name="Somak Das" userId="S::sdas@floridapoly.edu::98cebb13-2fc4-4808-95b9-daeb7e6acc01" providerId="AD" clId="Web-{EA492854-298C-D43A-B5B0-DD0BF17BA2AD}" dt="2024-11-12T02:52:55.462" v="111" actId="20577"/>
          <ac:spMkLst>
            <pc:docMk/>
            <pc:sldMk cId="1539129383" sldId="464"/>
            <ac:spMk id="3" creationId="{081E7218-E8FE-08A8-77EC-DB3BA12DB25C}"/>
          </ac:spMkLst>
        </pc:spChg>
      </pc:sldChg>
      <pc:sldChg chg="modSp">
        <pc:chgData name="Somak Das" userId="S::sdas@floridapoly.edu::98cebb13-2fc4-4808-95b9-daeb7e6acc01" providerId="AD" clId="Web-{EA492854-298C-D43A-B5B0-DD0BF17BA2AD}" dt="2024-11-11T23:01:46.690" v="51" actId="20577"/>
        <pc:sldMkLst>
          <pc:docMk/>
          <pc:sldMk cId="2382869103" sldId="466"/>
        </pc:sldMkLst>
        <pc:spChg chg="mod">
          <ac:chgData name="Somak Das" userId="S::sdas@floridapoly.edu::98cebb13-2fc4-4808-95b9-daeb7e6acc01" providerId="AD" clId="Web-{EA492854-298C-D43A-B5B0-DD0BF17BA2AD}" dt="2024-11-11T23:01:46.690" v="51" actId="20577"/>
          <ac:spMkLst>
            <pc:docMk/>
            <pc:sldMk cId="2382869103" sldId="466"/>
            <ac:spMk id="3" creationId="{83A8E542-D94F-C87E-A030-26E55682C855}"/>
          </ac:spMkLst>
        </pc:spChg>
      </pc:sldChg>
      <pc:sldChg chg="modSp">
        <pc:chgData name="Somak Das" userId="S::sdas@floridapoly.edu::98cebb13-2fc4-4808-95b9-daeb7e6acc01" providerId="AD" clId="Web-{EA492854-298C-D43A-B5B0-DD0BF17BA2AD}" dt="2024-11-11T23:01:42.049" v="49" actId="20577"/>
        <pc:sldMkLst>
          <pc:docMk/>
          <pc:sldMk cId="3679142632" sldId="468"/>
        </pc:sldMkLst>
        <pc:spChg chg="mod">
          <ac:chgData name="Somak Das" userId="S::sdas@floridapoly.edu::98cebb13-2fc4-4808-95b9-daeb7e6acc01" providerId="AD" clId="Web-{EA492854-298C-D43A-B5B0-DD0BF17BA2AD}" dt="2024-11-11T23:01:42.049" v="49" actId="20577"/>
          <ac:spMkLst>
            <pc:docMk/>
            <pc:sldMk cId="3679142632" sldId="468"/>
            <ac:spMk id="3" creationId="{83A8E542-D94F-C87E-A030-26E55682C855}"/>
          </ac:spMkLst>
        </pc:spChg>
      </pc:sldChg>
      <pc:sldChg chg="modSp">
        <pc:chgData name="Somak Das" userId="S::sdas@floridapoly.edu::98cebb13-2fc4-4808-95b9-daeb7e6acc01" providerId="AD" clId="Web-{EA492854-298C-D43A-B5B0-DD0BF17BA2AD}" dt="2024-11-11T23:02:17.956" v="58" actId="1076"/>
        <pc:sldMkLst>
          <pc:docMk/>
          <pc:sldMk cId="983036770" sldId="470"/>
        </pc:sldMkLst>
        <pc:spChg chg="mod">
          <ac:chgData name="Somak Das" userId="S::sdas@floridapoly.edu::98cebb13-2fc4-4808-95b9-daeb7e6acc01" providerId="AD" clId="Web-{EA492854-298C-D43A-B5B0-DD0BF17BA2AD}" dt="2024-11-11T23:02:17.800" v="52" actId="1076"/>
          <ac:spMkLst>
            <pc:docMk/>
            <pc:sldMk cId="983036770" sldId="470"/>
            <ac:spMk id="2" creationId="{AEEBA815-D2C4-BDA9-D8F9-693D5D727200}"/>
          </ac:spMkLst>
        </pc:spChg>
        <pc:spChg chg="mod">
          <ac:chgData name="Somak Das" userId="S::sdas@floridapoly.edu::98cebb13-2fc4-4808-95b9-daeb7e6acc01" providerId="AD" clId="Web-{EA492854-298C-D43A-B5B0-DD0BF17BA2AD}" dt="2024-11-11T23:02:17.831" v="53" actId="1076"/>
          <ac:spMkLst>
            <pc:docMk/>
            <pc:sldMk cId="983036770" sldId="470"/>
            <ac:spMk id="3" creationId="{1A07ECF6-F060-BC5B-B78D-DEC49881A3A2}"/>
          </ac:spMkLst>
        </pc:spChg>
        <pc:spChg chg="mod">
          <ac:chgData name="Somak Das" userId="S::sdas@floridapoly.edu::98cebb13-2fc4-4808-95b9-daeb7e6acc01" providerId="AD" clId="Web-{EA492854-298C-D43A-B5B0-DD0BF17BA2AD}" dt="2024-11-11T23:02:17.941" v="57" actId="1076"/>
          <ac:spMkLst>
            <pc:docMk/>
            <pc:sldMk cId="983036770" sldId="470"/>
            <ac:spMk id="11" creationId="{D44F904E-4642-4C06-C150-596C7CF83F56}"/>
          </ac:spMkLst>
        </pc:spChg>
        <pc:picChg chg="mod">
          <ac:chgData name="Somak Das" userId="S::sdas@floridapoly.edu::98cebb13-2fc4-4808-95b9-daeb7e6acc01" providerId="AD" clId="Web-{EA492854-298C-D43A-B5B0-DD0BF17BA2AD}" dt="2024-11-11T23:02:17.847" v="54" actId="1076"/>
          <ac:picMkLst>
            <pc:docMk/>
            <pc:sldMk cId="983036770" sldId="470"/>
            <ac:picMk id="5" creationId="{AC33F6C8-06D6-687F-1FF9-FE9CD64F115A}"/>
          </ac:picMkLst>
        </pc:picChg>
        <pc:picChg chg="mod">
          <ac:chgData name="Somak Das" userId="S::sdas@floridapoly.edu::98cebb13-2fc4-4808-95b9-daeb7e6acc01" providerId="AD" clId="Web-{EA492854-298C-D43A-B5B0-DD0BF17BA2AD}" dt="2024-11-11T23:02:17.894" v="55" actId="1076"/>
          <ac:picMkLst>
            <pc:docMk/>
            <pc:sldMk cId="983036770" sldId="470"/>
            <ac:picMk id="7" creationId="{8389E1C8-4C98-61C0-139A-034C2FCBE13D}"/>
          </ac:picMkLst>
        </pc:picChg>
        <pc:picChg chg="mod">
          <ac:chgData name="Somak Das" userId="S::sdas@floridapoly.edu::98cebb13-2fc4-4808-95b9-daeb7e6acc01" providerId="AD" clId="Web-{EA492854-298C-D43A-B5B0-DD0BF17BA2AD}" dt="2024-11-11T23:02:17.925" v="56" actId="1076"/>
          <ac:picMkLst>
            <pc:docMk/>
            <pc:sldMk cId="983036770" sldId="470"/>
            <ac:picMk id="9" creationId="{DBDB8FEF-E68F-F4EB-CC12-13031AE11754}"/>
          </ac:picMkLst>
        </pc:picChg>
        <pc:picChg chg="mod">
          <ac:chgData name="Somak Das" userId="S::sdas@floridapoly.edu::98cebb13-2fc4-4808-95b9-daeb7e6acc01" providerId="AD" clId="Web-{EA492854-298C-D43A-B5B0-DD0BF17BA2AD}" dt="2024-11-11T23:02:17.956" v="58" actId="1076"/>
          <ac:picMkLst>
            <pc:docMk/>
            <pc:sldMk cId="983036770" sldId="470"/>
            <ac:picMk id="13" creationId="{84C0E241-EC2B-A420-1741-03313D9EFEAA}"/>
          </ac:picMkLst>
        </pc:picChg>
      </pc:sldChg>
      <pc:sldChg chg="del">
        <pc:chgData name="Somak Das" userId="S::sdas@floridapoly.edu::98cebb13-2fc4-4808-95b9-daeb7e6acc01" providerId="AD" clId="Web-{EA492854-298C-D43A-B5B0-DD0BF17BA2AD}" dt="2024-11-11T22:47:12.388" v="25"/>
        <pc:sldMkLst>
          <pc:docMk/>
          <pc:sldMk cId="341140068" sldId="486"/>
        </pc:sldMkLst>
      </pc:sldChg>
      <pc:sldChg chg="del">
        <pc:chgData name="Somak Das" userId="S::sdas@floridapoly.edu::98cebb13-2fc4-4808-95b9-daeb7e6acc01" providerId="AD" clId="Web-{EA492854-298C-D43A-B5B0-DD0BF17BA2AD}" dt="2024-11-11T22:47:12.388" v="24"/>
        <pc:sldMkLst>
          <pc:docMk/>
          <pc:sldMk cId="930725990" sldId="487"/>
        </pc:sldMkLst>
      </pc:sldChg>
      <pc:sldChg chg="del">
        <pc:chgData name="Somak Das" userId="S::sdas@floridapoly.edu::98cebb13-2fc4-4808-95b9-daeb7e6acc01" providerId="AD" clId="Web-{EA492854-298C-D43A-B5B0-DD0BF17BA2AD}" dt="2024-11-11T22:47:12.372" v="22"/>
        <pc:sldMkLst>
          <pc:docMk/>
          <pc:sldMk cId="149634951" sldId="488"/>
        </pc:sldMkLst>
      </pc:sldChg>
      <pc:sldChg chg="del">
        <pc:chgData name="Somak Das" userId="S::sdas@floridapoly.edu::98cebb13-2fc4-4808-95b9-daeb7e6acc01" providerId="AD" clId="Web-{EA492854-298C-D43A-B5B0-DD0BF17BA2AD}" dt="2024-11-11T22:47:12.372" v="21"/>
        <pc:sldMkLst>
          <pc:docMk/>
          <pc:sldMk cId="1786855655" sldId="489"/>
        </pc:sldMkLst>
      </pc:sldChg>
      <pc:sldChg chg="del">
        <pc:chgData name="Somak Das" userId="S::sdas@floridapoly.edu::98cebb13-2fc4-4808-95b9-daeb7e6acc01" providerId="AD" clId="Web-{EA492854-298C-D43A-B5B0-DD0BF17BA2AD}" dt="2024-11-11T22:47:12.372" v="20"/>
        <pc:sldMkLst>
          <pc:docMk/>
          <pc:sldMk cId="236477803" sldId="490"/>
        </pc:sldMkLst>
      </pc:sldChg>
      <pc:sldChg chg="del">
        <pc:chgData name="Somak Das" userId="S::sdas@floridapoly.edu::98cebb13-2fc4-4808-95b9-daeb7e6acc01" providerId="AD" clId="Web-{EA492854-298C-D43A-B5B0-DD0BF17BA2AD}" dt="2024-11-11T22:47:12.372" v="19"/>
        <pc:sldMkLst>
          <pc:docMk/>
          <pc:sldMk cId="928556207" sldId="491"/>
        </pc:sldMkLst>
      </pc:sldChg>
      <pc:sldChg chg="del">
        <pc:chgData name="Somak Das" userId="S::sdas@floridapoly.edu::98cebb13-2fc4-4808-95b9-daeb7e6acc01" providerId="AD" clId="Web-{EA492854-298C-D43A-B5B0-DD0BF17BA2AD}" dt="2024-11-11T22:47:12.372" v="18"/>
        <pc:sldMkLst>
          <pc:docMk/>
          <pc:sldMk cId="1709380000" sldId="492"/>
        </pc:sldMkLst>
      </pc:sldChg>
      <pc:sldChg chg="del">
        <pc:chgData name="Somak Das" userId="S::sdas@floridapoly.edu::98cebb13-2fc4-4808-95b9-daeb7e6acc01" providerId="AD" clId="Web-{EA492854-298C-D43A-B5B0-DD0BF17BA2AD}" dt="2024-11-11T22:46:29.106" v="12"/>
        <pc:sldMkLst>
          <pc:docMk/>
          <pc:sldMk cId="2481203921" sldId="493"/>
        </pc:sldMkLst>
      </pc:sldChg>
      <pc:sldChg chg="del">
        <pc:chgData name="Somak Das" userId="S::sdas@floridapoly.edu::98cebb13-2fc4-4808-95b9-daeb7e6acc01" providerId="AD" clId="Web-{EA492854-298C-D43A-B5B0-DD0BF17BA2AD}" dt="2024-11-11T22:46:29.106" v="10"/>
        <pc:sldMkLst>
          <pc:docMk/>
          <pc:sldMk cId="2694699725" sldId="494"/>
        </pc:sldMkLst>
      </pc:sldChg>
      <pc:sldChg chg="del">
        <pc:chgData name="Somak Das" userId="S::sdas@floridapoly.edu::98cebb13-2fc4-4808-95b9-daeb7e6acc01" providerId="AD" clId="Web-{EA492854-298C-D43A-B5B0-DD0BF17BA2AD}" dt="2024-11-11T22:46:29.106" v="9"/>
        <pc:sldMkLst>
          <pc:docMk/>
          <pc:sldMk cId="230185465" sldId="495"/>
        </pc:sldMkLst>
      </pc:sldChg>
      <pc:sldChg chg="del">
        <pc:chgData name="Somak Das" userId="S::sdas@floridapoly.edu::98cebb13-2fc4-4808-95b9-daeb7e6acc01" providerId="AD" clId="Web-{EA492854-298C-D43A-B5B0-DD0BF17BA2AD}" dt="2024-11-11T22:46:29.106" v="8"/>
        <pc:sldMkLst>
          <pc:docMk/>
          <pc:sldMk cId="2630664859" sldId="496"/>
        </pc:sldMkLst>
      </pc:sldChg>
      <pc:sldChg chg="del">
        <pc:chgData name="Somak Das" userId="S::sdas@floridapoly.edu::98cebb13-2fc4-4808-95b9-daeb7e6acc01" providerId="AD" clId="Web-{EA492854-298C-D43A-B5B0-DD0BF17BA2AD}" dt="2024-11-11T22:46:29.106" v="7"/>
        <pc:sldMkLst>
          <pc:docMk/>
          <pc:sldMk cId="3453082355" sldId="497"/>
        </pc:sldMkLst>
      </pc:sldChg>
      <pc:sldChg chg="del">
        <pc:chgData name="Somak Das" userId="S::sdas@floridapoly.edu::98cebb13-2fc4-4808-95b9-daeb7e6acc01" providerId="AD" clId="Web-{EA492854-298C-D43A-B5B0-DD0BF17BA2AD}" dt="2024-11-11T22:46:29.106" v="5"/>
        <pc:sldMkLst>
          <pc:docMk/>
          <pc:sldMk cId="1467416977" sldId="498"/>
        </pc:sldMkLst>
      </pc:sldChg>
      <pc:sldChg chg="del">
        <pc:chgData name="Somak Das" userId="S::sdas@floridapoly.edu::98cebb13-2fc4-4808-95b9-daeb7e6acc01" providerId="AD" clId="Web-{EA492854-298C-D43A-B5B0-DD0BF17BA2AD}" dt="2024-11-11T22:46:29.106" v="6"/>
        <pc:sldMkLst>
          <pc:docMk/>
          <pc:sldMk cId="569734195" sldId="499"/>
        </pc:sldMkLst>
      </pc:sldChg>
      <pc:sldChg chg="del">
        <pc:chgData name="Somak Das" userId="S::sdas@floridapoly.edu::98cebb13-2fc4-4808-95b9-daeb7e6acc01" providerId="AD" clId="Web-{EA492854-298C-D43A-B5B0-DD0BF17BA2AD}" dt="2024-11-11T22:46:29.106" v="2"/>
        <pc:sldMkLst>
          <pc:docMk/>
          <pc:sldMk cId="908395576" sldId="500"/>
        </pc:sldMkLst>
      </pc:sldChg>
    </pc:docChg>
  </pc:docChgLst>
  <pc:docChgLst>
    <pc:chgData name="Somak Das" userId="S::sdas@floridapoly.edu::98cebb13-2fc4-4808-95b9-daeb7e6acc01" providerId="AD" clId="Web-{A82572B9-BC39-7838-AC0C-E63C5F7220B2}"/>
    <pc:docChg chg="addSld delSld modSld modSection">
      <pc:chgData name="Somak Das" userId="S::sdas@floridapoly.edu::98cebb13-2fc4-4808-95b9-daeb7e6acc01" providerId="AD" clId="Web-{A82572B9-BC39-7838-AC0C-E63C5F7220B2}" dt="2024-11-12T05:03:26.005" v="367" actId="20577"/>
      <pc:docMkLst>
        <pc:docMk/>
      </pc:docMkLst>
      <pc:sldChg chg="delSp modSp">
        <pc:chgData name="Somak Das" userId="S::sdas@floridapoly.edu::98cebb13-2fc4-4808-95b9-daeb7e6acc01" providerId="AD" clId="Web-{A82572B9-BC39-7838-AC0C-E63C5F7220B2}" dt="2024-11-12T04:53:02.341" v="357" actId="14100"/>
        <pc:sldMkLst>
          <pc:docMk/>
          <pc:sldMk cId="3428803269" sldId="447"/>
        </pc:sldMkLst>
        <pc:spChg chg="mod">
          <ac:chgData name="Somak Das" userId="S::sdas@floridapoly.edu::98cebb13-2fc4-4808-95b9-daeb7e6acc01" providerId="AD" clId="Web-{A82572B9-BC39-7838-AC0C-E63C5F7220B2}" dt="2024-11-12T04:05:56.842" v="55" actId="20577"/>
          <ac:spMkLst>
            <pc:docMk/>
            <pc:sldMk cId="3428803269" sldId="447"/>
            <ac:spMk id="2" creationId="{062406A7-0D81-9A02-B596-3C110EF26388}"/>
          </ac:spMkLst>
        </pc:spChg>
        <pc:spChg chg="mod">
          <ac:chgData name="Somak Das" userId="S::sdas@floridapoly.edu::98cebb13-2fc4-4808-95b9-daeb7e6acc01" providerId="AD" clId="Web-{A82572B9-BC39-7838-AC0C-E63C5F7220B2}" dt="2024-11-12T04:53:02.341" v="357" actId="14100"/>
          <ac:spMkLst>
            <pc:docMk/>
            <pc:sldMk cId="3428803269" sldId="447"/>
            <ac:spMk id="3" creationId="{83A8E542-D94F-C87E-A030-26E55682C855}"/>
          </ac:spMkLst>
        </pc:spChg>
        <pc:picChg chg="del">
          <ac:chgData name="Somak Das" userId="S::sdas@floridapoly.edu::98cebb13-2fc4-4808-95b9-daeb7e6acc01" providerId="AD" clId="Web-{A82572B9-BC39-7838-AC0C-E63C5F7220B2}" dt="2024-11-12T04:06:03.077" v="56"/>
          <ac:picMkLst>
            <pc:docMk/>
            <pc:sldMk cId="3428803269" sldId="447"/>
            <ac:picMk id="5" creationId="{5CC7F3F3-4681-4541-AD57-6C866CB53089}"/>
          </ac:picMkLst>
        </pc:picChg>
        <pc:picChg chg="del">
          <ac:chgData name="Somak Das" userId="S::sdas@floridapoly.edu::98cebb13-2fc4-4808-95b9-daeb7e6acc01" providerId="AD" clId="Web-{A82572B9-BC39-7838-AC0C-E63C5F7220B2}" dt="2024-11-12T04:06:13.187" v="59"/>
          <ac:picMkLst>
            <pc:docMk/>
            <pc:sldMk cId="3428803269" sldId="447"/>
            <ac:picMk id="7" creationId="{98EBD583-A4ED-0276-A97D-6CD7181C75B3}"/>
          </ac:picMkLst>
        </pc:picChg>
        <pc:picChg chg="del">
          <ac:chgData name="Somak Das" userId="S::sdas@floridapoly.edu::98cebb13-2fc4-4808-95b9-daeb7e6acc01" providerId="AD" clId="Web-{A82572B9-BC39-7838-AC0C-E63C5F7220B2}" dt="2024-11-12T04:06:13.187" v="58"/>
          <ac:picMkLst>
            <pc:docMk/>
            <pc:sldMk cId="3428803269" sldId="447"/>
            <ac:picMk id="11" creationId="{1891FF63-A7F1-1014-9207-8126B3A5CA93}"/>
          </ac:picMkLst>
        </pc:picChg>
        <pc:picChg chg="del">
          <ac:chgData name="Somak Das" userId="S::sdas@floridapoly.edu::98cebb13-2fc4-4808-95b9-daeb7e6acc01" providerId="AD" clId="Web-{A82572B9-BC39-7838-AC0C-E63C5F7220B2}" dt="2024-11-12T04:06:05.483" v="57"/>
          <ac:picMkLst>
            <pc:docMk/>
            <pc:sldMk cId="3428803269" sldId="447"/>
            <ac:picMk id="13" creationId="{E2E05BC1-AA96-6704-A200-7E8F692E6D34}"/>
          </ac:picMkLst>
        </pc:picChg>
      </pc:sldChg>
      <pc:sldChg chg="modSp">
        <pc:chgData name="Somak Das" userId="S::sdas@floridapoly.edu::98cebb13-2fc4-4808-95b9-daeb7e6acc01" providerId="AD" clId="Web-{A82572B9-BC39-7838-AC0C-E63C5F7220B2}" dt="2024-11-12T03:22:11.957" v="11" actId="20577"/>
        <pc:sldMkLst>
          <pc:docMk/>
          <pc:sldMk cId="1539129383" sldId="464"/>
        </pc:sldMkLst>
        <pc:spChg chg="mod">
          <ac:chgData name="Somak Das" userId="S::sdas@floridapoly.edu::98cebb13-2fc4-4808-95b9-daeb7e6acc01" providerId="AD" clId="Web-{A82572B9-BC39-7838-AC0C-E63C5F7220B2}" dt="2024-11-12T03:22:11.957" v="11" actId="20577"/>
          <ac:spMkLst>
            <pc:docMk/>
            <pc:sldMk cId="1539129383" sldId="464"/>
            <ac:spMk id="3" creationId="{081E7218-E8FE-08A8-77EC-DB3BA12DB25C}"/>
          </ac:spMkLst>
        </pc:spChg>
      </pc:sldChg>
      <pc:sldChg chg="del">
        <pc:chgData name="Somak Das" userId="S::sdas@floridapoly.edu::98cebb13-2fc4-4808-95b9-daeb7e6acc01" providerId="AD" clId="Web-{A82572B9-BC39-7838-AC0C-E63C5F7220B2}" dt="2024-11-12T03:22:29.723" v="12"/>
        <pc:sldMkLst>
          <pc:docMk/>
          <pc:sldMk cId="2231752463" sldId="465"/>
        </pc:sldMkLst>
      </pc:sldChg>
      <pc:sldChg chg="modSp new">
        <pc:chgData name="Somak Das" userId="S::sdas@floridapoly.edu::98cebb13-2fc4-4808-95b9-daeb7e6acc01" providerId="AD" clId="Web-{A82572B9-BC39-7838-AC0C-E63C5F7220B2}" dt="2024-11-12T04:31:02.681" v="296" actId="1076"/>
        <pc:sldMkLst>
          <pc:docMk/>
          <pc:sldMk cId="1698663350" sldId="486"/>
        </pc:sldMkLst>
        <pc:spChg chg="mod">
          <ac:chgData name="Somak Das" userId="S::sdas@floridapoly.edu::98cebb13-2fc4-4808-95b9-daeb7e6acc01" providerId="AD" clId="Web-{A82572B9-BC39-7838-AC0C-E63C5F7220B2}" dt="2024-11-12T03:24:24.694" v="26" actId="20577"/>
          <ac:spMkLst>
            <pc:docMk/>
            <pc:sldMk cId="1698663350" sldId="486"/>
            <ac:spMk id="2" creationId="{D5CC547C-AAE5-0331-33EE-B1AFCB6C3FF6}"/>
          </ac:spMkLst>
        </pc:spChg>
        <pc:spChg chg="mod">
          <ac:chgData name="Somak Das" userId="S::sdas@floridapoly.edu::98cebb13-2fc4-4808-95b9-daeb7e6acc01" providerId="AD" clId="Web-{A82572B9-BC39-7838-AC0C-E63C5F7220B2}" dt="2024-11-12T04:31:02.681" v="296" actId="1076"/>
          <ac:spMkLst>
            <pc:docMk/>
            <pc:sldMk cId="1698663350" sldId="486"/>
            <ac:spMk id="3" creationId="{F004EA4C-B8A9-A758-B93B-B9289CB916AF}"/>
          </ac:spMkLst>
        </pc:spChg>
      </pc:sldChg>
      <pc:sldChg chg="addSp delSp modSp new mod modClrScheme chgLayout">
        <pc:chgData name="Somak Das" userId="S::sdas@floridapoly.edu::98cebb13-2fc4-4808-95b9-daeb7e6acc01" providerId="AD" clId="Web-{A82572B9-BC39-7838-AC0C-E63C5F7220B2}" dt="2024-11-12T04:02:57.944" v="36" actId="1076"/>
        <pc:sldMkLst>
          <pc:docMk/>
          <pc:sldMk cId="3335098442" sldId="487"/>
        </pc:sldMkLst>
        <pc:spChg chg="del">
          <ac:chgData name="Somak Das" userId="S::sdas@floridapoly.edu::98cebb13-2fc4-4808-95b9-daeb7e6acc01" providerId="AD" clId="Web-{A82572B9-BC39-7838-AC0C-E63C5F7220B2}" dt="2024-11-12T04:00:17.205" v="32"/>
          <ac:spMkLst>
            <pc:docMk/>
            <pc:sldMk cId="3335098442" sldId="487"/>
            <ac:spMk id="2" creationId="{0D3CD856-D7F8-911D-2895-1F2512B5DAD6}"/>
          </ac:spMkLst>
        </pc:spChg>
        <pc:spChg chg="del">
          <ac:chgData name="Somak Das" userId="S::sdas@floridapoly.edu::98cebb13-2fc4-4808-95b9-daeb7e6acc01" providerId="AD" clId="Web-{A82572B9-BC39-7838-AC0C-E63C5F7220B2}" dt="2024-11-12T04:00:17.205" v="32"/>
          <ac:spMkLst>
            <pc:docMk/>
            <pc:sldMk cId="3335098442" sldId="487"/>
            <ac:spMk id="3" creationId="{EFF953FD-9254-5E53-5600-99F8C175B8D9}"/>
          </ac:spMkLst>
        </pc:spChg>
        <pc:picChg chg="add mod">
          <ac:chgData name="Somak Das" userId="S::sdas@floridapoly.edu::98cebb13-2fc4-4808-95b9-daeb7e6acc01" providerId="AD" clId="Web-{A82572B9-BC39-7838-AC0C-E63C5F7220B2}" dt="2024-11-12T04:02:57.944" v="36" actId="1076"/>
          <ac:picMkLst>
            <pc:docMk/>
            <pc:sldMk cId="3335098442" sldId="487"/>
            <ac:picMk id="4" creationId="{2CEE4593-01EB-83C3-8577-06157D348A7B}"/>
          </ac:picMkLst>
        </pc:picChg>
      </pc:sldChg>
      <pc:sldChg chg="add replId">
        <pc:chgData name="Somak Das" userId="S::sdas@floridapoly.edu::98cebb13-2fc4-4808-95b9-daeb7e6acc01" providerId="AD" clId="Web-{A82572B9-BC39-7838-AC0C-E63C5F7220B2}" dt="2024-11-12T04:05:19.402" v="39"/>
        <pc:sldMkLst>
          <pc:docMk/>
          <pc:sldMk cId="2430925913" sldId="488"/>
        </pc:sldMkLst>
      </pc:sldChg>
      <pc:sldChg chg="new del">
        <pc:chgData name="Somak Das" userId="S::sdas@floridapoly.edu::98cebb13-2fc4-4808-95b9-daeb7e6acc01" providerId="AD" clId="Web-{A82572B9-BC39-7838-AC0C-E63C5F7220B2}" dt="2024-11-12T04:05:13.636" v="38"/>
        <pc:sldMkLst>
          <pc:docMk/>
          <pc:sldMk cId="3276217353" sldId="488"/>
        </pc:sldMkLst>
      </pc:sldChg>
      <pc:sldChg chg="modSp add del replId">
        <pc:chgData name="Somak Das" userId="S::sdas@floridapoly.edu::98cebb13-2fc4-4808-95b9-daeb7e6acc01" providerId="AD" clId="Web-{A82572B9-BC39-7838-AC0C-E63C5F7220B2}" dt="2024-11-12T05:02:56.535" v="358"/>
        <pc:sldMkLst>
          <pc:docMk/>
          <pc:sldMk cId="3571672943" sldId="489"/>
        </pc:sldMkLst>
        <pc:spChg chg="mod">
          <ac:chgData name="Somak Das" userId="S::sdas@floridapoly.edu::98cebb13-2fc4-4808-95b9-daeb7e6acc01" providerId="AD" clId="Web-{A82572B9-BC39-7838-AC0C-E63C5F7220B2}" dt="2024-11-12T04:40:51.033" v="343" actId="20577"/>
          <ac:spMkLst>
            <pc:docMk/>
            <pc:sldMk cId="3571672943" sldId="489"/>
            <ac:spMk id="3" creationId="{83A8E542-D94F-C87E-A030-26E55682C855}"/>
          </ac:spMkLst>
        </pc:spChg>
      </pc:sldChg>
      <pc:sldChg chg="modSp new">
        <pc:chgData name="Somak Das" userId="S::sdas@floridapoly.edu::98cebb13-2fc4-4808-95b9-daeb7e6acc01" providerId="AD" clId="Web-{A82572B9-BC39-7838-AC0C-E63C5F7220B2}" dt="2024-11-12T04:30:32.633" v="293" actId="20577"/>
        <pc:sldMkLst>
          <pc:docMk/>
          <pc:sldMk cId="3819040975" sldId="490"/>
        </pc:sldMkLst>
        <pc:spChg chg="mod">
          <ac:chgData name="Somak Das" userId="S::sdas@floridapoly.edu::98cebb13-2fc4-4808-95b9-daeb7e6acc01" providerId="AD" clId="Web-{A82572B9-BC39-7838-AC0C-E63C5F7220B2}" dt="2024-11-12T04:22:33.160" v="177" actId="20577"/>
          <ac:spMkLst>
            <pc:docMk/>
            <pc:sldMk cId="3819040975" sldId="490"/>
            <ac:spMk id="2" creationId="{18D29C18-ED89-51D7-7BF6-71574F1E7467}"/>
          </ac:spMkLst>
        </pc:spChg>
        <pc:spChg chg="mod">
          <ac:chgData name="Somak Das" userId="S::sdas@floridapoly.edu::98cebb13-2fc4-4808-95b9-daeb7e6acc01" providerId="AD" clId="Web-{A82572B9-BC39-7838-AC0C-E63C5F7220B2}" dt="2024-11-12T04:30:32.633" v="293" actId="20577"/>
          <ac:spMkLst>
            <pc:docMk/>
            <pc:sldMk cId="3819040975" sldId="490"/>
            <ac:spMk id="3" creationId="{D3E9D08B-5942-81EA-AEF1-F6163F0E6578}"/>
          </ac:spMkLst>
        </pc:spChg>
      </pc:sldChg>
      <pc:sldChg chg="modSp new">
        <pc:chgData name="Somak Das" userId="S::sdas@floridapoly.edu::98cebb13-2fc4-4808-95b9-daeb7e6acc01" providerId="AD" clId="Web-{A82572B9-BC39-7838-AC0C-E63C5F7220B2}" dt="2024-11-12T05:03:26.005" v="367" actId="20577"/>
        <pc:sldMkLst>
          <pc:docMk/>
          <pc:sldMk cId="2194591321" sldId="491"/>
        </pc:sldMkLst>
        <pc:spChg chg="mod">
          <ac:chgData name="Somak Das" userId="S::sdas@floridapoly.edu::98cebb13-2fc4-4808-95b9-daeb7e6acc01" providerId="AD" clId="Web-{A82572B9-BC39-7838-AC0C-E63C5F7220B2}" dt="2024-11-12T05:03:20.348" v="366" actId="20577"/>
          <ac:spMkLst>
            <pc:docMk/>
            <pc:sldMk cId="2194591321" sldId="491"/>
            <ac:spMk id="2" creationId="{F3A99585-0BAE-B451-39AC-14ECE8238820}"/>
          </ac:spMkLst>
        </pc:spChg>
        <pc:spChg chg="mod">
          <ac:chgData name="Somak Das" userId="S::sdas@floridapoly.edu::98cebb13-2fc4-4808-95b9-daeb7e6acc01" providerId="AD" clId="Web-{A82572B9-BC39-7838-AC0C-E63C5F7220B2}" dt="2024-11-12T05:03:26.005" v="367" actId="20577"/>
          <ac:spMkLst>
            <pc:docMk/>
            <pc:sldMk cId="2194591321" sldId="491"/>
            <ac:spMk id="3" creationId="{F00F9EE2-D397-8031-7AA9-ACA30BEE8776}"/>
          </ac:spMkLst>
        </pc:spChg>
      </pc:sldChg>
    </pc:docChg>
  </pc:docChgLst>
  <pc:docChgLst>
    <pc:chgData name="Edwar Romero-Ramirez" userId="92bc0edd-ad5d-44a7-8ba7-72607029cc7a" providerId="ADAL" clId="{25700C30-DA00-487E-96B7-DD16F87D1F8A}"/>
    <pc:docChg chg="undo custSel addSld delSld modSld modSection">
      <pc:chgData name="Edwar Romero-Ramirez" userId="92bc0edd-ad5d-44a7-8ba7-72607029cc7a" providerId="ADAL" clId="{25700C30-DA00-487E-96B7-DD16F87D1F8A}" dt="2024-08-06T19:54:31.866" v="3768" actId="20577"/>
      <pc:docMkLst>
        <pc:docMk/>
      </pc:docMkLst>
      <pc:sldChg chg="modSp mod">
        <pc:chgData name="Edwar Romero-Ramirez" userId="92bc0edd-ad5d-44a7-8ba7-72607029cc7a" providerId="ADAL" clId="{25700C30-DA00-487E-96B7-DD16F87D1F8A}" dt="2024-07-22T03:53:51.371" v="14" actId="20577"/>
        <pc:sldMkLst>
          <pc:docMk/>
          <pc:sldMk cId="783844113" sldId="256"/>
        </pc:sldMkLst>
        <pc:spChg chg="mod">
          <ac:chgData name="Edwar Romero-Ramirez" userId="92bc0edd-ad5d-44a7-8ba7-72607029cc7a" providerId="ADAL" clId="{25700C30-DA00-487E-96B7-DD16F87D1F8A}" dt="2024-07-22T03:53:51.371" v="14" actId="20577"/>
          <ac:spMkLst>
            <pc:docMk/>
            <pc:sldMk cId="783844113" sldId="256"/>
            <ac:spMk id="6" creationId="{86649F24-8FCC-CDEB-B4C7-3B4C1F0F6A52}"/>
          </ac:spMkLst>
        </pc:spChg>
      </pc:sldChg>
      <pc:sldChg chg="modSp mod">
        <pc:chgData name="Edwar Romero-Ramirez" userId="92bc0edd-ad5d-44a7-8ba7-72607029cc7a" providerId="ADAL" clId="{25700C30-DA00-487E-96B7-DD16F87D1F8A}" dt="2024-08-05T22:14:10.744" v="727" actId="20577"/>
        <pc:sldMkLst>
          <pc:docMk/>
          <pc:sldMk cId="4139804777" sldId="330"/>
        </pc:sldMkLst>
        <pc:spChg chg="mod">
          <ac:chgData name="Edwar Romero-Ramirez" userId="92bc0edd-ad5d-44a7-8ba7-72607029cc7a" providerId="ADAL" clId="{25700C30-DA00-487E-96B7-DD16F87D1F8A}" dt="2024-08-05T22:14:10.744" v="727" actId="20577"/>
          <ac:spMkLst>
            <pc:docMk/>
            <pc:sldMk cId="4139804777" sldId="330"/>
            <ac:spMk id="2" creationId="{B06250C4-E1A1-1705-FB6B-F7AD559456C6}"/>
          </ac:spMkLst>
        </pc:spChg>
        <pc:spChg chg="mod">
          <ac:chgData name="Edwar Romero-Ramirez" userId="92bc0edd-ad5d-44a7-8ba7-72607029cc7a" providerId="ADAL" clId="{25700C30-DA00-487E-96B7-DD16F87D1F8A}" dt="2024-08-05T22:14:05.264" v="726" actId="20577"/>
          <ac:spMkLst>
            <pc:docMk/>
            <pc:sldMk cId="4139804777" sldId="330"/>
            <ac:spMk id="3" creationId="{799B180D-4364-B046-CF85-E1C85B403559}"/>
          </ac:spMkLst>
        </pc:spChg>
      </pc:sldChg>
      <pc:sldChg chg="modSp mod">
        <pc:chgData name="Edwar Romero-Ramirez" userId="92bc0edd-ad5d-44a7-8ba7-72607029cc7a" providerId="ADAL" clId="{25700C30-DA00-487E-96B7-DD16F87D1F8A}" dt="2024-08-05T22:14:23.639" v="729" actId="207"/>
        <pc:sldMkLst>
          <pc:docMk/>
          <pc:sldMk cId="1929717596" sldId="356"/>
        </pc:sldMkLst>
        <pc:spChg chg="mod">
          <ac:chgData name="Edwar Romero-Ramirez" userId="92bc0edd-ad5d-44a7-8ba7-72607029cc7a" providerId="ADAL" clId="{25700C30-DA00-487E-96B7-DD16F87D1F8A}" dt="2024-08-05T22:14:23.639" v="729" actId="207"/>
          <ac:spMkLst>
            <pc:docMk/>
            <pc:sldMk cId="1929717596" sldId="356"/>
            <ac:spMk id="3" creationId="{EEA82FBA-2EB2-5C2F-0014-4EC7486CBC03}"/>
          </ac:spMkLst>
        </pc:spChg>
      </pc:sldChg>
      <pc:sldChg chg="modSp mod">
        <pc:chgData name="Edwar Romero-Ramirez" userId="92bc0edd-ad5d-44a7-8ba7-72607029cc7a" providerId="ADAL" clId="{25700C30-DA00-487E-96B7-DD16F87D1F8A}" dt="2024-07-22T03:55:32.768" v="47" actId="108"/>
        <pc:sldMkLst>
          <pc:docMk/>
          <pc:sldMk cId="615294533" sldId="373"/>
        </pc:sldMkLst>
        <pc:spChg chg="mod">
          <ac:chgData name="Edwar Romero-Ramirez" userId="92bc0edd-ad5d-44a7-8ba7-72607029cc7a" providerId="ADAL" clId="{25700C30-DA00-487E-96B7-DD16F87D1F8A}" dt="2024-07-22T03:55:32.768" v="47" actId="108"/>
          <ac:spMkLst>
            <pc:docMk/>
            <pc:sldMk cId="615294533" sldId="373"/>
            <ac:spMk id="6" creationId="{86649F24-8FCC-CDEB-B4C7-3B4C1F0F6A52}"/>
          </ac:spMkLst>
        </pc:spChg>
      </pc:sldChg>
      <pc:sldChg chg="modSp del mod">
        <pc:chgData name="Edwar Romero-Ramirez" userId="92bc0edd-ad5d-44a7-8ba7-72607029cc7a" providerId="ADAL" clId="{25700C30-DA00-487E-96B7-DD16F87D1F8A}" dt="2024-08-06T14:59:41.037" v="2824" actId="47"/>
        <pc:sldMkLst>
          <pc:docMk/>
          <pc:sldMk cId="2737923927" sldId="374"/>
        </pc:sldMkLst>
        <pc:spChg chg="mod">
          <ac:chgData name="Edwar Romero-Ramirez" userId="92bc0edd-ad5d-44a7-8ba7-72607029cc7a" providerId="ADAL" clId="{25700C30-DA00-487E-96B7-DD16F87D1F8A}" dt="2024-08-06T14:59:13.295" v="2822" actId="207"/>
          <ac:spMkLst>
            <pc:docMk/>
            <pc:sldMk cId="2737923927" sldId="374"/>
            <ac:spMk id="3" creationId="{EEA82FBA-2EB2-5C2F-0014-4EC7486CBC03}"/>
          </ac:spMkLst>
        </pc:spChg>
      </pc:sldChg>
      <pc:sldChg chg="modSp mod">
        <pc:chgData name="Edwar Romero-Ramirez" userId="92bc0edd-ad5d-44a7-8ba7-72607029cc7a" providerId="ADAL" clId="{25700C30-DA00-487E-96B7-DD16F87D1F8A}" dt="2024-07-22T03:55:47.044" v="64" actId="20577"/>
        <pc:sldMkLst>
          <pc:docMk/>
          <pc:sldMk cId="345542850" sldId="428"/>
        </pc:sldMkLst>
        <pc:spChg chg="mod">
          <ac:chgData name="Edwar Romero-Ramirez" userId="92bc0edd-ad5d-44a7-8ba7-72607029cc7a" providerId="ADAL" clId="{25700C30-DA00-487E-96B7-DD16F87D1F8A}" dt="2024-07-22T03:55:47.044" v="64" actId="20577"/>
          <ac:spMkLst>
            <pc:docMk/>
            <pc:sldMk cId="345542850" sldId="428"/>
            <ac:spMk id="6" creationId="{86649F24-8FCC-CDEB-B4C7-3B4C1F0F6A52}"/>
          </ac:spMkLst>
        </pc:spChg>
      </pc:sldChg>
      <pc:sldChg chg="del">
        <pc:chgData name="Edwar Romero-Ramirez" userId="92bc0edd-ad5d-44a7-8ba7-72607029cc7a" providerId="ADAL" clId="{25700C30-DA00-487E-96B7-DD16F87D1F8A}" dt="2024-07-22T03:54:07.590" v="15" actId="47"/>
        <pc:sldMkLst>
          <pc:docMk/>
          <pc:sldMk cId="2005963347" sldId="431"/>
        </pc:sldMkLst>
      </pc:sldChg>
      <pc:sldChg chg="del">
        <pc:chgData name="Edwar Romero-Ramirez" userId="92bc0edd-ad5d-44a7-8ba7-72607029cc7a" providerId="ADAL" clId="{25700C30-DA00-487E-96B7-DD16F87D1F8A}" dt="2024-07-22T03:54:07.590" v="15" actId="47"/>
        <pc:sldMkLst>
          <pc:docMk/>
          <pc:sldMk cId="417226467" sldId="432"/>
        </pc:sldMkLst>
      </pc:sldChg>
      <pc:sldChg chg="del">
        <pc:chgData name="Edwar Romero-Ramirez" userId="92bc0edd-ad5d-44a7-8ba7-72607029cc7a" providerId="ADAL" clId="{25700C30-DA00-487E-96B7-DD16F87D1F8A}" dt="2024-07-22T03:54:07.590" v="15" actId="47"/>
        <pc:sldMkLst>
          <pc:docMk/>
          <pc:sldMk cId="3232433573" sldId="433"/>
        </pc:sldMkLst>
      </pc:sldChg>
      <pc:sldChg chg="del">
        <pc:chgData name="Edwar Romero-Ramirez" userId="92bc0edd-ad5d-44a7-8ba7-72607029cc7a" providerId="ADAL" clId="{25700C30-DA00-487E-96B7-DD16F87D1F8A}" dt="2024-07-22T03:54:07.590" v="15" actId="47"/>
        <pc:sldMkLst>
          <pc:docMk/>
          <pc:sldMk cId="1100194793" sldId="434"/>
        </pc:sldMkLst>
      </pc:sldChg>
      <pc:sldChg chg="del">
        <pc:chgData name="Edwar Romero-Ramirez" userId="92bc0edd-ad5d-44a7-8ba7-72607029cc7a" providerId="ADAL" clId="{25700C30-DA00-487E-96B7-DD16F87D1F8A}" dt="2024-07-22T03:54:07.590" v="15" actId="47"/>
        <pc:sldMkLst>
          <pc:docMk/>
          <pc:sldMk cId="1397925616" sldId="435"/>
        </pc:sldMkLst>
      </pc:sldChg>
      <pc:sldChg chg="del">
        <pc:chgData name="Edwar Romero-Ramirez" userId="92bc0edd-ad5d-44a7-8ba7-72607029cc7a" providerId="ADAL" clId="{25700C30-DA00-487E-96B7-DD16F87D1F8A}" dt="2024-07-22T03:54:07.590" v="15" actId="47"/>
        <pc:sldMkLst>
          <pc:docMk/>
          <pc:sldMk cId="1896277374" sldId="436"/>
        </pc:sldMkLst>
      </pc:sldChg>
      <pc:sldChg chg="del">
        <pc:chgData name="Edwar Romero-Ramirez" userId="92bc0edd-ad5d-44a7-8ba7-72607029cc7a" providerId="ADAL" clId="{25700C30-DA00-487E-96B7-DD16F87D1F8A}" dt="2024-07-22T03:54:07.590" v="15" actId="47"/>
        <pc:sldMkLst>
          <pc:docMk/>
          <pc:sldMk cId="1810510978" sldId="437"/>
        </pc:sldMkLst>
      </pc:sldChg>
      <pc:sldChg chg="del">
        <pc:chgData name="Edwar Romero-Ramirez" userId="92bc0edd-ad5d-44a7-8ba7-72607029cc7a" providerId="ADAL" clId="{25700C30-DA00-487E-96B7-DD16F87D1F8A}" dt="2024-07-22T03:54:07.590" v="15" actId="47"/>
        <pc:sldMkLst>
          <pc:docMk/>
          <pc:sldMk cId="2947159528" sldId="438"/>
        </pc:sldMkLst>
      </pc:sldChg>
      <pc:sldChg chg="del">
        <pc:chgData name="Edwar Romero-Ramirez" userId="92bc0edd-ad5d-44a7-8ba7-72607029cc7a" providerId="ADAL" clId="{25700C30-DA00-487E-96B7-DD16F87D1F8A}" dt="2024-07-22T03:54:07.590" v="15" actId="47"/>
        <pc:sldMkLst>
          <pc:docMk/>
          <pc:sldMk cId="2879827882" sldId="439"/>
        </pc:sldMkLst>
      </pc:sldChg>
      <pc:sldChg chg="del">
        <pc:chgData name="Edwar Romero-Ramirez" userId="92bc0edd-ad5d-44a7-8ba7-72607029cc7a" providerId="ADAL" clId="{25700C30-DA00-487E-96B7-DD16F87D1F8A}" dt="2024-07-22T03:54:07.590" v="15" actId="47"/>
        <pc:sldMkLst>
          <pc:docMk/>
          <pc:sldMk cId="3216804583" sldId="440"/>
        </pc:sldMkLst>
      </pc:sldChg>
      <pc:sldChg chg="del">
        <pc:chgData name="Edwar Romero-Ramirez" userId="92bc0edd-ad5d-44a7-8ba7-72607029cc7a" providerId="ADAL" clId="{25700C30-DA00-487E-96B7-DD16F87D1F8A}" dt="2024-07-22T03:54:07.590" v="15" actId="47"/>
        <pc:sldMkLst>
          <pc:docMk/>
          <pc:sldMk cId="1445185663" sldId="441"/>
        </pc:sldMkLst>
      </pc:sldChg>
      <pc:sldChg chg="del">
        <pc:chgData name="Edwar Romero-Ramirez" userId="92bc0edd-ad5d-44a7-8ba7-72607029cc7a" providerId="ADAL" clId="{25700C30-DA00-487E-96B7-DD16F87D1F8A}" dt="2024-07-22T03:54:07.590" v="15" actId="47"/>
        <pc:sldMkLst>
          <pc:docMk/>
          <pc:sldMk cId="3613468805" sldId="442"/>
        </pc:sldMkLst>
      </pc:sldChg>
      <pc:sldChg chg="del">
        <pc:chgData name="Edwar Romero-Ramirez" userId="92bc0edd-ad5d-44a7-8ba7-72607029cc7a" providerId="ADAL" clId="{25700C30-DA00-487E-96B7-DD16F87D1F8A}" dt="2024-07-22T03:54:07.590" v="15" actId="47"/>
        <pc:sldMkLst>
          <pc:docMk/>
          <pc:sldMk cId="3414672950" sldId="443"/>
        </pc:sldMkLst>
      </pc:sldChg>
      <pc:sldChg chg="del">
        <pc:chgData name="Edwar Romero-Ramirez" userId="92bc0edd-ad5d-44a7-8ba7-72607029cc7a" providerId="ADAL" clId="{25700C30-DA00-487E-96B7-DD16F87D1F8A}" dt="2024-07-22T03:54:07.590" v="15" actId="47"/>
        <pc:sldMkLst>
          <pc:docMk/>
          <pc:sldMk cId="861143762" sldId="444"/>
        </pc:sldMkLst>
      </pc:sldChg>
      <pc:sldChg chg="del">
        <pc:chgData name="Edwar Romero-Ramirez" userId="92bc0edd-ad5d-44a7-8ba7-72607029cc7a" providerId="ADAL" clId="{25700C30-DA00-487E-96B7-DD16F87D1F8A}" dt="2024-07-22T03:54:07.590" v="15" actId="47"/>
        <pc:sldMkLst>
          <pc:docMk/>
          <pc:sldMk cId="2077189085" sldId="445"/>
        </pc:sldMkLst>
      </pc:sldChg>
      <pc:sldChg chg="del">
        <pc:chgData name="Edwar Romero-Ramirez" userId="92bc0edd-ad5d-44a7-8ba7-72607029cc7a" providerId="ADAL" clId="{25700C30-DA00-487E-96B7-DD16F87D1F8A}" dt="2024-07-22T03:54:07.590" v="15" actId="47"/>
        <pc:sldMkLst>
          <pc:docMk/>
          <pc:sldMk cId="639500587" sldId="446"/>
        </pc:sldMkLst>
      </pc:sldChg>
      <pc:sldChg chg="addSp delSp modSp mod modNotesTx">
        <pc:chgData name="Edwar Romero-Ramirez" userId="92bc0edd-ad5d-44a7-8ba7-72607029cc7a" providerId="ADAL" clId="{25700C30-DA00-487E-96B7-DD16F87D1F8A}" dt="2024-08-05T23:16:21.844" v="1545" actId="207"/>
        <pc:sldMkLst>
          <pc:docMk/>
          <pc:sldMk cId="3428803269" sldId="447"/>
        </pc:sldMkLst>
        <pc:spChg chg="mod">
          <ac:chgData name="Edwar Romero-Ramirez" userId="92bc0edd-ad5d-44a7-8ba7-72607029cc7a" providerId="ADAL" clId="{25700C30-DA00-487E-96B7-DD16F87D1F8A}" dt="2024-08-05T23:16:21.844" v="1545" actId="207"/>
          <ac:spMkLst>
            <pc:docMk/>
            <pc:sldMk cId="3428803269" sldId="447"/>
            <ac:spMk id="2" creationId="{062406A7-0D81-9A02-B596-3C110EF26388}"/>
          </ac:spMkLst>
        </pc:spChg>
        <pc:spChg chg="mod">
          <ac:chgData name="Edwar Romero-Ramirez" userId="92bc0edd-ad5d-44a7-8ba7-72607029cc7a" providerId="ADAL" clId="{25700C30-DA00-487E-96B7-DD16F87D1F8A}" dt="2024-08-05T23:03:36.887" v="1152" actId="20577"/>
          <ac:spMkLst>
            <pc:docMk/>
            <pc:sldMk cId="3428803269" sldId="447"/>
            <ac:spMk id="3" creationId="{83A8E542-D94F-C87E-A030-26E55682C855}"/>
          </ac:spMkLst>
        </pc:spChg>
        <pc:spChg chg="add del mod">
          <ac:chgData name="Edwar Romero-Ramirez" userId="92bc0edd-ad5d-44a7-8ba7-72607029cc7a" providerId="ADAL" clId="{25700C30-DA00-487E-96B7-DD16F87D1F8A}" dt="2024-08-05T23:03:41.485" v="1153" actId="478"/>
          <ac:spMkLst>
            <pc:docMk/>
            <pc:sldMk cId="3428803269" sldId="447"/>
            <ac:spMk id="9" creationId="{4C3DD933-2451-C84E-B401-65CD7ABD1D8D}"/>
          </ac:spMkLst>
        </pc:spChg>
        <pc:picChg chg="add mod modCrop">
          <ac:chgData name="Edwar Romero-Ramirez" userId="92bc0edd-ad5d-44a7-8ba7-72607029cc7a" providerId="ADAL" clId="{25700C30-DA00-487E-96B7-DD16F87D1F8A}" dt="2024-08-05T23:03:01.902" v="1143" actId="14100"/>
          <ac:picMkLst>
            <pc:docMk/>
            <pc:sldMk cId="3428803269" sldId="447"/>
            <ac:picMk id="5" creationId="{5CC7F3F3-4681-4541-AD57-6C866CB53089}"/>
          </ac:picMkLst>
        </pc:picChg>
        <pc:picChg chg="del">
          <ac:chgData name="Edwar Romero-Ramirez" userId="92bc0edd-ad5d-44a7-8ba7-72607029cc7a" providerId="ADAL" clId="{25700C30-DA00-487E-96B7-DD16F87D1F8A}" dt="2024-07-22T03:54:43.678" v="26" actId="478"/>
          <ac:picMkLst>
            <pc:docMk/>
            <pc:sldMk cId="3428803269" sldId="447"/>
            <ac:picMk id="5" creationId="{C212AD4A-9297-60E9-5941-C7A311B336B2}"/>
          </ac:picMkLst>
        </pc:picChg>
        <pc:picChg chg="add mod">
          <ac:chgData name="Edwar Romero-Ramirez" userId="92bc0edd-ad5d-44a7-8ba7-72607029cc7a" providerId="ADAL" clId="{25700C30-DA00-487E-96B7-DD16F87D1F8A}" dt="2024-08-05T23:03:22.803" v="1149" actId="1076"/>
          <ac:picMkLst>
            <pc:docMk/>
            <pc:sldMk cId="3428803269" sldId="447"/>
            <ac:picMk id="7" creationId="{98EBD583-A4ED-0276-A97D-6CD7181C75B3}"/>
          </ac:picMkLst>
        </pc:picChg>
        <pc:picChg chg="del">
          <ac:chgData name="Edwar Romero-Ramirez" userId="92bc0edd-ad5d-44a7-8ba7-72607029cc7a" providerId="ADAL" clId="{25700C30-DA00-487E-96B7-DD16F87D1F8A}" dt="2024-07-22T03:54:44.577" v="27" actId="478"/>
          <ac:picMkLst>
            <pc:docMk/>
            <pc:sldMk cId="3428803269" sldId="447"/>
            <ac:picMk id="7" creationId="{A160B499-B513-2ACE-AFDF-FDD96F4EC430}"/>
          </ac:picMkLst>
        </pc:picChg>
        <pc:picChg chg="add mod">
          <ac:chgData name="Edwar Romero-Ramirez" userId="92bc0edd-ad5d-44a7-8ba7-72607029cc7a" providerId="ADAL" clId="{25700C30-DA00-487E-96B7-DD16F87D1F8A}" dt="2024-08-05T23:03:28.190" v="1150"/>
          <ac:picMkLst>
            <pc:docMk/>
            <pc:sldMk cId="3428803269" sldId="447"/>
            <ac:picMk id="11" creationId="{1891FF63-A7F1-1014-9207-8126B3A5CA93}"/>
          </ac:picMkLst>
        </pc:picChg>
        <pc:picChg chg="add mod">
          <ac:chgData name="Edwar Romero-Ramirez" userId="92bc0edd-ad5d-44a7-8ba7-72607029cc7a" providerId="ADAL" clId="{25700C30-DA00-487E-96B7-DD16F87D1F8A}" dt="2024-08-05T23:05:28.976" v="1173" actId="1076"/>
          <ac:picMkLst>
            <pc:docMk/>
            <pc:sldMk cId="3428803269" sldId="447"/>
            <ac:picMk id="13" creationId="{E2E05BC1-AA96-6704-A200-7E8F692E6D34}"/>
          </ac:picMkLst>
        </pc:picChg>
      </pc:sldChg>
      <pc:sldChg chg="delSp modSp del mod">
        <pc:chgData name="Edwar Romero-Ramirez" userId="92bc0edd-ad5d-44a7-8ba7-72607029cc7a" providerId="ADAL" clId="{25700C30-DA00-487E-96B7-DD16F87D1F8A}" dt="2024-08-06T04:23:48.687" v="2457" actId="47"/>
        <pc:sldMkLst>
          <pc:docMk/>
          <pc:sldMk cId="208265220" sldId="448"/>
        </pc:sldMkLst>
        <pc:spChg chg="mod">
          <ac:chgData name="Edwar Romero-Ramirez" userId="92bc0edd-ad5d-44a7-8ba7-72607029cc7a" providerId="ADAL" clId="{25700C30-DA00-487E-96B7-DD16F87D1F8A}" dt="2024-07-22T03:54:35.034" v="24" actId="14100"/>
          <ac:spMkLst>
            <pc:docMk/>
            <pc:sldMk cId="208265220" sldId="448"/>
            <ac:spMk id="3" creationId="{A6307A9D-E0B7-7768-C89B-81AD795C1668}"/>
          </ac:spMkLst>
        </pc:spChg>
        <pc:picChg chg="del mod">
          <ac:chgData name="Edwar Romero-Ramirez" userId="92bc0edd-ad5d-44a7-8ba7-72607029cc7a" providerId="ADAL" clId="{25700C30-DA00-487E-96B7-DD16F87D1F8A}" dt="2024-07-22T03:54:31.089" v="23" actId="478"/>
          <ac:picMkLst>
            <pc:docMk/>
            <pc:sldMk cId="208265220" sldId="448"/>
            <ac:picMk id="5" creationId="{C15675FD-6D12-8EF1-1B0E-D91C1CC65074}"/>
          </ac:picMkLst>
        </pc:picChg>
      </pc:sldChg>
      <pc:sldChg chg="delSp modSp mod modNotesTx">
        <pc:chgData name="Edwar Romero-Ramirez" userId="92bc0edd-ad5d-44a7-8ba7-72607029cc7a" providerId="ADAL" clId="{25700C30-DA00-487E-96B7-DD16F87D1F8A}" dt="2024-08-06T04:26:36.255" v="2523" actId="114"/>
        <pc:sldMkLst>
          <pc:docMk/>
          <pc:sldMk cId="2911480211" sldId="449"/>
        </pc:sldMkLst>
        <pc:spChg chg="mod">
          <ac:chgData name="Edwar Romero-Ramirez" userId="92bc0edd-ad5d-44a7-8ba7-72607029cc7a" providerId="ADAL" clId="{25700C30-DA00-487E-96B7-DD16F87D1F8A}" dt="2024-08-06T04:24:06.897" v="2462" actId="1035"/>
          <ac:spMkLst>
            <pc:docMk/>
            <pc:sldMk cId="2911480211" sldId="449"/>
            <ac:spMk id="2" creationId="{7A5F7D51-04CE-A3C2-C1C3-BE64F42081B0}"/>
          </ac:spMkLst>
        </pc:spChg>
        <pc:spChg chg="mod">
          <ac:chgData name="Edwar Romero-Ramirez" userId="92bc0edd-ad5d-44a7-8ba7-72607029cc7a" providerId="ADAL" clId="{25700C30-DA00-487E-96B7-DD16F87D1F8A}" dt="2024-08-06T04:26:36.255" v="2523" actId="114"/>
          <ac:spMkLst>
            <pc:docMk/>
            <pc:sldMk cId="2911480211" sldId="449"/>
            <ac:spMk id="3" creationId="{622E7284-6EFD-743D-7DED-B7310E586A96}"/>
          </ac:spMkLst>
        </pc:spChg>
        <pc:picChg chg="del">
          <ac:chgData name="Edwar Romero-Ramirez" userId="92bc0edd-ad5d-44a7-8ba7-72607029cc7a" providerId="ADAL" clId="{25700C30-DA00-487E-96B7-DD16F87D1F8A}" dt="2024-07-22T03:54:28.916" v="21" actId="478"/>
          <ac:picMkLst>
            <pc:docMk/>
            <pc:sldMk cId="2911480211" sldId="449"/>
            <ac:picMk id="6" creationId="{F507A14C-45ED-C715-6271-5DD9B9B019B6}"/>
          </ac:picMkLst>
        </pc:picChg>
        <pc:picChg chg="del">
          <ac:chgData name="Edwar Romero-Ramirez" userId="92bc0edd-ad5d-44a7-8ba7-72607029cc7a" providerId="ADAL" clId="{25700C30-DA00-487E-96B7-DD16F87D1F8A}" dt="2024-07-22T03:54:26.724" v="19" actId="478"/>
          <ac:picMkLst>
            <pc:docMk/>
            <pc:sldMk cId="2911480211" sldId="449"/>
            <ac:picMk id="7" creationId="{9B814E17-2F59-CD6F-125F-F4226EE7D9D6}"/>
          </ac:picMkLst>
        </pc:picChg>
        <pc:picChg chg="del">
          <ac:chgData name="Edwar Romero-Ramirez" userId="92bc0edd-ad5d-44a7-8ba7-72607029cc7a" providerId="ADAL" clId="{25700C30-DA00-487E-96B7-DD16F87D1F8A}" dt="2024-07-22T03:54:26.123" v="18" actId="478"/>
          <ac:picMkLst>
            <pc:docMk/>
            <pc:sldMk cId="2911480211" sldId="449"/>
            <ac:picMk id="1026" creationId="{4C5B9680-092E-E493-A745-8F58C5F86972}"/>
          </ac:picMkLst>
        </pc:picChg>
      </pc:sldChg>
      <pc:sldChg chg="del">
        <pc:chgData name="Edwar Romero-Ramirez" userId="92bc0edd-ad5d-44a7-8ba7-72607029cc7a" providerId="ADAL" clId="{25700C30-DA00-487E-96B7-DD16F87D1F8A}" dt="2024-07-22T03:54:19.944" v="16" actId="47"/>
        <pc:sldMkLst>
          <pc:docMk/>
          <pc:sldMk cId="959418677" sldId="450"/>
        </pc:sldMkLst>
      </pc:sldChg>
      <pc:sldChg chg="del">
        <pc:chgData name="Edwar Romero-Ramirez" userId="92bc0edd-ad5d-44a7-8ba7-72607029cc7a" providerId="ADAL" clId="{25700C30-DA00-487E-96B7-DD16F87D1F8A}" dt="2024-07-22T03:54:19.944" v="16" actId="47"/>
        <pc:sldMkLst>
          <pc:docMk/>
          <pc:sldMk cId="4114871134" sldId="451"/>
        </pc:sldMkLst>
      </pc:sldChg>
      <pc:sldChg chg="modSp mod">
        <pc:chgData name="Edwar Romero-Ramirez" userId="92bc0edd-ad5d-44a7-8ba7-72607029cc7a" providerId="ADAL" clId="{25700C30-DA00-487E-96B7-DD16F87D1F8A}" dt="2024-08-06T14:36:04.094" v="2580" actId="2711"/>
        <pc:sldMkLst>
          <pc:docMk/>
          <pc:sldMk cId="1852742070" sldId="452"/>
        </pc:sldMkLst>
        <pc:spChg chg="mod">
          <ac:chgData name="Edwar Romero-Ramirez" userId="92bc0edd-ad5d-44a7-8ba7-72607029cc7a" providerId="ADAL" clId="{25700C30-DA00-487E-96B7-DD16F87D1F8A}" dt="2024-08-06T14:36:04.094" v="2580" actId="2711"/>
          <ac:spMkLst>
            <pc:docMk/>
            <pc:sldMk cId="1852742070" sldId="452"/>
            <ac:spMk id="3" creationId="{5DFB3FE5-552B-2E92-50C0-6AD6B6F4948E}"/>
          </ac:spMkLst>
        </pc:spChg>
      </pc:sldChg>
      <pc:sldChg chg="del">
        <pc:chgData name="Edwar Romero-Ramirez" userId="92bc0edd-ad5d-44a7-8ba7-72607029cc7a" providerId="ADAL" clId="{25700C30-DA00-487E-96B7-DD16F87D1F8A}" dt="2024-07-22T03:54:19.944" v="16" actId="47"/>
        <pc:sldMkLst>
          <pc:docMk/>
          <pc:sldMk cId="995196917" sldId="453"/>
        </pc:sldMkLst>
      </pc:sldChg>
      <pc:sldChg chg="del">
        <pc:chgData name="Edwar Romero-Ramirez" userId="92bc0edd-ad5d-44a7-8ba7-72607029cc7a" providerId="ADAL" clId="{25700C30-DA00-487E-96B7-DD16F87D1F8A}" dt="2024-07-22T03:54:51.773" v="28" actId="47"/>
        <pc:sldMkLst>
          <pc:docMk/>
          <pc:sldMk cId="2217771027" sldId="454"/>
        </pc:sldMkLst>
      </pc:sldChg>
      <pc:sldChg chg="del">
        <pc:chgData name="Edwar Romero-Ramirez" userId="92bc0edd-ad5d-44a7-8ba7-72607029cc7a" providerId="ADAL" clId="{25700C30-DA00-487E-96B7-DD16F87D1F8A}" dt="2024-07-22T03:54:51.773" v="28" actId="47"/>
        <pc:sldMkLst>
          <pc:docMk/>
          <pc:sldMk cId="282045610" sldId="455"/>
        </pc:sldMkLst>
      </pc:sldChg>
      <pc:sldChg chg="del">
        <pc:chgData name="Edwar Romero-Ramirez" userId="92bc0edd-ad5d-44a7-8ba7-72607029cc7a" providerId="ADAL" clId="{25700C30-DA00-487E-96B7-DD16F87D1F8A}" dt="2024-07-22T03:54:51.773" v="28" actId="47"/>
        <pc:sldMkLst>
          <pc:docMk/>
          <pc:sldMk cId="2639349119" sldId="456"/>
        </pc:sldMkLst>
      </pc:sldChg>
      <pc:sldChg chg="del">
        <pc:chgData name="Edwar Romero-Ramirez" userId="92bc0edd-ad5d-44a7-8ba7-72607029cc7a" providerId="ADAL" clId="{25700C30-DA00-487E-96B7-DD16F87D1F8A}" dt="2024-07-22T03:54:51.773" v="28" actId="47"/>
        <pc:sldMkLst>
          <pc:docMk/>
          <pc:sldMk cId="1239573155" sldId="457"/>
        </pc:sldMkLst>
      </pc:sldChg>
      <pc:sldChg chg="addSp modSp mod">
        <pc:chgData name="Edwar Romero-Ramirez" userId="92bc0edd-ad5d-44a7-8ba7-72607029cc7a" providerId="ADAL" clId="{25700C30-DA00-487E-96B7-DD16F87D1F8A}" dt="2024-08-06T15:44:27.181" v="3200" actId="1076"/>
        <pc:sldMkLst>
          <pc:docMk/>
          <pc:sldMk cId="1900411212" sldId="458"/>
        </pc:sldMkLst>
        <pc:spChg chg="mod">
          <ac:chgData name="Edwar Romero-Ramirez" userId="92bc0edd-ad5d-44a7-8ba7-72607029cc7a" providerId="ADAL" clId="{25700C30-DA00-487E-96B7-DD16F87D1F8A}" dt="2024-08-06T15:44:20.273" v="3199" actId="403"/>
          <ac:spMkLst>
            <pc:docMk/>
            <pc:sldMk cId="1900411212" sldId="458"/>
            <ac:spMk id="3" creationId="{9E74902B-0FC7-4FD6-2AD6-4E8BC3852C00}"/>
          </ac:spMkLst>
        </pc:spChg>
        <pc:grpChg chg="add mod">
          <ac:chgData name="Edwar Romero-Ramirez" userId="92bc0edd-ad5d-44a7-8ba7-72607029cc7a" providerId="ADAL" clId="{25700C30-DA00-487E-96B7-DD16F87D1F8A}" dt="2024-08-06T15:44:27.181" v="3200" actId="1076"/>
          <ac:grpSpMkLst>
            <pc:docMk/>
            <pc:sldMk cId="1900411212" sldId="458"/>
            <ac:grpSpMk id="7" creationId="{4DBF1CC6-57CA-C583-1C14-9DBC67ECF224}"/>
          </ac:grpSpMkLst>
        </pc:grpChg>
        <pc:picChg chg="add mod">
          <ac:chgData name="Edwar Romero-Ramirez" userId="92bc0edd-ad5d-44a7-8ba7-72607029cc7a" providerId="ADAL" clId="{25700C30-DA00-487E-96B7-DD16F87D1F8A}" dt="2024-08-06T15:38:02.739" v="3135" actId="164"/>
          <ac:picMkLst>
            <pc:docMk/>
            <pc:sldMk cId="1900411212" sldId="458"/>
            <ac:picMk id="5" creationId="{D09C5F00-0E58-6BA6-3CB9-ECEC62F88A8B}"/>
          </ac:picMkLst>
        </pc:picChg>
        <pc:picChg chg="add mod modCrop">
          <ac:chgData name="Edwar Romero-Ramirez" userId="92bc0edd-ad5d-44a7-8ba7-72607029cc7a" providerId="ADAL" clId="{25700C30-DA00-487E-96B7-DD16F87D1F8A}" dt="2024-08-06T15:38:02.739" v="3135" actId="164"/>
          <ac:picMkLst>
            <pc:docMk/>
            <pc:sldMk cId="1900411212" sldId="458"/>
            <ac:picMk id="6" creationId="{2EA9F2F1-B449-2EA5-5C47-90712C3B9F88}"/>
          </ac:picMkLst>
        </pc:picChg>
        <pc:picChg chg="add mod">
          <ac:chgData name="Edwar Romero-Ramirez" userId="92bc0edd-ad5d-44a7-8ba7-72607029cc7a" providerId="ADAL" clId="{25700C30-DA00-487E-96B7-DD16F87D1F8A}" dt="2024-08-06T15:39:36.150" v="3176" actId="1076"/>
          <ac:picMkLst>
            <pc:docMk/>
            <pc:sldMk cId="1900411212" sldId="458"/>
            <ac:picMk id="9" creationId="{99641041-D8C0-C04F-BEE6-12D11E4D896A}"/>
          </ac:picMkLst>
        </pc:picChg>
        <pc:picChg chg="add mod">
          <ac:chgData name="Edwar Romero-Ramirez" userId="92bc0edd-ad5d-44a7-8ba7-72607029cc7a" providerId="ADAL" clId="{25700C30-DA00-487E-96B7-DD16F87D1F8A}" dt="2024-08-06T15:43:14.655" v="3180"/>
          <ac:picMkLst>
            <pc:docMk/>
            <pc:sldMk cId="1900411212" sldId="458"/>
            <ac:picMk id="10" creationId="{D9FD14FE-457A-62D4-E793-E8D4A329F94D}"/>
          </ac:picMkLst>
        </pc:picChg>
      </pc:sldChg>
      <pc:sldChg chg="modSp mod">
        <pc:chgData name="Edwar Romero-Ramirez" userId="92bc0edd-ad5d-44a7-8ba7-72607029cc7a" providerId="ADAL" clId="{25700C30-DA00-487E-96B7-DD16F87D1F8A}" dt="2024-08-06T16:39:06.401" v="3547" actId="404"/>
        <pc:sldMkLst>
          <pc:docMk/>
          <pc:sldMk cId="1972874594" sldId="459"/>
        </pc:sldMkLst>
        <pc:spChg chg="mod">
          <ac:chgData name="Edwar Romero-Ramirez" userId="92bc0edd-ad5d-44a7-8ba7-72607029cc7a" providerId="ADAL" clId="{25700C30-DA00-487E-96B7-DD16F87D1F8A}" dt="2024-08-06T16:39:06.401" v="3547" actId="404"/>
          <ac:spMkLst>
            <pc:docMk/>
            <pc:sldMk cId="1972874594" sldId="459"/>
            <ac:spMk id="3" creationId="{6186930B-107C-EE8D-02DF-6461E9BF6EA3}"/>
          </ac:spMkLst>
        </pc:spChg>
      </pc:sldChg>
      <pc:sldChg chg="addSp modSp mod">
        <pc:chgData name="Edwar Romero-Ramirez" userId="92bc0edd-ad5d-44a7-8ba7-72607029cc7a" providerId="ADAL" clId="{25700C30-DA00-487E-96B7-DD16F87D1F8A}" dt="2024-08-06T16:38:34.668" v="3542" actId="1076"/>
        <pc:sldMkLst>
          <pc:docMk/>
          <pc:sldMk cId="2017737412" sldId="460"/>
        </pc:sldMkLst>
        <pc:spChg chg="mod">
          <ac:chgData name="Edwar Romero-Ramirez" userId="92bc0edd-ad5d-44a7-8ba7-72607029cc7a" providerId="ADAL" clId="{25700C30-DA00-487E-96B7-DD16F87D1F8A}" dt="2024-08-06T16:35:48.644" v="3502"/>
          <ac:spMkLst>
            <pc:docMk/>
            <pc:sldMk cId="2017737412" sldId="460"/>
            <ac:spMk id="2" creationId="{9E8170A0-FB2A-58F5-0615-DE164697D2E4}"/>
          </ac:spMkLst>
        </pc:spChg>
        <pc:spChg chg="mod">
          <ac:chgData name="Edwar Romero-Ramirez" userId="92bc0edd-ad5d-44a7-8ba7-72607029cc7a" providerId="ADAL" clId="{25700C30-DA00-487E-96B7-DD16F87D1F8A}" dt="2024-08-06T16:37:36.920" v="3526" actId="1076"/>
          <ac:spMkLst>
            <pc:docMk/>
            <pc:sldMk cId="2017737412" sldId="460"/>
            <ac:spMk id="3" creationId="{2D310B37-EB23-8F05-532B-4E21B22B4358}"/>
          </ac:spMkLst>
        </pc:spChg>
        <pc:spChg chg="add mod">
          <ac:chgData name="Edwar Romero-Ramirez" userId="92bc0edd-ad5d-44a7-8ba7-72607029cc7a" providerId="ADAL" clId="{25700C30-DA00-487E-96B7-DD16F87D1F8A}" dt="2024-08-06T16:38:16.513" v="3535" actId="403"/>
          <ac:spMkLst>
            <pc:docMk/>
            <pc:sldMk cId="2017737412" sldId="460"/>
            <ac:spMk id="7" creationId="{7F2C7E51-7434-0F72-DF87-36B6253941EB}"/>
          </ac:spMkLst>
        </pc:spChg>
        <pc:spChg chg="add mod">
          <ac:chgData name="Edwar Romero-Ramirez" userId="92bc0edd-ad5d-44a7-8ba7-72607029cc7a" providerId="ADAL" clId="{25700C30-DA00-487E-96B7-DD16F87D1F8A}" dt="2024-08-06T16:38:34.668" v="3542" actId="1076"/>
          <ac:spMkLst>
            <pc:docMk/>
            <pc:sldMk cId="2017737412" sldId="460"/>
            <ac:spMk id="9" creationId="{FA018258-E170-4B71-25EA-1302D772F91E}"/>
          </ac:spMkLst>
        </pc:spChg>
        <pc:picChg chg="add mod">
          <ac:chgData name="Edwar Romero-Ramirez" userId="92bc0edd-ad5d-44a7-8ba7-72607029cc7a" providerId="ADAL" clId="{25700C30-DA00-487E-96B7-DD16F87D1F8A}" dt="2024-08-06T16:36:11.386" v="3506" actId="1076"/>
          <ac:picMkLst>
            <pc:docMk/>
            <pc:sldMk cId="2017737412" sldId="460"/>
            <ac:picMk id="5" creationId="{ADE87C48-BC8B-687B-771B-F12A1907C000}"/>
          </ac:picMkLst>
        </pc:picChg>
      </pc:sldChg>
      <pc:sldChg chg="addSp modSp mod">
        <pc:chgData name="Edwar Romero-Ramirez" userId="92bc0edd-ad5d-44a7-8ba7-72607029cc7a" providerId="ADAL" clId="{25700C30-DA00-487E-96B7-DD16F87D1F8A}" dt="2024-08-06T19:16:16.174" v="3695"/>
        <pc:sldMkLst>
          <pc:docMk/>
          <pc:sldMk cId="262174804" sldId="461"/>
        </pc:sldMkLst>
        <pc:spChg chg="mod">
          <ac:chgData name="Edwar Romero-Ramirez" userId="92bc0edd-ad5d-44a7-8ba7-72607029cc7a" providerId="ADAL" clId="{25700C30-DA00-487E-96B7-DD16F87D1F8A}" dt="2024-08-06T19:16:02.707" v="3693" actId="27636"/>
          <ac:spMkLst>
            <pc:docMk/>
            <pc:sldMk cId="262174804" sldId="461"/>
            <ac:spMk id="3" creationId="{9E74902B-0FC7-4FD6-2AD6-4E8BC3852C00}"/>
          </ac:spMkLst>
        </pc:spChg>
        <pc:picChg chg="add mod">
          <ac:chgData name="Edwar Romero-Ramirez" userId="92bc0edd-ad5d-44a7-8ba7-72607029cc7a" providerId="ADAL" clId="{25700C30-DA00-487E-96B7-DD16F87D1F8A}" dt="2024-08-06T18:48:04.861" v="3635"/>
          <ac:picMkLst>
            <pc:docMk/>
            <pc:sldMk cId="262174804" sldId="461"/>
            <ac:picMk id="4" creationId="{47D3777D-DBAF-0566-5E9E-ECB8BBF598C9}"/>
          </ac:picMkLst>
        </pc:picChg>
        <pc:picChg chg="add mod">
          <ac:chgData name="Edwar Romero-Ramirez" userId="92bc0edd-ad5d-44a7-8ba7-72607029cc7a" providerId="ADAL" clId="{25700C30-DA00-487E-96B7-DD16F87D1F8A}" dt="2024-08-06T18:48:04.861" v="3635"/>
          <ac:picMkLst>
            <pc:docMk/>
            <pc:sldMk cId="262174804" sldId="461"/>
            <ac:picMk id="5" creationId="{8E3EFF8A-BF8D-C7B7-28DE-5200BDBB6EF7}"/>
          </ac:picMkLst>
        </pc:picChg>
        <pc:picChg chg="add mod">
          <ac:chgData name="Edwar Romero-Ramirez" userId="92bc0edd-ad5d-44a7-8ba7-72607029cc7a" providerId="ADAL" clId="{25700C30-DA00-487E-96B7-DD16F87D1F8A}" dt="2024-08-06T19:16:08.617" v="3694" actId="1076"/>
          <ac:picMkLst>
            <pc:docMk/>
            <pc:sldMk cId="262174804" sldId="461"/>
            <ac:picMk id="7" creationId="{6D9B532F-CC39-3B83-19D5-A05934032FCA}"/>
          </ac:picMkLst>
        </pc:picChg>
        <pc:picChg chg="add mod">
          <ac:chgData name="Edwar Romero-Ramirez" userId="92bc0edd-ad5d-44a7-8ba7-72607029cc7a" providerId="ADAL" clId="{25700C30-DA00-487E-96B7-DD16F87D1F8A}" dt="2024-08-06T19:16:16.174" v="3695"/>
          <ac:picMkLst>
            <pc:docMk/>
            <pc:sldMk cId="262174804" sldId="461"/>
            <ac:picMk id="9" creationId="{542267F5-82E8-7BA2-DB8A-804B54A06237}"/>
          </ac:picMkLst>
        </pc:picChg>
      </pc:sldChg>
      <pc:sldChg chg="modSp new mod">
        <pc:chgData name="Edwar Romero-Ramirez" userId="92bc0edd-ad5d-44a7-8ba7-72607029cc7a" providerId="ADAL" clId="{25700C30-DA00-487E-96B7-DD16F87D1F8A}" dt="2024-08-05T22:49:09.963" v="924" actId="207"/>
        <pc:sldMkLst>
          <pc:docMk/>
          <pc:sldMk cId="1539129383" sldId="464"/>
        </pc:sldMkLst>
        <pc:spChg chg="mod">
          <ac:chgData name="Edwar Romero-Ramirez" userId="92bc0edd-ad5d-44a7-8ba7-72607029cc7a" providerId="ADAL" clId="{25700C30-DA00-487E-96B7-DD16F87D1F8A}" dt="2024-08-05T22:14:50.610" v="740" actId="20577"/>
          <ac:spMkLst>
            <pc:docMk/>
            <pc:sldMk cId="1539129383" sldId="464"/>
            <ac:spMk id="2" creationId="{4BB57490-2E6C-9485-9518-E1A07E24FAB9}"/>
          </ac:spMkLst>
        </pc:spChg>
        <pc:spChg chg="mod">
          <ac:chgData name="Edwar Romero-Ramirez" userId="92bc0edd-ad5d-44a7-8ba7-72607029cc7a" providerId="ADAL" clId="{25700C30-DA00-487E-96B7-DD16F87D1F8A}" dt="2024-08-05T22:49:09.963" v="924" actId="207"/>
          <ac:spMkLst>
            <pc:docMk/>
            <pc:sldMk cId="1539129383" sldId="464"/>
            <ac:spMk id="3" creationId="{081E7218-E8FE-08A8-77EC-DB3BA12DB25C}"/>
          </ac:spMkLst>
        </pc:spChg>
      </pc:sldChg>
      <pc:sldChg chg="modSp add mod">
        <pc:chgData name="Edwar Romero-Ramirez" userId="92bc0edd-ad5d-44a7-8ba7-72607029cc7a" providerId="ADAL" clId="{25700C30-DA00-487E-96B7-DD16F87D1F8A}" dt="2024-08-05T22:20:04.124" v="903" actId="27636"/>
        <pc:sldMkLst>
          <pc:docMk/>
          <pc:sldMk cId="2231752463" sldId="465"/>
        </pc:sldMkLst>
        <pc:spChg chg="mod">
          <ac:chgData name="Edwar Romero-Ramirez" userId="92bc0edd-ad5d-44a7-8ba7-72607029cc7a" providerId="ADAL" clId="{25700C30-DA00-487E-96B7-DD16F87D1F8A}" dt="2024-08-05T22:20:04.124" v="903" actId="27636"/>
          <ac:spMkLst>
            <pc:docMk/>
            <pc:sldMk cId="2231752463" sldId="465"/>
            <ac:spMk id="3" creationId="{081E7218-E8FE-08A8-77EC-DB3BA12DB25C}"/>
          </ac:spMkLst>
        </pc:spChg>
      </pc:sldChg>
      <pc:sldChg chg="addSp modSp add mod">
        <pc:chgData name="Edwar Romero-Ramirez" userId="92bc0edd-ad5d-44a7-8ba7-72607029cc7a" providerId="ADAL" clId="{25700C30-DA00-487E-96B7-DD16F87D1F8A}" dt="2024-08-05T23:15:45.871" v="1532" actId="1076"/>
        <pc:sldMkLst>
          <pc:docMk/>
          <pc:sldMk cId="2382869103" sldId="466"/>
        </pc:sldMkLst>
        <pc:spChg chg="mod">
          <ac:chgData name="Edwar Romero-Ramirez" userId="92bc0edd-ad5d-44a7-8ba7-72607029cc7a" providerId="ADAL" clId="{25700C30-DA00-487E-96B7-DD16F87D1F8A}" dt="2024-08-05T23:15:43.606" v="1531"/>
          <ac:spMkLst>
            <pc:docMk/>
            <pc:sldMk cId="2382869103" sldId="466"/>
            <ac:spMk id="3" creationId="{83A8E542-D94F-C87E-A030-26E55682C855}"/>
          </ac:spMkLst>
        </pc:spChg>
        <pc:picChg chg="add mod">
          <ac:chgData name="Edwar Romero-Ramirez" userId="92bc0edd-ad5d-44a7-8ba7-72607029cc7a" providerId="ADAL" clId="{25700C30-DA00-487E-96B7-DD16F87D1F8A}" dt="2024-08-05T23:06:58.601" v="1183"/>
          <ac:picMkLst>
            <pc:docMk/>
            <pc:sldMk cId="2382869103" sldId="466"/>
            <ac:picMk id="4" creationId="{AC629083-EB14-E131-2560-4D562A67DA1F}"/>
          </ac:picMkLst>
        </pc:picChg>
        <pc:picChg chg="add mod">
          <ac:chgData name="Edwar Romero-Ramirez" userId="92bc0edd-ad5d-44a7-8ba7-72607029cc7a" providerId="ADAL" clId="{25700C30-DA00-487E-96B7-DD16F87D1F8A}" dt="2024-08-05T23:06:58.601" v="1183"/>
          <ac:picMkLst>
            <pc:docMk/>
            <pc:sldMk cId="2382869103" sldId="466"/>
            <ac:picMk id="5" creationId="{40EBBFE4-34FB-B238-DCD3-81F5F7A5D644}"/>
          </ac:picMkLst>
        </pc:picChg>
        <pc:picChg chg="add mod">
          <ac:chgData name="Edwar Romero-Ramirez" userId="92bc0edd-ad5d-44a7-8ba7-72607029cc7a" providerId="ADAL" clId="{25700C30-DA00-487E-96B7-DD16F87D1F8A}" dt="2024-08-05T23:06:58.601" v="1183"/>
          <ac:picMkLst>
            <pc:docMk/>
            <pc:sldMk cId="2382869103" sldId="466"/>
            <ac:picMk id="6" creationId="{30A23AFC-ADFF-B3CB-B5A6-FA311055253A}"/>
          </ac:picMkLst>
        </pc:picChg>
        <pc:picChg chg="add mod">
          <ac:chgData name="Edwar Romero-Ramirez" userId="92bc0edd-ad5d-44a7-8ba7-72607029cc7a" providerId="ADAL" clId="{25700C30-DA00-487E-96B7-DD16F87D1F8A}" dt="2024-08-05T23:15:45.871" v="1532" actId="1076"/>
          <ac:picMkLst>
            <pc:docMk/>
            <pc:sldMk cId="2382869103" sldId="466"/>
            <ac:picMk id="7" creationId="{2CCE1A90-64B3-621F-E719-2091C8F86EF0}"/>
          </ac:picMkLst>
        </pc:picChg>
      </pc:sldChg>
      <pc:sldChg chg="add del">
        <pc:chgData name="Edwar Romero-Ramirez" userId="92bc0edd-ad5d-44a7-8ba7-72607029cc7a" providerId="ADAL" clId="{25700C30-DA00-487E-96B7-DD16F87D1F8A}" dt="2024-08-05T23:05:35.200" v="1175" actId="47"/>
        <pc:sldMkLst>
          <pc:docMk/>
          <pc:sldMk cId="2767989074" sldId="467"/>
        </pc:sldMkLst>
      </pc:sldChg>
      <pc:sldChg chg="addSp delSp modSp add mod">
        <pc:chgData name="Edwar Romero-Ramirez" userId="92bc0edd-ad5d-44a7-8ba7-72607029cc7a" providerId="ADAL" clId="{25700C30-DA00-487E-96B7-DD16F87D1F8A}" dt="2024-08-05T23:06:55.967" v="1182" actId="1036"/>
        <pc:sldMkLst>
          <pc:docMk/>
          <pc:sldMk cId="3679142632" sldId="468"/>
        </pc:sldMkLst>
        <pc:spChg chg="mod">
          <ac:chgData name="Edwar Romero-Ramirez" userId="92bc0edd-ad5d-44a7-8ba7-72607029cc7a" providerId="ADAL" clId="{25700C30-DA00-487E-96B7-DD16F87D1F8A}" dt="2024-08-05T23:06:45.656" v="1181" actId="403"/>
          <ac:spMkLst>
            <pc:docMk/>
            <pc:sldMk cId="3679142632" sldId="468"/>
            <ac:spMk id="3" creationId="{83A8E542-D94F-C87E-A030-26E55682C855}"/>
          </ac:spMkLst>
        </pc:spChg>
        <pc:picChg chg="add del mod">
          <ac:chgData name="Edwar Romero-Ramirez" userId="92bc0edd-ad5d-44a7-8ba7-72607029cc7a" providerId="ADAL" clId="{25700C30-DA00-487E-96B7-DD16F87D1F8A}" dt="2024-08-05T23:06:55.967" v="1182" actId="1036"/>
          <ac:picMkLst>
            <pc:docMk/>
            <pc:sldMk cId="3679142632" sldId="468"/>
            <ac:picMk id="4" creationId="{FFAA7EAF-8DC5-E3F0-BD48-7D50095726ED}"/>
          </ac:picMkLst>
        </pc:picChg>
        <pc:picChg chg="mod">
          <ac:chgData name="Edwar Romero-Ramirez" userId="92bc0edd-ad5d-44a7-8ba7-72607029cc7a" providerId="ADAL" clId="{25700C30-DA00-487E-96B7-DD16F87D1F8A}" dt="2024-08-05T23:06:55.967" v="1182" actId="1036"/>
          <ac:picMkLst>
            <pc:docMk/>
            <pc:sldMk cId="3679142632" sldId="468"/>
            <ac:picMk id="5" creationId="{5CC7F3F3-4681-4541-AD57-6C866CB53089}"/>
          </ac:picMkLst>
        </pc:picChg>
        <pc:picChg chg="add mod">
          <ac:chgData name="Edwar Romero-Ramirez" userId="92bc0edd-ad5d-44a7-8ba7-72607029cc7a" providerId="ADAL" clId="{25700C30-DA00-487E-96B7-DD16F87D1F8A}" dt="2024-08-05T23:06:55.967" v="1182" actId="1036"/>
          <ac:picMkLst>
            <pc:docMk/>
            <pc:sldMk cId="3679142632" sldId="468"/>
            <ac:picMk id="6" creationId="{AD707F61-9D21-2817-A23E-0931709B11C9}"/>
          </ac:picMkLst>
        </pc:picChg>
        <pc:picChg chg="del">
          <ac:chgData name="Edwar Romero-Ramirez" userId="92bc0edd-ad5d-44a7-8ba7-72607029cc7a" providerId="ADAL" clId="{25700C30-DA00-487E-96B7-DD16F87D1F8A}" dt="2024-08-05T23:05:06.543" v="1171" actId="478"/>
          <ac:picMkLst>
            <pc:docMk/>
            <pc:sldMk cId="3679142632" sldId="468"/>
            <ac:picMk id="7" creationId="{98EBD583-A4ED-0276-A97D-6CD7181C75B3}"/>
          </ac:picMkLst>
        </pc:picChg>
        <pc:picChg chg="del">
          <ac:chgData name="Edwar Romero-Ramirez" userId="92bc0edd-ad5d-44a7-8ba7-72607029cc7a" providerId="ADAL" clId="{25700C30-DA00-487E-96B7-DD16F87D1F8A}" dt="2024-08-05T23:05:05.790" v="1170" actId="478"/>
          <ac:picMkLst>
            <pc:docMk/>
            <pc:sldMk cId="3679142632" sldId="468"/>
            <ac:picMk id="11" creationId="{1891FF63-A7F1-1014-9207-8126B3A5CA93}"/>
          </ac:picMkLst>
        </pc:picChg>
      </pc:sldChg>
      <pc:sldChg chg="addSp delSp modSp new mod">
        <pc:chgData name="Edwar Romero-Ramirez" userId="92bc0edd-ad5d-44a7-8ba7-72607029cc7a" providerId="ADAL" clId="{25700C30-DA00-487E-96B7-DD16F87D1F8A}" dt="2024-08-05T23:52:56.499" v="1621" actId="478"/>
        <pc:sldMkLst>
          <pc:docMk/>
          <pc:sldMk cId="3354436497" sldId="469"/>
        </pc:sldMkLst>
        <pc:spChg chg="mod">
          <ac:chgData name="Edwar Romero-Ramirez" userId="92bc0edd-ad5d-44a7-8ba7-72607029cc7a" providerId="ADAL" clId="{25700C30-DA00-487E-96B7-DD16F87D1F8A}" dt="2024-08-05T23:17:11.395" v="1570" actId="113"/>
          <ac:spMkLst>
            <pc:docMk/>
            <pc:sldMk cId="3354436497" sldId="469"/>
            <ac:spMk id="2" creationId="{66004921-6D88-225B-F312-005D599B40EF}"/>
          </ac:spMkLst>
        </pc:spChg>
        <pc:spChg chg="mod">
          <ac:chgData name="Edwar Romero-Ramirez" userId="92bc0edd-ad5d-44a7-8ba7-72607029cc7a" providerId="ADAL" clId="{25700C30-DA00-487E-96B7-DD16F87D1F8A}" dt="2024-08-05T23:51:35.979" v="1614" actId="20577"/>
          <ac:spMkLst>
            <pc:docMk/>
            <pc:sldMk cId="3354436497" sldId="469"/>
            <ac:spMk id="3" creationId="{338202B1-4CFC-B79A-B557-A08844EC98EB}"/>
          </ac:spMkLst>
        </pc:spChg>
        <pc:picChg chg="add mod modCrop">
          <ac:chgData name="Edwar Romero-Ramirez" userId="92bc0edd-ad5d-44a7-8ba7-72607029cc7a" providerId="ADAL" clId="{25700C30-DA00-487E-96B7-DD16F87D1F8A}" dt="2024-08-05T23:51:45.072" v="1617" actId="1076"/>
          <ac:picMkLst>
            <pc:docMk/>
            <pc:sldMk cId="3354436497" sldId="469"/>
            <ac:picMk id="5" creationId="{0234D3CD-9EBB-34F7-B23C-59AFD537AF41}"/>
          </ac:picMkLst>
        </pc:picChg>
        <pc:picChg chg="add del">
          <ac:chgData name="Edwar Romero-Ramirez" userId="92bc0edd-ad5d-44a7-8ba7-72607029cc7a" providerId="ADAL" clId="{25700C30-DA00-487E-96B7-DD16F87D1F8A}" dt="2024-08-05T23:50:12.694" v="1580" actId="478"/>
          <ac:picMkLst>
            <pc:docMk/>
            <pc:sldMk cId="3354436497" sldId="469"/>
            <ac:picMk id="7" creationId="{6EF767D9-55CD-AB2E-A1AD-F46029527B06}"/>
          </ac:picMkLst>
        </pc:picChg>
        <pc:picChg chg="add mod">
          <ac:chgData name="Edwar Romero-Ramirez" userId="92bc0edd-ad5d-44a7-8ba7-72607029cc7a" providerId="ADAL" clId="{25700C30-DA00-487E-96B7-DD16F87D1F8A}" dt="2024-08-05T23:51:48.160" v="1619" actId="1076"/>
          <ac:picMkLst>
            <pc:docMk/>
            <pc:sldMk cId="3354436497" sldId="469"/>
            <ac:picMk id="9" creationId="{5CE202E5-D9D6-0220-A286-016C3DA53883}"/>
          </ac:picMkLst>
        </pc:picChg>
        <pc:picChg chg="add del mod">
          <ac:chgData name="Edwar Romero-Ramirez" userId="92bc0edd-ad5d-44a7-8ba7-72607029cc7a" providerId="ADAL" clId="{25700C30-DA00-487E-96B7-DD16F87D1F8A}" dt="2024-08-05T23:52:56.499" v="1621" actId="478"/>
          <ac:picMkLst>
            <pc:docMk/>
            <pc:sldMk cId="3354436497" sldId="469"/>
            <ac:picMk id="10" creationId="{12875FBD-3AE3-5984-519F-90F441BD0247}"/>
          </ac:picMkLst>
        </pc:picChg>
      </pc:sldChg>
      <pc:sldChg chg="addSp modSp new mod modNotesTx">
        <pc:chgData name="Edwar Romero-Ramirez" userId="92bc0edd-ad5d-44a7-8ba7-72607029cc7a" providerId="ADAL" clId="{25700C30-DA00-487E-96B7-DD16F87D1F8A}" dt="2024-08-06T00:07:28.792" v="1758" actId="6549"/>
        <pc:sldMkLst>
          <pc:docMk/>
          <pc:sldMk cId="983036770" sldId="470"/>
        </pc:sldMkLst>
        <pc:spChg chg="mod">
          <ac:chgData name="Edwar Romero-Ramirez" userId="92bc0edd-ad5d-44a7-8ba7-72607029cc7a" providerId="ADAL" clId="{25700C30-DA00-487E-96B7-DD16F87D1F8A}" dt="2024-08-05T23:53:07.603" v="1623"/>
          <ac:spMkLst>
            <pc:docMk/>
            <pc:sldMk cId="983036770" sldId="470"/>
            <ac:spMk id="2" creationId="{AEEBA815-D2C4-BDA9-D8F9-693D5D727200}"/>
          </ac:spMkLst>
        </pc:spChg>
        <pc:spChg chg="mod">
          <ac:chgData name="Edwar Romero-Ramirez" userId="92bc0edd-ad5d-44a7-8ba7-72607029cc7a" providerId="ADAL" clId="{25700C30-DA00-487E-96B7-DD16F87D1F8A}" dt="2024-08-06T00:04:58.386" v="1735" actId="20577"/>
          <ac:spMkLst>
            <pc:docMk/>
            <pc:sldMk cId="983036770" sldId="470"/>
            <ac:spMk id="3" creationId="{1A07ECF6-F060-BC5B-B78D-DEC49881A3A2}"/>
          </ac:spMkLst>
        </pc:spChg>
        <pc:spChg chg="add mod">
          <ac:chgData name="Edwar Romero-Ramirez" userId="92bc0edd-ad5d-44a7-8ba7-72607029cc7a" providerId="ADAL" clId="{25700C30-DA00-487E-96B7-DD16F87D1F8A}" dt="2024-08-06T00:06:04.456" v="1747" actId="20577"/>
          <ac:spMkLst>
            <pc:docMk/>
            <pc:sldMk cId="983036770" sldId="470"/>
            <ac:spMk id="11" creationId="{D44F904E-4642-4C06-C150-596C7CF83F56}"/>
          </ac:spMkLst>
        </pc:spChg>
        <pc:picChg chg="add mod">
          <ac:chgData name="Edwar Romero-Ramirez" userId="92bc0edd-ad5d-44a7-8ba7-72607029cc7a" providerId="ADAL" clId="{25700C30-DA00-487E-96B7-DD16F87D1F8A}" dt="2024-08-05T23:55:11.447" v="1628" actId="1076"/>
          <ac:picMkLst>
            <pc:docMk/>
            <pc:sldMk cId="983036770" sldId="470"/>
            <ac:picMk id="5" creationId="{AC33F6C8-06D6-687F-1FF9-FE9CD64F115A}"/>
          </ac:picMkLst>
        </pc:picChg>
        <pc:picChg chg="add mod">
          <ac:chgData name="Edwar Romero-Ramirez" userId="92bc0edd-ad5d-44a7-8ba7-72607029cc7a" providerId="ADAL" clId="{25700C30-DA00-487E-96B7-DD16F87D1F8A}" dt="2024-08-06T00:05:04.475" v="1736" actId="1076"/>
          <ac:picMkLst>
            <pc:docMk/>
            <pc:sldMk cId="983036770" sldId="470"/>
            <ac:picMk id="7" creationId="{8389E1C8-4C98-61C0-139A-034C2FCBE13D}"/>
          </ac:picMkLst>
        </pc:picChg>
        <pc:picChg chg="add mod">
          <ac:chgData name="Edwar Romero-Ramirez" userId="92bc0edd-ad5d-44a7-8ba7-72607029cc7a" providerId="ADAL" clId="{25700C30-DA00-487E-96B7-DD16F87D1F8A}" dt="2024-08-06T00:05:18.913" v="1738" actId="1076"/>
          <ac:picMkLst>
            <pc:docMk/>
            <pc:sldMk cId="983036770" sldId="470"/>
            <ac:picMk id="9" creationId="{DBDB8FEF-E68F-F4EB-CC12-13031AE11754}"/>
          </ac:picMkLst>
        </pc:picChg>
        <pc:picChg chg="add mod">
          <ac:chgData name="Edwar Romero-Ramirez" userId="92bc0edd-ad5d-44a7-8ba7-72607029cc7a" providerId="ADAL" clId="{25700C30-DA00-487E-96B7-DD16F87D1F8A}" dt="2024-08-06T00:06:55.837" v="1751" actId="1076"/>
          <ac:picMkLst>
            <pc:docMk/>
            <pc:sldMk cId="983036770" sldId="470"/>
            <ac:picMk id="13" creationId="{84C0E241-EC2B-A420-1741-03313D9EFEAA}"/>
          </ac:picMkLst>
        </pc:picChg>
      </pc:sldChg>
      <pc:sldChg chg="delSp modSp add mod">
        <pc:chgData name="Edwar Romero-Ramirez" userId="92bc0edd-ad5d-44a7-8ba7-72607029cc7a" providerId="ADAL" clId="{25700C30-DA00-487E-96B7-DD16F87D1F8A}" dt="2024-08-06T00:10:40.608" v="1844" actId="20577"/>
        <pc:sldMkLst>
          <pc:docMk/>
          <pc:sldMk cId="3930056607" sldId="471"/>
        </pc:sldMkLst>
        <pc:spChg chg="mod">
          <ac:chgData name="Edwar Romero-Ramirez" userId="92bc0edd-ad5d-44a7-8ba7-72607029cc7a" providerId="ADAL" clId="{25700C30-DA00-487E-96B7-DD16F87D1F8A}" dt="2024-08-06T00:10:40.608" v="1844" actId="20577"/>
          <ac:spMkLst>
            <pc:docMk/>
            <pc:sldMk cId="3930056607" sldId="471"/>
            <ac:spMk id="3" creationId="{1A07ECF6-F060-BC5B-B78D-DEC49881A3A2}"/>
          </ac:spMkLst>
        </pc:spChg>
        <pc:spChg chg="del">
          <ac:chgData name="Edwar Romero-Ramirez" userId="92bc0edd-ad5d-44a7-8ba7-72607029cc7a" providerId="ADAL" clId="{25700C30-DA00-487E-96B7-DD16F87D1F8A}" dt="2024-08-06T00:07:59.643" v="1760" actId="478"/>
          <ac:spMkLst>
            <pc:docMk/>
            <pc:sldMk cId="3930056607" sldId="471"/>
            <ac:spMk id="11" creationId="{D44F904E-4642-4C06-C150-596C7CF83F56}"/>
          </ac:spMkLst>
        </pc:spChg>
        <pc:picChg chg="del">
          <ac:chgData name="Edwar Romero-Ramirez" userId="92bc0edd-ad5d-44a7-8ba7-72607029cc7a" providerId="ADAL" clId="{25700C30-DA00-487E-96B7-DD16F87D1F8A}" dt="2024-08-06T00:08:10.652" v="1762" actId="478"/>
          <ac:picMkLst>
            <pc:docMk/>
            <pc:sldMk cId="3930056607" sldId="471"/>
            <ac:picMk id="5" creationId="{AC33F6C8-06D6-687F-1FF9-FE9CD64F115A}"/>
          </ac:picMkLst>
        </pc:picChg>
        <pc:picChg chg="del">
          <ac:chgData name="Edwar Romero-Ramirez" userId="92bc0edd-ad5d-44a7-8ba7-72607029cc7a" providerId="ADAL" clId="{25700C30-DA00-487E-96B7-DD16F87D1F8A}" dt="2024-08-06T00:07:59.643" v="1760" actId="478"/>
          <ac:picMkLst>
            <pc:docMk/>
            <pc:sldMk cId="3930056607" sldId="471"/>
            <ac:picMk id="7" creationId="{8389E1C8-4C98-61C0-139A-034C2FCBE13D}"/>
          </ac:picMkLst>
        </pc:picChg>
        <pc:picChg chg="del">
          <ac:chgData name="Edwar Romero-Ramirez" userId="92bc0edd-ad5d-44a7-8ba7-72607029cc7a" providerId="ADAL" clId="{25700C30-DA00-487E-96B7-DD16F87D1F8A}" dt="2024-08-06T00:07:59.643" v="1760" actId="478"/>
          <ac:picMkLst>
            <pc:docMk/>
            <pc:sldMk cId="3930056607" sldId="471"/>
            <ac:picMk id="9" creationId="{DBDB8FEF-E68F-F4EB-CC12-13031AE11754}"/>
          </ac:picMkLst>
        </pc:picChg>
        <pc:picChg chg="del">
          <ac:chgData name="Edwar Romero-Ramirez" userId="92bc0edd-ad5d-44a7-8ba7-72607029cc7a" providerId="ADAL" clId="{25700C30-DA00-487E-96B7-DD16F87D1F8A}" dt="2024-08-06T00:07:59.643" v="1760" actId="478"/>
          <ac:picMkLst>
            <pc:docMk/>
            <pc:sldMk cId="3930056607" sldId="471"/>
            <ac:picMk id="13" creationId="{84C0E241-EC2B-A420-1741-03313D9EFEAA}"/>
          </ac:picMkLst>
        </pc:picChg>
      </pc:sldChg>
      <pc:sldChg chg="addSp delSp modSp add mod modNotesTx">
        <pc:chgData name="Edwar Romero-Ramirez" userId="92bc0edd-ad5d-44a7-8ba7-72607029cc7a" providerId="ADAL" clId="{25700C30-DA00-487E-96B7-DD16F87D1F8A}" dt="2024-08-06T00:25:39.615" v="1888" actId="2711"/>
        <pc:sldMkLst>
          <pc:docMk/>
          <pc:sldMk cId="13355582" sldId="472"/>
        </pc:sldMkLst>
        <pc:spChg chg="mod">
          <ac:chgData name="Edwar Romero-Ramirez" userId="92bc0edd-ad5d-44a7-8ba7-72607029cc7a" providerId="ADAL" clId="{25700C30-DA00-487E-96B7-DD16F87D1F8A}" dt="2024-08-06T00:25:39.615" v="1888" actId="2711"/>
          <ac:spMkLst>
            <pc:docMk/>
            <pc:sldMk cId="13355582" sldId="472"/>
            <ac:spMk id="3" creationId="{1A07ECF6-F060-BC5B-B78D-DEC49881A3A2}"/>
          </ac:spMkLst>
        </pc:spChg>
        <pc:picChg chg="add del">
          <ac:chgData name="Edwar Romero-Ramirez" userId="92bc0edd-ad5d-44a7-8ba7-72607029cc7a" providerId="ADAL" clId="{25700C30-DA00-487E-96B7-DD16F87D1F8A}" dt="2024-08-06T00:16:04.606" v="1856" actId="478"/>
          <ac:picMkLst>
            <pc:docMk/>
            <pc:sldMk cId="13355582" sldId="472"/>
            <ac:picMk id="5" creationId="{0FA9798E-2A53-FB78-5C01-390800CDAF31}"/>
          </ac:picMkLst>
        </pc:picChg>
        <pc:picChg chg="add mod">
          <ac:chgData name="Edwar Romero-Ramirez" userId="92bc0edd-ad5d-44a7-8ba7-72607029cc7a" providerId="ADAL" clId="{25700C30-DA00-487E-96B7-DD16F87D1F8A}" dt="2024-08-06T00:16:44.927" v="1866" actId="14100"/>
          <ac:picMkLst>
            <pc:docMk/>
            <pc:sldMk cId="13355582" sldId="472"/>
            <ac:picMk id="7" creationId="{3CB53F87-91B5-B404-76DA-D3110E5D35E2}"/>
          </ac:picMkLst>
        </pc:picChg>
        <pc:picChg chg="add mod">
          <ac:chgData name="Edwar Romero-Ramirez" userId="92bc0edd-ad5d-44a7-8ba7-72607029cc7a" providerId="ADAL" clId="{25700C30-DA00-487E-96B7-DD16F87D1F8A}" dt="2024-08-06T00:19:29.094" v="1872" actId="1076"/>
          <ac:picMkLst>
            <pc:docMk/>
            <pc:sldMk cId="13355582" sldId="472"/>
            <ac:picMk id="9" creationId="{AC127615-F36D-1C6C-CB86-71156FDC2D07}"/>
          </ac:picMkLst>
        </pc:picChg>
        <pc:picChg chg="add mod modCrop">
          <ac:chgData name="Edwar Romero-Ramirez" userId="92bc0edd-ad5d-44a7-8ba7-72607029cc7a" providerId="ADAL" clId="{25700C30-DA00-487E-96B7-DD16F87D1F8A}" dt="2024-08-06T00:19:34.742" v="1876" actId="1035"/>
          <ac:picMkLst>
            <pc:docMk/>
            <pc:sldMk cId="13355582" sldId="472"/>
            <ac:picMk id="11" creationId="{1E36017B-1945-EEB4-F124-359F2672011C}"/>
          </ac:picMkLst>
        </pc:picChg>
      </pc:sldChg>
      <pc:sldChg chg="addSp delSp modSp add mod">
        <pc:chgData name="Edwar Romero-Ramirez" userId="92bc0edd-ad5d-44a7-8ba7-72607029cc7a" providerId="ADAL" clId="{25700C30-DA00-487E-96B7-DD16F87D1F8A}" dt="2024-08-06T03:09:27.588" v="1968" actId="1076"/>
        <pc:sldMkLst>
          <pc:docMk/>
          <pc:sldMk cId="3631632090" sldId="473"/>
        </pc:sldMkLst>
        <pc:spChg chg="mod">
          <ac:chgData name="Edwar Romero-Ramirez" userId="92bc0edd-ad5d-44a7-8ba7-72607029cc7a" providerId="ADAL" clId="{25700C30-DA00-487E-96B7-DD16F87D1F8A}" dt="2024-08-06T00:25:56.199" v="1892"/>
          <ac:spMkLst>
            <pc:docMk/>
            <pc:sldMk cId="3631632090" sldId="473"/>
            <ac:spMk id="3" creationId="{1A07ECF6-F060-BC5B-B78D-DEC49881A3A2}"/>
          </ac:spMkLst>
        </pc:spChg>
        <pc:spChg chg="add mod">
          <ac:chgData name="Edwar Romero-Ramirez" userId="92bc0edd-ad5d-44a7-8ba7-72607029cc7a" providerId="ADAL" clId="{25700C30-DA00-487E-96B7-DD16F87D1F8A}" dt="2024-08-06T00:28:16.456" v="1930" actId="1076"/>
          <ac:spMkLst>
            <pc:docMk/>
            <pc:sldMk cId="3631632090" sldId="473"/>
            <ac:spMk id="5" creationId="{04A7A741-89DD-557B-4D62-823C61A1D5B3}"/>
          </ac:spMkLst>
        </pc:spChg>
        <pc:spChg chg="add mod">
          <ac:chgData name="Edwar Romero-Ramirez" userId="92bc0edd-ad5d-44a7-8ba7-72607029cc7a" providerId="ADAL" clId="{25700C30-DA00-487E-96B7-DD16F87D1F8A}" dt="2024-08-06T00:29:08.674" v="1942" actId="1076"/>
          <ac:spMkLst>
            <pc:docMk/>
            <pc:sldMk cId="3631632090" sldId="473"/>
            <ac:spMk id="10" creationId="{2CD9BD50-2451-D569-B63D-0211D66D48AA}"/>
          </ac:spMkLst>
        </pc:spChg>
        <pc:spChg chg="add mod">
          <ac:chgData name="Edwar Romero-Ramirez" userId="92bc0edd-ad5d-44a7-8ba7-72607029cc7a" providerId="ADAL" clId="{25700C30-DA00-487E-96B7-DD16F87D1F8A}" dt="2024-08-06T03:09:24.258" v="1967" actId="1076"/>
          <ac:spMkLst>
            <pc:docMk/>
            <pc:sldMk cId="3631632090" sldId="473"/>
            <ac:spMk id="20" creationId="{A9704A30-3BFA-CD69-B2E4-6DF4BBCDF255}"/>
          </ac:spMkLst>
        </pc:spChg>
        <pc:spChg chg="add mod">
          <ac:chgData name="Edwar Romero-Ramirez" userId="92bc0edd-ad5d-44a7-8ba7-72607029cc7a" providerId="ADAL" clId="{25700C30-DA00-487E-96B7-DD16F87D1F8A}" dt="2024-08-06T03:09:27.588" v="1968" actId="1076"/>
          <ac:spMkLst>
            <pc:docMk/>
            <pc:sldMk cId="3631632090" sldId="473"/>
            <ac:spMk id="23" creationId="{0F636060-228B-FB2E-1DF5-0F03B6D10017}"/>
          </ac:spMkLst>
        </pc:spChg>
        <pc:picChg chg="del">
          <ac:chgData name="Edwar Romero-Ramirez" userId="92bc0edd-ad5d-44a7-8ba7-72607029cc7a" providerId="ADAL" clId="{25700C30-DA00-487E-96B7-DD16F87D1F8A}" dt="2024-08-06T00:25:23.289" v="1885" actId="478"/>
          <ac:picMkLst>
            <pc:docMk/>
            <pc:sldMk cId="3631632090" sldId="473"/>
            <ac:picMk id="7" creationId="{3CB53F87-91B5-B404-76DA-D3110E5D35E2}"/>
          </ac:picMkLst>
        </pc:picChg>
        <pc:picChg chg="add del mod">
          <ac:chgData name="Edwar Romero-Ramirez" userId="92bc0edd-ad5d-44a7-8ba7-72607029cc7a" providerId="ADAL" clId="{25700C30-DA00-487E-96B7-DD16F87D1F8A}" dt="2024-08-06T00:27:03.969" v="1914" actId="478"/>
          <ac:picMkLst>
            <pc:docMk/>
            <pc:sldMk cId="3631632090" sldId="473"/>
            <ac:picMk id="8" creationId="{ECACCB43-E58C-4BC6-E070-BA4B455CB43F}"/>
          </ac:picMkLst>
        </pc:picChg>
        <pc:picChg chg="del mod">
          <ac:chgData name="Edwar Romero-Ramirez" userId="92bc0edd-ad5d-44a7-8ba7-72607029cc7a" providerId="ADAL" clId="{25700C30-DA00-487E-96B7-DD16F87D1F8A}" dt="2024-08-06T00:27:29.251" v="1921" actId="478"/>
          <ac:picMkLst>
            <pc:docMk/>
            <pc:sldMk cId="3631632090" sldId="473"/>
            <ac:picMk id="9" creationId="{AC127615-F36D-1C6C-CB86-71156FDC2D07}"/>
          </ac:picMkLst>
        </pc:picChg>
        <pc:picChg chg="del">
          <ac:chgData name="Edwar Romero-Ramirez" userId="92bc0edd-ad5d-44a7-8ba7-72607029cc7a" providerId="ADAL" clId="{25700C30-DA00-487E-96B7-DD16F87D1F8A}" dt="2024-08-06T00:25:22.519" v="1884" actId="478"/>
          <ac:picMkLst>
            <pc:docMk/>
            <pc:sldMk cId="3631632090" sldId="473"/>
            <ac:picMk id="11" creationId="{1E36017B-1945-EEB4-F124-359F2672011C}"/>
          </ac:picMkLst>
        </pc:picChg>
        <pc:picChg chg="add mod">
          <ac:chgData name="Edwar Romero-Ramirez" userId="92bc0edd-ad5d-44a7-8ba7-72607029cc7a" providerId="ADAL" clId="{25700C30-DA00-487E-96B7-DD16F87D1F8A}" dt="2024-08-06T00:29:23.451" v="1955" actId="1037"/>
          <ac:picMkLst>
            <pc:docMk/>
            <pc:sldMk cId="3631632090" sldId="473"/>
            <ac:picMk id="13" creationId="{DBF01092-1C8B-EA72-7E54-FDBA3C2E2010}"/>
          </ac:picMkLst>
        </pc:picChg>
        <pc:picChg chg="add del mod ord">
          <ac:chgData name="Edwar Romero-Ramirez" userId="92bc0edd-ad5d-44a7-8ba7-72607029cc7a" providerId="ADAL" clId="{25700C30-DA00-487E-96B7-DD16F87D1F8A}" dt="2024-08-06T00:27:57.254" v="1926" actId="478"/>
          <ac:picMkLst>
            <pc:docMk/>
            <pc:sldMk cId="3631632090" sldId="473"/>
            <ac:picMk id="15" creationId="{2EC612F6-8B7F-D9C1-A6C5-644104122668}"/>
          </ac:picMkLst>
        </pc:picChg>
        <pc:picChg chg="add mod ord">
          <ac:chgData name="Edwar Romero-Ramirez" userId="92bc0edd-ad5d-44a7-8ba7-72607029cc7a" providerId="ADAL" clId="{25700C30-DA00-487E-96B7-DD16F87D1F8A}" dt="2024-08-06T00:28:11.650" v="1929" actId="167"/>
          <ac:picMkLst>
            <pc:docMk/>
            <pc:sldMk cId="3631632090" sldId="473"/>
            <ac:picMk id="17" creationId="{08A0A1DE-8BD3-556D-2A8B-B5765D6C6626}"/>
          </ac:picMkLst>
        </pc:picChg>
        <pc:picChg chg="add mod">
          <ac:chgData name="Edwar Romero-Ramirez" userId="92bc0edd-ad5d-44a7-8ba7-72607029cc7a" providerId="ADAL" clId="{25700C30-DA00-487E-96B7-DD16F87D1F8A}" dt="2024-08-06T00:29:28.219" v="1966" actId="1037"/>
          <ac:picMkLst>
            <pc:docMk/>
            <pc:sldMk cId="3631632090" sldId="473"/>
            <ac:picMk id="19" creationId="{EB2A7E0B-FE64-AA0F-F649-8F640E07AAC5}"/>
          </ac:picMkLst>
        </pc:picChg>
        <pc:picChg chg="add mod">
          <ac:chgData name="Edwar Romero-Ramirez" userId="92bc0edd-ad5d-44a7-8ba7-72607029cc7a" providerId="ADAL" clId="{25700C30-DA00-487E-96B7-DD16F87D1F8A}" dt="2024-08-06T00:29:26.051" v="1958" actId="1037"/>
          <ac:picMkLst>
            <pc:docMk/>
            <pc:sldMk cId="3631632090" sldId="473"/>
            <ac:picMk id="22" creationId="{BD28B652-B44D-D5A7-FB33-ABDDC40E9C52}"/>
          </ac:picMkLst>
        </pc:picChg>
      </pc:sldChg>
      <pc:sldChg chg="addSp delSp modSp new mod">
        <pc:chgData name="Edwar Romero-Ramirez" userId="92bc0edd-ad5d-44a7-8ba7-72607029cc7a" providerId="ADAL" clId="{25700C30-DA00-487E-96B7-DD16F87D1F8A}" dt="2024-08-06T03:21:01.915" v="2172" actId="207"/>
        <pc:sldMkLst>
          <pc:docMk/>
          <pc:sldMk cId="1681680791" sldId="474"/>
        </pc:sldMkLst>
        <pc:spChg chg="mod">
          <ac:chgData name="Edwar Romero-Ramirez" userId="92bc0edd-ad5d-44a7-8ba7-72607029cc7a" providerId="ADAL" clId="{25700C30-DA00-487E-96B7-DD16F87D1F8A}" dt="2024-08-06T03:10:21.117" v="1970"/>
          <ac:spMkLst>
            <pc:docMk/>
            <pc:sldMk cId="1681680791" sldId="474"/>
            <ac:spMk id="2" creationId="{CD232160-9340-9A34-6B86-5286AE488C64}"/>
          </ac:spMkLst>
        </pc:spChg>
        <pc:spChg chg="mod">
          <ac:chgData name="Edwar Romero-Ramirez" userId="92bc0edd-ad5d-44a7-8ba7-72607029cc7a" providerId="ADAL" clId="{25700C30-DA00-487E-96B7-DD16F87D1F8A}" dt="2024-08-06T03:21:01.915" v="2172" actId="207"/>
          <ac:spMkLst>
            <pc:docMk/>
            <pc:sldMk cId="1681680791" sldId="474"/>
            <ac:spMk id="3" creationId="{07A83AB2-ACDC-D382-6EA2-749089B6E04C}"/>
          </ac:spMkLst>
        </pc:spChg>
        <pc:spChg chg="add del">
          <ac:chgData name="Edwar Romero-Ramirez" userId="92bc0edd-ad5d-44a7-8ba7-72607029cc7a" providerId="ADAL" clId="{25700C30-DA00-487E-96B7-DD16F87D1F8A}" dt="2024-08-06T03:15:01.429" v="2120" actId="22"/>
          <ac:spMkLst>
            <pc:docMk/>
            <pc:sldMk cId="1681680791" sldId="474"/>
            <ac:spMk id="7" creationId="{13502FB2-C33C-1F74-A162-7E3D7BDA6780}"/>
          </ac:spMkLst>
        </pc:spChg>
        <pc:spChg chg="add del mod">
          <ac:chgData name="Edwar Romero-Ramirez" userId="92bc0edd-ad5d-44a7-8ba7-72607029cc7a" providerId="ADAL" clId="{25700C30-DA00-487E-96B7-DD16F87D1F8A}" dt="2024-08-06T03:15:15.770" v="2123" actId="478"/>
          <ac:spMkLst>
            <pc:docMk/>
            <pc:sldMk cId="1681680791" sldId="474"/>
            <ac:spMk id="9" creationId="{E04A899D-7CCE-5F28-862F-42AEEDB58E40}"/>
          </ac:spMkLst>
        </pc:spChg>
        <pc:spChg chg="add mod">
          <ac:chgData name="Edwar Romero-Ramirez" userId="92bc0edd-ad5d-44a7-8ba7-72607029cc7a" providerId="ADAL" clId="{25700C30-DA00-487E-96B7-DD16F87D1F8A}" dt="2024-08-06T03:18:43.524" v="2160" actId="2711"/>
          <ac:spMkLst>
            <pc:docMk/>
            <pc:sldMk cId="1681680791" sldId="474"/>
            <ac:spMk id="13" creationId="{87AE17CD-E77A-0AB9-28A7-85CE13F60029}"/>
          </ac:spMkLst>
        </pc:spChg>
        <pc:picChg chg="add mod">
          <ac:chgData name="Edwar Romero-Ramirez" userId="92bc0edd-ad5d-44a7-8ba7-72607029cc7a" providerId="ADAL" clId="{25700C30-DA00-487E-96B7-DD16F87D1F8A}" dt="2024-08-06T03:17:16.116" v="2156" actId="1076"/>
          <ac:picMkLst>
            <pc:docMk/>
            <pc:sldMk cId="1681680791" sldId="474"/>
            <ac:picMk id="5" creationId="{F86B754C-729B-0DDB-74FD-06E57870F96C}"/>
          </ac:picMkLst>
        </pc:picChg>
        <pc:picChg chg="add mod modCrop">
          <ac:chgData name="Edwar Romero-Ramirez" userId="92bc0edd-ad5d-44a7-8ba7-72607029cc7a" providerId="ADAL" clId="{25700C30-DA00-487E-96B7-DD16F87D1F8A}" dt="2024-08-06T03:17:11.408" v="2155"/>
          <ac:picMkLst>
            <pc:docMk/>
            <pc:sldMk cId="1681680791" sldId="474"/>
            <ac:picMk id="11" creationId="{4B2462E1-46CC-2627-BF56-542D5C01AB2E}"/>
          </ac:picMkLst>
        </pc:picChg>
        <pc:picChg chg="add mod modCrop">
          <ac:chgData name="Edwar Romero-Ramirez" userId="92bc0edd-ad5d-44a7-8ba7-72607029cc7a" providerId="ADAL" clId="{25700C30-DA00-487E-96B7-DD16F87D1F8A}" dt="2024-08-06T03:17:21.761" v="2157" actId="1076"/>
          <ac:picMkLst>
            <pc:docMk/>
            <pc:sldMk cId="1681680791" sldId="474"/>
            <ac:picMk id="14" creationId="{3E5A1F31-4C7C-2F20-5981-D2479D0C4710}"/>
          </ac:picMkLst>
        </pc:picChg>
        <pc:picChg chg="add del mod modCrop">
          <ac:chgData name="Edwar Romero-Ramirez" userId="92bc0edd-ad5d-44a7-8ba7-72607029cc7a" providerId="ADAL" clId="{25700C30-DA00-487E-96B7-DD16F87D1F8A}" dt="2024-08-06T03:20:54.902" v="2171" actId="478"/>
          <ac:picMkLst>
            <pc:docMk/>
            <pc:sldMk cId="1681680791" sldId="474"/>
            <ac:picMk id="15" creationId="{BAC5EF2A-1067-14D5-F4A8-A7301FCB0FEE}"/>
          </ac:picMkLst>
        </pc:picChg>
      </pc:sldChg>
      <pc:sldChg chg="addSp delSp modSp new mod">
        <pc:chgData name="Edwar Romero-Ramirez" userId="92bc0edd-ad5d-44a7-8ba7-72607029cc7a" providerId="ADAL" clId="{25700C30-DA00-487E-96B7-DD16F87D1F8A}" dt="2024-08-06T03:27:34.027" v="2213" actId="1076"/>
        <pc:sldMkLst>
          <pc:docMk/>
          <pc:sldMk cId="2710711114" sldId="475"/>
        </pc:sldMkLst>
        <pc:spChg chg="mod">
          <ac:chgData name="Edwar Romero-Ramirez" userId="92bc0edd-ad5d-44a7-8ba7-72607029cc7a" providerId="ADAL" clId="{25700C30-DA00-487E-96B7-DD16F87D1F8A}" dt="2024-08-06T03:18:59.550" v="2162"/>
          <ac:spMkLst>
            <pc:docMk/>
            <pc:sldMk cId="2710711114" sldId="475"/>
            <ac:spMk id="2" creationId="{51EC687F-2DEF-02A5-8EC3-3EA20EC06943}"/>
          </ac:spMkLst>
        </pc:spChg>
        <pc:spChg chg="mod">
          <ac:chgData name="Edwar Romero-Ramirez" userId="92bc0edd-ad5d-44a7-8ba7-72607029cc7a" providerId="ADAL" clId="{25700C30-DA00-487E-96B7-DD16F87D1F8A}" dt="2024-08-06T03:26:01.080" v="2211" actId="20577"/>
          <ac:spMkLst>
            <pc:docMk/>
            <pc:sldMk cId="2710711114" sldId="475"/>
            <ac:spMk id="3" creationId="{529EE38F-8BA4-A2A6-F162-A48A8B964FFE}"/>
          </ac:spMkLst>
        </pc:spChg>
        <pc:picChg chg="add mod">
          <ac:chgData name="Edwar Romero-Ramirez" userId="92bc0edd-ad5d-44a7-8ba7-72607029cc7a" providerId="ADAL" clId="{25700C30-DA00-487E-96B7-DD16F87D1F8A}" dt="2024-08-06T03:20:24.765" v="2170"/>
          <ac:picMkLst>
            <pc:docMk/>
            <pc:sldMk cId="2710711114" sldId="475"/>
            <ac:picMk id="4" creationId="{AC2906BB-6610-AEBD-7B12-C4DB247CD650}"/>
          </ac:picMkLst>
        </pc:picChg>
        <pc:picChg chg="add mod">
          <ac:chgData name="Edwar Romero-Ramirez" userId="92bc0edd-ad5d-44a7-8ba7-72607029cc7a" providerId="ADAL" clId="{25700C30-DA00-487E-96B7-DD16F87D1F8A}" dt="2024-08-06T03:20:24.765" v="2170"/>
          <ac:picMkLst>
            <pc:docMk/>
            <pc:sldMk cId="2710711114" sldId="475"/>
            <ac:picMk id="5" creationId="{5430E30A-045C-2F5B-A986-3FF6233F83F0}"/>
          </ac:picMkLst>
        </pc:picChg>
        <pc:picChg chg="add mod">
          <ac:chgData name="Edwar Romero-Ramirez" userId="92bc0edd-ad5d-44a7-8ba7-72607029cc7a" providerId="ADAL" clId="{25700C30-DA00-487E-96B7-DD16F87D1F8A}" dt="2024-08-06T03:20:24.765" v="2170"/>
          <ac:picMkLst>
            <pc:docMk/>
            <pc:sldMk cId="2710711114" sldId="475"/>
            <ac:picMk id="6" creationId="{B300E245-AA1D-9DC1-02C7-F8540E0D8407}"/>
          </ac:picMkLst>
        </pc:picChg>
        <pc:picChg chg="add del mod">
          <ac:chgData name="Edwar Romero-Ramirez" userId="92bc0edd-ad5d-44a7-8ba7-72607029cc7a" providerId="ADAL" clId="{25700C30-DA00-487E-96B7-DD16F87D1F8A}" dt="2024-08-06T03:24:42.342" v="2184" actId="478"/>
          <ac:picMkLst>
            <pc:docMk/>
            <pc:sldMk cId="2710711114" sldId="475"/>
            <ac:picMk id="8" creationId="{D0156D7B-E601-67D2-7858-0E5DEE72C1A3}"/>
          </ac:picMkLst>
        </pc:picChg>
        <pc:picChg chg="add mod modCrop">
          <ac:chgData name="Edwar Romero-Ramirez" userId="92bc0edd-ad5d-44a7-8ba7-72607029cc7a" providerId="ADAL" clId="{25700C30-DA00-487E-96B7-DD16F87D1F8A}" dt="2024-08-06T03:24:53.223" v="2188" actId="1076"/>
          <ac:picMkLst>
            <pc:docMk/>
            <pc:sldMk cId="2710711114" sldId="475"/>
            <ac:picMk id="10" creationId="{67BB17BC-5E35-1F10-EBD6-1EF2472218D7}"/>
          </ac:picMkLst>
        </pc:picChg>
        <pc:picChg chg="add mod">
          <ac:chgData name="Edwar Romero-Ramirez" userId="92bc0edd-ad5d-44a7-8ba7-72607029cc7a" providerId="ADAL" clId="{25700C30-DA00-487E-96B7-DD16F87D1F8A}" dt="2024-08-06T03:27:34.027" v="2213" actId="1076"/>
          <ac:picMkLst>
            <pc:docMk/>
            <pc:sldMk cId="2710711114" sldId="475"/>
            <ac:picMk id="12" creationId="{3199AFAC-B85D-6F5E-4C9F-2936661B4B3F}"/>
          </ac:picMkLst>
        </pc:picChg>
      </pc:sldChg>
      <pc:sldChg chg="addSp delSp modSp new mod">
        <pc:chgData name="Edwar Romero-Ramirez" userId="92bc0edd-ad5d-44a7-8ba7-72607029cc7a" providerId="ADAL" clId="{25700C30-DA00-487E-96B7-DD16F87D1F8A}" dt="2024-08-06T03:32:06.567" v="2241" actId="14100"/>
        <pc:sldMkLst>
          <pc:docMk/>
          <pc:sldMk cId="2230247735" sldId="476"/>
        </pc:sldMkLst>
        <pc:spChg chg="mod">
          <ac:chgData name="Edwar Romero-Ramirez" userId="92bc0edd-ad5d-44a7-8ba7-72607029cc7a" providerId="ADAL" clId="{25700C30-DA00-487E-96B7-DD16F87D1F8A}" dt="2024-08-06T03:28:12.452" v="2215"/>
          <ac:spMkLst>
            <pc:docMk/>
            <pc:sldMk cId="2230247735" sldId="476"/>
            <ac:spMk id="2" creationId="{0E2CC22F-AED9-897C-CC02-5BD013A034CD}"/>
          </ac:spMkLst>
        </pc:spChg>
        <pc:spChg chg="mod">
          <ac:chgData name="Edwar Romero-Ramirez" userId="92bc0edd-ad5d-44a7-8ba7-72607029cc7a" providerId="ADAL" clId="{25700C30-DA00-487E-96B7-DD16F87D1F8A}" dt="2024-08-06T03:30:56.350" v="2230"/>
          <ac:spMkLst>
            <pc:docMk/>
            <pc:sldMk cId="2230247735" sldId="476"/>
            <ac:spMk id="3" creationId="{59F31558-7581-C5DF-A470-BC96C74E6B88}"/>
          </ac:spMkLst>
        </pc:spChg>
        <pc:picChg chg="add mod">
          <ac:chgData name="Edwar Romero-Ramirez" userId="92bc0edd-ad5d-44a7-8ba7-72607029cc7a" providerId="ADAL" clId="{25700C30-DA00-487E-96B7-DD16F87D1F8A}" dt="2024-08-06T03:29:25.381" v="2217"/>
          <ac:picMkLst>
            <pc:docMk/>
            <pc:sldMk cId="2230247735" sldId="476"/>
            <ac:picMk id="4" creationId="{5D0C9242-9B44-FA5A-1751-F513867B24C8}"/>
          </ac:picMkLst>
        </pc:picChg>
        <pc:picChg chg="add mod">
          <ac:chgData name="Edwar Romero-Ramirez" userId="92bc0edd-ad5d-44a7-8ba7-72607029cc7a" providerId="ADAL" clId="{25700C30-DA00-487E-96B7-DD16F87D1F8A}" dt="2024-08-06T03:29:25.381" v="2217"/>
          <ac:picMkLst>
            <pc:docMk/>
            <pc:sldMk cId="2230247735" sldId="476"/>
            <ac:picMk id="5" creationId="{7EA57529-216D-6BD5-C982-7811968AD667}"/>
          </ac:picMkLst>
        </pc:picChg>
        <pc:picChg chg="add mod">
          <ac:chgData name="Edwar Romero-Ramirez" userId="92bc0edd-ad5d-44a7-8ba7-72607029cc7a" providerId="ADAL" clId="{25700C30-DA00-487E-96B7-DD16F87D1F8A}" dt="2024-08-06T03:29:25.381" v="2217"/>
          <ac:picMkLst>
            <pc:docMk/>
            <pc:sldMk cId="2230247735" sldId="476"/>
            <ac:picMk id="6" creationId="{B76BC005-82B2-3446-16B4-FEA56E4E248B}"/>
          </ac:picMkLst>
        </pc:picChg>
        <pc:picChg chg="add mod">
          <ac:chgData name="Edwar Romero-Ramirez" userId="92bc0edd-ad5d-44a7-8ba7-72607029cc7a" providerId="ADAL" clId="{25700C30-DA00-487E-96B7-DD16F87D1F8A}" dt="2024-08-06T03:31:53.028" v="2238" actId="1076"/>
          <ac:picMkLst>
            <pc:docMk/>
            <pc:sldMk cId="2230247735" sldId="476"/>
            <ac:picMk id="8" creationId="{DF515AA2-FC86-AB10-5B29-202421EFCB56}"/>
          </ac:picMkLst>
        </pc:picChg>
        <pc:picChg chg="add del">
          <ac:chgData name="Edwar Romero-Ramirez" userId="92bc0edd-ad5d-44a7-8ba7-72607029cc7a" providerId="ADAL" clId="{25700C30-DA00-487E-96B7-DD16F87D1F8A}" dt="2024-08-06T03:31:37.050" v="2235" actId="478"/>
          <ac:picMkLst>
            <pc:docMk/>
            <pc:sldMk cId="2230247735" sldId="476"/>
            <ac:picMk id="10" creationId="{866E46B5-A32D-BCE4-8BEB-3B33EE8A15DF}"/>
          </ac:picMkLst>
        </pc:picChg>
        <pc:picChg chg="add mod modCrop">
          <ac:chgData name="Edwar Romero-Ramirez" userId="92bc0edd-ad5d-44a7-8ba7-72607029cc7a" providerId="ADAL" clId="{25700C30-DA00-487E-96B7-DD16F87D1F8A}" dt="2024-08-06T03:32:06.567" v="2241" actId="14100"/>
          <ac:picMkLst>
            <pc:docMk/>
            <pc:sldMk cId="2230247735" sldId="476"/>
            <ac:picMk id="12" creationId="{807FE775-DE45-B41E-C46A-BD4E742FB547}"/>
          </ac:picMkLst>
        </pc:picChg>
      </pc:sldChg>
      <pc:sldChg chg="addSp delSp modSp new mod modNotesTx">
        <pc:chgData name="Edwar Romero-Ramirez" userId="92bc0edd-ad5d-44a7-8ba7-72607029cc7a" providerId="ADAL" clId="{25700C30-DA00-487E-96B7-DD16F87D1F8A}" dt="2024-08-06T03:37:48.379" v="2276" actId="113"/>
        <pc:sldMkLst>
          <pc:docMk/>
          <pc:sldMk cId="6839819" sldId="477"/>
        </pc:sldMkLst>
        <pc:spChg chg="mod">
          <ac:chgData name="Edwar Romero-Ramirez" userId="92bc0edd-ad5d-44a7-8ba7-72607029cc7a" providerId="ADAL" clId="{25700C30-DA00-487E-96B7-DD16F87D1F8A}" dt="2024-08-06T03:32:42.961" v="2243"/>
          <ac:spMkLst>
            <pc:docMk/>
            <pc:sldMk cId="6839819" sldId="477"/>
            <ac:spMk id="2" creationId="{B56BEC6F-9C19-DFB3-A133-1A498F053AC0}"/>
          </ac:spMkLst>
        </pc:spChg>
        <pc:spChg chg="mod">
          <ac:chgData name="Edwar Romero-Ramirez" userId="92bc0edd-ad5d-44a7-8ba7-72607029cc7a" providerId="ADAL" clId="{25700C30-DA00-487E-96B7-DD16F87D1F8A}" dt="2024-08-06T03:36:17.786" v="2255" actId="20577"/>
          <ac:spMkLst>
            <pc:docMk/>
            <pc:sldMk cId="6839819" sldId="477"/>
            <ac:spMk id="3" creationId="{05EA7C99-966E-8820-D968-52B637477C85}"/>
          </ac:spMkLst>
        </pc:spChg>
        <pc:spChg chg="add del">
          <ac:chgData name="Edwar Romero-Ramirez" userId="92bc0edd-ad5d-44a7-8ba7-72607029cc7a" providerId="ADAL" clId="{25700C30-DA00-487E-96B7-DD16F87D1F8A}" dt="2024-08-06T03:36:23.516" v="2257" actId="22"/>
          <ac:spMkLst>
            <pc:docMk/>
            <pc:sldMk cId="6839819" sldId="477"/>
            <ac:spMk id="6" creationId="{D393D599-E76A-1E47-1096-416B468E7CD9}"/>
          </ac:spMkLst>
        </pc:spChg>
        <pc:spChg chg="add mod">
          <ac:chgData name="Edwar Romero-Ramirez" userId="92bc0edd-ad5d-44a7-8ba7-72607029cc7a" providerId="ADAL" clId="{25700C30-DA00-487E-96B7-DD16F87D1F8A}" dt="2024-08-06T03:37:02.122" v="2267" actId="114"/>
          <ac:spMkLst>
            <pc:docMk/>
            <pc:sldMk cId="6839819" sldId="477"/>
            <ac:spMk id="8" creationId="{644151D3-D7D2-01DB-B151-E3F5B1C3E4E2}"/>
          </ac:spMkLst>
        </pc:spChg>
        <pc:picChg chg="add mod">
          <ac:chgData name="Edwar Romero-Ramirez" userId="92bc0edd-ad5d-44a7-8ba7-72607029cc7a" providerId="ADAL" clId="{25700C30-DA00-487E-96B7-DD16F87D1F8A}" dt="2024-08-06T03:34:26.707" v="2253" actId="1076"/>
          <ac:picMkLst>
            <pc:docMk/>
            <pc:sldMk cId="6839819" sldId="477"/>
            <ac:picMk id="4" creationId="{09BC0F1D-4160-33FE-1F86-98445A36F8F2}"/>
          </ac:picMkLst>
        </pc:picChg>
      </pc:sldChg>
      <pc:sldChg chg="addSp modSp new mod">
        <pc:chgData name="Edwar Romero-Ramirez" userId="92bc0edd-ad5d-44a7-8ba7-72607029cc7a" providerId="ADAL" clId="{25700C30-DA00-487E-96B7-DD16F87D1F8A}" dt="2024-08-06T03:41:34.003" v="2317" actId="207"/>
        <pc:sldMkLst>
          <pc:docMk/>
          <pc:sldMk cId="2984935053" sldId="478"/>
        </pc:sldMkLst>
        <pc:spChg chg="mod">
          <ac:chgData name="Edwar Romero-Ramirez" userId="92bc0edd-ad5d-44a7-8ba7-72607029cc7a" providerId="ADAL" clId="{25700C30-DA00-487E-96B7-DD16F87D1F8A}" dt="2024-08-06T03:39:00.306" v="2280"/>
          <ac:spMkLst>
            <pc:docMk/>
            <pc:sldMk cId="2984935053" sldId="478"/>
            <ac:spMk id="2" creationId="{54BB6FFF-71A7-B82F-22B9-767573FC00A9}"/>
          </ac:spMkLst>
        </pc:spChg>
        <pc:spChg chg="mod">
          <ac:chgData name="Edwar Romero-Ramirez" userId="92bc0edd-ad5d-44a7-8ba7-72607029cc7a" providerId="ADAL" clId="{25700C30-DA00-487E-96B7-DD16F87D1F8A}" dt="2024-08-06T03:41:34.003" v="2317" actId="207"/>
          <ac:spMkLst>
            <pc:docMk/>
            <pc:sldMk cId="2984935053" sldId="478"/>
            <ac:spMk id="3" creationId="{30EB3D53-A414-95E7-D34B-1622D51D558E}"/>
          </ac:spMkLst>
        </pc:spChg>
        <pc:picChg chg="add mod">
          <ac:chgData name="Edwar Romero-Ramirez" userId="92bc0edd-ad5d-44a7-8ba7-72607029cc7a" providerId="ADAL" clId="{25700C30-DA00-487E-96B7-DD16F87D1F8A}" dt="2024-08-06T03:40:46.681" v="2302" actId="1076"/>
          <ac:picMkLst>
            <pc:docMk/>
            <pc:sldMk cId="2984935053" sldId="478"/>
            <ac:picMk id="4" creationId="{4F5AA3BF-7EB7-BB47-0904-D9EAA8E78EA4}"/>
          </ac:picMkLst>
        </pc:picChg>
        <pc:picChg chg="add mod">
          <ac:chgData name="Edwar Romero-Ramirez" userId="92bc0edd-ad5d-44a7-8ba7-72607029cc7a" providerId="ADAL" clId="{25700C30-DA00-487E-96B7-DD16F87D1F8A}" dt="2024-08-06T03:40:46.681" v="2302" actId="1076"/>
          <ac:picMkLst>
            <pc:docMk/>
            <pc:sldMk cId="2984935053" sldId="478"/>
            <ac:picMk id="5" creationId="{E3611A45-CABE-7E9E-A3EA-54885CC27993}"/>
          </ac:picMkLst>
        </pc:picChg>
        <pc:picChg chg="add mod">
          <ac:chgData name="Edwar Romero-Ramirez" userId="92bc0edd-ad5d-44a7-8ba7-72607029cc7a" providerId="ADAL" clId="{25700C30-DA00-487E-96B7-DD16F87D1F8A}" dt="2024-08-06T03:40:46.681" v="2302" actId="1076"/>
          <ac:picMkLst>
            <pc:docMk/>
            <pc:sldMk cId="2984935053" sldId="478"/>
            <ac:picMk id="6" creationId="{909612F0-61CE-4430-14D7-63328D74CC95}"/>
          </ac:picMkLst>
        </pc:picChg>
        <pc:picChg chg="add mod">
          <ac:chgData name="Edwar Romero-Ramirez" userId="92bc0edd-ad5d-44a7-8ba7-72607029cc7a" providerId="ADAL" clId="{25700C30-DA00-487E-96B7-DD16F87D1F8A}" dt="2024-08-06T03:40:16.066" v="2289" actId="14100"/>
          <ac:picMkLst>
            <pc:docMk/>
            <pc:sldMk cId="2984935053" sldId="478"/>
            <ac:picMk id="8" creationId="{A365760F-1F59-3F1B-A8A8-D7FC2C8E9ECA}"/>
          </ac:picMkLst>
        </pc:picChg>
      </pc:sldChg>
      <pc:sldChg chg="addSp delSp modSp new mod">
        <pc:chgData name="Edwar Romero-Ramirez" userId="92bc0edd-ad5d-44a7-8ba7-72607029cc7a" providerId="ADAL" clId="{25700C30-DA00-487E-96B7-DD16F87D1F8A}" dt="2024-08-06T04:10:26.449" v="2361" actId="1076"/>
        <pc:sldMkLst>
          <pc:docMk/>
          <pc:sldMk cId="3149929281" sldId="479"/>
        </pc:sldMkLst>
        <pc:spChg chg="mod">
          <ac:chgData name="Edwar Romero-Ramirez" userId="92bc0edd-ad5d-44a7-8ba7-72607029cc7a" providerId="ADAL" clId="{25700C30-DA00-487E-96B7-DD16F87D1F8A}" dt="2024-08-06T04:06:23.588" v="2319"/>
          <ac:spMkLst>
            <pc:docMk/>
            <pc:sldMk cId="3149929281" sldId="479"/>
            <ac:spMk id="2" creationId="{D410EEAF-7416-BF91-500E-FC984D3FF6D1}"/>
          </ac:spMkLst>
        </pc:spChg>
        <pc:spChg chg="mod">
          <ac:chgData name="Edwar Romero-Ramirez" userId="92bc0edd-ad5d-44a7-8ba7-72607029cc7a" providerId="ADAL" clId="{25700C30-DA00-487E-96B7-DD16F87D1F8A}" dt="2024-08-06T04:09:21.059" v="2351" actId="20577"/>
          <ac:spMkLst>
            <pc:docMk/>
            <pc:sldMk cId="3149929281" sldId="479"/>
            <ac:spMk id="3" creationId="{06F3DEE3-0D4F-1980-678D-18FF0A524A27}"/>
          </ac:spMkLst>
        </pc:spChg>
        <pc:spChg chg="add mod">
          <ac:chgData name="Edwar Romero-Ramirez" userId="92bc0edd-ad5d-44a7-8ba7-72607029cc7a" providerId="ADAL" clId="{25700C30-DA00-487E-96B7-DD16F87D1F8A}" dt="2024-08-06T04:10:26.449" v="2361" actId="1076"/>
          <ac:spMkLst>
            <pc:docMk/>
            <pc:sldMk cId="3149929281" sldId="479"/>
            <ac:spMk id="10" creationId="{2943957B-BAD3-25FE-1700-7D79713AFAF7}"/>
          </ac:spMkLst>
        </pc:spChg>
        <pc:picChg chg="add del mod">
          <ac:chgData name="Edwar Romero-Ramirez" userId="92bc0edd-ad5d-44a7-8ba7-72607029cc7a" providerId="ADAL" clId="{25700C30-DA00-487E-96B7-DD16F87D1F8A}" dt="2024-08-06T04:08:40.015" v="2334" actId="478"/>
          <ac:picMkLst>
            <pc:docMk/>
            <pc:sldMk cId="3149929281" sldId="479"/>
            <ac:picMk id="4" creationId="{A6237C37-C713-97D8-9E9D-BC7585694DF3}"/>
          </ac:picMkLst>
        </pc:picChg>
        <pc:picChg chg="add mod">
          <ac:chgData name="Edwar Romero-Ramirez" userId="92bc0edd-ad5d-44a7-8ba7-72607029cc7a" providerId="ADAL" clId="{25700C30-DA00-487E-96B7-DD16F87D1F8A}" dt="2024-08-06T04:09:09.104" v="2342" actId="1076"/>
          <ac:picMkLst>
            <pc:docMk/>
            <pc:sldMk cId="3149929281" sldId="479"/>
            <ac:picMk id="6" creationId="{3770EFFA-C361-7781-442E-7C70D8200DFC}"/>
          </ac:picMkLst>
        </pc:picChg>
        <pc:picChg chg="add mod">
          <ac:chgData name="Edwar Romero-Ramirez" userId="92bc0edd-ad5d-44a7-8ba7-72607029cc7a" providerId="ADAL" clId="{25700C30-DA00-487E-96B7-DD16F87D1F8A}" dt="2024-08-06T04:09:04.084" v="2340" actId="1076"/>
          <ac:picMkLst>
            <pc:docMk/>
            <pc:sldMk cId="3149929281" sldId="479"/>
            <ac:picMk id="8" creationId="{6D8BEA56-AB2D-9B6A-6CE5-40333F81BF63}"/>
          </ac:picMkLst>
        </pc:picChg>
      </pc:sldChg>
      <pc:sldChg chg="addSp modSp new mod">
        <pc:chgData name="Edwar Romero-Ramirez" userId="92bc0edd-ad5d-44a7-8ba7-72607029cc7a" providerId="ADAL" clId="{25700C30-DA00-487E-96B7-DD16F87D1F8A}" dt="2024-08-06T04:14:29.088" v="2400" actId="14100"/>
        <pc:sldMkLst>
          <pc:docMk/>
          <pc:sldMk cId="2855564853" sldId="480"/>
        </pc:sldMkLst>
        <pc:spChg chg="mod">
          <ac:chgData name="Edwar Romero-Ramirez" userId="92bc0edd-ad5d-44a7-8ba7-72607029cc7a" providerId="ADAL" clId="{25700C30-DA00-487E-96B7-DD16F87D1F8A}" dt="2024-08-06T04:11:15.686" v="2363"/>
          <ac:spMkLst>
            <pc:docMk/>
            <pc:sldMk cId="2855564853" sldId="480"/>
            <ac:spMk id="2" creationId="{0503ABC1-D8AE-25DF-C2D8-667A239380BF}"/>
          </ac:spMkLst>
        </pc:spChg>
        <pc:spChg chg="mod">
          <ac:chgData name="Edwar Romero-Ramirez" userId="92bc0edd-ad5d-44a7-8ba7-72607029cc7a" providerId="ADAL" clId="{25700C30-DA00-487E-96B7-DD16F87D1F8A}" dt="2024-08-06T04:13:21.560" v="2384" actId="14100"/>
          <ac:spMkLst>
            <pc:docMk/>
            <pc:sldMk cId="2855564853" sldId="480"/>
            <ac:spMk id="3" creationId="{103A7CC9-58F3-6BCA-7767-92F41D7BDD5A}"/>
          </ac:spMkLst>
        </pc:spChg>
        <pc:spChg chg="add mod">
          <ac:chgData name="Edwar Romero-Ramirez" userId="92bc0edd-ad5d-44a7-8ba7-72607029cc7a" providerId="ADAL" clId="{25700C30-DA00-487E-96B7-DD16F87D1F8A}" dt="2024-08-06T04:14:29.088" v="2400" actId="14100"/>
          <ac:spMkLst>
            <pc:docMk/>
            <pc:sldMk cId="2855564853" sldId="480"/>
            <ac:spMk id="11" creationId="{18CC09A1-AC0E-5C89-FACE-BC2C1C5EF2D0}"/>
          </ac:spMkLst>
        </pc:spChg>
        <pc:picChg chg="add mod">
          <ac:chgData name="Edwar Romero-Ramirez" userId="92bc0edd-ad5d-44a7-8ba7-72607029cc7a" providerId="ADAL" clId="{25700C30-DA00-487E-96B7-DD16F87D1F8A}" dt="2024-08-06T04:13:26.623" v="2386" actId="1076"/>
          <ac:picMkLst>
            <pc:docMk/>
            <pc:sldMk cId="2855564853" sldId="480"/>
            <ac:picMk id="5" creationId="{75C405CC-D29A-833E-E235-00B0702E80D9}"/>
          </ac:picMkLst>
        </pc:picChg>
        <pc:picChg chg="add mod">
          <ac:chgData name="Edwar Romero-Ramirez" userId="92bc0edd-ad5d-44a7-8ba7-72607029cc7a" providerId="ADAL" clId="{25700C30-DA00-487E-96B7-DD16F87D1F8A}" dt="2024-08-06T04:13:25.253" v="2385" actId="1076"/>
          <ac:picMkLst>
            <pc:docMk/>
            <pc:sldMk cId="2855564853" sldId="480"/>
            <ac:picMk id="7" creationId="{7C009E4C-5ABD-667E-FD1B-F5C305BCFA78}"/>
          </ac:picMkLst>
        </pc:picChg>
        <pc:picChg chg="add mod">
          <ac:chgData name="Edwar Romero-Ramirez" userId="92bc0edd-ad5d-44a7-8ba7-72607029cc7a" providerId="ADAL" clId="{25700C30-DA00-487E-96B7-DD16F87D1F8A}" dt="2024-08-06T04:13:04.495" v="2381" actId="14100"/>
          <ac:picMkLst>
            <pc:docMk/>
            <pc:sldMk cId="2855564853" sldId="480"/>
            <ac:picMk id="9" creationId="{C8D1FA78-7F43-1F4B-9311-99B96C660776}"/>
          </ac:picMkLst>
        </pc:picChg>
      </pc:sldChg>
      <pc:sldChg chg="modSp new mod">
        <pc:chgData name="Edwar Romero-Ramirez" userId="92bc0edd-ad5d-44a7-8ba7-72607029cc7a" providerId="ADAL" clId="{25700C30-DA00-487E-96B7-DD16F87D1F8A}" dt="2024-08-06T04:17:27.612" v="2431"/>
        <pc:sldMkLst>
          <pc:docMk/>
          <pc:sldMk cId="3214662807" sldId="481"/>
        </pc:sldMkLst>
        <pc:spChg chg="mod">
          <ac:chgData name="Edwar Romero-Ramirez" userId="92bc0edd-ad5d-44a7-8ba7-72607029cc7a" providerId="ADAL" clId="{25700C30-DA00-487E-96B7-DD16F87D1F8A}" dt="2024-08-06T04:15:43.122" v="2409"/>
          <ac:spMkLst>
            <pc:docMk/>
            <pc:sldMk cId="3214662807" sldId="481"/>
            <ac:spMk id="2" creationId="{4CDCA716-31F5-9E0E-4B58-4E57D915D3C8}"/>
          </ac:spMkLst>
        </pc:spChg>
        <pc:spChg chg="mod">
          <ac:chgData name="Edwar Romero-Ramirez" userId="92bc0edd-ad5d-44a7-8ba7-72607029cc7a" providerId="ADAL" clId="{25700C30-DA00-487E-96B7-DD16F87D1F8A}" dt="2024-08-06T04:17:27.612" v="2431"/>
          <ac:spMkLst>
            <pc:docMk/>
            <pc:sldMk cId="3214662807" sldId="481"/>
            <ac:spMk id="3" creationId="{DB31ED65-6799-93ED-D45D-7FB790E753B5}"/>
          </ac:spMkLst>
        </pc:spChg>
      </pc:sldChg>
      <pc:sldChg chg="addSp modSp new mod">
        <pc:chgData name="Edwar Romero-Ramirez" userId="92bc0edd-ad5d-44a7-8ba7-72607029cc7a" providerId="ADAL" clId="{25700C30-DA00-487E-96B7-DD16F87D1F8A}" dt="2024-08-06T04:23:06.177" v="2456"/>
        <pc:sldMkLst>
          <pc:docMk/>
          <pc:sldMk cId="3691546975" sldId="482"/>
        </pc:sldMkLst>
        <pc:spChg chg="mod">
          <ac:chgData name="Edwar Romero-Ramirez" userId="92bc0edd-ad5d-44a7-8ba7-72607029cc7a" providerId="ADAL" clId="{25700C30-DA00-487E-96B7-DD16F87D1F8A}" dt="2024-08-06T04:22:02.872" v="2446" actId="20577"/>
          <ac:spMkLst>
            <pc:docMk/>
            <pc:sldMk cId="3691546975" sldId="482"/>
            <ac:spMk id="2" creationId="{7EE4A8A6-4EF4-CCE0-88FE-062227D47CE0}"/>
          </ac:spMkLst>
        </pc:spChg>
        <pc:picChg chg="add mod">
          <ac:chgData name="Edwar Romero-Ramirez" userId="92bc0edd-ad5d-44a7-8ba7-72607029cc7a" providerId="ADAL" clId="{25700C30-DA00-487E-96B7-DD16F87D1F8A}" dt="2024-08-06T04:22:07.979" v="2447" actId="14100"/>
          <ac:picMkLst>
            <pc:docMk/>
            <pc:sldMk cId="3691546975" sldId="482"/>
            <ac:picMk id="5" creationId="{A6038D9A-65A6-76DA-DAEC-D10839490610}"/>
          </ac:picMkLst>
        </pc:picChg>
        <pc:picChg chg="add mod">
          <ac:chgData name="Edwar Romero-Ramirez" userId="92bc0edd-ad5d-44a7-8ba7-72607029cc7a" providerId="ADAL" clId="{25700C30-DA00-487E-96B7-DD16F87D1F8A}" dt="2024-08-06T04:22:53.042" v="2453" actId="1076"/>
          <ac:picMkLst>
            <pc:docMk/>
            <pc:sldMk cId="3691546975" sldId="482"/>
            <ac:picMk id="6" creationId="{36DA8F4C-2187-E465-F33E-95501DB04046}"/>
          </ac:picMkLst>
        </pc:picChg>
        <pc:picChg chg="add mod">
          <ac:chgData name="Edwar Romero-Ramirez" userId="92bc0edd-ad5d-44a7-8ba7-72607029cc7a" providerId="ADAL" clId="{25700C30-DA00-487E-96B7-DD16F87D1F8A}" dt="2024-08-06T04:23:02.435" v="2455"/>
          <ac:picMkLst>
            <pc:docMk/>
            <pc:sldMk cId="3691546975" sldId="482"/>
            <ac:picMk id="8" creationId="{0979AEE9-2B96-FA6B-1C84-B9FA276F5B5F}"/>
          </ac:picMkLst>
        </pc:picChg>
        <pc:picChg chg="add mod">
          <ac:chgData name="Edwar Romero-Ramirez" userId="92bc0edd-ad5d-44a7-8ba7-72607029cc7a" providerId="ADAL" clId="{25700C30-DA00-487E-96B7-DD16F87D1F8A}" dt="2024-08-06T04:23:06.177" v="2456"/>
          <ac:picMkLst>
            <pc:docMk/>
            <pc:sldMk cId="3691546975" sldId="482"/>
            <ac:picMk id="10" creationId="{85461396-1C42-3333-E95F-F0A417428E99}"/>
          </ac:picMkLst>
        </pc:picChg>
      </pc:sldChg>
      <pc:sldChg chg="modSp add mod">
        <pc:chgData name="Edwar Romero-Ramirez" userId="92bc0edd-ad5d-44a7-8ba7-72607029cc7a" providerId="ADAL" clId="{25700C30-DA00-487E-96B7-DD16F87D1F8A}" dt="2024-08-06T14:40:30.598" v="2628"/>
        <pc:sldMkLst>
          <pc:docMk/>
          <pc:sldMk cId="3182486300" sldId="483"/>
        </pc:sldMkLst>
        <pc:spChg chg="mod">
          <ac:chgData name="Edwar Romero-Ramirez" userId="92bc0edd-ad5d-44a7-8ba7-72607029cc7a" providerId="ADAL" clId="{25700C30-DA00-487E-96B7-DD16F87D1F8A}" dt="2024-08-06T14:40:30.598" v="2628"/>
          <ac:spMkLst>
            <pc:docMk/>
            <pc:sldMk cId="3182486300" sldId="483"/>
            <ac:spMk id="3" creationId="{5DFB3FE5-552B-2E92-50C0-6AD6B6F4948E}"/>
          </ac:spMkLst>
        </pc:spChg>
      </pc:sldChg>
      <pc:sldChg chg="modSp add mod">
        <pc:chgData name="Edwar Romero-Ramirez" userId="92bc0edd-ad5d-44a7-8ba7-72607029cc7a" providerId="ADAL" clId="{25700C30-DA00-487E-96B7-DD16F87D1F8A}" dt="2024-08-06T14:44:13.952" v="2703" actId="20577"/>
        <pc:sldMkLst>
          <pc:docMk/>
          <pc:sldMk cId="2327114407" sldId="484"/>
        </pc:sldMkLst>
        <pc:spChg chg="mod">
          <ac:chgData name="Edwar Romero-Ramirez" userId="92bc0edd-ad5d-44a7-8ba7-72607029cc7a" providerId="ADAL" clId="{25700C30-DA00-487E-96B7-DD16F87D1F8A}" dt="2024-08-06T14:44:13.952" v="2703" actId="20577"/>
          <ac:spMkLst>
            <pc:docMk/>
            <pc:sldMk cId="2327114407" sldId="484"/>
            <ac:spMk id="3" creationId="{5DFB3FE5-552B-2E92-50C0-6AD6B6F4948E}"/>
          </ac:spMkLst>
        </pc:spChg>
      </pc:sldChg>
      <pc:sldChg chg="modSp add mod">
        <pc:chgData name="Edwar Romero-Ramirez" userId="92bc0edd-ad5d-44a7-8ba7-72607029cc7a" providerId="ADAL" clId="{25700C30-DA00-487E-96B7-DD16F87D1F8A}" dt="2024-08-06T14:58:41.638" v="2821" actId="20577"/>
        <pc:sldMkLst>
          <pc:docMk/>
          <pc:sldMk cId="4087359813" sldId="485"/>
        </pc:sldMkLst>
        <pc:spChg chg="mod">
          <ac:chgData name="Edwar Romero-Ramirez" userId="92bc0edd-ad5d-44a7-8ba7-72607029cc7a" providerId="ADAL" clId="{25700C30-DA00-487E-96B7-DD16F87D1F8A}" dt="2024-08-06T14:58:41.638" v="2821" actId="20577"/>
          <ac:spMkLst>
            <pc:docMk/>
            <pc:sldMk cId="4087359813" sldId="485"/>
            <ac:spMk id="3" creationId="{5DFB3FE5-552B-2E92-50C0-6AD6B6F4948E}"/>
          </ac:spMkLst>
        </pc:spChg>
      </pc:sldChg>
      <pc:sldChg chg="add">
        <pc:chgData name="Edwar Romero-Ramirez" userId="92bc0edd-ad5d-44a7-8ba7-72607029cc7a" providerId="ADAL" clId="{25700C30-DA00-487E-96B7-DD16F87D1F8A}" dt="2024-08-06T14:59:37.083" v="2823"/>
        <pc:sldMkLst>
          <pc:docMk/>
          <pc:sldMk cId="341140068" sldId="486"/>
        </pc:sldMkLst>
      </pc:sldChg>
      <pc:sldChg chg="addSp delSp modSp new mod modNotesTx">
        <pc:chgData name="Edwar Romero-Ramirez" userId="92bc0edd-ad5d-44a7-8ba7-72607029cc7a" providerId="ADAL" clId="{25700C30-DA00-487E-96B7-DD16F87D1F8A}" dt="2024-08-06T15:35:36.974" v="3127" actId="207"/>
        <pc:sldMkLst>
          <pc:docMk/>
          <pc:sldMk cId="930725990" sldId="487"/>
        </pc:sldMkLst>
        <pc:spChg chg="mod">
          <ac:chgData name="Edwar Romero-Ramirez" userId="92bc0edd-ad5d-44a7-8ba7-72607029cc7a" providerId="ADAL" clId="{25700C30-DA00-487E-96B7-DD16F87D1F8A}" dt="2024-08-06T15:00:08.443" v="2875" actId="6549"/>
          <ac:spMkLst>
            <pc:docMk/>
            <pc:sldMk cId="930725990" sldId="487"/>
            <ac:spMk id="2" creationId="{CE7ABE90-FC5C-235F-A46C-9BDD7FCAC05A}"/>
          </ac:spMkLst>
        </pc:spChg>
        <pc:spChg chg="mod">
          <ac:chgData name="Edwar Romero-Ramirez" userId="92bc0edd-ad5d-44a7-8ba7-72607029cc7a" providerId="ADAL" clId="{25700C30-DA00-487E-96B7-DD16F87D1F8A}" dt="2024-08-06T15:34:14.138" v="3096" actId="14100"/>
          <ac:spMkLst>
            <pc:docMk/>
            <pc:sldMk cId="930725990" sldId="487"/>
            <ac:spMk id="3" creationId="{B60615A8-801C-9162-81A7-2FB68ED7481B}"/>
          </ac:spMkLst>
        </pc:spChg>
        <pc:spChg chg="add del mod">
          <ac:chgData name="Edwar Romero-Ramirez" userId="92bc0edd-ad5d-44a7-8ba7-72607029cc7a" providerId="ADAL" clId="{25700C30-DA00-487E-96B7-DD16F87D1F8A}" dt="2024-08-06T15:34:11.170" v="3095" actId="478"/>
          <ac:spMkLst>
            <pc:docMk/>
            <pc:sldMk cId="930725990" sldId="487"/>
            <ac:spMk id="7" creationId="{6BFBFA54-0A47-F891-7AFE-F608C103BFD6}"/>
          </ac:spMkLst>
        </pc:spChg>
        <pc:spChg chg="add mod">
          <ac:chgData name="Edwar Romero-Ramirez" userId="92bc0edd-ad5d-44a7-8ba7-72607029cc7a" providerId="ADAL" clId="{25700C30-DA00-487E-96B7-DD16F87D1F8A}" dt="2024-08-06T15:35:36.974" v="3127" actId="207"/>
          <ac:spMkLst>
            <pc:docMk/>
            <pc:sldMk cId="930725990" sldId="487"/>
            <ac:spMk id="9" creationId="{8470E82F-69A1-20DE-845E-9C68AE4D14A0}"/>
          </ac:spMkLst>
        </pc:spChg>
        <pc:picChg chg="add mod">
          <ac:chgData name="Edwar Romero-Ramirez" userId="92bc0edd-ad5d-44a7-8ba7-72607029cc7a" providerId="ADAL" clId="{25700C30-DA00-487E-96B7-DD16F87D1F8A}" dt="2024-08-06T15:32:44.414" v="3059" actId="14100"/>
          <ac:picMkLst>
            <pc:docMk/>
            <pc:sldMk cId="930725990" sldId="487"/>
            <ac:picMk id="5" creationId="{1B35CF4F-AB40-3BC0-C87B-822A9238D79A}"/>
          </ac:picMkLst>
        </pc:picChg>
      </pc:sldChg>
      <pc:sldChg chg="addSp delSp modSp add mod">
        <pc:chgData name="Edwar Romero-Ramirez" userId="92bc0edd-ad5d-44a7-8ba7-72607029cc7a" providerId="ADAL" clId="{25700C30-DA00-487E-96B7-DD16F87D1F8A}" dt="2024-08-06T15:59:16.436" v="3311" actId="14100"/>
        <pc:sldMkLst>
          <pc:docMk/>
          <pc:sldMk cId="149634951" sldId="488"/>
        </pc:sldMkLst>
        <pc:spChg chg="mod">
          <ac:chgData name="Edwar Romero-Ramirez" userId="92bc0edd-ad5d-44a7-8ba7-72607029cc7a" providerId="ADAL" clId="{25700C30-DA00-487E-96B7-DD16F87D1F8A}" dt="2024-08-06T15:56:06.773" v="3283" actId="207"/>
          <ac:spMkLst>
            <pc:docMk/>
            <pc:sldMk cId="149634951" sldId="488"/>
            <ac:spMk id="3" creationId="{9E74902B-0FC7-4FD6-2AD6-4E8BC3852C00}"/>
          </ac:spMkLst>
        </pc:spChg>
        <pc:spChg chg="add mod">
          <ac:chgData name="Edwar Romero-Ramirez" userId="92bc0edd-ad5d-44a7-8ba7-72607029cc7a" providerId="ADAL" clId="{25700C30-DA00-487E-96B7-DD16F87D1F8A}" dt="2024-08-06T15:56:18.642" v="3289" actId="1035"/>
          <ac:spMkLst>
            <pc:docMk/>
            <pc:sldMk cId="149634951" sldId="488"/>
            <ac:spMk id="8" creationId="{04A7C01B-DD50-CCB9-AD5D-51F91B66EF68}"/>
          </ac:spMkLst>
        </pc:spChg>
        <pc:spChg chg="add del">
          <ac:chgData name="Edwar Romero-Ramirez" userId="92bc0edd-ad5d-44a7-8ba7-72607029cc7a" providerId="ADAL" clId="{25700C30-DA00-487E-96B7-DD16F87D1F8A}" dt="2024-08-06T15:55:56.670" v="3280" actId="22"/>
          <ac:spMkLst>
            <pc:docMk/>
            <pc:sldMk cId="149634951" sldId="488"/>
            <ac:spMk id="12" creationId="{5E72A02F-10E3-6A74-E508-B45CD6F343A9}"/>
          </ac:spMkLst>
        </pc:spChg>
        <pc:spChg chg="add mod">
          <ac:chgData name="Edwar Romero-Ramirez" userId="92bc0edd-ad5d-44a7-8ba7-72607029cc7a" providerId="ADAL" clId="{25700C30-DA00-487E-96B7-DD16F87D1F8A}" dt="2024-08-06T15:58:33.495" v="3303" actId="207"/>
          <ac:spMkLst>
            <pc:docMk/>
            <pc:sldMk cId="149634951" sldId="488"/>
            <ac:spMk id="16" creationId="{5C4DE7E0-0C0C-7CA0-7931-06CC94ACA2CA}"/>
          </ac:spMkLst>
        </pc:spChg>
        <pc:grpChg chg="del">
          <ac:chgData name="Edwar Romero-Ramirez" userId="92bc0edd-ad5d-44a7-8ba7-72607029cc7a" providerId="ADAL" clId="{25700C30-DA00-487E-96B7-DD16F87D1F8A}" dt="2024-08-06T15:45:39.027" v="3202" actId="478"/>
          <ac:grpSpMkLst>
            <pc:docMk/>
            <pc:sldMk cId="149634951" sldId="488"/>
            <ac:grpSpMk id="7" creationId="{4DBF1CC6-57CA-C583-1C14-9DBC67ECF224}"/>
          </ac:grpSpMkLst>
        </pc:grpChg>
        <pc:picChg chg="del">
          <ac:chgData name="Edwar Romero-Ramirez" userId="92bc0edd-ad5d-44a7-8ba7-72607029cc7a" providerId="ADAL" clId="{25700C30-DA00-487E-96B7-DD16F87D1F8A}" dt="2024-08-06T15:48:53.829" v="3215" actId="478"/>
          <ac:picMkLst>
            <pc:docMk/>
            <pc:sldMk cId="149634951" sldId="488"/>
            <ac:picMk id="9" creationId="{99641041-D8C0-C04F-BEE6-12D11E4D896A}"/>
          </ac:picMkLst>
        </pc:picChg>
        <pc:cxnChg chg="add mod">
          <ac:chgData name="Edwar Romero-Ramirez" userId="92bc0edd-ad5d-44a7-8ba7-72607029cc7a" providerId="ADAL" clId="{25700C30-DA00-487E-96B7-DD16F87D1F8A}" dt="2024-08-06T15:58:43.197" v="3304" actId="208"/>
          <ac:cxnSpMkLst>
            <pc:docMk/>
            <pc:sldMk cId="149634951" sldId="488"/>
            <ac:cxnSpMk id="14" creationId="{F08E1416-EA28-2BCE-F8C5-DFFF4D178DB8}"/>
          </ac:cxnSpMkLst>
        </pc:cxnChg>
        <pc:cxnChg chg="add mod">
          <ac:chgData name="Edwar Romero-Ramirez" userId="92bc0edd-ad5d-44a7-8ba7-72607029cc7a" providerId="ADAL" clId="{25700C30-DA00-487E-96B7-DD16F87D1F8A}" dt="2024-08-06T15:59:16.436" v="3311" actId="14100"/>
          <ac:cxnSpMkLst>
            <pc:docMk/>
            <pc:sldMk cId="149634951" sldId="488"/>
            <ac:cxnSpMk id="17" creationId="{61D3D5A6-D3DE-3FA1-8C01-AF80AE3A0921}"/>
          </ac:cxnSpMkLst>
        </pc:cxnChg>
      </pc:sldChg>
      <pc:sldChg chg="addSp delSp modSp add mod modNotesTx">
        <pc:chgData name="Edwar Romero-Ramirez" userId="92bc0edd-ad5d-44a7-8ba7-72607029cc7a" providerId="ADAL" clId="{25700C30-DA00-487E-96B7-DD16F87D1F8A}" dt="2024-08-06T16:06:33.539" v="3432" actId="1076"/>
        <pc:sldMkLst>
          <pc:docMk/>
          <pc:sldMk cId="1786855655" sldId="489"/>
        </pc:sldMkLst>
        <pc:spChg chg="mod">
          <ac:chgData name="Edwar Romero-Ramirez" userId="92bc0edd-ad5d-44a7-8ba7-72607029cc7a" providerId="ADAL" clId="{25700C30-DA00-487E-96B7-DD16F87D1F8A}" dt="2024-08-06T16:06:06.198" v="3425" actId="27636"/>
          <ac:spMkLst>
            <pc:docMk/>
            <pc:sldMk cId="1786855655" sldId="489"/>
            <ac:spMk id="3" creationId="{9E74902B-0FC7-4FD6-2AD6-4E8BC3852C00}"/>
          </ac:spMkLst>
        </pc:spChg>
        <pc:spChg chg="add mod">
          <ac:chgData name="Edwar Romero-Ramirez" userId="92bc0edd-ad5d-44a7-8ba7-72607029cc7a" providerId="ADAL" clId="{25700C30-DA00-487E-96B7-DD16F87D1F8A}" dt="2024-08-06T16:06:24.866" v="3430" actId="1076"/>
          <ac:spMkLst>
            <pc:docMk/>
            <pc:sldMk cId="1786855655" sldId="489"/>
            <ac:spMk id="5" creationId="{AE2EF7A8-F4AF-128D-E5DA-9E25770ED957}"/>
          </ac:spMkLst>
        </pc:spChg>
        <pc:spChg chg="add mod">
          <ac:chgData name="Edwar Romero-Ramirez" userId="92bc0edd-ad5d-44a7-8ba7-72607029cc7a" providerId="ADAL" clId="{25700C30-DA00-487E-96B7-DD16F87D1F8A}" dt="2024-08-06T16:06:33.539" v="3432" actId="1076"/>
          <ac:spMkLst>
            <pc:docMk/>
            <pc:sldMk cId="1786855655" sldId="489"/>
            <ac:spMk id="6" creationId="{BAB07468-711D-0CCB-C0B7-04C5CD0C2CD7}"/>
          </ac:spMkLst>
        </pc:spChg>
        <pc:spChg chg="del mod">
          <ac:chgData name="Edwar Romero-Ramirez" userId="92bc0edd-ad5d-44a7-8ba7-72607029cc7a" providerId="ADAL" clId="{25700C30-DA00-487E-96B7-DD16F87D1F8A}" dt="2024-08-06T15:59:29.886" v="3316" actId="478"/>
          <ac:spMkLst>
            <pc:docMk/>
            <pc:sldMk cId="1786855655" sldId="489"/>
            <ac:spMk id="8" creationId="{04A7C01B-DD50-CCB9-AD5D-51F91B66EF68}"/>
          </ac:spMkLst>
        </pc:spChg>
        <pc:spChg chg="add mod">
          <ac:chgData name="Edwar Romero-Ramirez" userId="92bc0edd-ad5d-44a7-8ba7-72607029cc7a" providerId="ADAL" clId="{25700C30-DA00-487E-96B7-DD16F87D1F8A}" dt="2024-08-06T16:06:28.509" v="3431" actId="14100"/>
          <ac:spMkLst>
            <pc:docMk/>
            <pc:sldMk cId="1786855655" sldId="489"/>
            <ac:spMk id="9" creationId="{908B674C-1612-BA9C-B2BB-2BA000F94A2B}"/>
          </ac:spMkLst>
        </pc:spChg>
        <pc:spChg chg="del">
          <ac:chgData name="Edwar Romero-Ramirez" userId="92bc0edd-ad5d-44a7-8ba7-72607029cc7a" providerId="ADAL" clId="{25700C30-DA00-487E-96B7-DD16F87D1F8A}" dt="2024-08-06T15:59:32.020" v="3317" actId="478"/>
          <ac:spMkLst>
            <pc:docMk/>
            <pc:sldMk cId="1786855655" sldId="489"/>
            <ac:spMk id="16" creationId="{5C4DE7E0-0C0C-7CA0-7931-06CC94ACA2CA}"/>
          </ac:spMkLst>
        </pc:spChg>
        <pc:cxnChg chg="del mod">
          <ac:chgData name="Edwar Romero-Ramirez" userId="92bc0edd-ad5d-44a7-8ba7-72607029cc7a" providerId="ADAL" clId="{25700C30-DA00-487E-96B7-DD16F87D1F8A}" dt="2024-08-06T15:59:27.542" v="3314" actId="478"/>
          <ac:cxnSpMkLst>
            <pc:docMk/>
            <pc:sldMk cId="1786855655" sldId="489"/>
            <ac:cxnSpMk id="14" creationId="{F08E1416-EA28-2BCE-F8C5-DFFF4D178DB8}"/>
          </ac:cxnSpMkLst>
        </pc:cxnChg>
        <pc:cxnChg chg="del">
          <ac:chgData name="Edwar Romero-Ramirez" userId="92bc0edd-ad5d-44a7-8ba7-72607029cc7a" providerId="ADAL" clId="{25700C30-DA00-487E-96B7-DD16F87D1F8A}" dt="2024-08-06T15:59:26.389" v="3313" actId="478"/>
          <ac:cxnSpMkLst>
            <pc:docMk/>
            <pc:sldMk cId="1786855655" sldId="489"/>
            <ac:cxnSpMk id="17" creationId="{61D3D5A6-D3DE-3FA1-8C01-AF80AE3A0921}"/>
          </ac:cxnSpMkLst>
        </pc:cxnChg>
      </pc:sldChg>
      <pc:sldChg chg="addSp delSp modSp add mod modNotesTx">
        <pc:chgData name="Edwar Romero-Ramirez" userId="92bc0edd-ad5d-44a7-8ba7-72607029cc7a" providerId="ADAL" clId="{25700C30-DA00-487E-96B7-DD16F87D1F8A}" dt="2024-08-06T16:08:55.562" v="3443" actId="6549"/>
        <pc:sldMkLst>
          <pc:docMk/>
          <pc:sldMk cId="236477803" sldId="490"/>
        </pc:sldMkLst>
        <pc:spChg chg="mod">
          <ac:chgData name="Edwar Romero-Ramirez" userId="92bc0edd-ad5d-44a7-8ba7-72607029cc7a" providerId="ADAL" clId="{25700C30-DA00-487E-96B7-DD16F87D1F8A}" dt="2024-08-06T16:07:11.953" v="3435"/>
          <ac:spMkLst>
            <pc:docMk/>
            <pc:sldMk cId="236477803" sldId="490"/>
            <ac:spMk id="3" creationId="{9E74902B-0FC7-4FD6-2AD6-4E8BC3852C00}"/>
          </ac:spMkLst>
        </pc:spChg>
        <pc:spChg chg="del">
          <ac:chgData name="Edwar Romero-Ramirez" userId="92bc0edd-ad5d-44a7-8ba7-72607029cc7a" providerId="ADAL" clId="{25700C30-DA00-487E-96B7-DD16F87D1F8A}" dt="2024-08-06T16:06:56.186" v="3434" actId="478"/>
          <ac:spMkLst>
            <pc:docMk/>
            <pc:sldMk cId="236477803" sldId="490"/>
            <ac:spMk id="5" creationId="{AE2EF7A8-F4AF-128D-E5DA-9E25770ED957}"/>
          </ac:spMkLst>
        </pc:spChg>
        <pc:spChg chg="del">
          <ac:chgData name="Edwar Romero-Ramirez" userId="92bc0edd-ad5d-44a7-8ba7-72607029cc7a" providerId="ADAL" clId="{25700C30-DA00-487E-96B7-DD16F87D1F8A}" dt="2024-08-06T16:06:56.186" v="3434" actId="478"/>
          <ac:spMkLst>
            <pc:docMk/>
            <pc:sldMk cId="236477803" sldId="490"/>
            <ac:spMk id="6" creationId="{BAB07468-711D-0CCB-C0B7-04C5CD0C2CD7}"/>
          </ac:spMkLst>
        </pc:spChg>
        <pc:spChg chg="del">
          <ac:chgData name="Edwar Romero-Ramirez" userId="92bc0edd-ad5d-44a7-8ba7-72607029cc7a" providerId="ADAL" clId="{25700C30-DA00-487E-96B7-DD16F87D1F8A}" dt="2024-08-06T16:06:56.186" v="3434" actId="478"/>
          <ac:spMkLst>
            <pc:docMk/>
            <pc:sldMk cId="236477803" sldId="490"/>
            <ac:spMk id="9" creationId="{908B674C-1612-BA9C-B2BB-2BA000F94A2B}"/>
          </ac:spMkLst>
        </pc:spChg>
        <pc:picChg chg="add mod">
          <ac:chgData name="Edwar Romero-Ramirez" userId="92bc0edd-ad5d-44a7-8ba7-72607029cc7a" providerId="ADAL" clId="{25700C30-DA00-487E-96B7-DD16F87D1F8A}" dt="2024-08-06T16:07:28.970" v="3438" actId="1076"/>
          <ac:picMkLst>
            <pc:docMk/>
            <pc:sldMk cId="236477803" sldId="490"/>
            <ac:picMk id="7" creationId="{AAAFA9A8-3511-C12E-619F-7CAFA88836D9}"/>
          </ac:picMkLst>
        </pc:picChg>
      </pc:sldChg>
      <pc:sldChg chg="addSp delSp modSp add mod">
        <pc:chgData name="Edwar Romero-Ramirez" userId="92bc0edd-ad5d-44a7-8ba7-72607029cc7a" providerId="ADAL" clId="{25700C30-DA00-487E-96B7-DD16F87D1F8A}" dt="2024-08-06T16:15:18.376" v="3475" actId="6549"/>
        <pc:sldMkLst>
          <pc:docMk/>
          <pc:sldMk cId="928556207" sldId="491"/>
        </pc:sldMkLst>
        <pc:spChg chg="mod">
          <ac:chgData name="Edwar Romero-Ramirez" userId="92bc0edd-ad5d-44a7-8ba7-72607029cc7a" providerId="ADAL" clId="{25700C30-DA00-487E-96B7-DD16F87D1F8A}" dt="2024-08-06T16:14:10.184" v="3468" actId="20577"/>
          <ac:spMkLst>
            <pc:docMk/>
            <pc:sldMk cId="928556207" sldId="491"/>
            <ac:spMk id="2" creationId="{7BE895A0-ED14-3A67-09C6-68828893923A}"/>
          </ac:spMkLst>
        </pc:spChg>
        <pc:spChg chg="mod">
          <ac:chgData name="Edwar Romero-Ramirez" userId="92bc0edd-ad5d-44a7-8ba7-72607029cc7a" providerId="ADAL" clId="{25700C30-DA00-487E-96B7-DD16F87D1F8A}" dt="2024-08-06T16:15:18.376" v="3475" actId="6549"/>
          <ac:spMkLst>
            <pc:docMk/>
            <pc:sldMk cId="928556207" sldId="491"/>
            <ac:spMk id="3" creationId="{9E74902B-0FC7-4FD6-2AD6-4E8BC3852C00}"/>
          </ac:spMkLst>
        </pc:spChg>
        <pc:picChg chg="add del">
          <ac:chgData name="Edwar Romero-Ramirez" userId="92bc0edd-ad5d-44a7-8ba7-72607029cc7a" providerId="ADAL" clId="{25700C30-DA00-487E-96B7-DD16F87D1F8A}" dt="2024-08-06T16:13:05.075" v="3448" actId="478"/>
          <ac:picMkLst>
            <pc:docMk/>
            <pc:sldMk cId="928556207" sldId="491"/>
            <ac:picMk id="5" creationId="{A6EA0E43-D231-0597-0BB5-792A92185F6E}"/>
          </ac:picMkLst>
        </pc:picChg>
        <pc:picChg chg="del">
          <ac:chgData name="Edwar Romero-Ramirez" userId="92bc0edd-ad5d-44a7-8ba7-72607029cc7a" providerId="ADAL" clId="{25700C30-DA00-487E-96B7-DD16F87D1F8A}" dt="2024-08-06T16:11:18.842" v="3445" actId="478"/>
          <ac:picMkLst>
            <pc:docMk/>
            <pc:sldMk cId="928556207" sldId="491"/>
            <ac:picMk id="7" creationId="{AAAFA9A8-3511-C12E-619F-7CAFA88836D9}"/>
          </ac:picMkLst>
        </pc:picChg>
        <pc:picChg chg="add mod">
          <ac:chgData name="Edwar Romero-Ramirez" userId="92bc0edd-ad5d-44a7-8ba7-72607029cc7a" providerId="ADAL" clId="{25700C30-DA00-487E-96B7-DD16F87D1F8A}" dt="2024-08-06T16:13:48.149" v="3458" actId="1076"/>
          <ac:picMkLst>
            <pc:docMk/>
            <pc:sldMk cId="928556207" sldId="491"/>
            <ac:picMk id="8" creationId="{041D43A5-4D45-7839-F8E1-45412CF860B7}"/>
          </ac:picMkLst>
        </pc:picChg>
        <pc:picChg chg="del">
          <ac:chgData name="Edwar Romero-Ramirez" userId="92bc0edd-ad5d-44a7-8ba7-72607029cc7a" providerId="ADAL" clId="{25700C30-DA00-487E-96B7-DD16F87D1F8A}" dt="2024-08-06T16:13:02.076" v="3446" actId="478"/>
          <ac:picMkLst>
            <pc:docMk/>
            <pc:sldMk cId="928556207" sldId="491"/>
            <ac:picMk id="10" creationId="{D9FD14FE-457A-62D4-E793-E8D4A329F94D}"/>
          </ac:picMkLst>
        </pc:picChg>
        <pc:picChg chg="add mod">
          <ac:chgData name="Edwar Romero-Ramirez" userId="92bc0edd-ad5d-44a7-8ba7-72607029cc7a" providerId="ADAL" clId="{25700C30-DA00-487E-96B7-DD16F87D1F8A}" dt="2024-08-06T16:15:15.027" v="3474" actId="14100"/>
          <ac:picMkLst>
            <pc:docMk/>
            <pc:sldMk cId="928556207" sldId="491"/>
            <ac:picMk id="11" creationId="{99F017F9-0789-51C4-DC92-D96F494B40F2}"/>
          </ac:picMkLst>
        </pc:picChg>
      </pc:sldChg>
      <pc:sldChg chg="addSp delSp modSp new mod">
        <pc:chgData name="Edwar Romero-Ramirez" userId="92bc0edd-ad5d-44a7-8ba7-72607029cc7a" providerId="ADAL" clId="{25700C30-DA00-487E-96B7-DD16F87D1F8A}" dt="2024-08-06T16:25:41.628" v="3499" actId="1076"/>
        <pc:sldMkLst>
          <pc:docMk/>
          <pc:sldMk cId="1709380000" sldId="492"/>
        </pc:sldMkLst>
        <pc:spChg chg="mod">
          <ac:chgData name="Edwar Romero-Ramirez" userId="92bc0edd-ad5d-44a7-8ba7-72607029cc7a" providerId="ADAL" clId="{25700C30-DA00-487E-96B7-DD16F87D1F8A}" dt="2024-08-06T16:19:20.858" v="3477"/>
          <ac:spMkLst>
            <pc:docMk/>
            <pc:sldMk cId="1709380000" sldId="492"/>
            <ac:spMk id="2" creationId="{E37AFB61-7E9D-E08E-C525-ED8A1403BAF2}"/>
          </ac:spMkLst>
        </pc:spChg>
        <pc:spChg chg="mod">
          <ac:chgData name="Edwar Romero-Ramirez" userId="92bc0edd-ad5d-44a7-8ba7-72607029cc7a" providerId="ADAL" clId="{25700C30-DA00-487E-96B7-DD16F87D1F8A}" dt="2024-08-06T16:25:15.606" v="3493" actId="27636"/>
          <ac:spMkLst>
            <pc:docMk/>
            <pc:sldMk cId="1709380000" sldId="492"/>
            <ac:spMk id="3" creationId="{C4DD4E91-D169-46A1-570C-26D9871A71E9}"/>
          </ac:spMkLst>
        </pc:spChg>
        <pc:picChg chg="add mod">
          <ac:chgData name="Edwar Romero-Ramirez" userId="92bc0edd-ad5d-44a7-8ba7-72607029cc7a" providerId="ADAL" clId="{25700C30-DA00-487E-96B7-DD16F87D1F8A}" dt="2024-08-06T16:25:21.341" v="3495" actId="1076"/>
          <ac:picMkLst>
            <pc:docMk/>
            <pc:sldMk cId="1709380000" sldId="492"/>
            <ac:picMk id="5" creationId="{F5023CCF-FCD0-14E9-409A-D018478AC4DC}"/>
          </ac:picMkLst>
        </pc:picChg>
        <pc:picChg chg="add del">
          <ac:chgData name="Edwar Romero-Ramirez" userId="92bc0edd-ad5d-44a7-8ba7-72607029cc7a" providerId="ADAL" clId="{25700C30-DA00-487E-96B7-DD16F87D1F8A}" dt="2024-08-06T16:25:35.799" v="3497" actId="478"/>
          <ac:picMkLst>
            <pc:docMk/>
            <pc:sldMk cId="1709380000" sldId="492"/>
            <ac:picMk id="7" creationId="{EF978F9C-A134-4702-4BA6-B88B36813223}"/>
          </ac:picMkLst>
        </pc:picChg>
        <pc:picChg chg="add mod">
          <ac:chgData name="Edwar Romero-Ramirez" userId="92bc0edd-ad5d-44a7-8ba7-72607029cc7a" providerId="ADAL" clId="{25700C30-DA00-487E-96B7-DD16F87D1F8A}" dt="2024-08-06T16:25:41.628" v="3499" actId="1076"/>
          <ac:picMkLst>
            <pc:docMk/>
            <pc:sldMk cId="1709380000" sldId="492"/>
            <ac:picMk id="9" creationId="{BED709FF-C9AF-25F8-15E4-1C06D5404754}"/>
          </ac:picMkLst>
        </pc:picChg>
      </pc:sldChg>
      <pc:sldChg chg="addSp modSp new mod">
        <pc:chgData name="Edwar Romero-Ramirez" userId="92bc0edd-ad5d-44a7-8ba7-72607029cc7a" providerId="ADAL" clId="{25700C30-DA00-487E-96B7-DD16F87D1F8A}" dt="2024-08-06T18:40:32.453" v="3634" actId="255"/>
        <pc:sldMkLst>
          <pc:docMk/>
          <pc:sldMk cId="2481203921" sldId="493"/>
        </pc:sldMkLst>
        <pc:spChg chg="mod">
          <ac:chgData name="Edwar Romero-Ramirez" userId="92bc0edd-ad5d-44a7-8ba7-72607029cc7a" providerId="ADAL" clId="{25700C30-DA00-487E-96B7-DD16F87D1F8A}" dt="2024-08-06T16:39:44.689" v="3592" actId="27636"/>
          <ac:spMkLst>
            <pc:docMk/>
            <pc:sldMk cId="2481203921" sldId="493"/>
            <ac:spMk id="2" creationId="{306616E1-0B68-3DF1-4A0A-4D63784E86D4}"/>
          </ac:spMkLst>
        </pc:spChg>
        <pc:spChg chg="mod">
          <ac:chgData name="Edwar Romero-Ramirez" userId="92bc0edd-ad5d-44a7-8ba7-72607029cc7a" providerId="ADAL" clId="{25700C30-DA00-487E-96B7-DD16F87D1F8A}" dt="2024-08-06T18:40:32.453" v="3634" actId="255"/>
          <ac:spMkLst>
            <pc:docMk/>
            <pc:sldMk cId="2481203921" sldId="493"/>
            <ac:spMk id="3" creationId="{512DE7F6-6223-F269-4EDF-3A06939DAFDA}"/>
          </ac:spMkLst>
        </pc:spChg>
        <pc:picChg chg="add mod">
          <ac:chgData name="Edwar Romero-Ramirez" userId="92bc0edd-ad5d-44a7-8ba7-72607029cc7a" providerId="ADAL" clId="{25700C30-DA00-487E-96B7-DD16F87D1F8A}" dt="2024-08-06T18:38:50.377" v="3622" actId="14100"/>
          <ac:picMkLst>
            <pc:docMk/>
            <pc:sldMk cId="2481203921" sldId="493"/>
            <ac:picMk id="5" creationId="{C1D2FCFA-C1BC-FD81-A5A8-455CAB9C6D6F}"/>
          </ac:picMkLst>
        </pc:picChg>
        <pc:picChg chg="add mod">
          <ac:chgData name="Edwar Romero-Ramirez" userId="92bc0edd-ad5d-44a7-8ba7-72607029cc7a" providerId="ADAL" clId="{25700C30-DA00-487E-96B7-DD16F87D1F8A}" dt="2024-08-06T18:39:06.047" v="3625" actId="14100"/>
          <ac:picMkLst>
            <pc:docMk/>
            <pc:sldMk cId="2481203921" sldId="493"/>
            <ac:picMk id="7" creationId="{81E842E2-CE35-6D74-88E8-473CF8EA9180}"/>
          </ac:picMkLst>
        </pc:picChg>
      </pc:sldChg>
      <pc:sldChg chg="addSp modSp new mod">
        <pc:chgData name="Edwar Romero-Ramirez" userId="92bc0edd-ad5d-44a7-8ba7-72607029cc7a" providerId="ADAL" clId="{25700C30-DA00-487E-96B7-DD16F87D1F8A}" dt="2024-08-06T19:22:35.626" v="3743" actId="1036"/>
        <pc:sldMkLst>
          <pc:docMk/>
          <pc:sldMk cId="2694699725" sldId="494"/>
        </pc:sldMkLst>
        <pc:spChg chg="mod">
          <ac:chgData name="Edwar Romero-Ramirez" userId="92bc0edd-ad5d-44a7-8ba7-72607029cc7a" providerId="ADAL" clId="{25700C30-DA00-487E-96B7-DD16F87D1F8A}" dt="2024-08-06T19:17:57.475" v="3697"/>
          <ac:spMkLst>
            <pc:docMk/>
            <pc:sldMk cId="2694699725" sldId="494"/>
            <ac:spMk id="2" creationId="{2489773C-FC11-B4D1-C198-395BF924FFBE}"/>
          </ac:spMkLst>
        </pc:spChg>
        <pc:spChg chg="mod">
          <ac:chgData name="Edwar Romero-Ramirez" userId="92bc0edd-ad5d-44a7-8ba7-72607029cc7a" providerId="ADAL" clId="{25700C30-DA00-487E-96B7-DD16F87D1F8A}" dt="2024-08-06T19:19:53.549" v="3719"/>
          <ac:spMkLst>
            <pc:docMk/>
            <pc:sldMk cId="2694699725" sldId="494"/>
            <ac:spMk id="3" creationId="{B216BD67-F35A-D258-1B48-1F3E5AD3A874}"/>
          </ac:spMkLst>
        </pc:spChg>
        <pc:spChg chg="add mod">
          <ac:chgData name="Edwar Romero-Ramirez" userId="92bc0edd-ad5d-44a7-8ba7-72607029cc7a" providerId="ADAL" clId="{25700C30-DA00-487E-96B7-DD16F87D1F8A}" dt="2024-08-06T19:21:24.774" v="3738" actId="2711"/>
          <ac:spMkLst>
            <pc:docMk/>
            <pc:sldMk cId="2694699725" sldId="494"/>
            <ac:spMk id="8" creationId="{4B592762-2E92-40D3-B781-1C7396247982}"/>
          </ac:spMkLst>
        </pc:spChg>
        <pc:picChg chg="add mod">
          <ac:chgData name="Edwar Romero-Ramirez" userId="92bc0edd-ad5d-44a7-8ba7-72607029cc7a" providerId="ADAL" clId="{25700C30-DA00-487E-96B7-DD16F87D1F8A}" dt="2024-08-06T19:22:35.626" v="3743" actId="1036"/>
          <ac:picMkLst>
            <pc:docMk/>
            <pc:sldMk cId="2694699725" sldId="494"/>
            <ac:picMk id="4" creationId="{9CD85180-AB2B-4D11-5B01-7F5CEA9E12B6}"/>
          </ac:picMkLst>
        </pc:picChg>
        <pc:picChg chg="add mod">
          <ac:chgData name="Edwar Romero-Ramirez" userId="92bc0edd-ad5d-44a7-8ba7-72607029cc7a" providerId="ADAL" clId="{25700C30-DA00-487E-96B7-DD16F87D1F8A}" dt="2024-08-06T19:21:46.830" v="3740" actId="1076"/>
          <ac:picMkLst>
            <pc:docMk/>
            <pc:sldMk cId="2694699725" sldId="494"/>
            <ac:picMk id="6" creationId="{6BB7D3A9-20B3-3DD9-7B11-6482B02A8170}"/>
          </ac:picMkLst>
        </pc:picChg>
      </pc:sldChg>
      <pc:sldChg chg="addSp modSp new mod">
        <pc:chgData name="Edwar Romero-Ramirez" userId="92bc0edd-ad5d-44a7-8ba7-72607029cc7a" providerId="ADAL" clId="{25700C30-DA00-487E-96B7-DD16F87D1F8A}" dt="2024-08-06T19:25:55.581" v="3753" actId="1076"/>
        <pc:sldMkLst>
          <pc:docMk/>
          <pc:sldMk cId="230185465" sldId="495"/>
        </pc:sldMkLst>
        <pc:spChg chg="mod">
          <ac:chgData name="Edwar Romero-Ramirez" userId="92bc0edd-ad5d-44a7-8ba7-72607029cc7a" providerId="ADAL" clId="{25700C30-DA00-487E-96B7-DD16F87D1F8A}" dt="2024-08-06T19:22:27.640" v="3742"/>
          <ac:spMkLst>
            <pc:docMk/>
            <pc:sldMk cId="230185465" sldId="495"/>
            <ac:spMk id="2" creationId="{296DE20E-CE36-8429-288D-AA638817BE47}"/>
          </ac:spMkLst>
        </pc:spChg>
        <pc:spChg chg="mod">
          <ac:chgData name="Edwar Romero-Ramirez" userId="92bc0edd-ad5d-44a7-8ba7-72607029cc7a" providerId="ADAL" clId="{25700C30-DA00-487E-96B7-DD16F87D1F8A}" dt="2024-08-06T19:22:54.506" v="3745"/>
          <ac:spMkLst>
            <pc:docMk/>
            <pc:sldMk cId="230185465" sldId="495"/>
            <ac:spMk id="3" creationId="{6DD9F8B3-E999-8715-143C-4F055CAFF1E2}"/>
          </ac:spMkLst>
        </pc:spChg>
        <pc:picChg chg="add mod">
          <ac:chgData name="Edwar Romero-Ramirez" userId="92bc0edd-ad5d-44a7-8ba7-72607029cc7a" providerId="ADAL" clId="{25700C30-DA00-487E-96B7-DD16F87D1F8A}" dt="2024-08-06T19:22:38.414" v="3744"/>
          <ac:picMkLst>
            <pc:docMk/>
            <pc:sldMk cId="230185465" sldId="495"/>
            <ac:picMk id="4" creationId="{EE12E9F7-A1ED-B58E-D509-AA8435F69F71}"/>
          </ac:picMkLst>
        </pc:picChg>
        <pc:picChg chg="add mod">
          <ac:chgData name="Edwar Romero-Ramirez" userId="92bc0edd-ad5d-44a7-8ba7-72607029cc7a" providerId="ADAL" clId="{25700C30-DA00-487E-96B7-DD16F87D1F8A}" dt="2024-08-06T19:23:17.972" v="3749" actId="1076"/>
          <ac:picMkLst>
            <pc:docMk/>
            <pc:sldMk cId="230185465" sldId="495"/>
            <ac:picMk id="6" creationId="{99656E9C-D3E8-E1DC-5239-0B66E832BBA4}"/>
          </ac:picMkLst>
        </pc:picChg>
        <pc:picChg chg="add mod">
          <ac:chgData name="Edwar Romero-Ramirez" userId="92bc0edd-ad5d-44a7-8ba7-72607029cc7a" providerId="ADAL" clId="{25700C30-DA00-487E-96B7-DD16F87D1F8A}" dt="2024-08-06T19:25:55.581" v="3753" actId="1076"/>
          <ac:picMkLst>
            <pc:docMk/>
            <pc:sldMk cId="230185465" sldId="495"/>
            <ac:picMk id="8" creationId="{5C45E1F9-82C1-ED51-AC22-0BF7A0FCA6E7}"/>
          </ac:picMkLst>
        </pc:picChg>
      </pc:sldChg>
      <pc:sldChg chg="addSp modSp new mod">
        <pc:chgData name="Edwar Romero-Ramirez" userId="92bc0edd-ad5d-44a7-8ba7-72607029cc7a" providerId="ADAL" clId="{25700C30-DA00-487E-96B7-DD16F87D1F8A}" dt="2024-08-06T19:54:31.866" v="3768" actId="20577"/>
        <pc:sldMkLst>
          <pc:docMk/>
          <pc:sldMk cId="2630664859" sldId="496"/>
        </pc:sldMkLst>
        <pc:spChg chg="mod">
          <ac:chgData name="Edwar Romero-Ramirez" userId="92bc0edd-ad5d-44a7-8ba7-72607029cc7a" providerId="ADAL" clId="{25700C30-DA00-487E-96B7-DD16F87D1F8A}" dt="2024-08-06T19:53:50.067" v="3755"/>
          <ac:spMkLst>
            <pc:docMk/>
            <pc:sldMk cId="2630664859" sldId="496"/>
            <ac:spMk id="2" creationId="{088758D2-F165-4119-D40B-B4317FBCD27D}"/>
          </ac:spMkLst>
        </pc:spChg>
        <pc:spChg chg="mod">
          <ac:chgData name="Edwar Romero-Ramirez" userId="92bc0edd-ad5d-44a7-8ba7-72607029cc7a" providerId="ADAL" clId="{25700C30-DA00-487E-96B7-DD16F87D1F8A}" dt="2024-08-06T19:54:31.866" v="3768" actId="20577"/>
          <ac:spMkLst>
            <pc:docMk/>
            <pc:sldMk cId="2630664859" sldId="496"/>
            <ac:spMk id="3" creationId="{1DA52DFE-BCCD-01C4-68BD-0AF0D1062608}"/>
          </ac:spMkLst>
        </pc:spChg>
        <pc:picChg chg="add mod">
          <ac:chgData name="Edwar Romero-Ramirez" userId="92bc0edd-ad5d-44a7-8ba7-72607029cc7a" providerId="ADAL" clId="{25700C30-DA00-487E-96B7-DD16F87D1F8A}" dt="2024-08-06T19:53:58.175" v="3756"/>
          <ac:picMkLst>
            <pc:docMk/>
            <pc:sldMk cId="2630664859" sldId="496"/>
            <ac:picMk id="4" creationId="{C2328037-2C59-5F54-DA84-97B534D2F6D2}"/>
          </ac:picMkLst>
        </pc:picChg>
      </pc:sldChg>
    </pc:docChg>
  </pc:docChgLst>
  <pc:docChgLst>
    <pc:chgData name="Somak Das" userId="S::sdas@floridapoly.edu::98cebb13-2fc4-4808-95b9-daeb7e6acc01" providerId="AD" clId="Web-{A708AAE8-9341-7283-62A7-BB8FB14ADE78}"/>
    <pc:docChg chg="delSld modSld modSection">
      <pc:chgData name="Somak Das" userId="S::sdas@floridapoly.edu::98cebb13-2fc4-4808-95b9-daeb7e6acc01" providerId="AD" clId="Web-{A708AAE8-9341-7283-62A7-BB8FB14ADE78}" dt="2024-11-14T04:48:17.347" v="47"/>
      <pc:docMkLst>
        <pc:docMk/>
      </pc:docMkLst>
      <pc:sldChg chg="modSp del">
        <pc:chgData name="Somak Das" userId="S::sdas@floridapoly.edu::98cebb13-2fc4-4808-95b9-daeb7e6acc01" providerId="AD" clId="Web-{A708AAE8-9341-7283-62A7-BB8FB14ADE78}" dt="2024-11-14T04:48:17.347" v="47"/>
        <pc:sldMkLst>
          <pc:docMk/>
          <pc:sldMk cId="4139804777" sldId="330"/>
        </pc:sldMkLst>
        <pc:spChg chg="mod">
          <ac:chgData name="Somak Das" userId="S::sdas@floridapoly.edu::98cebb13-2fc4-4808-95b9-daeb7e6acc01" providerId="AD" clId="Web-{A708AAE8-9341-7283-62A7-BB8FB14ADE78}" dt="2024-11-14T04:48:16.347" v="46" actId="20577"/>
          <ac:spMkLst>
            <pc:docMk/>
            <pc:sldMk cId="4139804777" sldId="330"/>
            <ac:spMk id="3" creationId="{799B180D-4364-B046-CF85-E1C85B403559}"/>
          </ac:spMkLst>
        </pc:spChg>
      </pc:sldChg>
      <pc:sldChg chg="modSp">
        <pc:chgData name="Somak Das" userId="S::sdas@floridapoly.edu::98cebb13-2fc4-4808-95b9-daeb7e6acc01" providerId="AD" clId="Web-{A708AAE8-9341-7283-62A7-BB8FB14ADE78}" dt="2024-11-14T04:44:16.090" v="39" actId="20577"/>
        <pc:sldMkLst>
          <pc:docMk/>
          <pc:sldMk cId="564156287" sldId="495"/>
        </pc:sldMkLst>
        <pc:spChg chg="mod">
          <ac:chgData name="Somak Das" userId="S::sdas@floridapoly.edu::98cebb13-2fc4-4808-95b9-daeb7e6acc01" providerId="AD" clId="Web-{A708AAE8-9341-7283-62A7-BB8FB14ADE78}" dt="2024-11-14T04:44:16.090" v="39" actId="20577"/>
          <ac:spMkLst>
            <pc:docMk/>
            <pc:sldMk cId="564156287" sldId="495"/>
            <ac:spMk id="2" creationId="{5C4A0E02-9859-2433-B21D-14A15F84B02A}"/>
          </ac:spMkLst>
        </pc:spChg>
      </pc:sldChg>
      <pc:sldChg chg="addSp modSp">
        <pc:chgData name="Somak Das" userId="S::sdas@floridapoly.edu::98cebb13-2fc4-4808-95b9-daeb7e6acc01" providerId="AD" clId="Web-{A708AAE8-9341-7283-62A7-BB8FB14ADE78}" dt="2024-11-14T04:43:15.573" v="33" actId="14100"/>
        <pc:sldMkLst>
          <pc:docMk/>
          <pc:sldMk cId="1044868571" sldId="496"/>
        </pc:sldMkLst>
        <pc:spChg chg="mod">
          <ac:chgData name="Somak Das" userId="S::sdas@floridapoly.edu::98cebb13-2fc4-4808-95b9-daeb7e6acc01" providerId="AD" clId="Web-{A708AAE8-9341-7283-62A7-BB8FB14ADE78}" dt="2024-11-14T04:40:51.991" v="21" actId="14100"/>
          <ac:spMkLst>
            <pc:docMk/>
            <pc:sldMk cId="1044868571" sldId="496"/>
            <ac:spMk id="3" creationId="{5706EA3E-CDA4-7914-05F2-3AE105CCA290}"/>
          </ac:spMkLst>
        </pc:spChg>
        <pc:picChg chg="add mod">
          <ac:chgData name="Somak Das" userId="S::sdas@floridapoly.edu::98cebb13-2fc4-4808-95b9-daeb7e6acc01" providerId="AD" clId="Web-{A708AAE8-9341-7283-62A7-BB8FB14ADE78}" dt="2024-11-14T04:43:15.573" v="33" actId="14100"/>
          <ac:picMkLst>
            <pc:docMk/>
            <pc:sldMk cId="1044868571" sldId="496"/>
            <ac:picMk id="4" creationId="{79A242C6-D2B5-CC63-C2C6-31FEA2296996}"/>
          </ac:picMkLst>
        </pc:picChg>
        <pc:picChg chg="add mod">
          <ac:chgData name="Somak Das" userId="S::sdas@floridapoly.edu::98cebb13-2fc4-4808-95b9-daeb7e6acc01" providerId="AD" clId="Web-{A708AAE8-9341-7283-62A7-BB8FB14ADE78}" dt="2024-11-14T04:43:01.182" v="30" actId="14100"/>
          <ac:picMkLst>
            <pc:docMk/>
            <pc:sldMk cId="1044868571" sldId="496"/>
            <ac:picMk id="5" creationId="{A00A8C30-6486-935B-C3ED-CE1A90A52998}"/>
          </ac:picMkLst>
        </pc:picChg>
      </pc:sldChg>
    </pc:docChg>
  </pc:docChgLst>
  <pc:docChgLst>
    <pc:chgData name="Edwar Romero-Ramirez" userId="92bc0edd-ad5d-44a7-8ba7-72607029cc7a" providerId="ADAL" clId="{7C8950AD-DEB2-403D-ABA8-7FE6D9697A99}"/>
    <pc:docChg chg="undo custSel addSld delSld modSld modSection">
      <pc:chgData name="Edwar Romero-Ramirez" userId="92bc0edd-ad5d-44a7-8ba7-72607029cc7a" providerId="ADAL" clId="{7C8950AD-DEB2-403D-ABA8-7FE6D9697A99}" dt="2024-08-06T22:27:27.668" v="387" actId="113"/>
      <pc:docMkLst>
        <pc:docMk/>
      </pc:docMkLst>
      <pc:sldChg chg="modSp mod">
        <pc:chgData name="Edwar Romero-Ramirez" userId="92bc0edd-ad5d-44a7-8ba7-72607029cc7a" providerId="ADAL" clId="{7C8950AD-DEB2-403D-ABA8-7FE6D9697A99}" dt="2024-08-06T21:44:54.257" v="262" actId="27636"/>
        <pc:sldMkLst>
          <pc:docMk/>
          <pc:sldMk cId="2422619597" sldId="462"/>
        </pc:sldMkLst>
        <pc:spChg chg="mod">
          <ac:chgData name="Edwar Romero-Ramirez" userId="92bc0edd-ad5d-44a7-8ba7-72607029cc7a" providerId="ADAL" clId="{7C8950AD-DEB2-403D-ABA8-7FE6D9697A99}" dt="2024-08-06T21:42:52.272" v="201" actId="1076"/>
          <ac:spMkLst>
            <pc:docMk/>
            <pc:sldMk cId="2422619597" sldId="462"/>
            <ac:spMk id="2" creationId="{9E8170A0-FB2A-58F5-0615-DE164697D2E4}"/>
          </ac:spMkLst>
        </pc:spChg>
        <pc:spChg chg="mod">
          <ac:chgData name="Edwar Romero-Ramirez" userId="92bc0edd-ad5d-44a7-8ba7-72607029cc7a" providerId="ADAL" clId="{7C8950AD-DEB2-403D-ABA8-7FE6D9697A99}" dt="2024-08-06T21:44:54.257" v="262" actId="27636"/>
          <ac:spMkLst>
            <pc:docMk/>
            <pc:sldMk cId="2422619597" sldId="462"/>
            <ac:spMk id="3" creationId="{2D310B37-EB23-8F05-532B-4E21B22B4358}"/>
          </ac:spMkLst>
        </pc:spChg>
      </pc:sldChg>
      <pc:sldChg chg="addSp modSp mod">
        <pc:chgData name="Edwar Romero-Ramirez" userId="92bc0edd-ad5d-44a7-8ba7-72607029cc7a" providerId="ADAL" clId="{7C8950AD-DEB2-403D-ABA8-7FE6D9697A99}" dt="2024-08-06T21:47:50.410" v="302" actId="20577"/>
        <pc:sldMkLst>
          <pc:docMk/>
          <pc:sldMk cId="2294267260" sldId="463"/>
        </pc:sldMkLst>
        <pc:spChg chg="mod">
          <ac:chgData name="Edwar Romero-Ramirez" userId="92bc0edd-ad5d-44a7-8ba7-72607029cc7a" providerId="ADAL" clId="{7C8950AD-DEB2-403D-ABA8-7FE6D9697A99}" dt="2024-08-06T21:47:50.410" v="302" actId="20577"/>
          <ac:spMkLst>
            <pc:docMk/>
            <pc:sldMk cId="2294267260" sldId="463"/>
            <ac:spMk id="3" creationId="{6186930B-107C-EE8D-02DF-6461E9BF6EA3}"/>
          </ac:spMkLst>
        </pc:spChg>
        <pc:spChg chg="add mod">
          <ac:chgData name="Edwar Romero-Ramirez" userId="92bc0edd-ad5d-44a7-8ba7-72607029cc7a" providerId="ADAL" clId="{7C8950AD-DEB2-403D-ABA8-7FE6D9697A99}" dt="2024-08-06T21:47:05.289" v="293" actId="1076"/>
          <ac:spMkLst>
            <pc:docMk/>
            <pc:sldMk cId="2294267260" sldId="463"/>
            <ac:spMk id="9" creationId="{8BA996C2-FE8F-B239-9921-3DA86E5508E2}"/>
          </ac:spMkLst>
        </pc:spChg>
        <pc:picChg chg="add mod">
          <ac:chgData name="Edwar Romero-Ramirez" userId="92bc0edd-ad5d-44a7-8ba7-72607029cc7a" providerId="ADAL" clId="{7C8950AD-DEB2-403D-ABA8-7FE6D9697A99}" dt="2024-08-06T21:46:17.421" v="279" actId="1076"/>
          <ac:picMkLst>
            <pc:docMk/>
            <pc:sldMk cId="2294267260" sldId="463"/>
            <ac:picMk id="5" creationId="{890C77BF-6177-5D20-438B-6B32AC79288B}"/>
          </ac:picMkLst>
        </pc:picChg>
        <pc:picChg chg="add mod">
          <ac:chgData name="Edwar Romero-Ramirez" userId="92bc0edd-ad5d-44a7-8ba7-72607029cc7a" providerId="ADAL" clId="{7C8950AD-DEB2-403D-ABA8-7FE6D9697A99}" dt="2024-08-06T21:46:35.281" v="285" actId="1076"/>
          <ac:picMkLst>
            <pc:docMk/>
            <pc:sldMk cId="2294267260" sldId="463"/>
            <ac:picMk id="7" creationId="{15B2DF73-7854-B0F8-ED18-D7E5C02C4B9A}"/>
          </ac:picMkLst>
        </pc:picChg>
      </pc:sldChg>
      <pc:sldChg chg="addSp delSp modSp mod">
        <pc:chgData name="Edwar Romero-Ramirez" userId="92bc0edd-ad5d-44a7-8ba7-72607029cc7a" providerId="ADAL" clId="{7C8950AD-DEB2-403D-ABA8-7FE6D9697A99}" dt="2024-08-06T21:19:13.062" v="11" actId="1076"/>
        <pc:sldMkLst>
          <pc:docMk/>
          <pc:sldMk cId="230185465" sldId="495"/>
        </pc:sldMkLst>
        <pc:picChg chg="add mod modCrop">
          <ac:chgData name="Edwar Romero-Ramirez" userId="92bc0edd-ad5d-44a7-8ba7-72607029cc7a" providerId="ADAL" clId="{7C8950AD-DEB2-403D-ABA8-7FE6D9697A99}" dt="2024-08-06T21:19:13.062" v="11" actId="1076"/>
          <ac:picMkLst>
            <pc:docMk/>
            <pc:sldMk cId="230185465" sldId="495"/>
            <ac:picMk id="7" creationId="{B9FE7D36-FB1E-C4AC-5460-AFDB3513D726}"/>
          </ac:picMkLst>
        </pc:picChg>
        <pc:picChg chg="del">
          <ac:chgData name="Edwar Romero-Ramirez" userId="92bc0edd-ad5d-44a7-8ba7-72607029cc7a" providerId="ADAL" clId="{7C8950AD-DEB2-403D-ABA8-7FE6D9697A99}" dt="2024-08-06T21:18:45.228" v="2" actId="478"/>
          <ac:picMkLst>
            <pc:docMk/>
            <pc:sldMk cId="230185465" sldId="495"/>
            <ac:picMk id="8" creationId="{5C45E1F9-82C1-ED51-AC22-0BF7A0FCA6E7}"/>
          </ac:picMkLst>
        </pc:picChg>
      </pc:sldChg>
      <pc:sldChg chg="addSp modSp mod">
        <pc:chgData name="Edwar Romero-Ramirez" userId="92bc0edd-ad5d-44a7-8ba7-72607029cc7a" providerId="ADAL" clId="{7C8950AD-DEB2-403D-ABA8-7FE6D9697A99}" dt="2024-08-06T21:20:54.372" v="18" actId="20577"/>
        <pc:sldMkLst>
          <pc:docMk/>
          <pc:sldMk cId="2630664859" sldId="496"/>
        </pc:sldMkLst>
        <pc:spChg chg="mod">
          <ac:chgData name="Edwar Romero-Ramirez" userId="92bc0edd-ad5d-44a7-8ba7-72607029cc7a" providerId="ADAL" clId="{7C8950AD-DEB2-403D-ABA8-7FE6D9697A99}" dt="2024-08-06T21:20:54.372" v="18" actId="20577"/>
          <ac:spMkLst>
            <pc:docMk/>
            <pc:sldMk cId="2630664859" sldId="496"/>
            <ac:spMk id="3" creationId="{1DA52DFE-BCCD-01C4-68BD-0AF0D1062608}"/>
          </ac:spMkLst>
        </pc:spChg>
        <pc:picChg chg="add mod">
          <ac:chgData name="Edwar Romero-Ramirez" userId="92bc0edd-ad5d-44a7-8ba7-72607029cc7a" providerId="ADAL" clId="{7C8950AD-DEB2-403D-ABA8-7FE6D9697A99}" dt="2024-08-06T21:20:34.660" v="16"/>
          <ac:picMkLst>
            <pc:docMk/>
            <pc:sldMk cId="2630664859" sldId="496"/>
            <ac:picMk id="5" creationId="{D11FDB17-B685-4BBC-84AE-2C5D56026452}"/>
          </ac:picMkLst>
        </pc:picChg>
      </pc:sldChg>
      <pc:sldChg chg="addSp modSp new mod">
        <pc:chgData name="Edwar Romero-Ramirez" userId="92bc0edd-ad5d-44a7-8ba7-72607029cc7a" providerId="ADAL" clId="{7C8950AD-DEB2-403D-ABA8-7FE6D9697A99}" dt="2024-08-06T21:51:26.478" v="376" actId="20577"/>
        <pc:sldMkLst>
          <pc:docMk/>
          <pc:sldMk cId="3453082355" sldId="497"/>
        </pc:sldMkLst>
        <pc:spChg chg="mod">
          <ac:chgData name="Edwar Romero-Ramirez" userId="92bc0edd-ad5d-44a7-8ba7-72607029cc7a" providerId="ADAL" clId="{7C8950AD-DEB2-403D-ABA8-7FE6D9697A99}" dt="2024-08-06T21:16:30.085" v="1"/>
          <ac:spMkLst>
            <pc:docMk/>
            <pc:sldMk cId="3453082355" sldId="497"/>
            <ac:spMk id="2" creationId="{EF3F483B-514B-AFAC-3BC1-D68D7981F011}"/>
          </ac:spMkLst>
        </pc:spChg>
        <pc:spChg chg="mod">
          <ac:chgData name="Edwar Romero-Ramirez" userId="92bc0edd-ad5d-44a7-8ba7-72607029cc7a" providerId="ADAL" clId="{7C8950AD-DEB2-403D-ABA8-7FE6D9697A99}" dt="2024-08-06T21:51:26.478" v="376" actId="20577"/>
          <ac:spMkLst>
            <pc:docMk/>
            <pc:sldMk cId="3453082355" sldId="497"/>
            <ac:spMk id="3" creationId="{75B733D5-6624-D223-B807-AABF5F220F3D}"/>
          </ac:spMkLst>
        </pc:spChg>
        <pc:picChg chg="add mod">
          <ac:chgData name="Edwar Romero-Ramirez" userId="92bc0edd-ad5d-44a7-8ba7-72607029cc7a" providerId="ADAL" clId="{7C8950AD-DEB2-403D-ABA8-7FE6D9697A99}" dt="2024-08-06T21:20:59.119" v="19"/>
          <ac:picMkLst>
            <pc:docMk/>
            <pc:sldMk cId="3453082355" sldId="497"/>
            <ac:picMk id="4" creationId="{EE648F5B-9246-BFC8-A965-453974C8E747}"/>
          </ac:picMkLst>
        </pc:picChg>
        <pc:picChg chg="add mod">
          <ac:chgData name="Edwar Romero-Ramirez" userId="92bc0edd-ad5d-44a7-8ba7-72607029cc7a" providerId="ADAL" clId="{7C8950AD-DEB2-403D-ABA8-7FE6D9697A99}" dt="2024-08-06T21:20:59.119" v="19"/>
          <ac:picMkLst>
            <pc:docMk/>
            <pc:sldMk cId="3453082355" sldId="497"/>
            <ac:picMk id="5" creationId="{8E4F990E-AA82-F22D-3935-97EE6E79EC2C}"/>
          </ac:picMkLst>
        </pc:picChg>
      </pc:sldChg>
      <pc:sldChg chg="addSp delSp modSp new mod">
        <pc:chgData name="Edwar Romero-Ramirez" userId="92bc0edd-ad5d-44a7-8ba7-72607029cc7a" providerId="ADAL" clId="{7C8950AD-DEB2-403D-ABA8-7FE6D9697A99}" dt="2024-08-06T21:30:32.723" v="149" actId="20577"/>
        <pc:sldMkLst>
          <pc:docMk/>
          <pc:sldMk cId="1467416977" sldId="498"/>
        </pc:sldMkLst>
        <pc:spChg chg="mod">
          <ac:chgData name="Edwar Romero-Ramirez" userId="92bc0edd-ad5d-44a7-8ba7-72607029cc7a" providerId="ADAL" clId="{7C8950AD-DEB2-403D-ABA8-7FE6D9697A99}" dt="2024-08-06T21:24:04.776" v="41"/>
          <ac:spMkLst>
            <pc:docMk/>
            <pc:sldMk cId="1467416977" sldId="498"/>
            <ac:spMk id="2" creationId="{3862D673-0D8F-709D-2AF3-5C2E99018D17}"/>
          </ac:spMkLst>
        </pc:spChg>
        <pc:spChg chg="mod">
          <ac:chgData name="Edwar Romero-Ramirez" userId="92bc0edd-ad5d-44a7-8ba7-72607029cc7a" providerId="ADAL" clId="{7C8950AD-DEB2-403D-ABA8-7FE6D9697A99}" dt="2024-08-06T21:30:32.723" v="149" actId="20577"/>
          <ac:spMkLst>
            <pc:docMk/>
            <pc:sldMk cId="1467416977" sldId="498"/>
            <ac:spMk id="3" creationId="{D049FEA8-7FE1-02D7-BDAB-DD1AA8FAC7C9}"/>
          </ac:spMkLst>
        </pc:spChg>
        <pc:picChg chg="add del">
          <ac:chgData name="Edwar Romero-Ramirez" userId="92bc0edd-ad5d-44a7-8ba7-72607029cc7a" providerId="ADAL" clId="{7C8950AD-DEB2-403D-ABA8-7FE6D9697A99}" dt="2024-08-06T21:23:53.238" v="38" actId="478"/>
          <ac:picMkLst>
            <pc:docMk/>
            <pc:sldMk cId="1467416977" sldId="498"/>
            <ac:picMk id="5" creationId="{7A19A767-2637-596E-D278-37A187DB1F3B}"/>
          </ac:picMkLst>
        </pc:picChg>
        <pc:picChg chg="add del mod">
          <ac:chgData name="Edwar Romero-Ramirez" userId="92bc0edd-ad5d-44a7-8ba7-72607029cc7a" providerId="ADAL" clId="{7C8950AD-DEB2-403D-ABA8-7FE6D9697A99}" dt="2024-08-06T21:23:52.356" v="37" actId="478"/>
          <ac:picMkLst>
            <pc:docMk/>
            <pc:sldMk cId="1467416977" sldId="498"/>
            <ac:picMk id="6" creationId="{1FEF65D8-2081-FDE5-54C5-57EC8878EC43}"/>
          </ac:picMkLst>
        </pc:picChg>
        <pc:picChg chg="add mod modCrop">
          <ac:chgData name="Edwar Romero-Ramirez" userId="92bc0edd-ad5d-44a7-8ba7-72607029cc7a" providerId="ADAL" clId="{7C8950AD-DEB2-403D-ABA8-7FE6D9697A99}" dt="2024-08-06T21:29:59.777" v="115" actId="1076"/>
          <ac:picMkLst>
            <pc:docMk/>
            <pc:sldMk cId="1467416977" sldId="498"/>
            <ac:picMk id="8" creationId="{C0D9BE7D-ECAD-98F3-7B4E-E660634C1DA3}"/>
          </ac:picMkLst>
        </pc:picChg>
        <pc:picChg chg="add mod">
          <ac:chgData name="Edwar Romero-Ramirez" userId="92bc0edd-ad5d-44a7-8ba7-72607029cc7a" providerId="ADAL" clId="{7C8950AD-DEB2-403D-ABA8-7FE6D9697A99}" dt="2024-08-06T21:29:59.777" v="115" actId="1076"/>
          <ac:picMkLst>
            <pc:docMk/>
            <pc:sldMk cId="1467416977" sldId="498"/>
            <ac:picMk id="10" creationId="{DDEBBA08-4B22-0CC9-1F45-3F817CB8A317}"/>
          </ac:picMkLst>
        </pc:picChg>
        <pc:picChg chg="add mod">
          <ac:chgData name="Edwar Romero-Ramirez" userId="92bc0edd-ad5d-44a7-8ba7-72607029cc7a" providerId="ADAL" clId="{7C8950AD-DEB2-403D-ABA8-7FE6D9697A99}" dt="2024-08-06T21:29:59.777" v="115" actId="1076"/>
          <ac:picMkLst>
            <pc:docMk/>
            <pc:sldMk cId="1467416977" sldId="498"/>
            <ac:picMk id="12" creationId="{D309559C-5D87-6D1F-1824-CD4EA0A57378}"/>
          </ac:picMkLst>
        </pc:picChg>
        <pc:picChg chg="add mod modCrop">
          <ac:chgData name="Edwar Romero-Ramirez" userId="92bc0edd-ad5d-44a7-8ba7-72607029cc7a" providerId="ADAL" clId="{7C8950AD-DEB2-403D-ABA8-7FE6D9697A99}" dt="2024-08-06T21:29:59.777" v="115" actId="1076"/>
          <ac:picMkLst>
            <pc:docMk/>
            <pc:sldMk cId="1467416977" sldId="498"/>
            <ac:picMk id="14" creationId="{DC426D8C-CD7D-A9DF-8C4A-A43AB5B1E366}"/>
          </ac:picMkLst>
        </pc:picChg>
      </pc:sldChg>
      <pc:sldChg chg="addSp delSp modSp add mod">
        <pc:chgData name="Edwar Romero-Ramirez" userId="92bc0edd-ad5d-44a7-8ba7-72607029cc7a" providerId="ADAL" clId="{7C8950AD-DEB2-403D-ABA8-7FE6D9697A99}" dt="2024-08-06T21:50:53.170" v="358" actId="1038"/>
        <pc:sldMkLst>
          <pc:docMk/>
          <pc:sldMk cId="569734195" sldId="499"/>
        </pc:sldMkLst>
        <pc:spChg chg="mod">
          <ac:chgData name="Edwar Romero-Ramirez" userId="92bc0edd-ad5d-44a7-8ba7-72607029cc7a" providerId="ADAL" clId="{7C8950AD-DEB2-403D-ABA8-7FE6D9697A99}" dt="2024-08-06T21:36:56.892" v="166" actId="20577"/>
          <ac:spMkLst>
            <pc:docMk/>
            <pc:sldMk cId="569734195" sldId="499"/>
            <ac:spMk id="2" creationId="{EF3F483B-514B-AFAC-3BC1-D68D7981F011}"/>
          </ac:spMkLst>
        </pc:spChg>
        <pc:spChg chg="del">
          <ac:chgData name="Edwar Romero-Ramirez" userId="92bc0edd-ad5d-44a7-8ba7-72607029cc7a" providerId="ADAL" clId="{7C8950AD-DEB2-403D-ABA8-7FE6D9697A99}" dt="2024-08-06T21:37:06.764" v="168" actId="478"/>
          <ac:spMkLst>
            <pc:docMk/>
            <pc:sldMk cId="569734195" sldId="499"/>
            <ac:spMk id="3" creationId="{75B733D5-6624-D223-B807-AABF5F220F3D}"/>
          </ac:spMkLst>
        </pc:spChg>
        <pc:spChg chg="add del mod">
          <ac:chgData name="Edwar Romero-Ramirez" userId="92bc0edd-ad5d-44a7-8ba7-72607029cc7a" providerId="ADAL" clId="{7C8950AD-DEB2-403D-ABA8-7FE6D9697A99}" dt="2024-08-06T21:37:09.549" v="169" actId="478"/>
          <ac:spMkLst>
            <pc:docMk/>
            <pc:sldMk cId="569734195" sldId="499"/>
            <ac:spMk id="9" creationId="{49672E45-4521-FD4B-7212-731304146644}"/>
          </ac:spMkLst>
        </pc:spChg>
        <pc:picChg chg="del">
          <ac:chgData name="Edwar Romero-Ramirez" userId="92bc0edd-ad5d-44a7-8ba7-72607029cc7a" providerId="ADAL" clId="{7C8950AD-DEB2-403D-ABA8-7FE6D9697A99}" dt="2024-08-06T21:39:12.859" v="171" actId="478"/>
          <ac:picMkLst>
            <pc:docMk/>
            <pc:sldMk cId="569734195" sldId="499"/>
            <ac:picMk id="4" creationId="{EE648F5B-9246-BFC8-A965-453974C8E747}"/>
          </ac:picMkLst>
        </pc:picChg>
        <pc:picChg chg="del">
          <ac:chgData name="Edwar Romero-Ramirez" userId="92bc0edd-ad5d-44a7-8ba7-72607029cc7a" providerId="ADAL" clId="{7C8950AD-DEB2-403D-ABA8-7FE6D9697A99}" dt="2024-08-06T21:39:13.616" v="172" actId="478"/>
          <ac:picMkLst>
            <pc:docMk/>
            <pc:sldMk cId="569734195" sldId="499"/>
            <ac:picMk id="5" creationId="{8E4F990E-AA82-F22D-3935-97EE6E79EC2C}"/>
          </ac:picMkLst>
        </pc:picChg>
        <pc:picChg chg="add del mod">
          <ac:chgData name="Edwar Romero-Ramirez" userId="92bc0edd-ad5d-44a7-8ba7-72607029cc7a" providerId="ADAL" clId="{7C8950AD-DEB2-403D-ABA8-7FE6D9697A99}" dt="2024-08-06T21:50:34.908" v="312" actId="478"/>
          <ac:picMkLst>
            <pc:docMk/>
            <pc:sldMk cId="569734195" sldId="499"/>
            <ac:picMk id="7" creationId="{3F845C01-505B-5894-F061-370F67DB3019}"/>
          </ac:picMkLst>
        </pc:picChg>
        <pc:picChg chg="add mod modCrop">
          <ac:chgData name="Edwar Romero-Ramirez" userId="92bc0edd-ad5d-44a7-8ba7-72607029cc7a" providerId="ADAL" clId="{7C8950AD-DEB2-403D-ABA8-7FE6D9697A99}" dt="2024-08-06T21:42:14.819" v="196" actId="1036"/>
          <ac:picMkLst>
            <pc:docMk/>
            <pc:sldMk cId="569734195" sldId="499"/>
            <ac:picMk id="11" creationId="{553FBCE5-FE04-905B-FE20-51175CD62C7F}"/>
          </ac:picMkLst>
        </pc:picChg>
        <pc:picChg chg="add del mod modCrop">
          <ac:chgData name="Edwar Romero-Ramirez" userId="92bc0edd-ad5d-44a7-8ba7-72607029cc7a" providerId="ADAL" clId="{7C8950AD-DEB2-403D-ABA8-7FE6D9697A99}" dt="2024-08-06T21:39:33.034" v="181" actId="478"/>
          <ac:picMkLst>
            <pc:docMk/>
            <pc:sldMk cId="569734195" sldId="499"/>
            <ac:picMk id="12" creationId="{4138CACB-4B2A-38E8-D9F6-E2A889BDCCC5}"/>
          </ac:picMkLst>
        </pc:picChg>
        <pc:picChg chg="add del mod">
          <ac:chgData name="Edwar Romero-Ramirez" userId="92bc0edd-ad5d-44a7-8ba7-72607029cc7a" providerId="ADAL" clId="{7C8950AD-DEB2-403D-ABA8-7FE6D9697A99}" dt="2024-08-06T21:41:30.009" v="187" actId="478"/>
          <ac:picMkLst>
            <pc:docMk/>
            <pc:sldMk cId="569734195" sldId="499"/>
            <ac:picMk id="14" creationId="{EFE8FA76-91CE-F926-9077-42CAE12516D5}"/>
          </ac:picMkLst>
        </pc:picChg>
        <pc:picChg chg="add mod">
          <ac:chgData name="Edwar Romero-Ramirez" userId="92bc0edd-ad5d-44a7-8ba7-72607029cc7a" providerId="ADAL" clId="{7C8950AD-DEB2-403D-ABA8-7FE6D9697A99}" dt="2024-08-06T21:42:09.003" v="190" actId="1076"/>
          <ac:picMkLst>
            <pc:docMk/>
            <pc:sldMk cId="569734195" sldId="499"/>
            <ac:picMk id="16" creationId="{2A2DCB58-374C-15EA-E6BF-C1A236C634DF}"/>
          </ac:picMkLst>
        </pc:picChg>
        <pc:picChg chg="add mod">
          <ac:chgData name="Edwar Romero-Ramirez" userId="92bc0edd-ad5d-44a7-8ba7-72607029cc7a" providerId="ADAL" clId="{7C8950AD-DEB2-403D-ABA8-7FE6D9697A99}" dt="2024-08-06T21:50:53.170" v="358" actId="1038"/>
          <ac:picMkLst>
            <pc:docMk/>
            <pc:sldMk cId="569734195" sldId="499"/>
            <ac:picMk id="18" creationId="{5D179B66-C7AC-6298-0E46-7752B10CD2D6}"/>
          </ac:picMkLst>
        </pc:picChg>
      </pc:sldChg>
      <pc:sldChg chg="addSp delSp modSp add del mod">
        <pc:chgData name="Edwar Romero-Ramirez" userId="92bc0edd-ad5d-44a7-8ba7-72607029cc7a" providerId="ADAL" clId="{7C8950AD-DEB2-403D-ABA8-7FE6D9697A99}" dt="2024-08-06T21:29:34.428" v="113" actId="47"/>
        <pc:sldMkLst>
          <pc:docMk/>
          <pc:sldMk cId="1089054268" sldId="499"/>
        </pc:sldMkLst>
        <pc:cxnChg chg="add del mod">
          <ac:chgData name="Edwar Romero-Ramirez" userId="92bc0edd-ad5d-44a7-8ba7-72607029cc7a" providerId="ADAL" clId="{7C8950AD-DEB2-403D-ABA8-7FE6D9697A99}" dt="2024-08-06T21:29:21.421" v="110" actId="478"/>
          <ac:cxnSpMkLst>
            <pc:docMk/>
            <pc:sldMk cId="1089054268" sldId="499"/>
            <ac:cxnSpMk id="5" creationId="{2C663350-4D9B-E8ED-5B62-7F9E09B098A4}"/>
          </ac:cxnSpMkLst>
        </pc:cxnChg>
        <pc:cxnChg chg="add del mod">
          <ac:chgData name="Edwar Romero-Ramirez" userId="92bc0edd-ad5d-44a7-8ba7-72607029cc7a" providerId="ADAL" clId="{7C8950AD-DEB2-403D-ABA8-7FE6D9697A99}" dt="2024-08-06T21:27:59.145" v="97" actId="478"/>
          <ac:cxnSpMkLst>
            <pc:docMk/>
            <pc:sldMk cId="1089054268" sldId="499"/>
            <ac:cxnSpMk id="6" creationId="{0D41446C-2109-98FE-6544-6C43D6B1D7AA}"/>
          </ac:cxnSpMkLst>
        </pc:cxnChg>
        <pc:cxnChg chg="add del mod">
          <ac:chgData name="Edwar Romero-Ramirez" userId="92bc0edd-ad5d-44a7-8ba7-72607029cc7a" providerId="ADAL" clId="{7C8950AD-DEB2-403D-ABA8-7FE6D9697A99}" dt="2024-08-06T21:29:23.034" v="111" actId="478"/>
          <ac:cxnSpMkLst>
            <pc:docMk/>
            <pc:sldMk cId="1089054268" sldId="499"/>
            <ac:cxnSpMk id="9" creationId="{E6E16179-29CF-9322-0F15-017C42A8F888}"/>
          </ac:cxnSpMkLst>
        </pc:cxnChg>
        <pc:cxnChg chg="add del mod">
          <ac:chgData name="Edwar Romero-Ramirez" userId="92bc0edd-ad5d-44a7-8ba7-72607029cc7a" providerId="ADAL" clId="{7C8950AD-DEB2-403D-ABA8-7FE6D9697A99}" dt="2024-08-06T21:29:24.247" v="112" actId="478"/>
          <ac:cxnSpMkLst>
            <pc:docMk/>
            <pc:sldMk cId="1089054268" sldId="499"/>
            <ac:cxnSpMk id="13" creationId="{4166D4BF-02A0-6C14-72EE-A36DF79CEBF9}"/>
          </ac:cxnSpMkLst>
        </pc:cxnChg>
        <pc:cxnChg chg="add del mod">
          <ac:chgData name="Edwar Romero-Ramirez" userId="92bc0edd-ad5d-44a7-8ba7-72607029cc7a" providerId="ADAL" clId="{7C8950AD-DEB2-403D-ABA8-7FE6D9697A99}" dt="2024-08-06T21:29:18.339" v="109" actId="478"/>
          <ac:cxnSpMkLst>
            <pc:docMk/>
            <pc:sldMk cId="1089054268" sldId="499"/>
            <ac:cxnSpMk id="16" creationId="{008F5E6B-4494-71A8-64B9-A598DE140DB0}"/>
          </ac:cxnSpMkLst>
        </pc:cxnChg>
        <pc:cxnChg chg="add del mod">
          <ac:chgData name="Edwar Romero-Ramirez" userId="92bc0edd-ad5d-44a7-8ba7-72607029cc7a" providerId="ADAL" clId="{7C8950AD-DEB2-403D-ABA8-7FE6D9697A99}" dt="2024-08-06T21:29:18.339" v="109" actId="478"/>
          <ac:cxnSpMkLst>
            <pc:docMk/>
            <pc:sldMk cId="1089054268" sldId="499"/>
            <ac:cxnSpMk id="17" creationId="{3A6CBCFF-0362-6DE2-7390-A80F4B0A3B3C}"/>
          </ac:cxnSpMkLst>
        </pc:cxnChg>
        <pc:cxnChg chg="add del mod">
          <ac:chgData name="Edwar Romero-Ramirez" userId="92bc0edd-ad5d-44a7-8ba7-72607029cc7a" providerId="ADAL" clId="{7C8950AD-DEB2-403D-ABA8-7FE6D9697A99}" dt="2024-08-06T21:29:18.339" v="109" actId="478"/>
          <ac:cxnSpMkLst>
            <pc:docMk/>
            <pc:sldMk cId="1089054268" sldId="499"/>
            <ac:cxnSpMk id="18" creationId="{599216F7-943A-5E25-6BA2-B01F96EA1B9C}"/>
          </ac:cxnSpMkLst>
        </pc:cxnChg>
      </pc:sldChg>
      <pc:sldChg chg="modSp new mod">
        <pc:chgData name="Edwar Romero-Ramirez" userId="92bc0edd-ad5d-44a7-8ba7-72607029cc7a" providerId="ADAL" clId="{7C8950AD-DEB2-403D-ABA8-7FE6D9697A99}" dt="2024-08-06T21:49:12.079" v="311" actId="207"/>
        <pc:sldMkLst>
          <pc:docMk/>
          <pc:sldMk cId="908395576" sldId="500"/>
        </pc:sldMkLst>
        <pc:spChg chg="mod">
          <ac:chgData name="Edwar Romero-Ramirez" userId="92bc0edd-ad5d-44a7-8ba7-72607029cc7a" providerId="ADAL" clId="{7C8950AD-DEB2-403D-ABA8-7FE6D9697A99}" dt="2024-08-06T21:47:33.170" v="295"/>
          <ac:spMkLst>
            <pc:docMk/>
            <pc:sldMk cId="908395576" sldId="500"/>
            <ac:spMk id="2" creationId="{1E9D36A5-59CD-9B40-7BFE-B698D787628A}"/>
          </ac:spMkLst>
        </pc:spChg>
        <pc:spChg chg="mod">
          <ac:chgData name="Edwar Romero-Ramirez" userId="92bc0edd-ad5d-44a7-8ba7-72607029cc7a" providerId="ADAL" clId="{7C8950AD-DEB2-403D-ABA8-7FE6D9697A99}" dt="2024-08-06T21:49:12.079" v="311" actId="207"/>
          <ac:spMkLst>
            <pc:docMk/>
            <pc:sldMk cId="908395576" sldId="500"/>
            <ac:spMk id="3" creationId="{C9E4BFC7-1A45-8BED-220C-7FB51955963B}"/>
          </ac:spMkLst>
        </pc:spChg>
      </pc:sldChg>
      <pc:sldChg chg="modSp new mod">
        <pc:chgData name="Edwar Romero-Ramirez" userId="92bc0edd-ad5d-44a7-8ba7-72607029cc7a" providerId="ADAL" clId="{7C8950AD-DEB2-403D-ABA8-7FE6D9697A99}" dt="2024-08-06T22:27:27.668" v="387" actId="113"/>
        <pc:sldMkLst>
          <pc:docMk/>
          <pc:sldMk cId="744313029" sldId="501"/>
        </pc:sldMkLst>
        <pc:spChg chg="mod">
          <ac:chgData name="Edwar Romero-Ramirez" userId="92bc0edd-ad5d-44a7-8ba7-72607029cc7a" providerId="ADAL" clId="{7C8950AD-DEB2-403D-ABA8-7FE6D9697A99}" dt="2024-08-06T22:27:06.407" v="384" actId="20577"/>
          <ac:spMkLst>
            <pc:docMk/>
            <pc:sldMk cId="744313029" sldId="501"/>
            <ac:spMk id="2" creationId="{B01D0226-B538-C1AF-A4ED-5F8982AFDC3B}"/>
          </ac:spMkLst>
        </pc:spChg>
        <pc:spChg chg="mod">
          <ac:chgData name="Edwar Romero-Ramirez" userId="92bc0edd-ad5d-44a7-8ba7-72607029cc7a" providerId="ADAL" clId="{7C8950AD-DEB2-403D-ABA8-7FE6D9697A99}" dt="2024-08-06T22:27:27.668" v="387" actId="113"/>
          <ac:spMkLst>
            <pc:docMk/>
            <pc:sldMk cId="744313029" sldId="501"/>
            <ac:spMk id="3" creationId="{26CECAB1-ACE7-25C9-6A68-8FA727912951}"/>
          </ac:spMkLst>
        </pc:spChg>
      </pc:sldChg>
    </pc:docChg>
  </pc:docChgLst>
  <pc:docChgLst>
    <pc:chgData name="Somak Das" userId="S::sdas@floridapoly.edu::98cebb13-2fc4-4808-95b9-daeb7e6acc01" providerId="AD" clId="Web-{94F22D82-317E-785A-6106-B6E77CD69CAF}"/>
    <pc:docChg chg="addSld delSld modSld sldOrd modSection">
      <pc:chgData name="Somak Das" userId="S::sdas@floridapoly.edu::98cebb13-2fc4-4808-95b9-daeb7e6acc01" providerId="AD" clId="Web-{94F22D82-317E-785A-6106-B6E77CD69CAF}" dt="2024-11-14T04:38:00.845" v="548" actId="20577"/>
      <pc:docMkLst>
        <pc:docMk/>
      </pc:docMkLst>
      <pc:sldChg chg="del">
        <pc:chgData name="Somak Das" userId="S::sdas@floridapoly.edu::98cebb13-2fc4-4808-95b9-daeb7e6acc01" providerId="AD" clId="Web-{94F22D82-317E-785A-6106-B6E77CD69CAF}" dt="2024-11-14T03:58:40.360" v="128"/>
        <pc:sldMkLst>
          <pc:docMk/>
          <pc:sldMk cId="342402045" sldId="339"/>
        </pc:sldMkLst>
      </pc:sldChg>
      <pc:sldChg chg="del">
        <pc:chgData name="Somak Das" userId="S::sdas@floridapoly.edu::98cebb13-2fc4-4808-95b9-daeb7e6acc01" providerId="AD" clId="Web-{94F22D82-317E-785A-6106-B6E77CD69CAF}" dt="2024-11-14T03:58:57.470" v="133"/>
        <pc:sldMkLst>
          <pc:docMk/>
          <pc:sldMk cId="2911480211" sldId="449"/>
        </pc:sldMkLst>
      </pc:sldChg>
      <pc:sldChg chg="del">
        <pc:chgData name="Somak Das" userId="S::sdas@floridapoly.edu::98cebb13-2fc4-4808-95b9-daeb7e6acc01" providerId="AD" clId="Web-{94F22D82-317E-785A-6106-B6E77CD69CAF}" dt="2024-11-14T03:58:54.235" v="132"/>
        <pc:sldMkLst>
          <pc:docMk/>
          <pc:sldMk cId="1852742070" sldId="452"/>
        </pc:sldMkLst>
      </pc:sldChg>
      <pc:sldChg chg="del">
        <pc:chgData name="Somak Das" userId="S::sdas@floridapoly.edu::98cebb13-2fc4-4808-95b9-daeb7e6acc01" providerId="AD" clId="Web-{94F22D82-317E-785A-6106-B6E77CD69CAF}" dt="2024-11-14T03:49:48.784" v="83"/>
        <pc:sldMkLst>
          <pc:docMk/>
          <pc:sldMk cId="983036770" sldId="470"/>
        </pc:sldMkLst>
      </pc:sldChg>
      <pc:sldChg chg="modSp">
        <pc:chgData name="Somak Das" userId="S::sdas@floridapoly.edu::98cebb13-2fc4-4808-95b9-daeb7e6acc01" providerId="AD" clId="Web-{94F22D82-317E-785A-6106-B6E77CD69CAF}" dt="2024-11-14T04:03:19.773" v="170" actId="20577"/>
        <pc:sldMkLst>
          <pc:docMk/>
          <pc:sldMk cId="3930056607" sldId="471"/>
        </pc:sldMkLst>
        <pc:spChg chg="mod">
          <ac:chgData name="Somak Das" userId="S::sdas@floridapoly.edu::98cebb13-2fc4-4808-95b9-daeb7e6acc01" providerId="AD" clId="Web-{94F22D82-317E-785A-6106-B6E77CD69CAF}" dt="2024-11-14T04:03:19.773" v="170" actId="20577"/>
          <ac:spMkLst>
            <pc:docMk/>
            <pc:sldMk cId="3930056607" sldId="471"/>
            <ac:spMk id="3" creationId="{1A07ECF6-F060-BC5B-B78D-DEC49881A3A2}"/>
          </ac:spMkLst>
        </pc:spChg>
      </pc:sldChg>
      <pc:sldChg chg="del">
        <pc:chgData name="Somak Das" userId="S::sdas@floridapoly.edu::98cebb13-2fc4-4808-95b9-daeb7e6acc01" providerId="AD" clId="Web-{94F22D82-317E-785A-6106-B6E77CD69CAF}" dt="2024-11-14T04:05:30.261" v="171"/>
        <pc:sldMkLst>
          <pc:docMk/>
          <pc:sldMk cId="1681680791" sldId="474"/>
        </pc:sldMkLst>
      </pc:sldChg>
      <pc:sldChg chg="addSp delSp modSp">
        <pc:chgData name="Somak Das" userId="S::sdas@floridapoly.edu::98cebb13-2fc4-4808-95b9-daeb7e6acc01" providerId="AD" clId="Web-{94F22D82-317E-785A-6106-B6E77CD69CAF}" dt="2024-11-14T04:20:48.565" v="510" actId="1076"/>
        <pc:sldMkLst>
          <pc:docMk/>
          <pc:sldMk cId="2710711114" sldId="475"/>
        </pc:sldMkLst>
        <pc:spChg chg="del mod ord">
          <ac:chgData name="Somak Das" userId="S::sdas@floridapoly.edu::98cebb13-2fc4-4808-95b9-daeb7e6acc01" providerId="AD" clId="Web-{94F22D82-317E-785A-6106-B6E77CD69CAF}" dt="2024-11-14T04:19:40.892" v="489"/>
          <ac:spMkLst>
            <pc:docMk/>
            <pc:sldMk cId="2710711114" sldId="475"/>
            <ac:spMk id="3" creationId="{529EE38F-8BA4-A2A6-F162-A48A8B964FFE}"/>
          </ac:spMkLst>
        </pc:spChg>
        <pc:spChg chg="add mod">
          <ac:chgData name="Somak Das" userId="S::sdas@floridapoly.edu::98cebb13-2fc4-4808-95b9-daeb7e6acc01" providerId="AD" clId="Web-{94F22D82-317E-785A-6106-B6E77CD69CAF}" dt="2024-11-14T04:20:48.565" v="510" actId="1076"/>
          <ac:spMkLst>
            <pc:docMk/>
            <pc:sldMk cId="2710711114" sldId="475"/>
            <ac:spMk id="7" creationId="{5CDEA9E8-E4B2-A1D1-1DBC-CFC54C7AA231}"/>
          </ac:spMkLst>
        </pc:spChg>
        <pc:spChg chg="add del mod">
          <ac:chgData name="Somak Das" userId="S::sdas@floridapoly.edu::98cebb13-2fc4-4808-95b9-daeb7e6acc01" providerId="AD" clId="Web-{94F22D82-317E-785A-6106-B6E77CD69CAF}" dt="2024-11-14T04:19:49.408" v="491"/>
          <ac:spMkLst>
            <pc:docMk/>
            <pc:sldMk cId="2710711114" sldId="475"/>
            <ac:spMk id="9" creationId="{F03C13D2-4127-8DE1-8129-E6DF17007016}"/>
          </ac:spMkLst>
        </pc:spChg>
        <pc:picChg chg="mod">
          <ac:chgData name="Somak Das" userId="S::sdas@floridapoly.edu::98cebb13-2fc4-4808-95b9-daeb7e6acc01" providerId="AD" clId="Web-{94F22D82-317E-785A-6106-B6E77CD69CAF}" dt="2024-11-14T04:20:12.502" v="503" actId="1076"/>
          <ac:picMkLst>
            <pc:docMk/>
            <pc:sldMk cId="2710711114" sldId="475"/>
            <ac:picMk id="4" creationId="{AC2906BB-6610-AEBD-7B12-C4DB247CD650}"/>
          </ac:picMkLst>
        </pc:picChg>
        <pc:picChg chg="mod">
          <ac:chgData name="Somak Das" userId="S::sdas@floridapoly.edu::98cebb13-2fc4-4808-95b9-daeb7e6acc01" providerId="AD" clId="Web-{94F22D82-317E-785A-6106-B6E77CD69CAF}" dt="2024-11-14T04:20:40.238" v="509" actId="1076"/>
          <ac:picMkLst>
            <pc:docMk/>
            <pc:sldMk cId="2710711114" sldId="475"/>
            <ac:picMk id="10" creationId="{67BB17BC-5E35-1F10-EBD6-1EF2472218D7}"/>
          </ac:picMkLst>
        </pc:picChg>
        <pc:picChg chg="mod">
          <ac:chgData name="Somak Das" userId="S::sdas@floridapoly.edu::98cebb13-2fc4-4808-95b9-daeb7e6acc01" providerId="AD" clId="Web-{94F22D82-317E-785A-6106-B6E77CD69CAF}" dt="2024-11-14T04:20:28.596" v="507" actId="1076"/>
          <ac:picMkLst>
            <pc:docMk/>
            <pc:sldMk cId="2710711114" sldId="475"/>
            <ac:picMk id="12" creationId="{3199AFAC-B85D-6F5E-4C9F-2936661B4B3F}"/>
          </ac:picMkLst>
        </pc:picChg>
      </pc:sldChg>
      <pc:sldChg chg="modSp">
        <pc:chgData name="Somak Das" userId="S::sdas@floridapoly.edu::98cebb13-2fc4-4808-95b9-daeb7e6acc01" providerId="AD" clId="Web-{94F22D82-317E-785A-6106-B6E77CD69CAF}" dt="2024-11-14T04:35:27.200" v="541"/>
        <pc:sldMkLst>
          <pc:docMk/>
          <pc:sldMk cId="2230247735" sldId="476"/>
        </pc:sldMkLst>
        <pc:picChg chg="mod modCrop">
          <ac:chgData name="Somak Das" userId="S::sdas@floridapoly.edu::98cebb13-2fc4-4808-95b9-daeb7e6acc01" providerId="AD" clId="Web-{94F22D82-317E-785A-6106-B6E77CD69CAF}" dt="2024-11-14T04:35:27.200" v="541"/>
          <ac:picMkLst>
            <pc:docMk/>
            <pc:sldMk cId="2230247735" sldId="476"/>
            <ac:picMk id="12" creationId="{807FE775-DE45-B41E-C46A-BD4E742FB547}"/>
          </ac:picMkLst>
        </pc:picChg>
      </pc:sldChg>
      <pc:sldChg chg="modSp">
        <pc:chgData name="Somak Das" userId="S::sdas@floridapoly.edu::98cebb13-2fc4-4808-95b9-daeb7e6acc01" providerId="AD" clId="Web-{94F22D82-317E-785A-6106-B6E77CD69CAF}" dt="2024-11-14T04:35:42.341" v="543"/>
        <pc:sldMkLst>
          <pc:docMk/>
          <pc:sldMk cId="6839819" sldId="477"/>
        </pc:sldMkLst>
        <pc:picChg chg="mod modCrop">
          <ac:chgData name="Somak Das" userId="S::sdas@floridapoly.edu::98cebb13-2fc4-4808-95b9-daeb7e6acc01" providerId="AD" clId="Web-{94F22D82-317E-785A-6106-B6E77CD69CAF}" dt="2024-11-14T04:35:42.341" v="543"/>
          <ac:picMkLst>
            <pc:docMk/>
            <pc:sldMk cId="6839819" sldId="477"/>
            <ac:picMk id="4" creationId="{09BC0F1D-4160-33FE-1F86-98445A36F8F2}"/>
          </ac:picMkLst>
        </pc:picChg>
      </pc:sldChg>
      <pc:sldChg chg="del">
        <pc:chgData name="Somak Das" userId="S::sdas@floridapoly.edu::98cebb13-2fc4-4808-95b9-daeb7e6acc01" providerId="AD" clId="Web-{94F22D82-317E-785A-6106-B6E77CD69CAF}" dt="2024-11-14T04:00:10.362" v="134"/>
        <pc:sldMkLst>
          <pc:docMk/>
          <pc:sldMk cId="2984935053" sldId="478"/>
        </pc:sldMkLst>
      </pc:sldChg>
      <pc:sldChg chg="del">
        <pc:chgData name="Somak Das" userId="S::sdas@floridapoly.edu::98cebb13-2fc4-4808-95b9-daeb7e6acc01" providerId="AD" clId="Web-{94F22D82-317E-785A-6106-B6E77CD69CAF}" dt="2024-11-14T04:00:13.518" v="135"/>
        <pc:sldMkLst>
          <pc:docMk/>
          <pc:sldMk cId="3149929281" sldId="479"/>
        </pc:sldMkLst>
      </pc:sldChg>
      <pc:sldChg chg="del">
        <pc:chgData name="Somak Das" userId="S::sdas@floridapoly.edu::98cebb13-2fc4-4808-95b9-daeb7e6acc01" providerId="AD" clId="Web-{94F22D82-317E-785A-6106-B6E77CD69CAF}" dt="2024-11-14T04:00:14.706" v="136"/>
        <pc:sldMkLst>
          <pc:docMk/>
          <pc:sldMk cId="2855564853" sldId="480"/>
        </pc:sldMkLst>
      </pc:sldChg>
      <pc:sldChg chg="del">
        <pc:chgData name="Somak Das" userId="S::sdas@floridapoly.edu::98cebb13-2fc4-4808-95b9-daeb7e6acc01" providerId="AD" clId="Web-{94F22D82-317E-785A-6106-B6E77CD69CAF}" dt="2024-11-14T04:00:17.144" v="137"/>
        <pc:sldMkLst>
          <pc:docMk/>
          <pc:sldMk cId="3214662807" sldId="481"/>
        </pc:sldMkLst>
      </pc:sldChg>
      <pc:sldChg chg="del">
        <pc:chgData name="Somak Das" userId="S::sdas@floridapoly.edu::98cebb13-2fc4-4808-95b9-daeb7e6acc01" providerId="AD" clId="Web-{94F22D82-317E-785A-6106-B6E77CD69CAF}" dt="2024-11-14T04:00:18.690" v="138"/>
        <pc:sldMkLst>
          <pc:docMk/>
          <pc:sldMk cId="3691546975" sldId="482"/>
        </pc:sldMkLst>
      </pc:sldChg>
      <pc:sldChg chg="del">
        <pc:chgData name="Somak Das" userId="S::sdas@floridapoly.edu::98cebb13-2fc4-4808-95b9-daeb7e6acc01" providerId="AD" clId="Web-{94F22D82-317E-785A-6106-B6E77CD69CAF}" dt="2024-11-14T03:58:52.126" v="131"/>
        <pc:sldMkLst>
          <pc:docMk/>
          <pc:sldMk cId="3182486300" sldId="483"/>
        </pc:sldMkLst>
      </pc:sldChg>
      <pc:sldChg chg="del">
        <pc:chgData name="Somak Das" userId="S::sdas@floridapoly.edu::98cebb13-2fc4-4808-95b9-daeb7e6acc01" providerId="AD" clId="Web-{94F22D82-317E-785A-6106-B6E77CD69CAF}" dt="2024-11-14T03:58:46.485" v="130"/>
        <pc:sldMkLst>
          <pc:docMk/>
          <pc:sldMk cId="2327114407" sldId="484"/>
        </pc:sldMkLst>
      </pc:sldChg>
      <pc:sldChg chg="del">
        <pc:chgData name="Somak Das" userId="S::sdas@floridapoly.edu::98cebb13-2fc4-4808-95b9-daeb7e6acc01" providerId="AD" clId="Web-{94F22D82-317E-785A-6106-B6E77CD69CAF}" dt="2024-11-14T03:58:43.360" v="129"/>
        <pc:sldMkLst>
          <pc:docMk/>
          <pc:sldMk cId="4087359813" sldId="485"/>
        </pc:sldMkLst>
      </pc:sldChg>
      <pc:sldChg chg="del">
        <pc:chgData name="Somak Das" userId="S::sdas@floridapoly.edu::98cebb13-2fc4-4808-95b9-daeb7e6acc01" providerId="AD" clId="Web-{94F22D82-317E-785A-6106-B6E77CD69CAF}" dt="2024-11-14T02:25:28.093" v="12"/>
        <pc:sldMkLst>
          <pc:docMk/>
          <pc:sldMk cId="2430925913" sldId="488"/>
        </pc:sldMkLst>
      </pc:sldChg>
      <pc:sldChg chg="modSp">
        <pc:chgData name="Somak Das" userId="S::sdas@floridapoly.edu::98cebb13-2fc4-4808-95b9-daeb7e6acc01" providerId="AD" clId="Web-{94F22D82-317E-785A-6106-B6E77CD69CAF}" dt="2024-11-14T03:54:04.556" v="127" actId="20577"/>
        <pc:sldMkLst>
          <pc:docMk/>
          <pc:sldMk cId="3819040975" sldId="490"/>
        </pc:sldMkLst>
        <pc:spChg chg="mod">
          <ac:chgData name="Somak Das" userId="S::sdas@floridapoly.edu::98cebb13-2fc4-4808-95b9-daeb7e6acc01" providerId="AD" clId="Web-{94F22D82-317E-785A-6106-B6E77CD69CAF}" dt="2024-11-14T03:54:04.556" v="127" actId="20577"/>
          <ac:spMkLst>
            <pc:docMk/>
            <pc:sldMk cId="3819040975" sldId="490"/>
            <ac:spMk id="3" creationId="{D3E9D08B-5942-81EA-AEF1-F6163F0E6578}"/>
          </ac:spMkLst>
        </pc:spChg>
      </pc:sldChg>
      <pc:sldChg chg="addSp delSp modSp new mod modClrScheme chgLayout">
        <pc:chgData name="Somak Das" userId="S::sdas@floridapoly.edu::98cebb13-2fc4-4808-95b9-daeb7e6acc01" providerId="AD" clId="Web-{94F22D82-317E-785A-6106-B6E77CD69CAF}" dt="2024-11-14T02:12:21.083" v="8" actId="1076"/>
        <pc:sldMkLst>
          <pc:docMk/>
          <pc:sldMk cId="2000049114" sldId="492"/>
        </pc:sldMkLst>
        <pc:spChg chg="del">
          <ac:chgData name="Somak Das" userId="S::sdas@floridapoly.edu::98cebb13-2fc4-4808-95b9-daeb7e6acc01" providerId="AD" clId="Web-{94F22D82-317E-785A-6106-B6E77CD69CAF}" dt="2024-11-14T02:11:36.926" v="2"/>
          <ac:spMkLst>
            <pc:docMk/>
            <pc:sldMk cId="2000049114" sldId="492"/>
            <ac:spMk id="2" creationId="{6899EA2B-76FC-201F-4969-3DBE290F8CBA}"/>
          </ac:spMkLst>
        </pc:spChg>
        <pc:spChg chg="del">
          <ac:chgData name="Somak Das" userId="S::sdas@floridapoly.edu::98cebb13-2fc4-4808-95b9-daeb7e6acc01" providerId="AD" clId="Web-{94F22D82-317E-785A-6106-B6E77CD69CAF}" dt="2024-11-14T02:11:40.676" v="3"/>
          <ac:spMkLst>
            <pc:docMk/>
            <pc:sldMk cId="2000049114" sldId="492"/>
            <ac:spMk id="3" creationId="{84D63A14-7D13-25D9-CCA8-E8A8A944B37E}"/>
          </ac:spMkLst>
        </pc:spChg>
        <pc:picChg chg="add mod">
          <ac:chgData name="Somak Das" userId="S::sdas@floridapoly.edu::98cebb13-2fc4-4808-95b9-daeb7e6acc01" providerId="AD" clId="Web-{94F22D82-317E-785A-6106-B6E77CD69CAF}" dt="2024-11-14T02:12:21.083" v="8" actId="1076"/>
          <ac:picMkLst>
            <pc:docMk/>
            <pc:sldMk cId="2000049114" sldId="492"/>
            <ac:picMk id="4" creationId="{B1D00CDC-F7F8-3BE2-A866-DF46C7C093A0}"/>
          </ac:picMkLst>
        </pc:picChg>
      </pc:sldChg>
      <pc:sldChg chg="modSp add replId">
        <pc:chgData name="Somak Das" userId="S::sdas@floridapoly.edu::98cebb13-2fc4-4808-95b9-daeb7e6acc01" providerId="AD" clId="Web-{94F22D82-317E-785A-6106-B6E77CD69CAF}" dt="2024-11-14T04:01:32.333" v="168" actId="20577"/>
        <pc:sldMkLst>
          <pc:docMk/>
          <pc:sldMk cId="1904112458" sldId="493"/>
        </pc:sldMkLst>
        <pc:spChg chg="mod">
          <ac:chgData name="Somak Das" userId="S::sdas@floridapoly.edu::98cebb13-2fc4-4808-95b9-daeb7e6acc01" providerId="AD" clId="Web-{94F22D82-317E-785A-6106-B6E77CD69CAF}" dt="2024-11-14T04:01:32.333" v="168" actId="20577"/>
          <ac:spMkLst>
            <pc:docMk/>
            <pc:sldMk cId="1904112458" sldId="493"/>
            <ac:spMk id="2" creationId="{062406A7-0D81-9A02-B596-3C110EF26388}"/>
          </ac:spMkLst>
        </pc:spChg>
      </pc:sldChg>
      <pc:sldChg chg="new del">
        <pc:chgData name="Somak Das" userId="S::sdas@floridapoly.edu::98cebb13-2fc4-4808-95b9-daeb7e6acc01" providerId="AD" clId="Web-{94F22D82-317E-785A-6106-B6E77CD69CAF}" dt="2024-11-14T02:25:12.515" v="10"/>
        <pc:sldMkLst>
          <pc:docMk/>
          <pc:sldMk cId="4100442555" sldId="493"/>
        </pc:sldMkLst>
      </pc:sldChg>
      <pc:sldChg chg="modSp add del ord replId">
        <pc:chgData name="Somak Das" userId="S::sdas@floridapoly.edu::98cebb13-2fc4-4808-95b9-daeb7e6acc01" providerId="AD" clId="Web-{94F22D82-317E-785A-6106-B6E77CD69CAF}" dt="2024-11-14T03:41:07.139" v="75"/>
        <pc:sldMkLst>
          <pc:docMk/>
          <pc:sldMk cId="511349535" sldId="494"/>
        </pc:sldMkLst>
        <pc:spChg chg="mod">
          <ac:chgData name="Somak Das" userId="S::sdas@floridapoly.edu::98cebb13-2fc4-4808-95b9-daeb7e6acc01" providerId="AD" clId="Web-{94F22D82-317E-785A-6106-B6E77CD69CAF}" dt="2024-11-14T02:34:21.466" v="32" actId="20577"/>
          <ac:spMkLst>
            <pc:docMk/>
            <pc:sldMk cId="511349535" sldId="494"/>
            <ac:spMk id="2" creationId="{F3A99585-0BAE-B451-39AC-14ECE8238820}"/>
          </ac:spMkLst>
        </pc:spChg>
        <pc:spChg chg="mod">
          <ac:chgData name="Somak Das" userId="S::sdas@floridapoly.edu::98cebb13-2fc4-4808-95b9-daeb7e6acc01" providerId="AD" clId="Web-{94F22D82-317E-785A-6106-B6E77CD69CAF}" dt="2024-11-14T02:48:37.299" v="40" actId="20577"/>
          <ac:spMkLst>
            <pc:docMk/>
            <pc:sldMk cId="511349535" sldId="494"/>
            <ac:spMk id="3" creationId="{F00F9EE2-D397-8031-7AA9-ACA30BEE8776}"/>
          </ac:spMkLst>
        </pc:spChg>
      </pc:sldChg>
      <pc:sldChg chg="addSp delSp modSp add ord replId">
        <pc:chgData name="Somak Das" userId="S::sdas@floridapoly.edu::98cebb13-2fc4-4808-95b9-daeb7e6acc01" providerId="AD" clId="Web-{94F22D82-317E-785A-6106-B6E77CD69CAF}" dt="2024-11-14T04:17:42.264" v="426" actId="20577"/>
        <pc:sldMkLst>
          <pc:docMk/>
          <pc:sldMk cId="4216565947" sldId="494"/>
        </pc:sldMkLst>
        <pc:spChg chg="del mod">
          <ac:chgData name="Somak Das" userId="S::sdas@floridapoly.edu::98cebb13-2fc4-4808-95b9-daeb7e6acc01" providerId="AD" clId="Web-{94F22D82-317E-785A-6106-B6E77CD69CAF}" dt="2024-11-14T04:07:00.732" v="175"/>
          <ac:spMkLst>
            <pc:docMk/>
            <pc:sldMk cId="4216565947" sldId="494"/>
            <ac:spMk id="3" creationId="{529EE38F-8BA4-A2A6-F162-A48A8B964FFE}"/>
          </ac:spMkLst>
        </pc:spChg>
        <pc:spChg chg="add mod">
          <ac:chgData name="Somak Das" userId="S::sdas@floridapoly.edu::98cebb13-2fc4-4808-95b9-daeb7e6acc01" providerId="AD" clId="Web-{94F22D82-317E-785A-6106-B6E77CD69CAF}" dt="2024-11-14T04:17:42.264" v="426" actId="20577"/>
          <ac:spMkLst>
            <pc:docMk/>
            <pc:sldMk cId="4216565947" sldId="494"/>
            <ac:spMk id="8" creationId="{1EB91247-E5E6-A3BD-C8E5-13E197B963BC}"/>
          </ac:spMkLst>
        </pc:spChg>
        <pc:picChg chg="del">
          <ac:chgData name="Somak Das" userId="S::sdas@floridapoly.edu::98cebb13-2fc4-4808-95b9-daeb7e6acc01" providerId="AD" clId="Web-{94F22D82-317E-785A-6106-B6E77CD69CAF}" dt="2024-11-14T04:07:12.685" v="178"/>
          <ac:picMkLst>
            <pc:docMk/>
            <pc:sldMk cId="4216565947" sldId="494"/>
            <ac:picMk id="4" creationId="{AC2906BB-6610-AEBD-7B12-C4DB247CD650}"/>
          </ac:picMkLst>
        </pc:picChg>
        <pc:picChg chg="del">
          <ac:chgData name="Somak Das" userId="S::sdas@floridapoly.edu::98cebb13-2fc4-4808-95b9-daeb7e6acc01" providerId="AD" clId="Web-{94F22D82-317E-785A-6106-B6E77CD69CAF}" dt="2024-11-14T04:07:15.810" v="180"/>
          <ac:picMkLst>
            <pc:docMk/>
            <pc:sldMk cId="4216565947" sldId="494"/>
            <ac:picMk id="5" creationId="{5430E30A-045C-2F5B-A986-3FF6233F83F0}"/>
          </ac:picMkLst>
        </pc:picChg>
        <pc:picChg chg="del">
          <ac:chgData name="Somak Das" userId="S::sdas@floridapoly.edu::98cebb13-2fc4-4808-95b9-daeb7e6acc01" providerId="AD" clId="Web-{94F22D82-317E-785A-6106-B6E77CD69CAF}" dt="2024-11-14T04:07:15.810" v="179"/>
          <ac:picMkLst>
            <pc:docMk/>
            <pc:sldMk cId="4216565947" sldId="494"/>
            <ac:picMk id="6" creationId="{B300E245-AA1D-9DC1-02C7-F8540E0D8407}"/>
          </ac:picMkLst>
        </pc:picChg>
        <pc:picChg chg="del">
          <ac:chgData name="Somak Das" userId="S::sdas@floridapoly.edu::98cebb13-2fc4-4808-95b9-daeb7e6acc01" providerId="AD" clId="Web-{94F22D82-317E-785A-6106-B6E77CD69CAF}" dt="2024-11-14T04:06:57.201" v="174"/>
          <ac:picMkLst>
            <pc:docMk/>
            <pc:sldMk cId="4216565947" sldId="494"/>
            <ac:picMk id="10" creationId="{67BB17BC-5E35-1F10-EBD6-1EF2472218D7}"/>
          </ac:picMkLst>
        </pc:picChg>
        <pc:picChg chg="del">
          <ac:chgData name="Somak Das" userId="S::sdas@floridapoly.edu::98cebb13-2fc4-4808-95b9-daeb7e6acc01" providerId="AD" clId="Web-{94F22D82-317E-785A-6106-B6E77CD69CAF}" dt="2024-11-14T04:07:05.779" v="176"/>
          <ac:picMkLst>
            <pc:docMk/>
            <pc:sldMk cId="4216565947" sldId="494"/>
            <ac:picMk id="12" creationId="{3199AFAC-B85D-6F5E-4C9F-2936661B4B3F}"/>
          </ac:picMkLst>
        </pc:picChg>
      </pc:sldChg>
      <pc:sldChg chg="addSp delSp modSp new">
        <pc:chgData name="Somak Das" userId="S::sdas@floridapoly.edu::98cebb13-2fc4-4808-95b9-daeb7e6acc01" providerId="AD" clId="Web-{94F22D82-317E-785A-6106-B6E77CD69CAF}" dt="2024-11-14T04:34:30.589" v="539"/>
        <pc:sldMkLst>
          <pc:docMk/>
          <pc:sldMk cId="564156287" sldId="495"/>
        </pc:sldMkLst>
        <pc:spChg chg="mod">
          <ac:chgData name="Somak Das" userId="S::sdas@floridapoly.edu::98cebb13-2fc4-4808-95b9-daeb7e6acc01" providerId="AD" clId="Web-{94F22D82-317E-785A-6106-B6E77CD69CAF}" dt="2024-11-14T04:33:35.307" v="528" actId="20577"/>
          <ac:spMkLst>
            <pc:docMk/>
            <pc:sldMk cId="564156287" sldId="495"/>
            <ac:spMk id="2" creationId="{5C4A0E02-9859-2433-B21D-14A15F84B02A}"/>
          </ac:spMkLst>
        </pc:spChg>
        <pc:spChg chg="del">
          <ac:chgData name="Somak Das" userId="S::sdas@floridapoly.edu::98cebb13-2fc4-4808-95b9-daeb7e6acc01" providerId="AD" clId="Web-{94F22D82-317E-785A-6106-B6E77CD69CAF}" dt="2024-11-14T04:33:39.932" v="529"/>
          <ac:spMkLst>
            <pc:docMk/>
            <pc:sldMk cId="564156287" sldId="495"/>
            <ac:spMk id="3" creationId="{644873F0-7549-CA8B-08DA-FAAA298A1C1E}"/>
          </ac:spMkLst>
        </pc:spChg>
        <pc:picChg chg="add mod">
          <ac:chgData name="Somak Das" userId="S::sdas@floridapoly.edu::98cebb13-2fc4-4808-95b9-daeb7e6acc01" providerId="AD" clId="Web-{94F22D82-317E-785A-6106-B6E77CD69CAF}" dt="2024-11-14T04:34:30.589" v="539"/>
          <ac:picMkLst>
            <pc:docMk/>
            <pc:sldMk cId="564156287" sldId="495"/>
            <ac:picMk id="4" creationId="{7B60BEE6-A248-13BA-F562-EF5B6252A24E}"/>
          </ac:picMkLst>
        </pc:picChg>
        <pc:picChg chg="add mod ord">
          <ac:chgData name="Somak Das" userId="S::sdas@floridapoly.edu::98cebb13-2fc4-4808-95b9-daeb7e6acc01" providerId="AD" clId="Web-{94F22D82-317E-785A-6106-B6E77CD69CAF}" dt="2024-11-14T04:34:12.292" v="535"/>
          <ac:picMkLst>
            <pc:docMk/>
            <pc:sldMk cId="564156287" sldId="495"/>
            <ac:picMk id="5" creationId="{5F25273D-A943-29D5-A29C-F981FB756681}"/>
          </ac:picMkLst>
        </pc:picChg>
      </pc:sldChg>
      <pc:sldChg chg="modSp new">
        <pc:chgData name="Somak Das" userId="S::sdas@floridapoly.edu::98cebb13-2fc4-4808-95b9-daeb7e6acc01" providerId="AD" clId="Web-{94F22D82-317E-785A-6106-B6E77CD69CAF}" dt="2024-11-14T04:38:00.845" v="548" actId="20577"/>
        <pc:sldMkLst>
          <pc:docMk/>
          <pc:sldMk cId="1044868571" sldId="496"/>
        </pc:sldMkLst>
        <pc:spChg chg="mod">
          <ac:chgData name="Somak Das" userId="S::sdas@floridapoly.edu::98cebb13-2fc4-4808-95b9-daeb7e6acc01" providerId="AD" clId="Web-{94F22D82-317E-785A-6106-B6E77CD69CAF}" dt="2024-11-14T04:38:00.845" v="548" actId="20577"/>
          <ac:spMkLst>
            <pc:docMk/>
            <pc:sldMk cId="1044868571" sldId="496"/>
            <ac:spMk id="2" creationId="{F9963C3C-D21A-4A65-4673-3B0C62CDE747}"/>
          </ac:spMkLst>
        </pc:spChg>
      </pc:sldChg>
    </pc:docChg>
  </pc:docChgLst>
  <pc:docChgLst>
    <pc:chgData name="Edwar Romero-Ramirez" userId="92bc0edd-ad5d-44a7-8ba7-72607029cc7a" providerId="ADAL" clId="{F0B1BA49-7227-4CC0-89A4-C4AE552374DD}"/>
    <pc:docChg chg="custSel delSld modSld modSection">
      <pc:chgData name="Edwar Romero-Ramirez" userId="92bc0edd-ad5d-44a7-8ba7-72607029cc7a" providerId="ADAL" clId="{F0B1BA49-7227-4CC0-89A4-C4AE552374DD}" dt="2024-08-08T20:54:21.006" v="33" actId="47"/>
      <pc:docMkLst>
        <pc:docMk/>
      </pc:docMkLst>
      <pc:sldChg chg="modSp mod">
        <pc:chgData name="Edwar Romero-Ramirez" userId="92bc0edd-ad5d-44a7-8ba7-72607029cc7a" providerId="ADAL" clId="{F0B1BA49-7227-4CC0-89A4-C4AE552374DD}" dt="2024-08-08T20:53:34.738" v="10" actId="14100"/>
        <pc:sldMkLst>
          <pc:docMk/>
          <pc:sldMk cId="783844113" sldId="256"/>
        </pc:sldMkLst>
        <pc:spChg chg="mod">
          <ac:chgData name="Edwar Romero-Ramirez" userId="92bc0edd-ad5d-44a7-8ba7-72607029cc7a" providerId="ADAL" clId="{F0B1BA49-7227-4CC0-89A4-C4AE552374DD}" dt="2024-08-08T20:53:34.738" v="10" actId="14100"/>
          <ac:spMkLst>
            <pc:docMk/>
            <pc:sldMk cId="783844113" sldId="256"/>
            <ac:spMk id="6" creationId="{86649F24-8FCC-CDEB-B4C7-3B4C1F0F6A52}"/>
          </ac:spMkLst>
        </pc:spChg>
      </pc:sldChg>
      <pc:sldChg chg="modSp mod">
        <pc:chgData name="Edwar Romero-Ramirez" userId="92bc0edd-ad5d-44a7-8ba7-72607029cc7a" providerId="ADAL" clId="{F0B1BA49-7227-4CC0-89A4-C4AE552374DD}" dt="2024-08-08T20:53:47.049" v="21" actId="20577"/>
        <pc:sldMkLst>
          <pc:docMk/>
          <pc:sldMk cId="615294533" sldId="373"/>
        </pc:sldMkLst>
        <pc:spChg chg="mod">
          <ac:chgData name="Edwar Romero-Ramirez" userId="92bc0edd-ad5d-44a7-8ba7-72607029cc7a" providerId="ADAL" clId="{F0B1BA49-7227-4CC0-89A4-C4AE552374DD}" dt="2024-08-08T20:53:47.049" v="21" actId="20577"/>
          <ac:spMkLst>
            <pc:docMk/>
            <pc:sldMk cId="615294533" sldId="373"/>
            <ac:spMk id="6" creationId="{86649F24-8FCC-CDEB-B4C7-3B4C1F0F6A52}"/>
          </ac:spMkLst>
        </pc:spChg>
      </pc:sldChg>
      <pc:sldChg chg="modSp mod">
        <pc:chgData name="Edwar Romero-Ramirez" userId="92bc0edd-ad5d-44a7-8ba7-72607029cc7a" providerId="ADAL" clId="{F0B1BA49-7227-4CC0-89A4-C4AE552374DD}" dt="2024-08-08T20:54:00.048" v="32" actId="14100"/>
        <pc:sldMkLst>
          <pc:docMk/>
          <pc:sldMk cId="345542850" sldId="428"/>
        </pc:sldMkLst>
        <pc:spChg chg="mod">
          <ac:chgData name="Edwar Romero-Ramirez" userId="92bc0edd-ad5d-44a7-8ba7-72607029cc7a" providerId="ADAL" clId="{F0B1BA49-7227-4CC0-89A4-C4AE552374DD}" dt="2024-08-08T20:54:00.048" v="32" actId="14100"/>
          <ac:spMkLst>
            <pc:docMk/>
            <pc:sldMk cId="345542850" sldId="428"/>
            <ac:spMk id="6" creationId="{86649F24-8FCC-CDEB-B4C7-3B4C1F0F6A52}"/>
          </ac:spMkLst>
        </pc:spChg>
      </pc:sldChg>
      <pc:sldChg chg="del">
        <pc:chgData name="Edwar Romero-Ramirez" userId="92bc0edd-ad5d-44a7-8ba7-72607029cc7a" providerId="ADAL" clId="{F0B1BA49-7227-4CC0-89A4-C4AE552374DD}" dt="2024-08-08T20:54:21.006" v="33" actId="47"/>
        <pc:sldMkLst>
          <pc:docMk/>
          <pc:sldMk cId="744313029" sldId="5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AEFA44-FC82-4FD3-8E70-6975CC294005}" type="datetimeFigureOut">
              <a:rPr lang="en-US" smtClean="0"/>
              <a:t>11/13/2024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D2D350-243F-4AD4-99B8-F2BB4966E3D9}" type="slidenum">
              <a:rPr lang="en-US" smtClean="0"/>
              <a:t>‹#›</a:t>
            </a:fld>
            <a:endParaRPr lang="en-US"/>
          </a:p>
        </p:txBody>
      </p:sp>
    </p:spTree>
    <p:extLst>
      <p:ext uri="{BB962C8B-B14F-4D97-AF65-F5344CB8AC3E}">
        <p14:creationId xmlns:p14="http://schemas.microsoft.com/office/powerpoint/2010/main" val="2722264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n.wikipedia.org/wiki/Monte_Carlo_method"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1D2D350-243F-4AD4-99B8-F2BB4966E3D9}" type="slidenum">
              <a:rPr lang="en-US" smtClean="0"/>
              <a:t>1</a:t>
            </a:fld>
            <a:endParaRPr lang="en-US"/>
          </a:p>
        </p:txBody>
      </p:sp>
    </p:spTree>
    <p:extLst>
      <p:ext uri="{BB962C8B-B14F-4D97-AF65-F5344CB8AC3E}">
        <p14:creationId xmlns:p14="http://schemas.microsoft.com/office/powerpoint/2010/main" val="3018785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dart is thrown at the target and lands randomly inside the square. We say that the dart is a “hit” if it lands inside the circular bullseye. This just means </a:t>
            </a:r>
          </a:p>
          <a:p>
            <a:r>
              <a:rPr lang="en-US"/>
              <a:t>that the landing coordinates (</a:t>
            </a:r>
            <a:r>
              <a:rPr lang="en-US" err="1"/>
              <a:t>x,y</a:t>
            </a:r>
            <a:r>
              <a:rPr lang="en-US"/>
              <a:t>) satisfy </a:t>
            </a:r>
          </a:p>
          <a:p>
            <a:endParaRPr lang="en-US"/>
          </a:p>
          <a:p>
            <a:r>
              <a:rPr lang="en-US"/>
              <a:t>x</a:t>
            </a:r>
            <a:r>
              <a:rPr lang="en-US" baseline="30000"/>
              <a:t>2</a:t>
            </a:r>
            <a:r>
              <a:rPr lang="en-US"/>
              <a:t> + y</a:t>
            </a:r>
            <a:r>
              <a:rPr lang="en-US" baseline="30000"/>
              <a:t>2</a:t>
            </a:r>
            <a:r>
              <a:rPr lang="en-US"/>
              <a:t> ≤ 1</a:t>
            </a:r>
          </a:p>
          <a:p>
            <a:endParaRPr lang="en-US"/>
          </a:p>
          <a:p>
            <a:r>
              <a:rPr lang="en-US"/>
              <a:t>If we throw n darts and n is a large number, then the fraction of darts that hit the bullseye </a:t>
            </a:r>
          </a:p>
          <a:p>
            <a:r>
              <a:rPr lang="en-US"/>
              <a:t>should approximate the ratio of the bullseye area to the square area, i.e.,</a:t>
            </a:r>
          </a:p>
          <a:p>
            <a:endParaRPr lang="en-US"/>
          </a:p>
          <a:p>
            <a:r>
              <a:rPr lang="en-US"/>
              <a:t>Write a script that simulates the throwing of 10,000 darts and displays the resulting π-</a:t>
            </a:r>
          </a:p>
          <a:p>
            <a:r>
              <a:rPr lang="en-US"/>
              <a:t>estimate. The darts should be evenly distributed across the square. What happens if the </a:t>
            </a:r>
          </a:p>
          <a:p>
            <a:r>
              <a:rPr lang="en-US"/>
              <a:t>darts are “aimed” at the origin? How does this affect the resulting estimate of π?</a:t>
            </a:r>
          </a:p>
        </p:txBody>
      </p:sp>
      <p:sp>
        <p:nvSpPr>
          <p:cNvPr id="4" name="Slide Number Placeholder 3"/>
          <p:cNvSpPr>
            <a:spLocks noGrp="1"/>
          </p:cNvSpPr>
          <p:nvPr>
            <p:ph type="sldNum" sz="quarter" idx="5"/>
          </p:nvPr>
        </p:nvSpPr>
        <p:spPr/>
        <p:txBody>
          <a:bodyPr/>
          <a:lstStyle/>
          <a:p>
            <a:fld id="{41D2D350-243F-4AD4-99B8-F2BB4966E3D9}" type="slidenum">
              <a:rPr lang="en-US" smtClean="0"/>
              <a:t>6</a:t>
            </a:fld>
            <a:endParaRPr lang="en-US"/>
          </a:p>
        </p:txBody>
      </p:sp>
    </p:spTree>
    <p:extLst>
      <p:ext uri="{BB962C8B-B14F-4D97-AF65-F5344CB8AC3E}">
        <p14:creationId xmlns:p14="http://schemas.microsoft.com/office/powerpoint/2010/main" val="2360616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dart is thrown at the target and lands randomly inside the square. We say that the dart is a “hit” if it lands inside the circular bullseye. This just means </a:t>
            </a:r>
          </a:p>
          <a:p>
            <a:r>
              <a:rPr lang="en-US"/>
              <a:t>that the landing coordinates (</a:t>
            </a:r>
            <a:r>
              <a:rPr lang="en-US" err="1"/>
              <a:t>x,y</a:t>
            </a:r>
            <a:r>
              <a:rPr lang="en-US"/>
              <a:t>) satisfy </a:t>
            </a:r>
          </a:p>
          <a:p>
            <a:endParaRPr lang="en-US"/>
          </a:p>
          <a:p>
            <a:r>
              <a:rPr lang="en-US"/>
              <a:t>x</a:t>
            </a:r>
            <a:r>
              <a:rPr lang="en-US" baseline="30000"/>
              <a:t>2</a:t>
            </a:r>
            <a:r>
              <a:rPr lang="en-US"/>
              <a:t> + y</a:t>
            </a:r>
            <a:r>
              <a:rPr lang="en-US" baseline="30000"/>
              <a:t>2</a:t>
            </a:r>
            <a:r>
              <a:rPr lang="en-US"/>
              <a:t> ≤ 1</a:t>
            </a:r>
          </a:p>
          <a:p>
            <a:endParaRPr lang="en-US"/>
          </a:p>
          <a:p>
            <a:r>
              <a:rPr lang="en-US"/>
              <a:t>If we throw n darts and n is a large number, then the fraction of darts that hit the bullseye </a:t>
            </a:r>
          </a:p>
          <a:p>
            <a:r>
              <a:rPr lang="en-US"/>
              <a:t>should approximate the ratio of the bullseye area to the square area, i.e.,</a:t>
            </a:r>
          </a:p>
          <a:p>
            <a:endParaRPr lang="en-US"/>
          </a:p>
          <a:p>
            <a:r>
              <a:rPr lang="en-US"/>
              <a:t>Write a script that simulates the throwing of 10,000 darts and displays the resulting π-</a:t>
            </a:r>
          </a:p>
          <a:p>
            <a:r>
              <a:rPr lang="en-US"/>
              <a:t>estimate. The darts should be evenly distributed across the square. What happens if the </a:t>
            </a:r>
          </a:p>
          <a:p>
            <a:r>
              <a:rPr lang="en-US"/>
              <a:t>darts are “aimed” at the origin? How does this affect the resulting estimate of π?</a:t>
            </a:r>
          </a:p>
        </p:txBody>
      </p:sp>
      <p:sp>
        <p:nvSpPr>
          <p:cNvPr id="4" name="Slide Number Placeholder 3"/>
          <p:cNvSpPr>
            <a:spLocks noGrp="1"/>
          </p:cNvSpPr>
          <p:nvPr>
            <p:ph type="sldNum" sz="quarter" idx="5"/>
          </p:nvPr>
        </p:nvSpPr>
        <p:spPr/>
        <p:txBody>
          <a:bodyPr/>
          <a:lstStyle/>
          <a:p>
            <a:fld id="{41D2D350-243F-4AD4-99B8-F2BB4966E3D9}" type="slidenum">
              <a:rPr lang="en-US" smtClean="0"/>
              <a:t>9</a:t>
            </a:fld>
            <a:endParaRPr lang="en-US"/>
          </a:p>
        </p:txBody>
      </p:sp>
    </p:spTree>
    <p:extLst>
      <p:ext uri="{BB962C8B-B14F-4D97-AF65-F5344CB8AC3E}">
        <p14:creationId xmlns:p14="http://schemas.microsoft.com/office/powerpoint/2010/main" val="1325315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dart is thrown at the target and lands randomly inside the square. We say that the dart is a “hit” if it lands inside the circular bullseye. This just means </a:t>
            </a:r>
          </a:p>
          <a:p>
            <a:r>
              <a:rPr lang="en-US"/>
              <a:t>that the landing coordinates (</a:t>
            </a:r>
            <a:r>
              <a:rPr lang="en-US" err="1"/>
              <a:t>x,y</a:t>
            </a:r>
            <a:r>
              <a:rPr lang="en-US"/>
              <a:t>) satisfy </a:t>
            </a:r>
          </a:p>
          <a:p>
            <a:endParaRPr lang="en-US"/>
          </a:p>
          <a:p>
            <a:r>
              <a:rPr lang="en-US"/>
              <a:t>x</a:t>
            </a:r>
            <a:r>
              <a:rPr lang="en-US" baseline="30000"/>
              <a:t>2</a:t>
            </a:r>
            <a:r>
              <a:rPr lang="en-US"/>
              <a:t> + y</a:t>
            </a:r>
            <a:r>
              <a:rPr lang="en-US" baseline="30000"/>
              <a:t>2</a:t>
            </a:r>
            <a:r>
              <a:rPr lang="en-US"/>
              <a:t> ≤ 1</a:t>
            </a:r>
          </a:p>
          <a:p>
            <a:endParaRPr lang="en-US"/>
          </a:p>
          <a:p>
            <a:r>
              <a:rPr lang="en-US"/>
              <a:t>If we throw n darts and n is a large number, then the fraction of darts that hit the bullseye </a:t>
            </a:r>
          </a:p>
          <a:p>
            <a:r>
              <a:rPr lang="en-US"/>
              <a:t>should approximate the ratio of the bullseye area to the square area, i.e.,</a:t>
            </a:r>
          </a:p>
          <a:p>
            <a:endParaRPr lang="en-US"/>
          </a:p>
          <a:p>
            <a:r>
              <a:rPr lang="en-US"/>
              <a:t>Write a script that simulates the throwing of 10,000 darts and displays the resulting π-</a:t>
            </a:r>
          </a:p>
          <a:p>
            <a:r>
              <a:rPr lang="en-US"/>
              <a:t>estimate. The darts should be evenly distributed across the square. What happens if the </a:t>
            </a:r>
          </a:p>
          <a:p>
            <a:r>
              <a:rPr lang="en-US"/>
              <a:t>darts are “aimed” at the origin? How does this affect the resulting estimate of π?</a:t>
            </a:r>
          </a:p>
        </p:txBody>
      </p:sp>
      <p:sp>
        <p:nvSpPr>
          <p:cNvPr id="4" name="Slide Number Placeholder 3"/>
          <p:cNvSpPr>
            <a:spLocks noGrp="1"/>
          </p:cNvSpPr>
          <p:nvPr>
            <p:ph type="sldNum" sz="quarter" idx="5"/>
          </p:nvPr>
        </p:nvSpPr>
        <p:spPr/>
        <p:txBody>
          <a:bodyPr/>
          <a:lstStyle/>
          <a:p>
            <a:fld id="{41D2D350-243F-4AD4-99B8-F2BB4966E3D9}" type="slidenum">
              <a:rPr lang="en-US" smtClean="0"/>
              <a:t>10</a:t>
            </a:fld>
            <a:endParaRPr lang="en-US"/>
          </a:p>
        </p:txBody>
      </p:sp>
    </p:spTree>
    <p:extLst>
      <p:ext uri="{BB962C8B-B14F-4D97-AF65-F5344CB8AC3E}">
        <p14:creationId xmlns:p14="http://schemas.microsoft.com/office/powerpoint/2010/main" val="525847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logic behind this approximation is the same as the logic behind (6.1). If we regard an </a:t>
            </a:r>
            <a:r>
              <a:rPr lang="en-US" err="1"/>
              <a:t>r-value</a:t>
            </a:r>
            <a:r>
              <a:rPr lang="en-US"/>
              <a:t> in the “target” interval [L,R] as a “hit,” then</a:t>
            </a:r>
          </a:p>
          <a:p>
            <a:endParaRPr lang="en-US"/>
          </a:p>
          <a:p>
            <a:r>
              <a:rPr lang="en-US"/>
              <a:t>The function rand can be used to return a vector of random numbers. If n is initialized to a positive integer, then</a:t>
            </a:r>
          </a:p>
          <a:p>
            <a:r>
              <a:rPr lang="en-US"/>
              <a:t>r = rand(n,1)</a:t>
            </a:r>
          </a:p>
          <a:p>
            <a:r>
              <a:rPr lang="en-US"/>
              <a:t>creates a column n-vector of random numbers.</a:t>
            </a:r>
          </a:p>
        </p:txBody>
      </p:sp>
      <p:sp>
        <p:nvSpPr>
          <p:cNvPr id="4" name="Slide Number Placeholder 3"/>
          <p:cNvSpPr>
            <a:spLocks noGrp="1"/>
          </p:cNvSpPr>
          <p:nvPr>
            <p:ph type="sldNum" sz="quarter" idx="5"/>
          </p:nvPr>
        </p:nvSpPr>
        <p:spPr/>
        <p:txBody>
          <a:bodyPr/>
          <a:lstStyle/>
          <a:p>
            <a:fld id="{41D2D350-243F-4AD4-99B8-F2BB4966E3D9}" type="slidenum">
              <a:rPr lang="en-US" smtClean="0"/>
              <a:t>13</a:t>
            </a:fld>
            <a:endParaRPr lang="en-US"/>
          </a:p>
        </p:txBody>
      </p:sp>
    </p:spTree>
    <p:extLst>
      <p:ext uri="{BB962C8B-B14F-4D97-AF65-F5344CB8AC3E}">
        <p14:creationId xmlns:p14="http://schemas.microsoft.com/office/powerpoint/2010/main" val="41127584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Having established d, all we have to do is count the number in each decile and then “hand over the results” to the built-in function bar, which draws a bar graph</a:t>
            </a:r>
          </a:p>
          <a:p>
            <a:endParaRPr lang="en-US"/>
          </a:p>
          <a:p>
            <a:r>
              <a:rPr lang="en-US"/>
              <a:t>One can anticipate that the relative discrepancy between the bar heights </a:t>
            </a:r>
          </a:p>
          <a:p>
            <a:r>
              <a:rPr lang="en-US"/>
              <a:t>diminishes as n increases.</a:t>
            </a:r>
          </a:p>
        </p:txBody>
      </p:sp>
      <p:sp>
        <p:nvSpPr>
          <p:cNvPr id="4" name="Slide Number Placeholder 3"/>
          <p:cNvSpPr>
            <a:spLocks noGrp="1"/>
          </p:cNvSpPr>
          <p:nvPr>
            <p:ph type="sldNum" sz="quarter" idx="5"/>
          </p:nvPr>
        </p:nvSpPr>
        <p:spPr/>
        <p:txBody>
          <a:bodyPr/>
          <a:lstStyle/>
          <a:p>
            <a:fld id="{41D2D350-243F-4AD4-99B8-F2BB4966E3D9}" type="slidenum">
              <a:rPr lang="en-US" smtClean="0"/>
              <a:t>15</a:t>
            </a:fld>
            <a:endParaRPr lang="en-US"/>
          </a:p>
        </p:txBody>
      </p:sp>
    </p:spTree>
    <p:extLst>
      <p:ext uri="{BB962C8B-B14F-4D97-AF65-F5344CB8AC3E}">
        <p14:creationId xmlns:p14="http://schemas.microsoft.com/office/powerpoint/2010/main" val="866770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Having established d, all we have to do is count the number in each decile and then “hand over the results” to the built-in function bar, which draws a bar graph</a:t>
            </a:r>
          </a:p>
          <a:p>
            <a:endParaRPr lang="en-US"/>
          </a:p>
          <a:p>
            <a:r>
              <a:rPr lang="en-US"/>
              <a:t>One can anticipate that the relative discrepancy between the bar heights </a:t>
            </a:r>
          </a:p>
          <a:p>
            <a:r>
              <a:rPr lang="en-US"/>
              <a:t>diminishes as n increases.</a:t>
            </a:r>
          </a:p>
        </p:txBody>
      </p:sp>
      <p:sp>
        <p:nvSpPr>
          <p:cNvPr id="4" name="Slide Number Placeholder 3"/>
          <p:cNvSpPr>
            <a:spLocks noGrp="1"/>
          </p:cNvSpPr>
          <p:nvPr>
            <p:ph type="sldNum" sz="quarter" idx="5"/>
          </p:nvPr>
        </p:nvSpPr>
        <p:spPr/>
        <p:txBody>
          <a:bodyPr/>
          <a:lstStyle/>
          <a:p>
            <a:fld id="{41D2D350-243F-4AD4-99B8-F2BB4966E3D9}" type="slidenum">
              <a:rPr lang="en-US" smtClean="0"/>
              <a:t>16</a:t>
            </a:fld>
            <a:endParaRPr lang="en-US"/>
          </a:p>
        </p:txBody>
      </p:sp>
    </p:spTree>
    <p:extLst>
      <p:ext uri="{BB962C8B-B14F-4D97-AF65-F5344CB8AC3E}">
        <p14:creationId xmlns:p14="http://schemas.microsoft.com/office/powerpoint/2010/main" val="13104435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hlinkClick r:id="rId3"/>
              </a:rPr>
              <a:t>Monte Carlo method – Wikipedia</a:t>
            </a:r>
            <a:endParaRPr lang="en-US"/>
          </a:p>
          <a:p>
            <a:endParaRPr lang="en-US" b="1" i="0">
              <a:solidFill>
                <a:srgbClr val="202122"/>
              </a:solidFill>
              <a:effectLst/>
              <a:highlight>
                <a:srgbClr val="FFFFFF"/>
              </a:highlight>
              <a:latin typeface="Arial" panose="020B0604020202020204" pitchFamily="34" charset="0"/>
            </a:endParaRPr>
          </a:p>
          <a:p>
            <a:r>
              <a:rPr lang="en-US" b="0" i="0">
                <a:solidFill>
                  <a:srgbClr val="202122"/>
                </a:solidFill>
                <a:effectLst/>
                <a:highlight>
                  <a:srgbClr val="FFFFFF"/>
                </a:highlight>
                <a:latin typeface="Arial" panose="020B0604020202020204" pitchFamily="34" charset="0"/>
              </a:rPr>
              <a:t>Monte Carlo methods, or Monte Carlo experiments, are a broad class of computational algorithms that rely on repeated random sampling to obtain numerical results. The underlying concept is to use randomness to solve problems that might be deterministic in principle. The name comes from the Monte Carlo Casino in Monaco, where the primary developer of the method, physicist Stanislaw </a:t>
            </a:r>
            <a:r>
              <a:rPr lang="en-US" b="0" i="0" err="1">
                <a:solidFill>
                  <a:srgbClr val="202122"/>
                </a:solidFill>
                <a:effectLst/>
                <a:highlight>
                  <a:srgbClr val="FFFFFF"/>
                </a:highlight>
                <a:latin typeface="Arial" panose="020B0604020202020204" pitchFamily="34" charset="0"/>
              </a:rPr>
              <a:t>Ulam</a:t>
            </a:r>
            <a:r>
              <a:rPr lang="en-US" b="0" i="0">
                <a:solidFill>
                  <a:srgbClr val="202122"/>
                </a:solidFill>
                <a:effectLst/>
                <a:highlight>
                  <a:srgbClr val="FFFFFF"/>
                </a:highlight>
                <a:latin typeface="Arial" panose="020B0604020202020204" pitchFamily="34" charset="0"/>
              </a:rPr>
              <a:t>, was inspired by his uncle's gambling habits</a:t>
            </a:r>
            <a:r>
              <a:rPr lang="en-US" b="1" i="0">
                <a:solidFill>
                  <a:srgbClr val="202122"/>
                </a:solidFill>
                <a:effectLst/>
                <a:highlight>
                  <a:srgbClr val="FFFFFF"/>
                </a:highlight>
                <a:latin typeface="Arial" panose="020B0604020202020204" pitchFamily="34" charset="0"/>
              </a:rPr>
              <a:t>.</a:t>
            </a:r>
          </a:p>
        </p:txBody>
      </p:sp>
      <p:sp>
        <p:nvSpPr>
          <p:cNvPr id="4" name="Slide Number Placeholder 3"/>
          <p:cNvSpPr>
            <a:spLocks noGrp="1"/>
          </p:cNvSpPr>
          <p:nvPr>
            <p:ph type="sldNum" sz="quarter" idx="5"/>
          </p:nvPr>
        </p:nvSpPr>
        <p:spPr/>
        <p:txBody>
          <a:bodyPr/>
          <a:lstStyle/>
          <a:p>
            <a:fld id="{41D2D350-243F-4AD4-99B8-F2BB4966E3D9}" type="slidenum">
              <a:rPr lang="en-US" smtClean="0"/>
              <a:t>20</a:t>
            </a:fld>
            <a:endParaRPr lang="en-US"/>
          </a:p>
        </p:txBody>
      </p:sp>
    </p:spTree>
    <p:extLst>
      <p:ext uri="{BB962C8B-B14F-4D97-AF65-F5344CB8AC3E}">
        <p14:creationId xmlns:p14="http://schemas.microsoft.com/office/powerpoint/2010/main" val="365344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91FB7-7536-BF12-4637-A8EA587911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9BBF39-EE22-7124-B442-B832FD7FDC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3725FC4-9671-E472-7700-236D24B6D9A2}"/>
              </a:ext>
            </a:extLst>
          </p:cNvPr>
          <p:cNvSpPr>
            <a:spLocks noGrp="1"/>
          </p:cNvSpPr>
          <p:nvPr>
            <p:ph type="dt" sz="half" idx="10"/>
          </p:nvPr>
        </p:nvSpPr>
        <p:spPr/>
        <p:txBody>
          <a:bodyPr/>
          <a:lstStyle/>
          <a:p>
            <a:fld id="{2CDBE606-D488-4694-9CFE-BB71045E3BF9}" type="datetimeFigureOut">
              <a:rPr lang="en-US" smtClean="0"/>
              <a:t>11/13/2024</a:t>
            </a:fld>
            <a:endParaRPr lang="en-US"/>
          </a:p>
        </p:txBody>
      </p:sp>
      <p:sp>
        <p:nvSpPr>
          <p:cNvPr id="5" name="Footer Placeholder 4">
            <a:extLst>
              <a:ext uri="{FF2B5EF4-FFF2-40B4-BE49-F238E27FC236}">
                <a16:creationId xmlns:a16="http://schemas.microsoft.com/office/drawing/2014/main" id="{0DC79A7E-0740-6BE5-DA36-5071724B76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745C71-5DB8-7886-2EAF-899EA9C3B83D}"/>
              </a:ext>
            </a:extLst>
          </p:cNvPr>
          <p:cNvSpPr>
            <a:spLocks noGrp="1"/>
          </p:cNvSpPr>
          <p:nvPr>
            <p:ph type="sldNum" sz="quarter" idx="12"/>
          </p:nvPr>
        </p:nvSpPr>
        <p:spPr/>
        <p:txBody>
          <a:bodyPr/>
          <a:lstStyle/>
          <a:p>
            <a:fld id="{80C4099B-9400-4C61-A042-52C3EC2FD70A}" type="slidenum">
              <a:rPr lang="en-US" smtClean="0"/>
              <a:t>‹#›</a:t>
            </a:fld>
            <a:endParaRPr lang="en-US"/>
          </a:p>
        </p:txBody>
      </p:sp>
    </p:spTree>
    <p:extLst>
      <p:ext uri="{BB962C8B-B14F-4D97-AF65-F5344CB8AC3E}">
        <p14:creationId xmlns:p14="http://schemas.microsoft.com/office/powerpoint/2010/main" val="3815825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CF955-52FF-FAE4-362C-A8A9CC4FE65F}"/>
              </a:ext>
            </a:extLst>
          </p:cNvPr>
          <p:cNvSpPr>
            <a:spLocks noGrp="1"/>
          </p:cNvSpPr>
          <p:nvPr>
            <p:ph type="title"/>
          </p:nvPr>
        </p:nvSpPr>
        <p:spPr/>
        <p:txBody>
          <a:bodyPr/>
          <a:lstStyle>
            <a:lvl1pPr>
              <a:defRPr>
                <a:solidFill>
                  <a:srgbClr val="48287C"/>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2F6E18C-1611-97F4-DEA3-B4E26E0715A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A6C4FD-6F62-D9A4-8559-1E1F9A393862}"/>
              </a:ext>
            </a:extLst>
          </p:cNvPr>
          <p:cNvSpPr>
            <a:spLocks noGrp="1"/>
          </p:cNvSpPr>
          <p:nvPr>
            <p:ph type="dt" sz="half" idx="10"/>
          </p:nvPr>
        </p:nvSpPr>
        <p:spPr/>
        <p:txBody>
          <a:bodyPr/>
          <a:lstStyle/>
          <a:p>
            <a:fld id="{2CDBE606-D488-4694-9CFE-BB71045E3BF9}" type="datetimeFigureOut">
              <a:rPr lang="en-US" smtClean="0"/>
              <a:t>11/13/2024</a:t>
            </a:fld>
            <a:endParaRPr lang="en-US"/>
          </a:p>
        </p:txBody>
      </p:sp>
      <p:sp>
        <p:nvSpPr>
          <p:cNvPr id="5" name="Footer Placeholder 4">
            <a:extLst>
              <a:ext uri="{FF2B5EF4-FFF2-40B4-BE49-F238E27FC236}">
                <a16:creationId xmlns:a16="http://schemas.microsoft.com/office/drawing/2014/main" id="{261D4377-8B0E-42F2-738E-076169751830}"/>
              </a:ext>
            </a:extLst>
          </p:cNvPr>
          <p:cNvSpPr>
            <a:spLocks noGrp="1"/>
          </p:cNvSpPr>
          <p:nvPr>
            <p:ph type="ftr" sz="quarter" idx="11"/>
          </p:nvPr>
        </p:nvSpPr>
        <p:spPr>
          <a:xfrm>
            <a:off x="3158649" y="6441129"/>
            <a:ext cx="4114800" cy="365125"/>
          </a:xfrm>
        </p:spPr>
        <p:txBody>
          <a:bodyPr/>
          <a:lstStyle/>
          <a:p>
            <a:endParaRPr lang="en-US"/>
          </a:p>
        </p:txBody>
      </p:sp>
      <p:sp>
        <p:nvSpPr>
          <p:cNvPr id="6" name="Slide Number Placeholder 5">
            <a:extLst>
              <a:ext uri="{FF2B5EF4-FFF2-40B4-BE49-F238E27FC236}">
                <a16:creationId xmlns:a16="http://schemas.microsoft.com/office/drawing/2014/main" id="{36F35B07-8008-E5D1-AD36-C1C18B42157E}"/>
              </a:ext>
            </a:extLst>
          </p:cNvPr>
          <p:cNvSpPr>
            <a:spLocks noGrp="1"/>
          </p:cNvSpPr>
          <p:nvPr>
            <p:ph type="sldNum" sz="quarter" idx="12"/>
          </p:nvPr>
        </p:nvSpPr>
        <p:spPr>
          <a:xfrm>
            <a:off x="7360565" y="6441721"/>
            <a:ext cx="2456077" cy="365125"/>
          </a:xfrm>
        </p:spPr>
        <p:txBody>
          <a:bodyPr/>
          <a:lstStyle/>
          <a:p>
            <a:fld id="{80C4099B-9400-4C61-A042-52C3EC2FD70A}" type="slidenum">
              <a:rPr lang="en-US" smtClean="0"/>
              <a:t>‹#›</a:t>
            </a:fld>
            <a:endParaRPr lang="en-US"/>
          </a:p>
        </p:txBody>
      </p:sp>
      <p:pic>
        <p:nvPicPr>
          <p:cNvPr id="11" name="Picture 10" descr="A close-up of a logo&#10;&#10;Description automatically generated">
            <a:extLst>
              <a:ext uri="{FF2B5EF4-FFF2-40B4-BE49-F238E27FC236}">
                <a16:creationId xmlns:a16="http://schemas.microsoft.com/office/drawing/2014/main" id="{1A9E0DC6-21EB-C0B1-1F05-7DCDBE310FF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7594" t="15816" r="7415" b="20199"/>
          <a:stretch/>
        </p:blipFill>
        <p:spPr>
          <a:xfrm>
            <a:off x="9903759" y="6288808"/>
            <a:ext cx="2167566" cy="569192"/>
          </a:xfrm>
          <a:prstGeom prst="rect">
            <a:avLst/>
          </a:prstGeom>
        </p:spPr>
      </p:pic>
      <p:cxnSp>
        <p:nvCxnSpPr>
          <p:cNvPr id="8" name="Straight Connector 7">
            <a:extLst>
              <a:ext uri="{FF2B5EF4-FFF2-40B4-BE49-F238E27FC236}">
                <a16:creationId xmlns:a16="http://schemas.microsoft.com/office/drawing/2014/main" id="{6782A340-504E-6FDF-9963-50F7C61F6EAF}"/>
              </a:ext>
            </a:extLst>
          </p:cNvPr>
          <p:cNvCxnSpPr/>
          <p:nvPr userDrawn="1"/>
        </p:nvCxnSpPr>
        <p:spPr>
          <a:xfrm flipV="1">
            <a:off x="0" y="898598"/>
            <a:ext cx="12192000" cy="87361"/>
          </a:xfrm>
          <a:prstGeom prst="line">
            <a:avLst/>
          </a:prstGeom>
          <a:ln w="38100">
            <a:solidFill>
              <a:srgbClr val="2E1B4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3840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61E18-3A24-A6D3-4BAE-8ECEADFEDAE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D6E0EC1-686D-6A31-0CA3-FE2A2EEE34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5C046E3-615A-C97D-3C22-9DC8F8B8EAEB}"/>
              </a:ext>
            </a:extLst>
          </p:cNvPr>
          <p:cNvSpPr>
            <a:spLocks noGrp="1"/>
          </p:cNvSpPr>
          <p:nvPr>
            <p:ph type="dt" sz="half" idx="10"/>
          </p:nvPr>
        </p:nvSpPr>
        <p:spPr/>
        <p:txBody>
          <a:bodyPr/>
          <a:lstStyle/>
          <a:p>
            <a:fld id="{2CDBE606-D488-4694-9CFE-BB71045E3BF9}" type="datetimeFigureOut">
              <a:rPr lang="en-US" smtClean="0"/>
              <a:t>11/13/2024</a:t>
            </a:fld>
            <a:endParaRPr lang="en-US"/>
          </a:p>
        </p:txBody>
      </p:sp>
      <p:sp>
        <p:nvSpPr>
          <p:cNvPr id="5" name="Footer Placeholder 4">
            <a:extLst>
              <a:ext uri="{FF2B5EF4-FFF2-40B4-BE49-F238E27FC236}">
                <a16:creationId xmlns:a16="http://schemas.microsoft.com/office/drawing/2014/main" id="{C51BBC48-0CF6-7485-7130-7689104E62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7BAAC9-6E8E-91EB-59A0-143A0C42B5A0}"/>
              </a:ext>
            </a:extLst>
          </p:cNvPr>
          <p:cNvSpPr>
            <a:spLocks noGrp="1"/>
          </p:cNvSpPr>
          <p:nvPr>
            <p:ph type="sldNum" sz="quarter" idx="12"/>
          </p:nvPr>
        </p:nvSpPr>
        <p:spPr/>
        <p:txBody>
          <a:bodyPr/>
          <a:lstStyle/>
          <a:p>
            <a:fld id="{80C4099B-9400-4C61-A042-52C3EC2FD70A}" type="slidenum">
              <a:rPr lang="en-US" smtClean="0"/>
              <a:t>‹#›</a:t>
            </a:fld>
            <a:endParaRPr lang="en-US"/>
          </a:p>
        </p:txBody>
      </p:sp>
    </p:spTree>
    <p:extLst>
      <p:ext uri="{BB962C8B-B14F-4D97-AF65-F5344CB8AC3E}">
        <p14:creationId xmlns:p14="http://schemas.microsoft.com/office/powerpoint/2010/main" val="2605231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D7CC8-B849-CBA6-4D3D-BC9791C1D8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EED290-053F-C3BA-19FC-E501A86502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7621F4F-0D23-F25C-F445-0A563B48AB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43F285-AF8F-AD8E-2504-5F5DB8D7473E}"/>
              </a:ext>
            </a:extLst>
          </p:cNvPr>
          <p:cNvSpPr>
            <a:spLocks noGrp="1"/>
          </p:cNvSpPr>
          <p:nvPr>
            <p:ph type="dt" sz="half" idx="10"/>
          </p:nvPr>
        </p:nvSpPr>
        <p:spPr/>
        <p:txBody>
          <a:bodyPr/>
          <a:lstStyle/>
          <a:p>
            <a:fld id="{2CDBE606-D488-4694-9CFE-BB71045E3BF9}" type="datetimeFigureOut">
              <a:rPr lang="en-US" smtClean="0"/>
              <a:t>11/13/2024</a:t>
            </a:fld>
            <a:endParaRPr lang="en-US"/>
          </a:p>
        </p:txBody>
      </p:sp>
      <p:sp>
        <p:nvSpPr>
          <p:cNvPr id="6" name="Footer Placeholder 5">
            <a:extLst>
              <a:ext uri="{FF2B5EF4-FFF2-40B4-BE49-F238E27FC236}">
                <a16:creationId xmlns:a16="http://schemas.microsoft.com/office/drawing/2014/main" id="{CAEFA2BB-4CA9-C6B7-81E0-6378EB46FE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749711-7E11-6211-A8F5-E6DFF59ED11D}"/>
              </a:ext>
            </a:extLst>
          </p:cNvPr>
          <p:cNvSpPr>
            <a:spLocks noGrp="1"/>
          </p:cNvSpPr>
          <p:nvPr>
            <p:ph type="sldNum" sz="quarter" idx="12"/>
          </p:nvPr>
        </p:nvSpPr>
        <p:spPr/>
        <p:txBody>
          <a:bodyPr/>
          <a:lstStyle/>
          <a:p>
            <a:fld id="{80C4099B-9400-4C61-A042-52C3EC2FD70A}" type="slidenum">
              <a:rPr lang="en-US" smtClean="0"/>
              <a:t>‹#›</a:t>
            </a:fld>
            <a:endParaRPr lang="en-US"/>
          </a:p>
        </p:txBody>
      </p:sp>
    </p:spTree>
    <p:extLst>
      <p:ext uri="{BB962C8B-B14F-4D97-AF65-F5344CB8AC3E}">
        <p14:creationId xmlns:p14="http://schemas.microsoft.com/office/powerpoint/2010/main" val="1521083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1F910-7649-8423-B4C3-2355676B5C0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34E24A4-329E-A028-DF06-7658979254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5413DB-666D-B81A-9797-C71849F5CE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DEBECB-F2CB-9EBB-A572-63D7891BF8C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78F9BC-9FF9-49AA-6603-86D4AC9917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EB13BC-3456-28FB-E64F-A2DC5690F521}"/>
              </a:ext>
            </a:extLst>
          </p:cNvPr>
          <p:cNvSpPr>
            <a:spLocks noGrp="1"/>
          </p:cNvSpPr>
          <p:nvPr>
            <p:ph type="dt" sz="half" idx="10"/>
          </p:nvPr>
        </p:nvSpPr>
        <p:spPr/>
        <p:txBody>
          <a:bodyPr/>
          <a:lstStyle/>
          <a:p>
            <a:fld id="{2CDBE606-D488-4694-9CFE-BB71045E3BF9}" type="datetimeFigureOut">
              <a:rPr lang="en-US" smtClean="0"/>
              <a:t>11/13/2024</a:t>
            </a:fld>
            <a:endParaRPr lang="en-US"/>
          </a:p>
        </p:txBody>
      </p:sp>
      <p:sp>
        <p:nvSpPr>
          <p:cNvPr id="8" name="Footer Placeholder 7">
            <a:extLst>
              <a:ext uri="{FF2B5EF4-FFF2-40B4-BE49-F238E27FC236}">
                <a16:creationId xmlns:a16="http://schemas.microsoft.com/office/drawing/2014/main" id="{E068B58F-AD1F-6F22-E0AC-BC12FE211CE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A5FE92-AC01-3FD6-5984-1CCCD2021886}"/>
              </a:ext>
            </a:extLst>
          </p:cNvPr>
          <p:cNvSpPr>
            <a:spLocks noGrp="1"/>
          </p:cNvSpPr>
          <p:nvPr>
            <p:ph type="sldNum" sz="quarter" idx="12"/>
          </p:nvPr>
        </p:nvSpPr>
        <p:spPr/>
        <p:txBody>
          <a:bodyPr/>
          <a:lstStyle/>
          <a:p>
            <a:fld id="{80C4099B-9400-4C61-A042-52C3EC2FD70A}" type="slidenum">
              <a:rPr lang="en-US" smtClean="0"/>
              <a:t>‹#›</a:t>
            </a:fld>
            <a:endParaRPr lang="en-US"/>
          </a:p>
        </p:txBody>
      </p:sp>
    </p:spTree>
    <p:extLst>
      <p:ext uri="{BB962C8B-B14F-4D97-AF65-F5344CB8AC3E}">
        <p14:creationId xmlns:p14="http://schemas.microsoft.com/office/powerpoint/2010/main" val="1407479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49463-487F-2509-F7DA-0DE6686935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6314BAB-5647-EC2E-FBAB-3AED7903887B}"/>
              </a:ext>
            </a:extLst>
          </p:cNvPr>
          <p:cNvSpPr>
            <a:spLocks noGrp="1"/>
          </p:cNvSpPr>
          <p:nvPr>
            <p:ph type="dt" sz="half" idx="10"/>
          </p:nvPr>
        </p:nvSpPr>
        <p:spPr/>
        <p:txBody>
          <a:bodyPr/>
          <a:lstStyle/>
          <a:p>
            <a:fld id="{2CDBE606-D488-4694-9CFE-BB71045E3BF9}" type="datetimeFigureOut">
              <a:rPr lang="en-US" smtClean="0"/>
              <a:t>11/13/2024</a:t>
            </a:fld>
            <a:endParaRPr lang="en-US"/>
          </a:p>
        </p:txBody>
      </p:sp>
      <p:sp>
        <p:nvSpPr>
          <p:cNvPr id="4" name="Footer Placeholder 3">
            <a:extLst>
              <a:ext uri="{FF2B5EF4-FFF2-40B4-BE49-F238E27FC236}">
                <a16:creationId xmlns:a16="http://schemas.microsoft.com/office/drawing/2014/main" id="{15CBAF56-71A6-64A4-087F-9988AC82A5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F8ED76-0D68-F61C-D6E0-245DF77D10D2}"/>
              </a:ext>
            </a:extLst>
          </p:cNvPr>
          <p:cNvSpPr>
            <a:spLocks noGrp="1"/>
          </p:cNvSpPr>
          <p:nvPr>
            <p:ph type="sldNum" sz="quarter" idx="12"/>
          </p:nvPr>
        </p:nvSpPr>
        <p:spPr/>
        <p:txBody>
          <a:bodyPr/>
          <a:lstStyle/>
          <a:p>
            <a:fld id="{80C4099B-9400-4C61-A042-52C3EC2FD70A}" type="slidenum">
              <a:rPr lang="en-US" smtClean="0"/>
              <a:t>‹#›</a:t>
            </a:fld>
            <a:endParaRPr lang="en-US"/>
          </a:p>
        </p:txBody>
      </p:sp>
    </p:spTree>
    <p:extLst>
      <p:ext uri="{BB962C8B-B14F-4D97-AF65-F5344CB8AC3E}">
        <p14:creationId xmlns:p14="http://schemas.microsoft.com/office/powerpoint/2010/main" val="894004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07E715-1F29-A7E9-2FBB-91508018882E}"/>
              </a:ext>
            </a:extLst>
          </p:cNvPr>
          <p:cNvSpPr>
            <a:spLocks noGrp="1"/>
          </p:cNvSpPr>
          <p:nvPr>
            <p:ph type="dt" sz="half" idx="10"/>
          </p:nvPr>
        </p:nvSpPr>
        <p:spPr/>
        <p:txBody>
          <a:bodyPr/>
          <a:lstStyle/>
          <a:p>
            <a:fld id="{2CDBE606-D488-4694-9CFE-BB71045E3BF9}" type="datetimeFigureOut">
              <a:rPr lang="en-US" smtClean="0"/>
              <a:t>11/13/2024</a:t>
            </a:fld>
            <a:endParaRPr lang="en-US"/>
          </a:p>
        </p:txBody>
      </p:sp>
      <p:sp>
        <p:nvSpPr>
          <p:cNvPr id="3" name="Footer Placeholder 2">
            <a:extLst>
              <a:ext uri="{FF2B5EF4-FFF2-40B4-BE49-F238E27FC236}">
                <a16:creationId xmlns:a16="http://schemas.microsoft.com/office/drawing/2014/main" id="{B6D91AAA-6CB5-5BFD-AD96-4B11B8616DB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A06CEE-9491-D4EB-96D1-C1006FD33ACC}"/>
              </a:ext>
            </a:extLst>
          </p:cNvPr>
          <p:cNvSpPr>
            <a:spLocks noGrp="1"/>
          </p:cNvSpPr>
          <p:nvPr>
            <p:ph type="sldNum" sz="quarter" idx="12"/>
          </p:nvPr>
        </p:nvSpPr>
        <p:spPr/>
        <p:txBody>
          <a:bodyPr/>
          <a:lstStyle/>
          <a:p>
            <a:fld id="{80C4099B-9400-4C61-A042-52C3EC2FD70A}" type="slidenum">
              <a:rPr lang="en-US" smtClean="0"/>
              <a:t>‹#›</a:t>
            </a:fld>
            <a:endParaRPr lang="en-US"/>
          </a:p>
        </p:txBody>
      </p:sp>
    </p:spTree>
    <p:extLst>
      <p:ext uri="{BB962C8B-B14F-4D97-AF65-F5344CB8AC3E}">
        <p14:creationId xmlns:p14="http://schemas.microsoft.com/office/powerpoint/2010/main" val="669667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E2A07-AE3C-08D4-BFB9-98E0657C53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8CFB2D-979D-6235-2532-3012E01AFD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0EAB6F5-28A1-EA02-FA8D-54465ABCB5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05CF1C-EB26-DB22-35C3-AB5193A7BD21}"/>
              </a:ext>
            </a:extLst>
          </p:cNvPr>
          <p:cNvSpPr>
            <a:spLocks noGrp="1"/>
          </p:cNvSpPr>
          <p:nvPr>
            <p:ph type="dt" sz="half" idx="10"/>
          </p:nvPr>
        </p:nvSpPr>
        <p:spPr/>
        <p:txBody>
          <a:bodyPr/>
          <a:lstStyle/>
          <a:p>
            <a:fld id="{2CDBE606-D488-4694-9CFE-BB71045E3BF9}" type="datetimeFigureOut">
              <a:rPr lang="en-US" smtClean="0"/>
              <a:t>11/13/2024</a:t>
            </a:fld>
            <a:endParaRPr lang="en-US"/>
          </a:p>
        </p:txBody>
      </p:sp>
      <p:sp>
        <p:nvSpPr>
          <p:cNvPr id="6" name="Footer Placeholder 5">
            <a:extLst>
              <a:ext uri="{FF2B5EF4-FFF2-40B4-BE49-F238E27FC236}">
                <a16:creationId xmlns:a16="http://schemas.microsoft.com/office/drawing/2014/main" id="{A50F8AE1-D56A-A6CE-62FD-9DDB136390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BF09FD-F97B-4270-5BBE-CA2E7D46BC0B}"/>
              </a:ext>
            </a:extLst>
          </p:cNvPr>
          <p:cNvSpPr>
            <a:spLocks noGrp="1"/>
          </p:cNvSpPr>
          <p:nvPr>
            <p:ph type="sldNum" sz="quarter" idx="12"/>
          </p:nvPr>
        </p:nvSpPr>
        <p:spPr/>
        <p:txBody>
          <a:bodyPr/>
          <a:lstStyle/>
          <a:p>
            <a:fld id="{80C4099B-9400-4C61-A042-52C3EC2FD70A}" type="slidenum">
              <a:rPr lang="en-US" smtClean="0"/>
              <a:t>‹#›</a:t>
            </a:fld>
            <a:endParaRPr lang="en-US"/>
          </a:p>
        </p:txBody>
      </p:sp>
    </p:spTree>
    <p:extLst>
      <p:ext uri="{BB962C8B-B14F-4D97-AF65-F5344CB8AC3E}">
        <p14:creationId xmlns:p14="http://schemas.microsoft.com/office/powerpoint/2010/main" val="1316203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B45D0-9538-F56C-2992-9FB9796455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43249CD-1FA4-8698-B37B-9A5F5908DE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E87E4C-1F84-5B80-0DD7-E6884E86CD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23B03D-EA21-A54C-C90E-19AB7F77F69C}"/>
              </a:ext>
            </a:extLst>
          </p:cNvPr>
          <p:cNvSpPr>
            <a:spLocks noGrp="1"/>
          </p:cNvSpPr>
          <p:nvPr>
            <p:ph type="dt" sz="half" idx="10"/>
          </p:nvPr>
        </p:nvSpPr>
        <p:spPr/>
        <p:txBody>
          <a:bodyPr/>
          <a:lstStyle/>
          <a:p>
            <a:fld id="{2CDBE606-D488-4694-9CFE-BB71045E3BF9}" type="datetimeFigureOut">
              <a:rPr lang="en-US" smtClean="0"/>
              <a:t>11/13/2024</a:t>
            </a:fld>
            <a:endParaRPr lang="en-US"/>
          </a:p>
        </p:txBody>
      </p:sp>
      <p:sp>
        <p:nvSpPr>
          <p:cNvPr id="6" name="Footer Placeholder 5">
            <a:extLst>
              <a:ext uri="{FF2B5EF4-FFF2-40B4-BE49-F238E27FC236}">
                <a16:creationId xmlns:a16="http://schemas.microsoft.com/office/drawing/2014/main" id="{C4085FFA-AF6A-B51C-F047-7133663ADD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FD6704-EB99-241C-9BCA-60E6B8DF6A98}"/>
              </a:ext>
            </a:extLst>
          </p:cNvPr>
          <p:cNvSpPr>
            <a:spLocks noGrp="1"/>
          </p:cNvSpPr>
          <p:nvPr>
            <p:ph type="sldNum" sz="quarter" idx="12"/>
          </p:nvPr>
        </p:nvSpPr>
        <p:spPr/>
        <p:txBody>
          <a:bodyPr/>
          <a:lstStyle/>
          <a:p>
            <a:fld id="{80C4099B-9400-4C61-A042-52C3EC2FD70A}" type="slidenum">
              <a:rPr lang="en-US" smtClean="0"/>
              <a:t>‹#›</a:t>
            </a:fld>
            <a:endParaRPr lang="en-US"/>
          </a:p>
        </p:txBody>
      </p:sp>
    </p:spTree>
    <p:extLst>
      <p:ext uri="{BB962C8B-B14F-4D97-AF65-F5344CB8AC3E}">
        <p14:creationId xmlns:p14="http://schemas.microsoft.com/office/powerpoint/2010/main" val="353023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92919-9408-162D-FB7D-B69FDCB970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2C6E3D3-40A4-C262-1E28-BF24624E5D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F6D948-D5B7-2F69-CC1E-DDA8DA7977B1}"/>
              </a:ext>
            </a:extLst>
          </p:cNvPr>
          <p:cNvSpPr>
            <a:spLocks noGrp="1"/>
          </p:cNvSpPr>
          <p:nvPr>
            <p:ph type="dt" sz="half" idx="10"/>
          </p:nvPr>
        </p:nvSpPr>
        <p:spPr/>
        <p:txBody>
          <a:bodyPr/>
          <a:lstStyle/>
          <a:p>
            <a:fld id="{2CDBE606-D488-4694-9CFE-BB71045E3BF9}" type="datetimeFigureOut">
              <a:rPr lang="en-US" smtClean="0"/>
              <a:t>11/13/2024</a:t>
            </a:fld>
            <a:endParaRPr lang="en-US"/>
          </a:p>
        </p:txBody>
      </p:sp>
      <p:sp>
        <p:nvSpPr>
          <p:cNvPr id="5" name="Footer Placeholder 4">
            <a:extLst>
              <a:ext uri="{FF2B5EF4-FFF2-40B4-BE49-F238E27FC236}">
                <a16:creationId xmlns:a16="http://schemas.microsoft.com/office/drawing/2014/main" id="{8CF1FB21-12C7-D6EB-35A2-83AA23F253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2C1B04-26BF-7E1E-FCCA-017110CF7F0B}"/>
              </a:ext>
            </a:extLst>
          </p:cNvPr>
          <p:cNvSpPr>
            <a:spLocks noGrp="1"/>
          </p:cNvSpPr>
          <p:nvPr>
            <p:ph type="sldNum" sz="quarter" idx="12"/>
          </p:nvPr>
        </p:nvSpPr>
        <p:spPr/>
        <p:txBody>
          <a:bodyPr/>
          <a:lstStyle/>
          <a:p>
            <a:fld id="{80C4099B-9400-4C61-A042-52C3EC2FD70A}" type="slidenum">
              <a:rPr lang="en-US" smtClean="0"/>
              <a:t>‹#›</a:t>
            </a:fld>
            <a:endParaRPr lang="en-US"/>
          </a:p>
        </p:txBody>
      </p:sp>
    </p:spTree>
    <p:extLst>
      <p:ext uri="{BB962C8B-B14F-4D97-AF65-F5344CB8AC3E}">
        <p14:creationId xmlns:p14="http://schemas.microsoft.com/office/powerpoint/2010/main" val="1960725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798119-B148-F62C-2F9C-63B12019E2F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1C57A1-25FD-267B-3238-757DE1AEF9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36CDA3-726F-A33B-9F2A-F1B0ADD0FEFC}"/>
              </a:ext>
            </a:extLst>
          </p:cNvPr>
          <p:cNvSpPr>
            <a:spLocks noGrp="1"/>
          </p:cNvSpPr>
          <p:nvPr>
            <p:ph type="dt" sz="half" idx="10"/>
          </p:nvPr>
        </p:nvSpPr>
        <p:spPr/>
        <p:txBody>
          <a:bodyPr/>
          <a:lstStyle/>
          <a:p>
            <a:fld id="{2CDBE606-D488-4694-9CFE-BB71045E3BF9}" type="datetimeFigureOut">
              <a:rPr lang="en-US" smtClean="0"/>
              <a:t>11/13/2024</a:t>
            </a:fld>
            <a:endParaRPr lang="en-US"/>
          </a:p>
        </p:txBody>
      </p:sp>
      <p:sp>
        <p:nvSpPr>
          <p:cNvPr id="5" name="Footer Placeholder 4">
            <a:extLst>
              <a:ext uri="{FF2B5EF4-FFF2-40B4-BE49-F238E27FC236}">
                <a16:creationId xmlns:a16="http://schemas.microsoft.com/office/drawing/2014/main" id="{1AE62D2A-10AE-A406-35E9-FA6FF913BA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5DA98F-F2DD-ECDB-52C8-504CAB285F5E}"/>
              </a:ext>
            </a:extLst>
          </p:cNvPr>
          <p:cNvSpPr>
            <a:spLocks noGrp="1"/>
          </p:cNvSpPr>
          <p:nvPr>
            <p:ph type="sldNum" sz="quarter" idx="12"/>
          </p:nvPr>
        </p:nvSpPr>
        <p:spPr/>
        <p:txBody>
          <a:bodyPr/>
          <a:lstStyle/>
          <a:p>
            <a:fld id="{80C4099B-9400-4C61-A042-52C3EC2FD70A}" type="slidenum">
              <a:rPr lang="en-US" smtClean="0"/>
              <a:t>‹#›</a:t>
            </a:fld>
            <a:endParaRPr lang="en-US"/>
          </a:p>
        </p:txBody>
      </p:sp>
    </p:spTree>
    <p:extLst>
      <p:ext uri="{BB962C8B-B14F-4D97-AF65-F5344CB8AC3E}">
        <p14:creationId xmlns:p14="http://schemas.microsoft.com/office/powerpoint/2010/main" val="174217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F21CA29-173F-692A-76D1-1E4164A8DA65}"/>
              </a:ext>
            </a:extLst>
          </p:cNvPr>
          <p:cNvSpPr>
            <a:spLocks noGrp="1"/>
          </p:cNvSpPr>
          <p:nvPr>
            <p:ph type="title"/>
          </p:nvPr>
        </p:nvSpPr>
        <p:spPr>
          <a:xfrm>
            <a:off x="272503" y="136525"/>
            <a:ext cx="11741865" cy="94137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514C159-F847-86AC-71F1-B151F2E27A3A}"/>
              </a:ext>
            </a:extLst>
          </p:cNvPr>
          <p:cNvSpPr>
            <a:spLocks noGrp="1"/>
          </p:cNvSpPr>
          <p:nvPr>
            <p:ph type="body" idx="1"/>
          </p:nvPr>
        </p:nvSpPr>
        <p:spPr>
          <a:xfrm>
            <a:off x="272503" y="1180848"/>
            <a:ext cx="11741865" cy="51472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6DEE09-26AC-0038-EE93-E62469DB5A3A}"/>
              </a:ext>
            </a:extLst>
          </p:cNvPr>
          <p:cNvSpPr>
            <a:spLocks noGrp="1"/>
          </p:cNvSpPr>
          <p:nvPr>
            <p:ph type="dt" sz="half" idx="2"/>
          </p:nvPr>
        </p:nvSpPr>
        <p:spPr>
          <a:xfrm>
            <a:off x="272503" y="6426957"/>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DBE606-D488-4694-9CFE-BB71045E3BF9}" type="datetimeFigureOut">
              <a:rPr lang="en-US" smtClean="0"/>
              <a:t>11/13/2024</a:t>
            </a:fld>
            <a:endParaRPr lang="en-US"/>
          </a:p>
        </p:txBody>
      </p:sp>
      <p:sp>
        <p:nvSpPr>
          <p:cNvPr id="5" name="Footer Placeholder 4">
            <a:extLst>
              <a:ext uri="{FF2B5EF4-FFF2-40B4-BE49-F238E27FC236}">
                <a16:creationId xmlns:a16="http://schemas.microsoft.com/office/drawing/2014/main" id="{7C4107BB-9C64-FB62-D540-C8C15EA1FE2F}"/>
              </a:ext>
            </a:extLst>
          </p:cNvPr>
          <p:cNvSpPr>
            <a:spLocks noGrp="1"/>
          </p:cNvSpPr>
          <p:nvPr>
            <p:ph type="ftr" sz="quarter" idx="3"/>
          </p:nvPr>
        </p:nvSpPr>
        <p:spPr>
          <a:xfrm>
            <a:off x="4368884" y="645118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E26F82F-67E0-4219-83DD-37D70FB753B1}"/>
              </a:ext>
            </a:extLst>
          </p:cNvPr>
          <p:cNvSpPr>
            <a:spLocks noGrp="1"/>
          </p:cNvSpPr>
          <p:nvPr>
            <p:ph type="sldNum" sz="quarter" idx="4"/>
          </p:nvPr>
        </p:nvSpPr>
        <p:spPr>
          <a:xfrm>
            <a:off x="9271168" y="6441129"/>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C4099B-9400-4C61-A042-52C3EC2FD70A}" type="slidenum">
              <a:rPr lang="en-US" smtClean="0"/>
              <a:t>‹#›</a:t>
            </a:fld>
            <a:endParaRPr lang="en-US"/>
          </a:p>
        </p:txBody>
      </p:sp>
    </p:spTree>
    <p:extLst>
      <p:ext uri="{BB962C8B-B14F-4D97-AF65-F5344CB8AC3E}">
        <p14:creationId xmlns:p14="http://schemas.microsoft.com/office/powerpoint/2010/main" val="960916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532D8E"/>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emf"/></Relationships>
</file>

<file path=ppt/slides/_rels/slide1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8.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3A61C-9EA9-6B5C-168E-364956690312}"/>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C177C49E-495F-9BE5-982B-4EE28D8647CF}"/>
              </a:ext>
            </a:extLst>
          </p:cNvPr>
          <p:cNvSpPr>
            <a:spLocks noGrp="1"/>
          </p:cNvSpPr>
          <p:nvPr>
            <p:ph type="subTitle" idx="1"/>
          </p:nvPr>
        </p:nvSpPr>
        <p:spPr/>
        <p:txBody>
          <a:bodyPr/>
          <a:lstStyle/>
          <a:p>
            <a:endParaRPr lang="en-US"/>
          </a:p>
        </p:txBody>
      </p:sp>
      <p:pic>
        <p:nvPicPr>
          <p:cNvPr id="4" name="Picture 2">
            <a:extLst>
              <a:ext uri="{FF2B5EF4-FFF2-40B4-BE49-F238E27FC236}">
                <a16:creationId xmlns:a16="http://schemas.microsoft.com/office/drawing/2014/main" id="{03A91DEA-A578-1C25-E401-D5C259262012}"/>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logo with white text&#10;&#10;Description automatically generated">
            <a:extLst>
              <a:ext uri="{FF2B5EF4-FFF2-40B4-BE49-F238E27FC236}">
                <a16:creationId xmlns:a16="http://schemas.microsoft.com/office/drawing/2014/main" id="{48783612-A086-6017-2B13-66153B4401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59353" y="4429919"/>
            <a:ext cx="2867668" cy="2288985"/>
          </a:xfrm>
          <a:prstGeom prst="rect">
            <a:avLst/>
          </a:prstGeom>
        </p:spPr>
      </p:pic>
      <p:sp>
        <p:nvSpPr>
          <p:cNvPr id="6" name="Title 1">
            <a:extLst>
              <a:ext uri="{FF2B5EF4-FFF2-40B4-BE49-F238E27FC236}">
                <a16:creationId xmlns:a16="http://schemas.microsoft.com/office/drawing/2014/main" id="{86649F24-8FCC-CDEB-B4C7-3B4C1F0F6A52}"/>
              </a:ext>
            </a:extLst>
          </p:cNvPr>
          <p:cNvSpPr txBox="1">
            <a:spLocks/>
          </p:cNvSpPr>
          <p:nvPr/>
        </p:nvSpPr>
        <p:spPr>
          <a:xfrm>
            <a:off x="264978" y="0"/>
            <a:ext cx="7891955" cy="6858000"/>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US" sz="7200" b="1"/>
              <a:t>IDS 1721 </a:t>
            </a:r>
          </a:p>
          <a:p>
            <a:pPr algn="l">
              <a:defRPr/>
            </a:pPr>
            <a:r>
              <a:rPr lang="en-US" sz="7200" b="1"/>
              <a:t>Computing and Problem Solving for STEM</a:t>
            </a:r>
            <a:br>
              <a:rPr lang="en-US" sz="7200" b="1"/>
            </a:br>
            <a:r>
              <a:rPr lang="en-US" sz="6500" b="1">
                <a:solidFill>
                  <a:srgbClr val="7030A0"/>
                </a:solidFill>
              </a:rPr>
              <a:t>Chapter 06</a:t>
            </a:r>
          </a:p>
          <a:p>
            <a:pPr algn="l">
              <a:defRPr/>
            </a:pPr>
            <a:r>
              <a:rPr lang="en-US" sz="6500" b="1">
                <a:solidFill>
                  <a:srgbClr val="7030A0"/>
                </a:solidFill>
              </a:rPr>
              <a:t>Randomness</a:t>
            </a:r>
            <a:endParaRPr lang="en-US" sz="6500" b="1">
              <a:solidFill>
                <a:srgbClr val="7030A0"/>
              </a:solidFill>
              <a:cs typeface="Calibri Light"/>
            </a:endParaRPr>
          </a:p>
        </p:txBody>
      </p:sp>
    </p:spTree>
    <p:extLst>
      <p:ext uri="{BB962C8B-B14F-4D97-AF65-F5344CB8AC3E}">
        <p14:creationId xmlns:p14="http://schemas.microsoft.com/office/powerpoint/2010/main" val="783844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57490-2E6C-9485-9518-E1A07E24FAB9}"/>
              </a:ext>
            </a:extLst>
          </p:cNvPr>
          <p:cNvSpPr>
            <a:spLocks noGrp="1"/>
          </p:cNvSpPr>
          <p:nvPr>
            <p:ph type="title"/>
          </p:nvPr>
        </p:nvSpPr>
        <p:spPr/>
        <p:txBody>
          <a:bodyPr/>
          <a:lstStyle/>
          <a:p>
            <a:r>
              <a:rPr lang="en-US"/>
              <a:t>Randomness</a:t>
            </a:r>
          </a:p>
        </p:txBody>
      </p:sp>
      <p:sp>
        <p:nvSpPr>
          <p:cNvPr id="3" name="Content Placeholder 2">
            <a:extLst>
              <a:ext uri="{FF2B5EF4-FFF2-40B4-BE49-F238E27FC236}">
                <a16:creationId xmlns:a16="http://schemas.microsoft.com/office/drawing/2014/main" id="{081E7218-E8FE-08A8-77EC-DB3BA12DB25C}"/>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n-US" sz="3600"/>
              <a:t>Q) If a computer is predictable, how can it simulate random numbers? </a:t>
            </a:r>
            <a:endParaRPr lang="en-US">
              <a:ea typeface="Calibri" panose="020F0502020204030204"/>
              <a:cs typeface="Calibri" panose="020F0502020204030204"/>
            </a:endParaRPr>
          </a:p>
          <a:p>
            <a:r>
              <a:rPr lang="en-US" sz="3600">
                <a:ea typeface="+mn-lt"/>
                <a:cs typeface="+mn-lt"/>
              </a:rPr>
              <a:t>Computers are inherently deterministic, so true randomness is challenging for them to generate. </a:t>
            </a:r>
            <a:endParaRPr lang="en-US">
              <a:ea typeface="+mn-lt"/>
              <a:cs typeface="+mn-lt"/>
            </a:endParaRPr>
          </a:p>
          <a:p>
            <a:r>
              <a:rPr lang="en-US" sz="3600">
                <a:ea typeface="+mn-lt"/>
                <a:cs typeface="+mn-lt"/>
              </a:rPr>
              <a:t>Instead, they use </a:t>
            </a:r>
            <a:r>
              <a:rPr lang="en-US" sz="3600" b="1">
                <a:ea typeface="+mn-lt"/>
                <a:cs typeface="+mn-lt"/>
              </a:rPr>
              <a:t>random number generators</a:t>
            </a:r>
            <a:r>
              <a:rPr lang="en-US" sz="3600">
                <a:ea typeface="+mn-lt"/>
                <a:cs typeface="+mn-lt"/>
              </a:rPr>
              <a:t>, which are algorithms designed to produce sequences of numbers that mimic randomness.</a:t>
            </a:r>
            <a:endParaRPr lang="en-US">
              <a:ea typeface="Calibri" panose="020F0502020204030204"/>
              <a:cs typeface="Calibri" panose="020F0502020204030204"/>
            </a:endParaRPr>
          </a:p>
          <a:p>
            <a:r>
              <a:rPr lang="en-US" sz="3600"/>
              <a:t>This is precisely the case when we use the MATLAB pseudorandom number generators </a:t>
            </a:r>
            <a:r>
              <a:rPr lang="en-US" sz="3600">
                <a:latin typeface="Courier New"/>
                <a:cs typeface="Courier New"/>
              </a:rPr>
              <a:t>rand</a:t>
            </a:r>
            <a:r>
              <a:rPr lang="en-US" sz="3600"/>
              <a:t> and </a:t>
            </a:r>
            <a:r>
              <a:rPr lang="en-US" sz="3600" err="1">
                <a:latin typeface="Courier New"/>
                <a:cs typeface="Courier New"/>
              </a:rPr>
              <a:t>randn</a:t>
            </a:r>
            <a:r>
              <a:rPr lang="en-US" sz="3600"/>
              <a:t>. </a:t>
            </a:r>
            <a:endParaRPr lang="en-US">
              <a:cs typeface="Calibri"/>
            </a:endParaRPr>
          </a:p>
          <a:p>
            <a:r>
              <a:rPr lang="en-US" sz="3600"/>
              <a:t>We’ll estimate </a:t>
            </a:r>
            <a:r>
              <a:rPr lang="en-US" sz="3600">
                <a:solidFill>
                  <a:srgbClr val="FF0000"/>
                </a:solidFill>
                <a:latin typeface="Lucida Sans Unicode"/>
                <a:cs typeface="Lucida Sans Unicode"/>
              </a:rPr>
              <a:t>π</a:t>
            </a:r>
            <a:r>
              <a:rPr lang="en-US" sz="3600"/>
              <a:t> by simulating a random dart-throwing “game” whose expected score relates to the area of a circular target. This is an instance of </a:t>
            </a:r>
            <a:r>
              <a:rPr lang="en-US" sz="3600" i="1">
                <a:latin typeface="Times New Roman"/>
                <a:cs typeface="Times New Roman"/>
              </a:rPr>
              <a:t>Monte Carlo </a:t>
            </a:r>
            <a:r>
              <a:rPr lang="en-US" sz="3600"/>
              <a:t>simulation.</a:t>
            </a:r>
            <a:endParaRPr lang="en-US" sz="3600">
              <a:cs typeface="Calibri"/>
            </a:endParaRPr>
          </a:p>
        </p:txBody>
      </p:sp>
    </p:spTree>
    <p:extLst>
      <p:ext uri="{BB962C8B-B14F-4D97-AF65-F5344CB8AC3E}">
        <p14:creationId xmlns:p14="http://schemas.microsoft.com/office/powerpoint/2010/main" val="1539129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29C18-ED89-51D7-7BF6-71574F1E7467}"/>
              </a:ext>
            </a:extLst>
          </p:cNvPr>
          <p:cNvSpPr>
            <a:spLocks noGrp="1"/>
          </p:cNvSpPr>
          <p:nvPr>
            <p:ph type="title"/>
          </p:nvPr>
        </p:nvSpPr>
        <p:spPr/>
        <p:txBody>
          <a:bodyPr/>
          <a:lstStyle/>
          <a:p>
            <a:r>
              <a:rPr lang="en-US">
                <a:latin typeface="Arial Black"/>
              </a:rPr>
              <a:t>Generating Random Numbers</a:t>
            </a:r>
            <a:endParaRPr lang="en-US"/>
          </a:p>
        </p:txBody>
      </p:sp>
      <p:sp>
        <p:nvSpPr>
          <p:cNvPr id="3" name="Content Placeholder 2">
            <a:extLst>
              <a:ext uri="{FF2B5EF4-FFF2-40B4-BE49-F238E27FC236}">
                <a16:creationId xmlns:a16="http://schemas.microsoft.com/office/drawing/2014/main" id="{D3E9D08B-5942-81EA-AEF1-F6163F0E6578}"/>
              </a:ext>
            </a:extLst>
          </p:cNvPr>
          <p:cNvSpPr>
            <a:spLocks noGrp="1"/>
          </p:cNvSpPr>
          <p:nvPr>
            <p:ph idx="1"/>
          </p:nvPr>
        </p:nvSpPr>
        <p:spPr>
          <a:xfrm>
            <a:off x="272503" y="1180848"/>
            <a:ext cx="11741865" cy="5538867"/>
          </a:xfrm>
        </p:spPr>
        <p:txBody>
          <a:bodyPr vert="horz" lIns="91440" tIns="45720" rIns="91440" bIns="45720" rtlCol="0" anchor="t">
            <a:normAutofit lnSpcReduction="10000"/>
          </a:bodyPr>
          <a:lstStyle/>
          <a:p>
            <a:pPr marL="0" indent="0">
              <a:buNone/>
            </a:pPr>
            <a:r>
              <a:rPr lang="en-US">
                <a:ea typeface="+mn-lt"/>
                <a:cs typeface="+mn-lt"/>
              </a:rPr>
              <a:t>Some common functions to generate random numbers are:</a:t>
            </a:r>
            <a:endParaRPr lang="en-US">
              <a:cs typeface="Calibri"/>
            </a:endParaRPr>
          </a:p>
          <a:p>
            <a:pPr marL="0" indent="0">
              <a:buNone/>
            </a:pPr>
            <a:r>
              <a:rPr lang="en-US" b="1">
                <a:latin typeface="Consolas"/>
              </a:rPr>
              <a:t>rand()</a:t>
            </a:r>
            <a:r>
              <a:rPr lang="en-US" b="1">
                <a:ea typeface="+mn-lt"/>
                <a:cs typeface="+mn-lt"/>
              </a:rPr>
              <a:t> </a:t>
            </a:r>
            <a:r>
              <a:rPr lang="en-US">
                <a:ea typeface="+mn-lt"/>
                <a:cs typeface="+mn-lt"/>
              </a:rPr>
              <a:t>generates a single random number between 0 and 1.</a:t>
            </a:r>
            <a:endParaRPr lang="en-US">
              <a:cs typeface="Calibri"/>
            </a:endParaRPr>
          </a:p>
          <a:p>
            <a:pPr marL="0" indent="0">
              <a:buNone/>
            </a:pPr>
            <a:r>
              <a:rPr lang="en-US">
                <a:latin typeface="Consolas"/>
              </a:rPr>
              <a:t>rand(n)</a:t>
            </a:r>
            <a:r>
              <a:rPr lang="en-US">
                <a:ea typeface="+mn-lt"/>
                <a:cs typeface="+mn-lt"/>
              </a:rPr>
              <a:t> generates an </a:t>
            </a:r>
            <a:r>
              <a:rPr lang="en-US" err="1">
                <a:ea typeface="+mn-lt"/>
                <a:cs typeface="+mn-lt"/>
              </a:rPr>
              <a:t>n×n</a:t>
            </a:r>
            <a:r>
              <a:rPr lang="en-US">
                <a:ea typeface="+mn-lt"/>
                <a:cs typeface="+mn-lt"/>
              </a:rPr>
              <a:t> matrix </a:t>
            </a:r>
            <a:endParaRPr lang="en-US">
              <a:latin typeface="Calibri" panose="020F0502020204030204"/>
              <a:ea typeface="+mn-lt"/>
              <a:cs typeface="+mn-lt"/>
            </a:endParaRPr>
          </a:p>
          <a:p>
            <a:pPr marL="0" indent="0">
              <a:buNone/>
            </a:pPr>
            <a:r>
              <a:rPr lang="en-US">
                <a:latin typeface="Consolas"/>
                <a:ea typeface="+mn-lt"/>
                <a:cs typeface="+mn-lt"/>
              </a:rPr>
              <a:t>rand</a:t>
            </a:r>
            <a:r>
              <a:rPr lang="en-US">
                <a:latin typeface="Consolas"/>
              </a:rPr>
              <a:t>(</a:t>
            </a:r>
            <a:r>
              <a:rPr lang="en-US" err="1">
                <a:latin typeface="Consolas"/>
              </a:rPr>
              <a:t>m,n</a:t>
            </a:r>
            <a:r>
              <a:rPr lang="en-US">
                <a:latin typeface="Consolas"/>
              </a:rPr>
              <a:t>)</a:t>
            </a:r>
            <a:r>
              <a:rPr lang="en-US">
                <a:ea typeface="+mn-lt"/>
                <a:cs typeface="+mn-lt"/>
              </a:rPr>
              <a:t> generates an </a:t>
            </a:r>
            <a:r>
              <a:rPr lang="en-US" err="1">
                <a:ea typeface="+mn-lt"/>
                <a:cs typeface="+mn-lt"/>
              </a:rPr>
              <a:t>m×n</a:t>
            </a:r>
            <a:r>
              <a:rPr lang="en-US">
                <a:ea typeface="+mn-lt"/>
                <a:cs typeface="+mn-lt"/>
              </a:rPr>
              <a:t> matrix.</a:t>
            </a:r>
          </a:p>
          <a:p>
            <a:pPr marL="0" indent="0">
              <a:buNone/>
            </a:pPr>
            <a:r>
              <a:rPr lang="en-US">
                <a:cs typeface="Calibri" panose="020F0502020204030204"/>
              </a:rPr>
              <a:t>The numbers generated above are </a:t>
            </a:r>
            <a:r>
              <a:rPr lang="en-US" b="1">
                <a:ea typeface="+mn-lt"/>
                <a:cs typeface="+mn-lt"/>
              </a:rPr>
              <a:t>uniformly distributed</a:t>
            </a:r>
            <a:r>
              <a:rPr lang="en-US">
                <a:ea typeface="+mn-lt"/>
                <a:cs typeface="+mn-lt"/>
              </a:rPr>
              <a:t> (all outcomes are equally likely within a given range).</a:t>
            </a:r>
            <a:endParaRPr lang="en-US">
              <a:cs typeface="Calibri" panose="020F0502020204030204"/>
            </a:endParaRPr>
          </a:p>
          <a:p>
            <a:pPr marL="0" indent="0">
              <a:buNone/>
            </a:pPr>
            <a:endParaRPr lang="en-US">
              <a:latin typeface="Calibri" panose="020F0502020204030204"/>
              <a:cs typeface="Calibri" panose="020F0502020204030204"/>
            </a:endParaRPr>
          </a:p>
          <a:p>
            <a:pPr>
              <a:buNone/>
            </a:pPr>
            <a:r>
              <a:rPr lang="en-US" b="1" err="1">
                <a:latin typeface="Consolas"/>
              </a:rPr>
              <a:t>randi</a:t>
            </a:r>
            <a:r>
              <a:rPr lang="en-US" b="1">
                <a:latin typeface="Consolas"/>
              </a:rPr>
              <a:t>(</a:t>
            </a:r>
            <a:r>
              <a:rPr lang="en-US" b="1" err="1">
                <a:latin typeface="Consolas"/>
              </a:rPr>
              <a:t>maxValue</a:t>
            </a:r>
            <a:r>
              <a:rPr lang="en-US" b="1">
                <a:latin typeface="Consolas"/>
              </a:rPr>
              <a:t>)</a:t>
            </a:r>
            <a:r>
              <a:rPr lang="en-US" b="1"/>
              <a:t> </a:t>
            </a:r>
            <a:r>
              <a:rPr lang="en-US"/>
              <a:t>generates</a:t>
            </a:r>
            <a:r>
              <a:rPr lang="en-US">
                <a:ea typeface="+mn-lt"/>
                <a:cs typeface="+mn-lt"/>
              </a:rPr>
              <a:t> random integers between 1 and </a:t>
            </a:r>
            <a:r>
              <a:rPr lang="en-US" err="1">
                <a:ea typeface="+mn-lt"/>
                <a:cs typeface="+mn-lt"/>
              </a:rPr>
              <a:t>maxValue</a:t>
            </a:r>
            <a:r>
              <a:rPr lang="en-US">
                <a:ea typeface="+mn-lt"/>
                <a:cs typeface="+mn-lt"/>
              </a:rPr>
              <a:t>.</a:t>
            </a:r>
            <a:endParaRPr lang="en-US" err="1">
              <a:ea typeface="+mn-lt"/>
              <a:cs typeface="+mn-lt"/>
            </a:endParaRPr>
          </a:p>
          <a:p>
            <a:pPr marL="0" indent="0">
              <a:buNone/>
            </a:pPr>
            <a:r>
              <a:rPr lang="en-US" err="1">
                <a:latin typeface="Consolas"/>
                <a:ea typeface="+mn-lt"/>
                <a:cs typeface="+mn-lt"/>
              </a:rPr>
              <a:t>randi</a:t>
            </a:r>
            <a:r>
              <a:rPr lang="en-US">
                <a:latin typeface="Consolas"/>
                <a:ea typeface="+mn-lt"/>
                <a:cs typeface="+mn-lt"/>
              </a:rPr>
              <a:t>(</a:t>
            </a:r>
            <a:r>
              <a:rPr lang="en-US" err="1">
                <a:latin typeface="Consolas"/>
                <a:ea typeface="+mn-lt"/>
                <a:cs typeface="+mn-lt"/>
              </a:rPr>
              <a:t>maxValue</a:t>
            </a:r>
            <a:r>
              <a:rPr lang="en-US">
                <a:latin typeface="Consolas"/>
                <a:ea typeface="+mn-lt"/>
                <a:cs typeface="+mn-lt"/>
              </a:rPr>
              <a:t>, m, n)</a:t>
            </a:r>
            <a:r>
              <a:rPr lang="en-US">
                <a:ea typeface="+mn-lt"/>
                <a:cs typeface="+mn-lt"/>
              </a:rPr>
              <a:t> generates an </a:t>
            </a:r>
            <a:r>
              <a:rPr lang="en-US" err="1">
                <a:ea typeface="+mn-lt"/>
                <a:cs typeface="+mn-lt"/>
              </a:rPr>
              <a:t>m×n</a:t>
            </a:r>
            <a:r>
              <a:rPr lang="en-US">
                <a:ea typeface="+mn-lt"/>
                <a:cs typeface="+mn-lt"/>
              </a:rPr>
              <a:t> matrix of random integers between 1 and </a:t>
            </a:r>
            <a:r>
              <a:rPr lang="en-US" err="1">
                <a:latin typeface="Consolas"/>
                <a:ea typeface="+mn-lt"/>
                <a:cs typeface="+mn-lt"/>
              </a:rPr>
              <a:t>maxValue</a:t>
            </a:r>
            <a:r>
              <a:rPr lang="en-US">
                <a:ea typeface="+mn-lt"/>
                <a:cs typeface="+mn-lt"/>
              </a:rPr>
              <a:t>.</a:t>
            </a:r>
            <a:endParaRPr lang="en-US">
              <a:cs typeface="Calibri" panose="020F0502020204030204"/>
            </a:endParaRPr>
          </a:p>
          <a:p>
            <a:pPr marL="0" indent="0">
              <a:buNone/>
            </a:pPr>
            <a:endParaRPr lang="en-US">
              <a:ea typeface="+mn-lt"/>
              <a:cs typeface="+mn-lt"/>
            </a:endParaRPr>
          </a:p>
        </p:txBody>
      </p:sp>
    </p:spTree>
    <p:extLst>
      <p:ext uri="{BB962C8B-B14F-4D97-AF65-F5344CB8AC3E}">
        <p14:creationId xmlns:p14="http://schemas.microsoft.com/office/powerpoint/2010/main" val="3819040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C547C-AAE5-0331-33EE-B1AFCB6C3FF6}"/>
              </a:ext>
            </a:extLst>
          </p:cNvPr>
          <p:cNvSpPr>
            <a:spLocks noGrp="1"/>
          </p:cNvSpPr>
          <p:nvPr>
            <p:ph type="title"/>
          </p:nvPr>
        </p:nvSpPr>
        <p:spPr/>
        <p:txBody>
          <a:bodyPr/>
          <a:lstStyle/>
          <a:p>
            <a:r>
              <a:rPr lang="en-US">
                <a:latin typeface="Arial Black"/>
              </a:rPr>
              <a:t>Exercise 1</a:t>
            </a:r>
            <a:endParaRPr lang="en-US"/>
          </a:p>
        </p:txBody>
      </p:sp>
      <p:sp>
        <p:nvSpPr>
          <p:cNvPr id="3" name="Content Placeholder 2">
            <a:extLst>
              <a:ext uri="{FF2B5EF4-FFF2-40B4-BE49-F238E27FC236}">
                <a16:creationId xmlns:a16="http://schemas.microsoft.com/office/drawing/2014/main" id="{F004EA4C-B8A9-A758-B93B-B9289CB916AF}"/>
              </a:ext>
            </a:extLst>
          </p:cNvPr>
          <p:cNvSpPr>
            <a:spLocks noGrp="1"/>
          </p:cNvSpPr>
          <p:nvPr>
            <p:ph idx="1"/>
          </p:nvPr>
        </p:nvSpPr>
        <p:spPr>
          <a:xfrm>
            <a:off x="326932" y="1521027"/>
            <a:ext cx="11633008" cy="3813784"/>
          </a:xfrm>
        </p:spPr>
        <p:txBody>
          <a:bodyPr vert="horz" lIns="91440" tIns="45720" rIns="91440" bIns="45720" rtlCol="0" anchor="t">
            <a:normAutofit/>
          </a:bodyPr>
          <a:lstStyle/>
          <a:p>
            <a:r>
              <a:rPr lang="en-US">
                <a:ea typeface="+mn-lt"/>
                <a:cs typeface="+mn-lt"/>
              </a:rPr>
              <a:t>Use the </a:t>
            </a:r>
            <a:r>
              <a:rPr lang="en-US">
                <a:latin typeface="Consolas"/>
              </a:rPr>
              <a:t>rand</a:t>
            </a:r>
            <a:r>
              <a:rPr lang="en-US">
                <a:ea typeface="+mn-lt"/>
                <a:cs typeface="+mn-lt"/>
              </a:rPr>
              <a:t> function to generate:</a:t>
            </a:r>
            <a:endParaRPr lang="en-US"/>
          </a:p>
          <a:p>
            <a:pPr lvl="1"/>
            <a:r>
              <a:rPr lang="en-US">
                <a:ea typeface="+mn-lt"/>
                <a:cs typeface="+mn-lt"/>
              </a:rPr>
              <a:t>A vector of 10 random numbers between 0 and 1.</a:t>
            </a:r>
            <a:endParaRPr lang="en-US"/>
          </a:p>
          <a:p>
            <a:pPr lvl="1"/>
            <a:r>
              <a:rPr lang="en-US">
                <a:ea typeface="+mn-lt"/>
                <a:cs typeface="+mn-lt"/>
              </a:rPr>
              <a:t>A 5x5 matrix of random numbers between 0 and 1.</a:t>
            </a:r>
            <a:endParaRPr lang="en-US"/>
          </a:p>
          <a:p>
            <a:r>
              <a:rPr lang="en-US">
                <a:ea typeface="+mn-lt"/>
                <a:cs typeface="+mn-lt"/>
              </a:rPr>
              <a:t>Use the </a:t>
            </a:r>
            <a:r>
              <a:rPr lang="en-US" err="1">
                <a:latin typeface="Consolas"/>
              </a:rPr>
              <a:t>randi</a:t>
            </a:r>
            <a:r>
              <a:rPr lang="en-US">
                <a:ea typeface="+mn-lt"/>
                <a:cs typeface="+mn-lt"/>
              </a:rPr>
              <a:t> function to generate:</a:t>
            </a:r>
            <a:endParaRPr lang="en-US"/>
          </a:p>
          <a:p>
            <a:pPr lvl="1"/>
            <a:r>
              <a:rPr lang="en-US">
                <a:ea typeface="+mn-lt"/>
                <a:cs typeface="+mn-lt"/>
              </a:rPr>
              <a:t>A vector of 8 random integers between 1 and 100.</a:t>
            </a:r>
            <a:endParaRPr lang="en-US"/>
          </a:p>
          <a:p>
            <a:pPr lvl="1"/>
            <a:r>
              <a:rPr lang="en-US">
                <a:ea typeface="+mn-lt"/>
                <a:cs typeface="+mn-lt"/>
              </a:rPr>
              <a:t>A 4x4 matrix of random integers between 1 and 50.</a:t>
            </a:r>
            <a:endParaRPr lang="en-US"/>
          </a:p>
          <a:p>
            <a:r>
              <a:rPr lang="en-US">
                <a:ea typeface="+mn-lt"/>
                <a:cs typeface="+mn-lt"/>
              </a:rPr>
              <a:t>Display the generated numbers.</a:t>
            </a:r>
            <a:endParaRPr lang="en-US"/>
          </a:p>
          <a:p>
            <a:endParaRPr lang="en-US">
              <a:ea typeface="Calibri"/>
              <a:cs typeface="Calibri"/>
            </a:endParaRPr>
          </a:p>
        </p:txBody>
      </p:sp>
    </p:spTree>
    <p:extLst>
      <p:ext uri="{BB962C8B-B14F-4D97-AF65-F5344CB8AC3E}">
        <p14:creationId xmlns:p14="http://schemas.microsoft.com/office/powerpoint/2010/main" val="1698663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 code&#10;&#10;Description automatically generated">
            <a:extLst>
              <a:ext uri="{FF2B5EF4-FFF2-40B4-BE49-F238E27FC236}">
                <a16:creationId xmlns:a16="http://schemas.microsoft.com/office/drawing/2014/main" id="{2CEE4593-01EB-83C3-8577-06157D348A7B}"/>
              </a:ext>
            </a:extLst>
          </p:cNvPr>
          <p:cNvPicPr>
            <a:picLocks noChangeAspect="1"/>
          </p:cNvPicPr>
          <p:nvPr/>
        </p:nvPicPr>
        <p:blipFill>
          <a:blip r:embed="rId2"/>
          <a:stretch>
            <a:fillRect/>
          </a:stretch>
        </p:blipFill>
        <p:spPr>
          <a:xfrm>
            <a:off x="2324894" y="302526"/>
            <a:ext cx="7530837" cy="6252948"/>
          </a:xfrm>
          <a:prstGeom prst="rect">
            <a:avLst/>
          </a:prstGeom>
        </p:spPr>
      </p:pic>
    </p:spTree>
    <p:extLst>
      <p:ext uri="{BB962C8B-B14F-4D97-AF65-F5344CB8AC3E}">
        <p14:creationId xmlns:p14="http://schemas.microsoft.com/office/powerpoint/2010/main" val="3335098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406A7-0D81-9A02-B596-3C110EF26388}"/>
              </a:ext>
            </a:extLst>
          </p:cNvPr>
          <p:cNvSpPr>
            <a:spLocks noGrp="1"/>
          </p:cNvSpPr>
          <p:nvPr>
            <p:ph type="title"/>
          </p:nvPr>
        </p:nvSpPr>
        <p:spPr/>
        <p:txBody>
          <a:bodyPr>
            <a:normAutofit/>
          </a:bodyPr>
          <a:lstStyle/>
          <a:p>
            <a:r>
              <a:rPr lang="en-US">
                <a:latin typeface="Arial Black"/>
                <a:cs typeface="Lucida Sans Unicode"/>
              </a:rPr>
              <a:t>Seed</a:t>
            </a:r>
            <a:endParaRPr lang="en-US">
              <a:cs typeface="Lucida Sans Unicode"/>
            </a:endParaRPr>
          </a:p>
        </p:txBody>
      </p:sp>
      <p:sp>
        <p:nvSpPr>
          <p:cNvPr id="3" name="Content Placeholder 2">
            <a:extLst>
              <a:ext uri="{FF2B5EF4-FFF2-40B4-BE49-F238E27FC236}">
                <a16:creationId xmlns:a16="http://schemas.microsoft.com/office/drawing/2014/main" id="{83A8E542-D94F-C87E-A030-26E55682C855}"/>
              </a:ext>
            </a:extLst>
          </p:cNvPr>
          <p:cNvSpPr>
            <a:spLocks noGrp="1"/>
          </p:cNvSpPr>
          <p:nvPr>
            <p:ph idx="1"/>
          </p:nvPr>
        </p:nvSpPr>
        <p:spPr>
          <a:xfrm>
            <a:off x="-2663" y="1075015"/>
            <a:ext cx="12191158" cy="5786449"/>
          </a:xfrm>
        </p:spPr>
        <p:txBody>
          <a:bodyPr vert="horz" lIns="91440" tIns="45720" rIns="91440" bIns="45720" rtlCol="0" anchor="t">
            <a:noAutofit/>
          </a:bodyPr>
          <a:lstStyle/>
          <a:p>
            <a:r>
              <a:rPr lang="en-US" sz="2400">
                <a:ea typeface="+mn-lt"/>
                <a:cs typeface="+mn-lt"/>
              </a:rPr>
              <a:t>In MATLAB, a </a:t>
            </a:r>
            <a:r>
              <a:rPr lang="en-US" sz="2400" b="1">
                <a:ea typeface="+mn-lt"/>
                <a:cs typeface="+mn-lt"/>
              </a:rPr>
              <a:t>random seed</a:t>
            </a:r>
            <a:r>
              <a:rPr lang="en-US" sz="2400">
                <a:ea typeface="+mn-lt"/>
                <a:cs typeface="+mn-lt"/>
              </a:rPr>
              <a:t> is a starting point for generating a sequence of random numbers. </a:t>
            </a:r>
          </a:p>
          <a:p>
            <a:r>
              <a:rPr lang="en-US" sz="2400">
                <a:ea typeface="+mn-lt"/>
                <a:cs typeface="+mn-lt"/>
              </a:rPr>
              <a:t>Setting the same random seed sets the initial state of MATLAB's random number generator, ensuring that any subsequent series of random numbers will be predictable and repeatable. </a:t>
            </a:r>
          </a:p>
          <a:p>
            <a:r>
              <a:rPr lang="en-US" sz="2400">
                <a:ea typeface="+mn-lt"/>
                <a:cs typeface="+mn-lt"/>
              </a:rPr>
              <a:t>This is useful for reproducing the same sequence of random numbers, as in testing or data sampling.</a:t>
            </a:r>
            <a:endParaRPr lang="en-US" sz="2400">
              <a:cs typeface="Calibri"/>
            </a:endParaRPr>
          </a:p>
          <a:p>
            <a:r>
              <a:rPr lang="en-US" sz="2400">
                <a:ea typeface="+mn-lt"/>
                <a:cs typeface="+mn-lt"/>
              </a:rPr>
              <a:t>MATLAB uses the </a:t>
            </a:r>
            <a:r>
              <a:rPr lang="en-US" sz="2400" err="1">
                <a:latin typeface="Consolas"/>
              </a:rPr>
              <a:t>rng</a:t>
            </a:r>
            <a:r>
              <a:rPr lang="en-US" sz="2400">
                <a:ea typeface="+mn-lt"/>
                <a:cs typeface="+mn-lt"/>
              </a:rPr>
              <a:t> function to set the random seed and control the type of random number generator.</a:t>
            </a:r>
          </a:p>
          <a:p>
            <a:r>
              <a:rPr lang="en-US" sz="2400">
                <a:ea typeface="+mn-lt"/>
                <a:cs typeface="+mn-lt"/>
              </a:rPr>
              <a:t>Example:</a:t>
            </a:r>
            <a:endParaRPr lang="en-US" sz="2400">
              <a:cs typeface="Calibri"/>
            </a:endParaRPr>
          </a:p>
          <a:p>
            <a:pPr marL="0" indent="0">
              <a:buNone/>
            </a:pPr>
            <a:r>
              <a:rPr lang="en-US" sz="2400">
                <a:latin typeface="Consolas"/>
              </a:rPr>
              <a:t>       </a:t>
            </a:r>
            <a:r>
              <a:rPr lang="en-US" sz="2400" err="1">
                <a:latin typeface="Consolas"/>
              </a:rPr>
              <a:t>rng</a:t>
            </a:r>
            <a:r>
              <a:rPr lang="en-US" sz="2400">
                <a:latin typeface="Consolas"/>
              </a:rPr>
              <a:t>(42);  % Setting seed to 42</a:t>
            </a:r>
            <a:br>
              <a:rPr lang="en-US" sz="2400">
                <a:latin typeface="Consolas"/>
              </a:rPr>
            </a:br>
            <a:r>
              <a:rPr lang="en-US" sz="2400">
                <a:latin typeface="Consolas"/>
              </a:rPr>
              <a:t>       % Generates a fixed sequence of 5 random numbers
       </a:t>
            </a:r>
            <a:r>
              <a:rPr lang="en-US" sz="2400" err="1">
                <a:latin typeface="Consolas"/>
              </a:rPr>
              <a:t>randomNumbers</a:t>
            </a:r>
            <a:r>
              <a:rPr lang="en-US" sz="2400">
                <a:latin typeface="Consolas"/>
              </a:rPr>
              <a:t> = rand(1, 5);  </a:t>
            </a:r>
            <a:endParaRPr lang="en-US" sz="2400">
              <a:latin typeface="Consolas"/>
              <a:cs typeface="Calibri" panose="020F0502020204030204"/>
            </a:endParaRPr>
          </a:p>
          <a:p>
            <a:r>
              <a:rPr lang="en-US" sz="2400">
                <a:ea typeface="+mn-lt"/>
                <a:cs typeface="+mn-lt"/>
              </a:rPr>
              <a:t>By using </a:t>
            </a:r>
            <a:r>
              <a:rPr lang="en-US" sz="2400" err="1">
                <a:latin typeface="Consolas"/>
              </a:rPr>
              <a:t>rng</a:t>
            </a:r>
            <a:r>
              <a:rPr lang="en-US" sz="2400">
                <a:latin typeface="Consolas"/>
              </a:rPr>
              <a:t>(42)</a:t>
            </a:r>
            <a:r>
              <a:rPr lang="en-US" sz="2400">
                <a:ea typeface="+mn-lt"/>
                <a:cs typeface="+mn-lt"/>
              </a:rPr>
              <a:t> again in the future, you’ll get the same sequence in </a:t>
            </a:r>
            <a:r>
              <a:rPr lang="en-US" sz="2400" err="1">
                <a:latin typeface="Consolas"/>
              </a:rPr>
              <a:t>randomNumbers</a:t>
            </a:r>
            <a:r>
              <a:rPr lang="en-US" sz="2400">
                <a:ea typeface="+mn-lt"/>
                <a:cs typeface="+mn-lt"/>
              </a:rPr>
              <a:t>.</a:t>
            </a:r>
          </a:p>
          <a:p>
            <a:r>
              <a:rPr lang="en-US" sz="2400">
                <a:cs typeface="Calibri" panose="020F0502020204030204"/>
              </a:rPr>
              <a:t>Without setting a seed, MATLAB automatically initializes its random number generator based on the current time, producing different results each run.</a:t>
            </a:r>
          </a:p>
        </p:txBody>
      </p:sp>
    </p:spTree>
    <p:extLst>
      <p:ext uri="{BB962C8B-B14F-4D97-AF65-F5344CB8AC3E}">
        <p14:creationId xmlns:p14="http://schemas.microsoft.com/office/powerpoint/2010/main" val="3428803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99585-0BAE-B451-39AC-14ECE8238820}"/>
              </a:ext>
            </a:extLst>
          </p:cNvPr>
          <p:cNvSpPr>
            <a:spLocks noGrp="1"/>
          </p:cNvSpPr>
          <p:nvPr>
            <p:ph type="title"/>
          </p:nvPr>
        </p:nvSpPr>
        <p:spPr/>
        <p:txBody>
          <a:bodyPr/>
          <a:lstStyle/>
          <a:p>
            <a:r>
              <a:rPr lang="en-US">
                <a:latin typeface="Arial Black"/>
              </a:rPr>
              <a:t>Exercise 2</a:t>
            </a:r>
            <a:endParaRPr lang="en-US"/>
          </a:p>
        </p:txBody>
      </p:sp>
      <p:sp>
        <p:nvSpPr>
          <p:cNvPr id="3" name="Content Placeholder 2">
            <a:extLst>
              <a:ext uri="{FF2B5EF4-FFF2-40B4-BE49-F238E27FC236}">
                <a16:creationId xmlns:a16="http://schemas.microsoft.com/office/drawing/2014/main" id="{F00F9EE2-D397-8031-7AA9-ACA30BEE8776}"/>
              </a:ext>
            </a:extLst>
          </p:cNvPr>
          <p:cNvSpPr>
            <a:spLocks noGrp="1"/>
          </p:cNvSpPr>
          <p:nvPr>
            <p:ph idx="1"/>
          </p:nvPr>
        </p:nvSpPr>
        <p:spPr/>
        <p:txBody>
          <a:bodyPr vert="horz" lIns="91440" tIns="45720" rIns="91440" bIns="45720" rtlCol="0" anchor="t">
            <a:normAutofit/>
          </a:bodyPr>
          <a:lstStyle/>
          <a:p>
            <a:pPr marL="0" indent="0">
              <a:buNone/>
            </a:pPr>
            <a:r>
              <a:rPr lang="en-US" b="1"/>
              <a:t>Setting a Random Seed</a:t>
            </a:r>
            <a:endParaRPr lang="en-US" b="1">
              <a:cs typeface="Calibri" panose="020F0502020204030204"/>
            </a:endParaRPr>
          </a:p>
          <a:p>
            <a:r>
              <a:rPr lang="en-US">
                <a:ea typeface="+mn-lt"/>
                <a:cs typeface="+mn-lt"/>
              </a:rPr>
              <a:t>Set the random seed to 21 using the </a:t>
            </a:r>
            <a:r>
              <a:rPr lang="en-US" err="1">
                <a:latin typeface="Consolas"/>
              </a:rPr>
              <a:t>rng</a:t>
            </a:r>
            <a:r>
              <a:rPr lang="en-US">
                <a:ea typeface="+mn-lt"/>
                <a:cs typeface="+mn-lt"/>
              </a:rPr>
              <a:t> function.</a:t>
            </a:r>
            <a:endParaRPr lang="en-US"/>
          </a:p>
          <a:p>
            <a:r>
              <a:rPr lang="en-US">
                <a:ea typeface="+mn-lt"/>
                <a:cs typeface="+mn-lt"/>
              </a:rPr>
              <a:t>Generate and display a vector of 15 random numbers between 0 and 1.</a:t>
            </a:r>
            <a:endParaRPr lang="en-US"/>
          </a:p>
          <a:p>
            <a:r>
              <a:rPr lang="en-US">
                <a:ea typeface="+mn-lt"/>
                <a:cs typeface="+mn-lt"/>
              </a:rPr>
              <a:t>Reset the random seed to 21 and generate the sequence again.</a:t>
            </a:r>
            <a:endParaRPr lang="en-US"/>
          </a:p>
          <a:p>
            <a:r>
              <a:rPr lang="en-US">
                <a:ea typeface="+mn-lt"/>
                <a:cs typeface="+mn-lt"/>
              </a:rPr>
              <a:t>Verify if the two sequences are identical, demonstrating the concept of reproducibility.</a:t>
            </a:r>
            <a:endParaRPr lang="en-US"/>
          </a:p>
          <a:p>
            <a:endParaRPr lang="en-US">
              <a:cs typeface="Calibri"/>
            </a:endParaRPr>
          </a:p>
        </p:txBody>
      </p:sp>
    </p:spTree>
    <p:extLst>
      <p:ext uri="{BB962C8B-B14F-4D97-AF65-F5344CB8AC3E}">
        <p14:creationId xmlns:p14="http://schemas.microsoft.com/office/powerpoint/2010/main" val="2194591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D00CDC-F7F8-3BE2-A866-DF46C7C093A0}"/>
              </a:ext>
            </a:extLst>
          </p:cNvPr>
          <p:cNvPicPr>
            <a:picLocks noChangeAspect="1"/>
          </p:cNvPicPr>
          <p:nvPr/>
        </p:nvPicPr>
        <p:blipFill>
          <a:blip r:embed="rId2"/>
          <a:stretch>
            <a:fillRect/>
          </a:stretch>
        </p:blipFill>
        <p:spPr>
          <a:xfrm>
            <a:off x="2111757" y="115911"/>
            <a:ext cx="7968486" cy="6626179"/>
          </a:xfrm>
          <a:prstGeom prst="rect">
            <a:avLst/>
          </a:prstGeom>
        </p:spPr>
      </p:pic>
    </p:spTree>
    <p:extLst>
      <p:ext uri="{BB962C8B-B14F-4D97-AF65-F5344CB8AC3E}">
        <p14:creationId xmlns:p14="http://schemas.microsoft.com/office/powerpoint/2010/main" val="2000049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406A7-0D81-9A02-B596-3C110EF26388}"/>
              </a:ext>
            </a:extLst>
          </p:cNvPr>
          <p:cNvSpPr>
            <a:spLocks noGrp="1"/>
          </p:cNvSpPr>
          <p:nvPr>
            <p:ph type="title"/>
          </p:nvPr>
        </p:nvSpPr>
        <p:spPr/>
        <p:txBody>
          <a:bodyPr vert="horz" lIns="91440" tIns="45720" rIns="91440" bIns="45720" rtlCol="0" anchor="ctr">
            <a:noAutofit/>
          </a:bodyPr>
          <a:lstStyle/>
          <a:p>
            <a:r>
              <a:rPr lang="en-US" sz="3600">
                <a:latin typeface="Arial Black"/>
              </a:rPr>
              <a:t>Exercise 3: Throw darts to approximate </a:t>
            </a:r>
            <a:r>
              <a:rPr lang="en-US" sz="5400">
                <a:solidFill>
                  <a:srgbClr val="FF0000"/>
                </a:solidFill>
                <a:latin typeface="Lucida Sans Unicode"/>
                <a:cs typeface="Lucida Sans Unicode"/>
              </a:rPr>
              <a:t>π</a:t>
            </a:r>
            <a:endParaRPr lang="en-US" sz="5400">
              <a:solidFill>
                <a:srgbClr val="FF0000"/>
              </a:solidFill>
            </a:endParaRPr>
          </a:p>
        </p:txBody>
      </p:sp>
      <p:sp>
        <p:nvSpPr>
          <p:cNvPr id="3" name="Content Placeholder 2">
            <a:extLst>
              <a:ext uri="{FF2B5EF4-FFF2-40B4-BE49-F238E27FC236}">
                <a16:creationId xmlns:a16="http://schemas.microsoft.com/office/drawing/2014/main" id="{83A8E542-D94F-C87E-A030-26E55682C855}"/>
              </a:ext>
            </a:extLst>
          </p:cNvPr>
          <p:cNvSpPr>
            <a:spLocks noGrp="1"/>
          </p:cNvSpPr>
          <p:nvPr>
            <p:ph idx="1"/>
          </p:nvPr>
        </p:nvSpPr>
        <p:spPr>
          <a:xfrm>
            <a:off x="272503" y="1180847"/>
            <a:ext cx="7164077" cy="5373701"/>
          </a:xfrm>
        </p:spPr>
        <p:txBody>
          <a:bodyPr vert="horz" lIns="91440" tIns="45720" rIns="91440" bIns="45720" rtlCol="0" anchor="t">
            <a:normAutofit lnSpcReduction="10000"/>
          </a:bodyPr>
          <a:lstStyle/>
          <a:p>
            <a:r>
              <a:rPr lang="en-US"/>
              <a:t>Write a script that simulates the throwing of 10,000 darts and displays the resulting </a:t>
            </a:r>
            <a:r>
              <a:rPr lang="en-US" sz="3600">
                <a:solidFill>
                  <a:srgbClr val="FF0000"/>
                </a:solidFill>
                <a:latin typeface="Lucida Sans Unicode"/>
                <a:cs typeface="Lucida Sans Unicode"/>
              </a:rPr>
              <a:t>π</a:t>
            </a:r>
            <a:r>
              <a:rPr lang="en-US"/>
              <a:t>-estimate. </a:t>
            </a:r>
          </a:p>
          <a:p>
            <a:r>
              <a:rPr lang="en-US"/>
              <a:t>Consider a target that consists of a 2-by-2 square centered at the origin with a unit disk “bullseye.” </a:t>
            </a:r>
            <a:endParaRPr lang="en-US">
              <a:cs typeface="Calibri"/>
            </a:endParaRPr>
          </a:p>
          <a:p>
            <a:r>
              <a:rPr lang="en-US"/>
              <a:t>A dart is thrown at the target and lands randomly inside the square. A fraction of darts land inside the circle, and the ratio of the circle area to the square area is:</a:t>
            </a:r>
            <a:endParaRPr lang="en-US">
              <a:cs typeface="Calibri"/>
            </a:endParaRPr>
          </a:p>
          <a:p>
            <a:r>
              <a:rPr lang="en-US" sz="3200"/>
              <a:t>So,</a:t>
            </a:r>
            <a:r>
              <a:rPr lang="en-US"/>
              <a:t> </a:t>
            </a:r>
            <a:r>
              <a:rPr lang="en-US" sz="3600">
                <a:solidFill>
                  <a:srgbClr val="FF0000"/>
                </a:solidFill>
                <a:latin typeface="Lucida Sans Unicode"/>
                <a:cs typeface="Lucida Sans Unicode"/>
              </a:rPr>
              <a:t>π</a:t>
            </a:r>
            <a:r>
              <a:rPr lang="en-US">
                <a:sym typeface="Symbol" panose="05050102010706020507" pitchFamily="18" charset="2"/>
              </a:rPr>
              <a:t> </a:t>
            </a:r>
            <a:r>
              <a:rPr lang="en-US" sz="3200">
                <a:sym typeface="Symbol" panose="05050102010706020507" pitchFamily="18" charset="2"/>
              </a:rPr>
              <a:t>can be </a:t>
            </a:r>
            <a:r>
              <a:rPr lang="en-US" sz="3200"/>
              <a:t>estimated as: </a:t>
            </a:r>
            <a:endParaRPr lang="en-US" sz="3200">
              <a:cs typeface="Calibri"/>
            </a:endParaRPr>
          </a:p>
          <a:p>
            <a:endParaRPr lang="en-US"/>
          </a:p>
        </p:txBody>
      </p:sp>
      <p:pic>
        <p:nvPicPr>
          <p:cNvPr id="5" name="Picture 4">
            <a:extLst>
              <a:ext uri="{FF2B5EF4-FFF2-40B4-BE49-F238E27FC236}">
                <a16:creationId xmlns:a16="http://schemas.microsoft.com/office/drawing/2014/main" id="{5CC7F3F3-4681-4541-AD57-6C866CB53089}"/>
              </a:ext>
            </a:extLst>
          </p:cNvPr>
          <p:cNvPicPr>
            <a:picLocks noChangeAspect="1"/>
          </p:cNvPicPr>
          <p:nvPr/>
        </p:nvPicPr>
        <p:blipFill rotWithShape="1">
          <a:blip r:embed="rId3"/>
          <a:srcRect l="2599" t="3548" r="2800"/>
          <a:stretch/>
        </p:blipFill>
        <p:spPr>
          <a:xfrm>
            <a:off x="7752170" y="1138364"/>
            <a:ext cx="4438934" cy="3859853"/>
          </a:xfrm>
          <a:prstGeom prst="rect">
            <a:avLst/>
          </a:prstGeom>
        </p:spPr>
      </p:pic>
      <p:pic>
        <p:nvPicPr>
          <p:cNvPr id="7" name="Picture 6">
            <a:extLst>
              <a:ext uri="{FF2B5EF4-FFF2-40B4-BE49-F238E27FC236}">
                <a16:creationId xmlns:a16="http://schemas.microsoft.com/office/drawing/2014/main" id="{98EBD583-A4ED-0276-A97D-6CD7181C75B3}"/>
              </a:ext>
            </a:extLst>
          </p:cNvPr>
          <p:cNvPicPr>
            <a:picLocks noChangeAspect="1"/>
          </p:cNvPicPr>
          <p:nvPr/>
        </p:nvPicPr>
        <p:blipFill>
          <a:blip r:embed="rId4">
            <a:duotone>
              <a:schemeClr val="accent1">
                <a:shade val="45000"/>
                <a:satMod val="135000"/>
              </a:schemeClr>
              <a:prstClr val="white"/>
            </a:duotone>
          </a:blip>
          <a:stretch>
            <a:fillRect/>
          </a:stretch>
        </p:blipFill>
        <p:spPr>
          <a:xfrm>
            <a:off x="7266257" y="5230808"/>
            <a:ext cx="1967148" cy="955789"/>
          </a:xfrm>
          <a:prstGeom prst="rect">
            <a:avLst/>
          </a:prstGeom>
        </p:spPr>
      </p:pic>
      <p:pic>
        <p:nvPicPr>
          <p:cNvPr id="11" name="Picture 10">
            <a:extLst>
              <a:ext uri="{FF2B5EF4-FFF2-40B4-BE49-F238E27FC236}">
                <a16:creationId xmlns:a16="http://schemas.microsoft.com/office/drawing/2014/main" id="{1891FF63-A7F1-1014-9207-8126B3A5CA93}"/>
              </a:ext>
            </a:extLst>
          </p:cNvPr>
          <p:cNvPicPr>
            <a:picLocks noChangeAspect="1"/>
          </p:cNvPicPr>
          <p:nvPr/>
        </p:nvPicPr>
        <p:blipFill>
          <a:blip r:embed="rId5">
            <a:duotone>
              <a:schemeClr val="accent6">
                <a:shade val="45000"/>
                <a:satMod val="135000"/>
              </a:schemeClr>
              <a:prstClr val="white"/>
            </a:duotone>
          </a:blip>
          <a:stretch>
            <a:fillRect/>
          </a:stretch>
        </p:blipFill>
        <p:spPr>
          <a:xfrm>
            <a:off x="5244555" y="5971941"/>
            <a:ext cx="1797760" cy="845303"/>
          </a:xfrm>
          <a:prstGeom prst="rect">
            <a:avLst/>
          </a:prstGeom>
        </p:spPr>
      </p:pic>
      <p:pic>
        <p:nvPicPr>
          <p:cNvPr id="13" name="Picture 12">
            <a:extLst>
              <a:ext uri="{FF2B5EF4-FFF2-40B4-BE49-F238E27FC236}">
                <a16:creationId xmlns:a16="http://schemas.microsoft.com/office/drawing/2014/main" id="{E2E05BC1-AA96-6704-A200-7E8F692E6D34}"/>
              </a:ext>
            </a:extLst>
          </p:cNvPr>
          <p:cNvPicPr>
            <a:picLocks noChangeAspect="1"/>
          </p:cNvPicPr>
          <p:nvPr/>
        </p:nvPicPr>
        <p:blipFill>
          <a:blip r:embed="rId6"/>
          <a:stretch>
            <a:fillRect/>
          </a:stretch>
        </p:blipFill>
        <p:spPr>
          <a:xfrm>
            <a:off x="9233405" y="3658118"/>
            <a:ext cx="1400370" cy="419158"/>
          </a:xfrm>
          <a:prstGeom prst="rect">
            <a:avLst/>
          </a:prstGeom>
        </p:spPr>
      </p:pic>
    </p:spTree>
    <p:extLst>
      <p:ext uri="{BB962C8B-B14F-4D97-AF65-F5344CB8AC3E}">
        <p14:creationId xmlns:p14="http://schemas.microsoft.com/office/powerpoint/2010/main" val="1904112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406A7-0D81-9A02-B596-3C110EF26388}"/>
              </a:ext>
            </a:extLst>
          </p:cNvPr>
          <p:cNvSpPr>
            <a:spLocks noGrp="1"/>
          </p:cNvSpPr>
          <p:nvPr>
            <p:ph type="title"/>
          </p:nvPr>
        </p:nvSpPr>
        <p:spPr/>
        <p:txBody>
          <a:bodyPr/>
          <a:lstStyle/>
          <a:p>
            <a:r>
              <a:rPr lang="en-US"/>
              <a:t>Problem Statement</a:t>
            </a:r>
          </a:p>
        </p:txBody>
      </p:sp>
      <p:sp>
        <p:nvSpPr>
          <p:cNvPr id="3" name="Content Placeholder 2">
            <a:extLst>
              <a:ext uri="{FF2B5EF4-FFF2-40B4-BE49-F238E27FC236}">
                <a16:creationId xmlns:a16="http://schemas.microsoft.com/office/drawing/2014/main" id="{83A8E542-D94F-C87E-A030-26E55682C855}"/>
              </a:ext>
            </a:extLst>
          </p:cNvPr>
          <p:cNvSpPr>
            <a:spLocks noGrp="1"/>
          </p:cNvSpPr>
          <p:nvPr>
            <p:ph idx="1"/>
          </p:nvPr>
        </p:nvSpPr>
        <p:spPr>
          <a:xfrm>
            <a:off x="272503" y="1180847"/>
            <a:ext cx="7164077" cy="5373701"/>
          </a:xfrm>
        </p:spPr>
        <p:txBody>
          <a:bodyPr vert="horz" lIns="91440" tIns="45720" rIns="91440" bIns="45720" rtlCol="0" anchor="t">
            <a:normAutofit/>
          </a:bodyPr>
          <a:lstStyle/>
          <a:p>
            <a:r>
              <a:rPr lang="en-US" sz="3600"/>
              <a:t>Write a script that simulates the throwing of 10,000 darts and displays the resulting </a:t>
            </a:r>
            <a:r>
              <a:rPr lang="en-US" sz="3600">
                <a:solidFill>
                  <a:srgbClr val="FF0000"/>
                </a:solidFill>
                <a:latin typeface="Lucida Sans Unicode"/>
                <a:cs typeface="Lucida Sans Unicode"/>
              </a:rPr>
              <a:t>π</a:t>
            </a:r>
            <a:r>
              <a:rPr lang="en-US" sz="3600"/>
              <a:t>-estimate. The darts should be evenly distributed across the square. What happens if the darts are “aimed” at the origin? How does this affect the resulting estimate of </a:t>
            </a:r>
            <a:r>
              <a:rPr lang="en-US" sz="3600">
                <a:solidFill>
                  <a:srgbClr val="FF0000"/>
                </a:solidFill>
                <a:latin typeface="Lucida Sans Unicode"/>
                <a:cs typeface="Lucida Sans Unicode"/>
              </a:rPr>
              <a:t>π</a:t>
            </a:r>
            <a:r>
              <a:rPr lang="en-US" sz="3600"/>
              <a:t>?</a:t>
            </a:r>
          </a:p>
        </p:txBody>
      </p:sp>
      <p:pic>
        <p:nvPicPr>
          <p:cNvPr id="5" name="Picture 4">
            <a:extLst>
              <a:ext uri="{FF2B5EF4-FFF2-40B4-BE49-F238E27FC236}">
                <a16:creationId xmlns:a16="http://schemas.microsoft.com/office/drawing/2014/main" id="{5CC7F3F3-4681-4541-AD57-6C866CB53089}"/>
              </a:ext>
            </a:extLst>
          </p:cNvPr>
          <p:cNvPicPr>
            <a:picLocks noChangeAspect="1"/>
          </p:cNvPicPr>
          <p:nvPr/>
        </p:nvPicPr>
        <p:blipFill rotWithShape="1">
          <a:blip r:embed="rId3"/>
          <a:srcRect l="2599" t="3548" r="2800"/>
          <a:stretch/>
        </p:blipFill>
        <p:spPr>
          <a:xfrm>
            <a:off x="7752170" y="1146456"/>
            <a:ext cx="4438934" cy="3859853"/>
          </a:xfrm>
          <a:prstGeom prst="rect">
            <a:avLst/>
          </a:prstGeom>
        </p:spPr>
      </p:pic>
      <p:pic>
        <p:nvPicPr>
          <p:cNvPr id="4" name="Picture 3">
            <a:extLst>
              <a:ext uri="{FF2B5EF4-FFF2-40B4-BE49-F238E27FC236}">
                <a16:creationId xmlns:a16="http://schemas.microsoft.com/office/drawing/2014/main" id="{FFAA7EAF-8DC5-E3F0-BD48-7D50095726ED}"/>
              </a:ext>
            </a:extLst>
          </p:cNvPr>
          <p:cNvPicPr>
            <a:picLocks noChangeAspect="1"/>
          </p:cNvPicPr>
          <p:nvPr/>
        </p:nvPicPr>
        <p:blipFill>
          <a:blip r:embed="rId4"/>
          <a:stretch>
            <a:fillRect/>
          </a:stretch>
        </p:blipFill>
        <p:spPr>
          <a:xfrm>
            <a:off x="9271452" y="1821225"/>
            <a:ext cx="1400370" cy="419158"/>
          </a:xfrm>
          <a:prstGeom prst="rect">
            <a:avLst/>
          </a:prstGeom>
        </p:spPr>
      </p:pic>
      <p:pic>
        <p:nvPicPr>
          <p:cNvPr id="6" name="Picture 5">
            <a:extLst>
              <a:ext uri="{FF2B5EF4-FFF2-40B4-BE49-F238E27FC236}">
                <a16:creationId xmlns:a16="http://schemas.microsoft.com/office/drawing/2014/main" id="{AD707F61-9D21-2817-A23E-0931709B11C9}"/>
              </a:ext>
            </a:extLst>
          </p:cNvPr>
          <p:cNvPicPr>
            <a:picLocks noChangeAspect="1"/>
          </p:cNvPicPr>
          <p:nvPr/>
        </p:nvPicPr>
        <p:blipFill>
          <a:blip r:embed="rId5">
            <a:duotone>
              <a:schemeClr val="accent6">
                <a:shade val="45000"/>
                <a:satMod val="135000"/>
              </a:schemeClr>
              <a:prstClr val="white"/>
            </a:duotone>
          </a:blip>
          <a:stretch>
            <a:fillRect/>
          </a:stretch>
        </p:blipFill>
        <p:spPr>
          <a:xfrm>
            <a:off x="9161100" y="3358214"/>
            <a:ext cx="1797760" cy="845303"/>
          </a:xfrm>
          <a:prstGeom prst="rect">
            <a:avLst/>
          </a:prstGeom>
        </p:spPr>
      </p:pic>
    </p:spTree>
    <p:extLst>
      <p:ext uri="{BB962C8B-B14F-4D97-AF65-F5344CB8AC3E}">
        <p14:creationId xmlns:p14="http://schemas.microsoft.com/office/powerpoint/2010/main" val="3679142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406A7-0D81-9A02-B596-3C110EF26388}"/>
              </a:ext>
            </a:extLst>
          </p:cNvPr>
          <p:cNvSpPr>
            <a:spLocks noGrp="1"/>
          </p:cNvSpPr>
          <p:nvPr>
            <p:ph type="title"/>
          </p:nvPr>
        </p:nvSpPr>
        <p:spPr/>
        <p:txBody>
          <a:bodyPr/>
          <a:lstStyle/>
          <a:p>
            <a:r>
              <a:rPr lang="en-US"/>
              <a:t>Program Development</a:t>
            </a:r>
          </a:p>
        </p:txBody>
      </p:sp>
      <p:sp>
        <p:nvSpPr>
          <p:cNvPr id="3" name="Content Placeholder 2">
            <a:extLst>
              <a:ext uri="{FF2B5EF4-FFF2-40B4-BE49-F238E27FC236}">
                <a16:creationId xmlns:a16="http://schemas.microsoft.com/office/drawing/2014/main" id="{83A8E542-D94F-C87E-A030-26E55682C855}"/>
              </a:ext>
            </a:extLst>
          </p:cNvPr>
          <p:cNvSpPr>
            <a:spLocks noGrp="1"/>
          </p:cNvSpPr>
          <p:nvPr>
            <p:ph idx="1"/>
          </p:nvPr>
        </p:nvSpPr>
        <p:spPr>
          <a:xfrm>
            <a:off x="272503" y="1180847"/>
            <a:ext cx="7479667" cy="5373701"/>
          </a:xfrm>
        </p:spPr>
        <p:txBody>
          <a:bodyPr vert="horz" lIns="91440" tIns="45720" rIns="91440" bIns="45720" rtlCol="0" anchor="t">
            <a:normAutofit/>
          </a:bodyPr>
          <a:lstStyle/>
          <a:p>
            <a:r>
              <a:rPr lang="en-US"/>
              <a:t>We need to simulate random numbers for dart-throwing: we’ll use the </a:t>
            </a:r>
            <a:r>
              <a:rPr lang="en-US">
                <a:latin typeface="Courier New"/>
                <a:cs typeface="Courier New"/>
              </a:rPr>
              <a:t>rand</a:t>
            </a:r>
            <a:r>
              <a:rPr lang="en-US"/>
              <a:t> function for random events.</a:t>
            </a:r>
            <a:endParaRPr lang="en-US">
              <a:cs typeface="Calibri"/>
            </a:endParaRPr>
          </a:p>
          <a:p>
            <a:r>
              <a:rPr lang="en-US"/>
              <a:t>We need to see if it lands inside the circle to count the hits: use the circle equation to determine if the dart is inside or not</a:t>
            </a:r>
            <a:endParaRPr lang="en-US">
              <a:cs typeface="Calibri"/>
            </a:endParaRPr>
          </a:p>
          <a:p>
            <a:r>
              <a:rPr lang="en-US"/>
              <a:t>Then, for a large number of throws (</a:t>
            </a:r>
            <a:r>
              <a:rPr lang="en-US" i="1">
                <a:solidFill>
                  <a:schemeClr val="accent6">
                    <a:lumMod val="75000"/>
                  </a:schemeClr>
                </a:solidFill>
                <a:latin typeface="Times New Roman"/>
                <a:cs typeface="Times New Roman"/>
              </a:rPr>
              <a:t>n</a:t>
            </a:r>
            <a:r>
              <a:rPr lang="en-US"/>
              <a:t>) we can estimate </a:t>
            </a:r>
            <a:r>
              <a:rPr lang="en-US" sz="3600">
                <a:solidFill>
                  <a:srgbClr val="FF0000"/>
                </a:solidFill>
                <a:latin typeface="Lucida Sans Unicode"/>
                <a:cs typeface="Lucida Sans Unicode"/>
              </a:rPr>
              <a:t>π</a:t>
            </a:r>
            <a:endParaRPr lang="en-US"/>
          </a:p>
        </p:txBody>
      </p:sp>
      <p:pic>
        <p:nvPicPr>
          <p:cNvPr id="4" name="Picture 3">
            <a:extLst>
              <a:ext uri="{FF2B5EF4-FFF2-40B4-BE49-F238E27FC236}">
                <a16:creationId xmlns:a16="http://schemas.microsoft.com/office/drawing/2014/main" id="{AC629083-EB14-E131-2560-4D562A67DA1F}"/>
              </a:ext>
            </a:extLst>
          </p:cNvPr>
          <p:cNvPicPr>
            <a:picLocks noChangeAspect="1"/>
          </p:cNvPicPr>
          <p:nvPr/>
        </p:nvPicPr>
        <p:blipFill rotWithShape="1">
          <a:blip r:embed="rId2"/>
          <a:srcRect l="2599" t="3548" r="2800"/>
          <a:stretch/>
        </p:blipFill>
        <p:spPr>
          <a:xfrm>
            <a:off x="7752170" y="1138364"/>
            <a:ext cx="4438934" cy="3859853"/>
          </a:xfrm>
          <a:prstGeom prst="rect">
            <a:avLst/>
          </a:prstGeom>
        </p:spPr>
      </p:pic>
      <p:pic>
        <p:nvPicPr>
          <p:cNvPr id="5" name="Picture 4">
            <a:extLst>
              <a:ext uri="{FF2B5EF4-FFF2-40B4-BE49-F238E27FC236}">
                <a16:creationId xmlns:a16="http://schemas.microsoft.com/office/drawing/2014/main" id="{40EBBFE4-34FB-B238-DCD3-81F5F7A5D644}"/>
              </a:ext>
            </a:extLst>
          </p:cNvPr>
          <p:cNvPicPr>
            <a:picLocks noChangeAspect="1"/>
          </p:cNvPicPr>
          <p:nvPr/>
        </p:nvPicPr>
        <p:blipFill>
          <a:blip r:embed="rId3"/>
          <a:stretch>
            <a:fillRect/>
          </a:stretch>
        </p:blipFill>
        <p:spPr>
          <a:xfrm>
            <a:off x="9271452" y="1813133"/>
            <a:ext cx="1400370" cy="419158"/>
          </a:xfrm>
          <a:prstGeom prst="rect">
            <a:avLst/>
          </a:prstGeom>
        </p:spPr>
      </p:pic>
      <p:pic>
        <p:nvPicPr>
          <p:cNvPr id="6" name="Picture 5">
            <a:extLst>
              <a:ext uri="{FF2B5EF4-FFF2-40B4-BE49-F238E27FC236}">
                <a16:creationId xmlns:a16="http://schemas.microsoft.com/office/drawing/2014/main" id="{30A23AFC-ADFF-B3CB-B5A6-FA311055253A}"/>
              </a:ext>
            </a:extLst>
          </p:cNvPr>
          <p:cNvPicPr>
            <a:picLocks noChangeAspect="1"/>
          </p:cNvPicPr>
          <p:nvPr/>
        </p:nvPicPr>
        <p:blipFill>
          <a:blip r:embed="rId4">
            <a:duotone>
              <a:schemeClr val="accent6">
                <a:shade val="45000"/>
                <a:satMod val="135000"/>
              </a:schemeClr>
              <a:prstClr val="white"/>
            </a:duotone>
          </a:blip>
          <a:stretch>
            <a:fillRect/>
          </a:stretch>
        </p:blipFill>
        <p:spPr>
          <a:xfrm>
            <a:off x="9161100" y="3350122"/>
            <a:ext cx="1797760" cy="845303"/>
          </a:xfrm>
          <a:prstGeom prst="rect">
            <a:avLst/>
          </a:prstGeom>
        </p:spPr>
      </p:pic>
      <p:pic>
        <p:nvPicPr>
          <p:cNvPr id="7" name="Picture 6">
            <a:extLst>
              <a:ext uri="{FF2B5EF4-FFF2-40B4-BE49-F238E27FC236}">
                <a16:creationId xmlns:a16="http://schemas.microsoft.com/office/drawing/2014/main" id="{2CCE1A90-64B3-621F-E719-2091C8F86EF0}"/>
              </a:ext>
            </a:extLst>
          </p:cNvPr>
          <p:cNvPicPr>
            <a:picLocks noChangeAspect="1"/>
          </p:cNvPicPr>
          <p:nvPr/>
        </p:nvPicPr>
        <p:blipFill>
          <a:blip r:embed="rId4">
            <a:duotone>
              <a:schemeClr val="accent6">
                <a:shade val="45000"/>
                <a:satMod val="135000"/>
              </a:schemeClr>
              <a:prstClr val="white"/>
            </a:duotone>
          </a:blip>
          <a:stretch>
            <a:fillRect/>
          </a:stretch>
        </p:blipFill>
        <p:spPr>
          <a:xfrm>
            <a:off x="2734675" y="5254501"/>
            <a:ext cx="1797760" cy="845303"/>
          </a:xfrm>
          <a:prstGeom prst="rect">
            <a:avLst/>
          </a:prstGeom>
        </p:spPr>
      </p:pic>
    </p:spTree>
    <p:extLst>
      <p:ext uri="{BB962C8B-B14F-4D97-AF65-F5344CB8AC3E}">
        <p14:creationId xmlns:p14="http://schemas.microsoft.com/office/powerpoint/2010/main" val="2382869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04921-6D88-225B-F312-005D599B40EF}"/>
              </a:ext>
            </a:extLst>
          </p:cNvPr>
          <p:cNvSpPr>
            <a:spLocks noGrp="1"/>
          </p:cNvSpPr>
          <p:nvPr>
            <p:ph type="title"/>
          </p:nvPr>
        </p:nvSpPr>
        <p:spPr/>
        <p:txBody>
          <a:bodyPr/>
          <a:lstStyle/>
          <a:p>
            <a:r>
              <a:rPr lang="en-US"/>
              <a:t>Program Development: </a:t>
            </a:r>
            <a:r>
              <a:rPr lang="en-US">
                <a:latin typeface="Courier New" panose="02070309020205020404" pitchFamily="49" charset="0"/>
                <a:cs typeface="Courier New" panose="02070309020205020404" pitchFamily="49" charset="0"/>
              </a:rPr>
              <a:t>rand</a:t>
            </a:r>
            <a:r>
              <a:rPr lang="en-US"/>
              <a:t> function</a:t>
            </a:r>
          </a:p>
        </p:txBody>
      </p:sp>
      <p:sp>
        <p:nvSpPr>
          <p:cNvPr id="3" name="Content Placeholder 2">
            <a:extLst>
              <a:ext uri="{FF2B5EF4-FFF2-40B4-BE49-F238E27FC236}">
                <a16:creationId xmlns:a16="http://schemas.microsoft.com/office/drawing/2014/main" id="{338202B1-4CFC-B79A-B557-A08844EC98EB}"/>
              </a:ext>
            </a:extLst>
          </p:cNvPr>
          <p:cNvSpPr>
            <a:spLocks noGrp="1"/>
          </p:cNvSpPr>
          <p:nvPr>
            <p:ph idx="1"/>
          </p:nvPr>
        </p:nvSpPr>
        <p:spPr/>
        <p:txBody>
          <a:bodyPr/>
          <a:lstStyle/>
          <a:p>
            <a:r>
              <a:rPr lang="en-US"/>
              <a:t>The </a:t>
            </a:r>
            <a:r>
              <a:rPr lang="en-US">
                <a:latin typeface="Courier New" panose="02070309020205020404" pitchFamily="49" charset="0"/>
                <a:cs typeface="Courier New" panose="02070309020205020404" pitchFamily="49" charset="0"/>
              </a:rPr>
              <a:t>rand</a:t>
            </a:r>
            <a:r>
              <a:rPr lang="en-US"/>
              <a:t> function can be used to simulate random events. If n is an initialized integer, then the script</a:t>
            </a:r>
          </a:p>
          <a:p>
            <a:endParaRPr lang="en-US"/>
          </a:p>
          <a:p>
            <a:endParaRPr lang="en-US"/>
          </a:p>
          <a:p>
            <a:r>
              <a:rPr lang="en-US"/>
              <a:t>displays a sequence of numbers with the properties that (a) each number is in between zero and one and (b) they are random</a:t>
            </a:r>
          </a:p>
        </p:txBody>
      </p:sp>
      <p:pic>
        <p:nvPicPr>
          <p:cNvPr id="5" name="Picture 4">
            <a:extLst>
              <a:ext uri="{FF2B5EF4-FFF2-40B4-BE49-F238E27FC236}">
                <a16:creationId xmlns:a16="http://schemas.microsoft.com/office/drawing/2014/main" id="{0234D3CD-9EBB-34F7-B23C-59AFD537AF41}"/>
              </a:ext>
            </a:extLst>
          </p:cNvPr>
          <p:cNvPicPr>
            <a:picLocks noChangeAspect="1"/>
          </p:cNvPicPr>
          <p:nvPr/>
        </p:nvPicPr>
        <p:blipFill rotWithShape="1">
          <a:blip r:embed="rId2"/>
          <a:srcRect t="10469" b="8386"/>
          <a:stretch/>
        </p:blipFill>
        <p:spPr>
          <a:xfrm>
            <a:off x="3722336" y="2204545"/>
            <a:ext cx="5551137" cy="1062737"/>
          </a:xfrm>
          <a:prstGeom prst="rect">
            <a:avLst/>
          </a:prstGeom>
        </p:spPr>
      </p:pic>
      <p:pic>
        <p:nvPicPr>
          <p:cNvPr id="9" name="Picture 8">
            <a:extLst>
              <a:ext uri="{FF2B5EF4-FFF2-40B4-BE49-F238E27FC236}">
                <a16:creationId xmlns:a16="http://schemas.microsoft.com/office/drawing/2014/main" id="{5CE202E5-D9D6-0220-A286-016C3DA53883}"/>
              </a:ext>
            </a:extLst>
          </p:cNvPr>
          <p:cNvPicPr>
            <a:picLocks noChangeAspect="1"/>
          </p:cNvPicPr>
          <p:nvPr/>
        </p:nvPicPr>
        <p:blipFill>
          <a:blip r:embed="rId3"/>
          <a:stretch>
            <a:fillRect/>
          </a:stretch>
        </p:blipFill>
        <p:spPr>
          <a:xfrm>
            <a:off x="4434435" y="4315978"/>
            <a:ext cx="2652163" cy="2357478"/>
          </a:xfrm>
          <a:prstGeom prst="rect">
            <a:avLst/>
          </a:prstGeom>
        </p:spPr>
      </p:pic>
    </p:spTree>
    <p:extLst>
      <p:ext uri="{BB962C8B-B14F-4D97-AF65-F5344CB8AC3E}">
        <p14:creationId xmlns:p14="http://schemas.microsoft.com/office/powerpoint/2010/main" val="33544364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BA815-D2C4-BDA9-D8F9-693D5D727200}"/>
              </a:ext>
            </a:extLst>
          </p:cNvPr>
          <p:cNvSpPr>
            <a:spLocks noGrp="1"/>
          </p:cNvSpPr>
          <p:nvPr>
            <p:ph type="title"/>
          </p:nvPr>
        </p:nvSpPr>
        <p:spPr/>
        <p:txBody>
          <a:bodyPr/>
          <a:lstStyle/>
          <a:p>
            <a:r>
              <a:rPr lang="en-US"/>
              <a:t>Program Development: </a:t>
            </a:r>
            <a:r>
              <a:rPr lang="en-US">
                <a:latin typeface="Courier New" panose="02070309020205020404" pitchFamily="49" charset="0"/>
                <a:cs typeface="Courier New" panose="02070309020205020404" pitchFamily="49" charset="0"/>
              </a:rPr>
              <a:t>rand</a:t>
            </a:r>
            <a:r>
              <a:rPr lang="en-US"/>
              <a:t> function</a:t>
            </a:r>
          </a:p>
        </p:txBody>
      </p:sp>
      <p:sp>
        <p:nvSpPr>
          <p:cNvPr id="3" name="Content Placeholder 2">
            <a:extLst>
              <a:ext uri="{FF2B5EF4-FFF2-40B4-BE49-F238E27FC236}">
                <a16:creationId xmlns:a16="http://schemas.microsoft.com/office/drawing/2014/main" id="{1A07ECF6-F060-BC5B-B78D-DEC49881A3A2}"/>
              </a:ext>
            </a:extLst>
          </p:cNvPr>
          <p:cNvSpPr>
            <a:spLocks noGrp="1"/>
          </p:cNvSpPr>
          <p:nvPr>
            <p:ph idx="1"/>
          </p:nvPr>
        </p:nvSpPr>
        <p:spPr/>
        <p:txBody>
          <a:bodyPr vert="horz" lIns="91440" tIns="45720" rIns="91440" bIns="45720" rtlCol="0" anchor="t">
            <a:normAutofit/>
          </a:bodyPr>
          <a:lstStyle/>
          <a:p>
            <a:r>
              <a:rPr lang="en-US">
                <a:latin typeface="Courier New"/>
                <a:cs typeface="Courier New"/>
              </a:rPr>
              <a:t>r = rand(1) </a:t>
            </a:r>
            <a:r>
              <a:rPr lang="en-US"/>
              <a:t>produces a single random number</a:t>
            </a:r>
          </a:p>
          <a:p>
            <a:r>
              <a:rPr lang="en-US"/>
              <a:t>The function </a:t>
            </a:r>
            <a:r>
              <a:rPr lang="en-US">
                <a:latin typeface="Courier New"/>
                <a:cs typeface="Courier New"/>
              </a:rPr>
              <a:t>rand</a:t>
            </a:r>
            <a:r>
              <a:rPr lang="en-US"/>
              <a:t> can be used to return a vector of random numbers. If </a:t>
            </a:r>
            <a:r>
              <a:rPr lang="en-US" i="1">
                <a:latin typeface="Times New Roman"/>
                <a:cs typeface="Times New Roman"/>
              </a:rPr>
              <a:t>n</a:t>
            </a:r>
            <a:r>
              <a:rPr lang="en-US"/>
              <a:t> is initialized to a positive integer, then</a:t>
            </a:r>
            <a:endParaRPr lang="en-US">
              <a:cs typeface="Calibri"/>
            </a:endParaRPr>
          </a:p>
          <a:p>
            <a:pPr marL="0" indent="0" algn="ctr">
              <a:buNone/>
            </a:pPr>
            <a:r>
              <a:rPr lang="en-US">
                <a:latin typeface="Courier New"/>
                <a:cs typeface="Courier New"/>
              </a:rPr>
              <a:t>r = rand(n,1)</a:t>
            </a:r>
          </a:p>
          <a:p>
            <a:pPr marL="0" indent="0">
              <a:buNone/>
            </a:pPr>
            <a:r>
              <a:rPr lang="en-US"/>
              <a:t>  creates a column </a:t>
            </a:r>
            <a:r>
              <a:rPr lang="en-US" i="1">
                <a:latin typeface="Times New Roman"/>
                <a:cs typeface="Times New Roman"/>
              </a:rPr>
              <a:t>n </a:t>
            </a:r>
            <a:r>
              <a:rPr lang="en-US"/>
              <a:t>-vector of random numbers.</a:t>
            </a:r>
            <a:endParaRPr lang="en-US">
              <a:cs typeface="Calibri"/>
            </a:endParaRPr>
          </a:p>
          <a:p>
            <a:r>
              <a:rPr lang="en-US"/>
              <a:t>To get a better sense of the distribution of the values, let us produce a </a:t>
            </a:r>
            <a:r>
              <a:rPr lang="en-US" b="1"/>
              <a:t>bar graph</a:t>
            </a:r>
            <a:r>
              <a:rPr lang="en-US"/>
              <a:t> that shows the fraction of </a:t>
            </a:r>
            <a:r>
              <a:rPr lang="en-US">
                <a:latin typeface="Courier New"/>
                <a:cs typeface="Courier New"/>
              </a:rPr>
              <a:t>rand</a:t>
            </a:r>
            <a:r>
              <a:rPr lang="en-US"/>
              <a:t> values that fall within each decile. That is, how many rand-generated values fall between 0 and 0.1, 0.1 and 0.2, </a:t>
            </a:r>
            <a:r>
              <a:rPr lang="en-US" err="1"/>
              <a:t>etc</a:t>
            </a:r>
            <a:r>
              <a:rPr lang="en-US"/>
              <a:t>?</a:t>
            </a:r>
            <a:endParaRPr lang="en-US">
              <a:cs typeface="Calibri"/>
            </a:endParaRPr>
          </a:p>
          <a:p>
            <a:endParaRPr lang="en-US"/>
          </a:p>
          <a:p>
            <a:endParaRPr lang="en-US"/>
          </a:p>
        </p:txBody>
      </p:sp>
    </p:spTree>
    <p:extLst>
      <p:ext uri="{BB962C8B-B14F-4D97-AF65-F5344CB8AC3E}">
        <p14:creationId xmlns:p14="http://schemas.microsoft.com/office/powerpoint/2010/main" val="3930056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63C3C-D21A-4A65-4673-3B0C62CDE747}"/>
              </a:ext>
            </a:extLst>
          </p:cNvPr>
          <p:cNvSpPr>
            <a:spLocks noGrp="1"/>
          </p:cNvSpPr>
          <p:nvPr>
            <p:ph type="title"/>
          </p:nvPr>
        </p:nvSpPr>
        <p:spPr/>
        <p:txBody>
          <a:bodyPr/>
          <a:lstStyle/>
          <a:p>
            <a:r>
              <a:rPr lang="en-US">
                <a:latin typeface="Arial Black"/>
              </a:rPr>
              <a:t>Bar graph</a:t>
            </a:r>
            <a:endParaRPr lang="en-US"/>
          </a:p>
        </p:txBody>
      </p:sp>
      <p:sp>
        <p:nvSpPr>
          <p:cNvPr id="3" name="Content Placeholder 2">
            <a:extLst>
              <a:ext uri="{FF2B5EF4-FFF2-40B4-BE49-F238E27FC236}">
                <a16:creationId xmlns:a16="http://schemas.microsoft.com/office/drawing/2014/main" id="{5706EA3E-CDA4-7914-05F2-3AE105CCA290}"/>
              </a:ext>
            </a:extLst>
          </p:cNvPr>
          <p:cNvSpPr>
            <a:spLocks noGrp="1"/>
          </p:cNvSpPr>
          <p:nvPr>
            <p:ph idx="1"/>
          </p:nvPr>
        </p:nvSpPr>
        <p:spPr>
          <a:xfrm>
            <a:off x="272503" y="1180848"/>
            <a:ext cx="5865772" cy="5459243"/>
          </a:xfrm>
        </p:spPr>
        <p:txBody>
          <a:bodyPr vert="horz" lIns="91440" tIns="45720" rIns="91440" bIns="45720" rtlCol="0" anchor="t">
            <a:normAutofit/>
          </a:bodyPr>
          <a:lstStyle/>
          <a:p>
            <a:r>
              <a:rPr lang="en-US">
                <a:ea typeface="+mn-lt"/>
                <a:cs typeface="+mn-lt"/>
              </a:rPr>
              <a:t>In MATLAB, you can create a bar graph using the bar function, which is designed to plot discrete data as rectangular bars.</a:t>
            </a:r>
            <a:br>
              <a:rPr lang="en-US">
                <a:ea typeface="+mn-lt"/>
                <a:cs typeface="+mn-lt"/>
              </a:rPr>
            </a:br>
            <a:endParaRPr lang="en-US">
              <a:cs typeface="Calibri"/>
            </a:endParaRPr>
          </a:p>
          <a:p>
            <a:pPr marL="0" indent="0">
              <a:buNone/>
            </a:pPr>
            <a:r>
              <a:rPr lang="en-US">
                <a:cs typeface="Calibri"/>
              </a:rPr>
              <a:t>Steps:</a:t>
            </a:r>
          </a:p>
          <a:p>
            <a:r>
              <a:rPr lang="en-US">
                <a:ea typeface="+mn-lt"/>
                <a:cs typeface="+mn-lt"/>
              </a:rPr>
              <a:t>Define the data you want to display in the bar graph.</a:t>
            </a:r>
            <a:endParaRPr lang="en-US"/>
          </a:p>
          <a:p>
            <a:r>
              <a:rPr lang="en-US">
                <a:ea typeface="+mn-lt"/>
                <a:cs typeface="+mn-lt"/>
              </a:rPr>
              <a:t>Pass the data to bar to generate the graph.</a:t>
            </a:r>
            <a:endParaRPr lang="en-US"/>
          </a:p>
          <a:p>
            <a:pPr marL="0" indent="0">
              <a:buNone/>
            </a:pPr>
            <a:endParaRPr lang="en-US">
              <a:cs typeface="Calibri"/>
            </a:endParaRPr>
          </a:p>
        </p:txBody>
      </p:sp>
      <p:pic>
        <p:nvPicPr>
          <p:cNvPr id="4" name="Picture 3" descr="A screenshot of a computer&#10;&#10;Description automatically generated">
            <a:extLst>
              <a:ext uri="{FF2B5EF4-FFF2-40B4-BE49-F238E27FC236}">
                <a16:creationId xmlns:a16="http://schemas.microsoft.com/office/drawing/2014/main" id="{79A242C6-D2B5-CC63-C2C6-31FEA2296996}"/>
              </a:ext>
            </a:extLst>
          </p:cNvPr>
          <p:cNvPicPr>
            <a:picLocks noChangeAspect="1"/>
          </p:cNvPicPr>
          <p:nvPr/>
        </p:nvPicPr>
        <p:blipFill>
          <a:blip r:embed="rId2"/>
          <a:stretch>
            <a:fillRect/>
          </a:stretch>
        </p:blipFill>
        <p:spPr>
          <a:xfrm>
            <a:off x="7810693" y="-2225"/>
            <a:ext cx="4379723" cy="3380609"/>
          </a:xfrm>
          <a:prstGeom prst="rect">
            <a:avLst/>
          </a:prstGeom>
        </p:spPr>
      </p:pic>
      <p:pic>
        <p:nvPicPr>
          <p:cNvPr id="5" name="Picture 4" descr="A graph with blue bars&#10;&#10;Description automatically generated">
            <a:extLst>
              <a:ext uri="{FF2B5EF4-FFF2-40B4-BE49-F238E27FC236}">
                <a16:creationId xmlns:a16="http://schemas.microsoft.com/office/drawing/2014/main" id="{A00A8C30-6486-935B-C3ED-CE1A90A52998}"/>
              </a:ext>
            </a:extLst>
          </p:cNvPr>
          <p:cNvPicPr>
            <a:picLocks noChangeAspect="1"/>
          </p:cNvPicPr>
          <p:nvPr/>
        </p:nvPicPr>
        <p:blipFill>
          <a:blip r:embed="rId3"/>
          <a:stretch>
            <a:fillRect/>
          </a:stretch>
        </p:blipFill>
        <p:spPr>
          <a:xfrm>
            <a:off x="7704351" y="3399179"/>
            <a:ext cx="4488578" cy="3458479"/>
          </a:xfrm>
          <a:prstGeom prst="rect">
            <a:avLst/>
          </a:prstGeom>
        </p:spPr>
      </p:pic>
    </p:spTree>
    <p:extLst>
      <p:ext uri="{BB962C8B-B14F-4D97-AF65-F5344CB8AC3E}">
        <p14:creationId xmlns:p14="http://schemas.microsoft.com/office/powerpoint/2010/main" val="1044868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BA815-D2C4-BDA9-D8F9-693D5D727200}"/>
              </a:ext>
            </a:extLst>
          </p:cNvPr>
          <p:cNvSpPr>
            <a:spLocks noGrp="1"/>
          </p:cNvSpPr>
          <p:nvPr>
            <p:ph type="title"/>
          </p:nvPr>
        </p:nvSpPr>
        <p:spPr/>
        <p:txBody>
          <a:bodyPr/>
          <a:lstStyle/>
          <a:p>
            <a:r>
              <a:rPr lang="en-US"/>
              <a:t>Program Development: </a:t>
            </a:r>
            <a:r>
              <a:rPr lang="en-US">
                <a:latin typeface="Courier New" panose="02070309020205020404" pitchFamily="49" charset="0"/>
                <a:cs typeface="Courier New" panose="02070309020205020404" pitchFamily="49" charset="0"/>
              </a:rPr>
              <a:t>rand</a:t>
            </a:r>
            <a:r>
              <a:rPr lang="en-US"/>
              <a:t> function</a:t>
            </a:r>
          </a:p>
        </p:txBody>
      </p:sp>
      <p:sp>
        <p:nvSpPr>
          <p:cNvPr id="3" name="Content Placeholder 2">
            <a:extLst>
              <a:ext uri="{FF2B5EF4-FFF2-40B4-BE49-F238E27FC236}">
                <a16:creationId xmlns:a16="http://schemas.microsoft.com/office/drawing/2014/main" id="{1A07ECF6-F060-BC5B-B78D-DEC49881A3A2}"/>
              </a:ext>
            </a:extLst>
          </p:cNvPr>
          <p:cNvSpPr>
            <a:spLocks noGrp="1"/>
          </p:cNvSpPr>
          <p:nvPr>
            <p:ph idx="1"/>
          </p:nvPr>
        </p:nvSpPr>
        <p:spPr/>
        <p:txBody>
          <a:bodyPr>
            <a:normAutofit/>
          </a:bodyPr>
          <a:lstStyle/>
          <a:p>
            <a:r>
              <a:rPr lang="en-US"/>
              <a:t>The </a:t>
            </a:r>
            <a:r>
              <a:rPr lang="en-US">
                <a:latin typeface="Courier New" panose="02070309020205020404" pitchFamily="49" charset="0"/>
                <a:cs typeface="Courier New" panose="02070309020205020404" pitchFamily="49" charset="0"/>
              </a:rPr>
              <a:t>rand</a:t>
            </a:r>
            <a:r>
              <a:rPr lang="en-US"/>
              <a:t> function allows you to specify the number of random values to produce. Let </a:t>
            </a:r>
            <a:r>
              <a:rPr lang="en-US">
                <a:latin typeface="Courier New" panose="02070309020205020404" pitchFamily="49" charset="0"/>
                <a:cs typeface="Courier New" panose="02070309020205020404" pitchFamily="49" charset="0"/>
              </a:rPr>
              <a:t>n</a:t>
            </a:r>
            <a:r>
              <a:rPr lang="en-US"/>
              <a:t> be a (large) positive integer and consider the following fragment</a:t>
            </a:r>
          </a:p>
        </p:txBody>
      </p:sp>
      <p:pic>
        <p:nvPicPr>
          <p:cNvPr id="7" name="Picture 6">
            <a:extLst>
              <a:ext uri="{FF2B5EF4-FFF2-40B4-BE49-F238E27FC236}">
                <a16:creationId xmlns:a16="http://schemas.microsoft.com/office/drawing/2014/main" id="{3CB53F87-91B5-B404-76DA-D3110E5D35E2}"/>
              </a:ext>
            </a:extLst>
          </p:cNvPr>
          <p:cNvPicPr>
            <a:picLocks noChangeAspect="1"/>
          </p:cNvPicPr>
          <p:nvPr/>
        </p:nvPicPr>
        <p:blipFill>
          <a:blip r:embed="rId3"/>
          <a:stretch>
            <a:fillRect/>
          </a:stretch>
        </p:blipFill>
        <p:spPr>
          <a:xfrm>
            <a:off x="177632" y="2636221"/>
            <a:ext cx="7717548" cy="3432805"/>
          </a:xfrm>
          <a:prstGeom prst="rect">
            <a:avLst/>
          </a:prstGeom>
        </p:spPr>
      </p:pic>
      <p:pic>
        <p:nvPicPr>
          <p:cNvPr id="9" name="Picture 8">
            <a:extLst>
              <a:ext uri="{FF2B5EF4-FFF2-40B4-BE49-F238E27FC236}">
                <a16:creationId xmlns:a16="http://schemas.microsoft.com/office/drawing/2014/main" id="{AC127615-F36D-1C6C-CB86-71156FDC2D07}"/>
              </a:ext>
            </a:extLst>
          </p:cNvPr>
          <p:cNvPicPr>
            <a:picLocks noChangeAspect="1"/>
          </p:cNvPicPr>
          <p:nvPr/>
        </p:nvPicPr>
        <p:blipFill>
          <a:blip r:embed="rId4"/>
          <a:stretch>
            <a:fillRect/>
          </a:stretch>
        </p:blipFill>
        <p:spPr>
          <a:xfrm>
            <a:off x="7549868" y="2752586"/>
            <a:ext cx="5056847" cy="3792635"/>
          </a:xfrm>
          <a:prstGeom prst="rect">
            <a:avLst/>
          </a:prstGeom>
        </p:spPr>
      </p:pic>
      <p:pic>
        <p:nvPicPr>
          <p:cNvPr id="11" name="Picture 10">
            <a:extLst>
              <a:ext uri="{FF2B5EF4-FFF2-40B4-BE49-F238E27FC236}">
                <a16:creationId xmlns:a16="http://schemas.microsoft.com/office/drawing/2014/main" id="{1E36017B-1945-EEB4-F124-359F2672011C}"/>
              </a:ext>
            </a:extLst>
          </p:cNvPr>
          <p:cNvPicPr>
            <a:picLocks noChangeAspect="1"/>
          </p:cNvPicPr>
          <p:nvPr/>
        </p:nvPicPr>
        <p:blipFill rotWithShape="1">
          <a:blip r:embed="rId5"/>
          <a:srcRect b="30075"/>
          <a:stretch/>
        </p:blipFill>
        <p:spPr>
          <a:xfrm>
            <a:off x="5106074" y="4184084"/>
            <a:ext cx="2633124" cy="1963612"/>
          </a:xfrm>
          <a:prstGeom prst="rect">
            <a:avLst/>
          </a:prstGeom>
        </p:spPr>
      </p:pic>
    </p:spTree>
    <p:extLst>
      <p:ext uri="{BB962C8B-B14F-4D97-AF65-F5344CB8AC3E}">
        <p14:creationId xmlns:p14="http://schemas.microsoft.com/office/powerpoint/2010/main" val="13355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8A0A1DE-8BD3-556D-2A8B-B5765D6C6626}"/>
              </a:ext>
            </a:extLst>
          </p:cNvPr>
          <p:cNvPicPr>
            <a:picLocks noChangeAspect="1"/>
          </p:cNvPicPr>
          <p:nvPr/>
        </p:nvPicPr>
        <p:blipFill>
          <a:blip r:embed="rId3"/>
          <a:stretch>
            <a:fillRect/>
          </a:stretch>
        </p:blipFill>
        <p:spPr>
          <a:xfrm>
            <a:off x="-94048" y="2206091"/>
            <a:ext cx="3244850" cy="4457700"/>
          </a:xfrm>
          <a:prstGeom prst="rect">
            <a:avLst/>
          </a:prstGeom>
        </p:spPr>
      </p:pic>
      <p:sp>
        <p:nvSpPr>
          <p:cNvPr id="2" name="Title 1">
            <a:extLst>
              <a:ext uri="{FF2B5EF4-FFF2-40B4-BE49-F238E27FC236}">
                <a16:creationId xmlns:a16="http://schemas.microsoft.com/office/drawing/2014/main" id="{AEEBA815-D2C4-BDA9-D8F9-693D5D727200}"/>
              </a:ext>
            </a:extLst>
          </p:cNvPr>
          <p:cNvSpPr>
            <a:spLocks noGrp="1"/>
          </p:cNvSpPr>
          <p:nvPr>
            <p:ph type="title"/>
          </p:nvPr>
        </p:nvSpPr>
        <p:spPr/>
        <p:txBody>
          <a:bodyPr/>
          <a:lstStyle/>
          <a:p>
            <a:r>
              <a:rPr lang="en-US"/>
              <a:t>Program Development: </a:t>
            </a:r>
            <a:r>
              <a:rPr lang="en-US">
                <a:latin typeface="Courier New" panose="02070309020205020404" pitchFamily="49" charset="0"/>
                <a:cs typeface="Courier New" panose="02070309020205020404" pitchFamily="49" charset="0"/>
              </a:rPr>
              <a:t>rand</a:t>
            </a:r>
            <a:r>
              <a:rPr lang="en-US"/>
              <a:t> function</a:t>
            </a:r>
          </a:p>
        </p:txBody>
      </p:sp>
      <p:sp>
        <p:nvSpPr>
          <p:cNvPr id="3" name="Content Placeholder 2">
            <a:extLst>
              <a:ext uri="{FF2B5EF4-FFF2-40B4-BE49-F238E27FC236}">
                <a16:creationId xmlns:a16="http://schemas.microsoft.com/office/drawing/2014/main" id="{1A07ECF6-F060-BC5B-B78D-DEC49881A3A2}"/>
              </a:ext>
            </a:extLst>
          </p:cNvPr>
          <p:cNvSpPr>
            <a:spLocks noGrp="1"/>
          </p:cNvSpPr>
          <p:nvPr>
            <p:ph idx="1"/>
          </p:nvPr>
        </p:nvSpPr>
        <p:spPr/>
        <p:txBody>
          <a:bodyPr>
            <a:normAutofit/>
          </a:bodyPr>
          <a:lstStyle/>
          <a:p>
            <a:r>
              <a:rPr lang="en-US"/>
              <a:t>One can anticipate that the relative discrepancy between the bar heights diminishes as </a:t>
            </a:r>
            <a:r>
              <a:rPr lang="en-US">
                <a:latin typeface="Courier New" panose="02070309020205020404" pitchFamily="49" charset="0"/>
                <a:cs typeface="Courier New" panose="02070309020205020404" pitchFamily="49" charset="0"/>
              </a:rPr>
              <a:t>n</a:t>
            </a:r>
            <a:r>
              <a:rPr lang="en-US"/>
              <a:t> increases.</a:t>
            </a:r>
          </a:p>
        </p:txBody>
      </p:sp>
      <p:sp>
        <p:nvSpPr>
          <p:cNvPr id="5" name="TextBox 4">
            <a:extLst>
              <a:ext uri="{FF2B5EF4-FFF2-40B4-BE49-F238E27FC236}">
                <a16:creationId xmlns:a16="http://schemas.microsoft.com/office/drawing/2014/main" id="{04A7A741-89DD-557B-4D62-823C61A1D5B3}"/>
              </a:ext>
            </a:extLst>
          </p:cNvPr>
          <p:cNvSpPr txBox="1"/>
          <p:nvPr/>
        </p:nvSpPr>
        <p:spPr>
          <a:xfrm>
            <a:off x="823025" y="2103145"/>
            <a:ext cx="1905675" cy="369332"/>
          </a:xfrm>
          <a:prstGeom prst="rect">
            <a:avLst/>
          </a:prstGeom>
          <a:noFill/>
        </p:spPr>
        <p:txBody>
          <a:bodyPr wrap="square">
            <a:spAutoFit/>
          </a:bodyPr>
          <a:lstStyle/>
          <a:p>
            <a:r>
              <a:rPr lang="en-US">
                <a:latin typeface="Courier New" panose="02070309020205020404" pitchFamily="49" charset="0"/>
                <a:cs typeface="Courier New" panose="02070309020205020404" pitchFamily="49" charset="0"/>
              </a:rPr>
              <a:t>N = 1000</a:t>
            </a:r>
            <a:endParaRPr lang="en-US"/>
          </a:p>
        </p:txBody>
      </p:sp>
      <p:sp>
        <p:nvSpPr>
          <p:cNvPr id="10" name="TextBox 9">
            <a:extLst>
              <a:ext uri="{FF2B5EF4-FFF2-40B4-BE49-F238E27FC236}">
                <a16:creationId xmlns:a16="http://schemas.microsoft.com/office/drawing/2014/main" id="{2CD9BD50-2451-D569-B63D-0211D66D48AA}"/>
              </a:ext>
            </a:extLst>
          </p:cNvPr>
          <p:cNvSpPr txBox="1"/>
          <p:nvPr/>
        </p:nvSpPr>
        <p:spPr>
          <a:xfrm>
            <a:off x="10023095" y="2103145"/>
            <a:ext cx="2168905" cy="369332"/>
          </a:xfrm>
          <a:prstGeom prst="rect">
            <a:avLst/>
          </a:prstGeom>
          <a:noFill/>
        </p:spPr>
        <p:txBody>
          <a:bodyPr wrap="square">
            <a:spAutoFit/>
          </a:bodyPr>
          <a:lstStyle/>
          <a:p>
            <a:r>
              <a:rPr lang="en-US">
                <a:latin typeface="Courier New" panose="02070309020205020404" pitchFamily="49" charset="0"/>
                <a:cs typeface="Courier New" panose="02070309020205020404" pitchFamily="49" charset="0"/>
              </a:rPr>
              <a:t>N = 1,000,000</a:t>
            </a:r>
            <a:endParaRPr lang="en-US"/>
          </a:p>
        </p:txBody>
      </p:sp>
      <p:pic>
        <p:nvPicPr>
          <p:cNvPr id="13" name="Picture 12">
            <a:extLst>
              <a:ext uri="{FF2B5EF4-FFF2-40B4-BE49-F238E27FC236}">
                <a16:creationId xmlns:a16="http://schemas.microsoft.com/office/drawing/2014/main" id="{DBF01092-1C8B-EA72-7E54-FDBA3C2E2010}"/>
              </a:ext>
            </a:extLst>
          </p:cNvPr>
          <p:cNvPicPr>
            <a:picLocks noChangeAspect="1"/>
          </p:cNvPicPr>
          <p:nvPr/>
        </p:nvPicPr>
        <p:blipFill>
          <a:blip r:embed="rId4"/>
          <a:stretch>
            <a:fillRect/>
          </a:stretch>
        </p:blipFill>
        <p:spPr>
          <a:xfrm>
            <a:off x="9217306" y="2206091"/>
            <a:ext cx="3244850" cy="4457700"/>
          </a:xfrm>
          <a:prstGeom prst="rect">
            <a:avLst/>
          </a:prstGeom>
        </p:spPr>
      </p:pic>
      <p:pic>
        <p:nvPicPr>
          <p:cNvPr id="19" name="Picture 18">
            <a:extLst>
              <a:ext uri="{FF2B5EF4-FFF2-40B4-BE49-F238E27FC236}">
                <a16:creationId xmlns:a16="http://schemas.microsoft.com/office/drawing/2014/main" id="{EB2A7E0B-FE64-AA0F-F649-8F640E07AAC5}"/>
              </a:ext>
            </a:extLst>
          </p:cNvPr>
          <p:cNvPicPr>
            <a:picLocks noChangeAspect="1"/>
          </p:cNvPicPr>
          <p:nvPr/>
        </p:nvPicPr>
        <p:blipFill>
          <a:blip r:embed="rId5"/>
          <a:stretch>
            <a:fillRect/>
          </a:stretch>
        </p:blipFill>
        <p:spPr>
          <a:xfrm>
            <a:off x="2981963" y="2206091"/>
            <a:ext cx="3244850" cy="4457700"/>
          </a:xfrm>
          <a:prstGeom prst="rect">
            <a:avLst/>
          </a:prstGeom>
        </p:spPr>
      </p:pic>
      <p:sp>
        <p:nvSpPr>
          <p:cNvPr id="20" name="TextBox 19">
            <a:extLst>
              <a:ext uri="{FF2B5EF4-FFF2-40B4-BE49-F238E27FC236}">
                <a16:creationId xmlns:a16="http://schemas.microsoft.com/office/drawing/2014/main" id="{A9704A30-3BFA-CD69-B2E4-6DF4BBCDF255}"/>
              </a:ext>
            </a:extLst>
          </p:cNvPr>
          <p:cNvSpPr txBox="1"/>
          <p:nvPr/>
        </p:nvSpPr>
        <p:spPr>
          <a:xfrm>
            <a:off x="3883945" y="2103145"/>
            <a:ext cx="1905675" cy="369332"/>
          </a:xfrm>
          <a:prstGeom prst="rect">
            <a:avLst/>
          </a:prstGeom>
          <a:noFill/>
        </p:spPr>
        <p:txBody>
          <a:bodyPr wrap="square">
            <a:spAutoFit/>
          </a:bodyPr>
          <a:lstStyle/>
          <a:p>
            <a:r>
              <a:rPr lang="en-US">
                <a:latin typeface="Courier New" panose="02070309020205020404" pitchFamily="49" charset="0"/>
                <a:cs typeface="Courier New" panose="02070309020205020404" pitchFamily="49" charset="0"/>
              </a:rPr>
              <a:t>N = 10,000</a:t>
            </a:r>
            <a:endParaRPr lang="en-US"/>
          </a:p>
        </p:txBody>
      </p:sp>
      <p:pic>
        <p:nvPicPr>
          <p:cNvPr id="22" name="Picture 21">
            <a:extLst>
              <a:ext uri="{FF2B5EF4-FFF2-40B4-BE49-F238E27FC236}">
                <a16:creationId xmlns:a16="http://schemas.microsoft.com/office/drawing/2014/main" id="{BD28B652-B44D-D5A7-FB33-ABDDC40E9C52}"/>
              </a:ext>
            </a:extLst>
          </p:cNvPr>
          <p:cNvPicPr>
            <a:picLocks noChangeAspect="1"/>
          </p:cNvPicPr>
          <p:nvPr/>
        </p:nvPicPr>
        <p:blipFill>
          <a:blip r:embed="rId6"/>
          <a:stretch>
            <a:fillRect/>
          </a:stretch>
        </p:blipFill>
        <p:spPr>
          <a:xfrm>
            <a:off x="6211722" y="2206091"/>
            <a:ext cx="3244850" cy="4457700"/>
          </a:xfrm>
          <a:prstGeom prst="rect">
            <a:avLst/>
          </a:prstGeom>
        </p:spPr>
      </p:pic>
      <p:sp>
        <p:nvSpPr>
          <p:cNvPr id="23" name="TextBox 22">
            <a:extLst>
              <a:ext uri="{FF2B5EF4-FFF2-40B4-BE49-F238E27FC236}">
                <a16:creationId xmlns:a16="http://schemas.microsoft.com/office/drawing/2014/main" id="{0F636060-228B-FB2E-1DF5-0F03B6D10017}"/>
              </a:ext>
            </a:extLst>
          </p:cNvPr>
          <p:cNvSpPr txBox="1"/>
          <p:nvPr/>
        </p:nvSpPr>
        <p:spPr>
          <a:xfrm>
            <a:off x="6959956" y="2103145"/>
            <a:ext cx="1905675" cy="369332"/>
          </a:xfrm>
          <a:prstGeom prst="rect">
            <a:avLst/>
          </a:prstGeom>
          <a:noFill/>
        </p:spPr>
        <p:txBody>
          <a:bodyPr wrap="square">
            <a:spAutoFit/>
          </a:bodyPr>
          <a:lstStyle/>
          <a:p>
            <a:r>
              <a:rPr lang="en-US">
                <a:latin typeface="Courier New" panose="02070309020205020404" pitchFamily="49" charset="0"/>
                <a:cs typeface="Courier New" panose="02070309020205020404" pitchFamily="49" charset="0"/>
              </a:rPr>
              <a:t>N = 100,000</a:t>
            </a:r>
            <a:endParaRPr lang="en-US"/>
          </a:p>
        </p:txBody>
      </p:sp>
    </p:spTree>
    <p:extLst>
      <p:ext uri="{BB962C8B-B14F-4D97-AF65-F5344CB8AC3E}">
        <p14:creationId xmlns:p14="http://schemas.microsoft.com/office/powerpoint/2010/main" val="36316320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C687F-2DEF-02A5-8EC3-3EA20EC06943}"/>
              </a:ext>
            </a:extLst>
          </p:cNvPr>
          <p:cNvSpPr>
            <a:spLocks noGrp="1"/>
          </p:cNvSpPr>
          <p:nvPr>
            <p:ph type="title"/>
          </p:nvPr>
        </p:nvSpPr>
        <p:spPr/>
        <p:txBody>
          <a:bodyPr/>
          <a:lstStyle/>
          <a:p>
            <a:r>
              <a:rPr lang="en-US"/>
              <a:t>Program Development: </a:t>
            </a:r>
            <a:r>
              <a:rPr lang="en-US">
                <a:latin typeface="Courier New" panose="02070309020205020404" pitchFamily="49" charset="0"/>
                <a:cs typeface="Courier New" panose="02070309020205020404" pitchFamily="49" charset="0"/>
              </a:rPr>
              <a:t>rand</a:t>
            </a:r>
            <a:r>
              <a:rPr lang="en-US"/>
              <a:t> function</a:t>
            </a:r>
          </a:p>
        </p:txBody>
      </p:sp>
      <p:sp>
        <p:nvSpPr>
          <p:cNvPr id="8" name="Content Placeholder 7">
            <a:extLst>
              <a:ext uri="{FF2B5EF4-FFF2-40B4-BE49-F238E27FC236}">
                <a16:creationId xmlns:a16="http://schemas.microsoft.com/office/drawing/2014/main" id="{1EB91247-E5E6-A3BD-C8E5-13E197B963BC}"/>
              </a:ext>
            </a:extLst>
          </p:cNvPr>
          <p:cNvSpPr>
            <a:spLocks noGrp="1"/>
          </p:cNvSpPr>
          <p:nvPr>
            <p:ph idx="1"/>
          </p:nvPr>
        </p:nvSpPr>
        <p:spPr>
          <a:xfrm>
            <a:off x="272503" y="1158600"/>
            <a:ext cx="11641748" cy="5169532"/>
          </a:xfrm>
        </p:spPr>
        <p:txBody>
          <a:bodyPr vert="horz" lIns="91440" tIns="45720" rIns="91440" bIns="45720" rtlCol="0" anchor="t">
            <a:normAutofit/>
          </a:bodyPr>
          <a:lstStyle/>
          <a:p>
            <a:r>
              <a:rPr lang="en-US">
                <a:cs typeface="Calibri"/>
              </a:rPr>
              <a:t>So, as the name suggests the uniform distribution of the </a:t>
            </a:r>
            <a:r>
              <a:rPr lang="en-US">
                <a:latin typeface="Consolas"/>
                <a:cs typeface="Calibri"/>
              </a:rPr>
              <a:t>rand()</a:t>
            </a:r>
            <a:r>
              <a:rPr lang="en-US">
                <a:cs typeface="Calibri"/>
              </a:rPr>
              <a:t> function helps us produce uniformly spread out numbers in the interval of (0,1).</a:t>
            </a:r>
          </a:p>
          <a:p>
            <a:r>
              <a:rPr lang="en-US">
                <a:cs typeface="Calibri"/>
              </a:rPr>
              <a:t>If we use the following commands,</a:t>
            </a:r>
            <a:br>
              <a:rPr lang="en-US"/>
            </a:br>
            <a:r>
              <a:rPr lang="en-US">
                <a:latin typeface="Consolas"/>
                <a:cs typeface="Calibri"/>
              </a:rPr>
              <a:t>x = rand(100,1)</a:t>
            </a:r>
            <a:br>
              <a:rPr lang="en-US">
                <a:latin typeface="Consolas"/>
                <a:cs typeface="Calibri"/>
              </a:rPr>
            </a:br>
            <a:r>
              <a:rPr lang="en-US">
                <a:latin typeface="Consolas"/>
                <a:cs typeface="Calibri"/>
              </a:rPr>
              <a:t>y = rand(100,1)</a:t>
            </a:r>
            <a:br>
              <a:rPr lang="en-US">
                <a:latin typeface="Consolas"/>
                <a:cs typeface="Calibri"/>
              </a:rPr>
            </a:br>
            <a:r>
              <a:rPr lang="en-US">
                <a:latin typeface="Calibri"/>
                <a:cs typeface="Calibri"/>
              </a:rPr>
              <a:t>then </a:t>
            </a:r>
            <a:r>
              <a:rPr lang="en-US">
                <a:latin typeface="Consolas"/>
                <a:cs typeface="Calibri"/>
              </a:rPr>
              <a:t>(</a:t>
            </a:r>
            <a:r>
              <a:rPr lang="en-US" err="1">
                <a:latin typeface="Consolas"/>
                <a:cs typeface="Calibri"/>
              </a:rPr>
              <a:t>x,y</a:t>
            </a:r>
            <a:r>
              <a:rPr lang="en-US">
                <a:latin typeface="Consolas"/>
                <a:cs typeface="Calibri"/>
              </a:rPr>
              <a:t>)</a:t>
            </a:r>
            <a:r>
              <a:rPr lang="en-US">
                <a:latin typeface="Calibri"/>
                <a:cs typeface="Calibri"/>
              </a:rPr>
              <a:t> is a collection of the coordinates of 100 uniformly spread out points in the square </a:t>
            </a:r>
            <a:r>
              <a:rPr lang="en-US">
                <a:latin typeface="Consolas"/>
                <a:cs typeface="Calibri"/>
              </a:rPr>
              <a:t>(0,1)X(0,1).</a:t>
            </a:r>
          </a:p>
          <a:p>
            <a:r>
              <a:rPr lang="en-US">
                <a:latin typeface="Calibri"/>
                <a:cs typeface="Calibri"/>
              </a:rPr>
              <a:t>How do we modify this to get the points in the square</a:t>
            </a:r>
            <a:r>
              <a:rPr lang="en-US">
                <a:latin typeface="Consolas"/>
                <a:cs typeface="Calibri"/>
              </a:rPr>
              <a:t> (-1,1)X(-1,1)</a:t>
            </a:r>
            <a:r>
              <a:rPr lang="en-US">
                <a:latin typeface="Calibri"/>
                <a:cs typeface="Calibri"/>
              </a:rPr>
              <a:t>?</a:t>
            </a:r>
          </a:p>
          <a:p>
            <a:endParaRPr lang="en-US">
              <a:cs typeface="Calibri"/>
            </a:endParaRPr>
          </a:p>
        </p:txBody>
      </p:sp>
    </p:spTree>
    <p:extLst>
      <p:ext uri="{BB962C8B-B14F-4D97-AF65-F5344CB8AC3E}">
        <p14:creationId xmlns:p14="http://schemas.microsoft.com/office/powerpoint/2010/main" val="42165659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EC687F-2DEF-02A5-8EC3-3EA20EC06943}"/>
              </a:ext>
            </a:extLst>
          </p:cNvPr>
          <p:cNvSpPr>
            <a:spLocks noGrp="1"/>
          </p:cNvSpPr>
          <p:nvPr>
            <p:ph type="title"/>
          </p:nvPr>
        </p:nvSpPr>
        <p:spPr/>
        <p:txBody>
          <a:bodyPr/>
          <a:lstStyle/>
          <a:p>
            <a:r>
              <a:rPr lang="en-US"/>
              <a:t>Program Development: </a:t>
            </a:r>
            <a:r>
              <a:rPr lang="en-US">
                <a:latin typeface="Courier New" panose="02070309020205020404" pitchFamily="49" charset="0"/>
                <a:cs typeface="Courier New" panose="02070309020205020404" pitchFamily="49" charset="0"/>
              </a:rPr>
              <a:t>rand</a:t>
            </a:r>
            <a:r>
              <a:rPr lang="en-US"/>
              <a:t> function</a:t>
            </a:r>
          </a:p>
        </p:txBody>
      </p:sp>
      <p:pic>
        <p:nvPicPr>
          <p:cNvPr id="4" name="Picture 3">
            <a:extLst>
              <a:ext uri="{FF2B5EF4-FFF2-40B4-BE49-F238E27FC236}">
                <a16:creationId xmlns:a16="http://schemas.microsoft.com/office/drawing/2014/main" id="{AC2906BB-6610-AEBD-7B12-C4DB247CD650}"/>
              </a:ext>
            </a:extLst>
          </p:cNvPr>
          <p:cNvPicPr>
            <a:picLocks noChangeAspect="1"/>
          </p:cNvPicPr>
          <p:nvPr/>
        </p:nvPicPr>
        <p:blipFill rotWithShape="1">
          <a:blip r:embed="rId2"/>
          <a:srcRect l="2599" t="3548" r="2800"/>
          <a:stretch/>
        </p:blipFill>
        <p:spPr>
          <a:xfrm>
            <a:off x="7707673" y="1138364"/>
            <a:ext cx="4438934" cy="3859853"/>
          </a:xfrm>
          <a:prstGeom prst="rect">
            <a:avLst/>
          </a:prstGeom>
        </p:spPr>
      </p:pic>
      <p:pic>
        <p:nvPicPr>
          <p:cNvPr id="5" name="Picture 4">
            <a:extLst>
              <a:ext uri="{FF2B5EF4-FFF2-40B4-BE49-F238E27FC236}">
                <a16:creationId xmlns:a16="http://schemas.microsoft.com/office/drawing/2014/main" id="{5430E30A-045C-2F5B-A986-3FF6233F83F0}"/>
              </a:ext>
            </a:extLst>
          </p:cNvPr>
          <p:cNvPicPr>
            <a:picLocks noChangeAspect="1"/>
          </p:cNvPicPr>
          <p:nvPr/>
        </p:nvPicPr>
        <p:blipFill>
          <a:blip r:embed="rId3"/>
          <a:stretch>
            <a:fillRect/>
          </a:stretch>
        </p:blipFill>
        <p:spPr>
          <a:xfrm>
            <a:off x="9271452" y="1813133"/>
            <a:ext cx="1400370" cy="419158"/>
          </a:xfrm>
          <a:prstGeom prst="rect">
            <a:avLst/>
          </a:prstGeom>
        </p:spPr>
      </p:pic>
      <p:pic>
        <p:nvPicPr>
          <p:cNvPr id="6" name="Picture 5">
            <a:extLst>
              <a:ext uri="{FF2B5EF4-FFF2-40B4-BE49-F238E27FC236}">
                <a16:creationId xmlns:a16="http://schemas.microsoft.com/office/drawing/2014/main" id="{B300E245-AA1D-9DC1-02C7-F8540E0D8407}"/>
              </a:ext>
            </a:extLst>
          </p:cNvPr>
          <p:cNvPicPr>
            <a:picLocks noChangeAspect="1"/>
          </p:cNvPicPr>
          <p:nvPr/>
        </p:nvPicPr>
        <p:blipFill>
          <a:blip r:embed="rId4">
            <a:duotone>
              <a:schemeClr val="accent6">
                <a:shade val="45000"/>
                <a:satMod val="135000"/>
              </a:schemeClr>
              <a:prstClr val="white"/>
            </a:duotone>
          </a:blip>
          <a:stretch>
            <a:fillRect/>
          </a:stretch>
        </p:blipFill>
        <p:spPr>
          <a:xfrm>
            <a:off x="9161100" y="3350122"/>
            <a:ext cx="1797760" cy="845303"/>
          </a:xfrm>
          <a:prstGeom prst="rect">
            <a:avLst/>
          </a:prstGeom>
        </p:spPr>
      </p:pic>
      <p:pic>
        <p:nvPicPr>
          <p:cNvPr id="10" name="Picture 9">
            <a:extLst>
              <a:ext uri="{FF2B5EF4-FFF2-40B4-BE49-F238E27FC236}">
                <a16:creationId xmlns:a16="http://schemas.microsoft.com/office/drawing/2014/main" id="{67BB17BC-5E35-1F10-EBD6-1EF2472218D7}"/>
              </a:ext>
            </a:extLst>
          </p:cNvPr>
          <p:cNvPicPr>
            <a:picLocks noChangeAspect="1"/>
          </p:cNvPicPr>
          <p:nvPr/>
        </p:nvPicPr>
        <p:blipFill rotWithShape="1">
          <a:blip r:embed="rId5"/>
          <a:srcRect r="1092"/>
          <a:stretch/>
        </p:blipFill>
        <p:spPr>
          <a:xfrm>
            <a:off x="271266" y="3146159"/>
            <a:ext cx="7669683" cy="952633"/>
          </a:xfrm>
          <a:prstGeom prst="rect">
            <a:avLst/>
          </a:prstGeom>
        </p:spPr>
      </p:pic>
      <p:pic>
        <p:nvPicPr>
          <p:cNvPr id="12" name="Picture 11">
            <a:extLst>
              <a:ext uri="{FF2B5EF4-FFF2-40B4-BE49-F238E27FC236}">
                <a16:creationId xmlns:a16="http://schemas.microsoft.com/office/drawing/2014/main" id="{3199AFAC-B85D-6F5E-4C9F-2936661B4B3F}"/>
              </a:ext>
            </a:extLst>
          </p:cNvPr>
          <p:cNvPicPr>
            <a:picLocks noChangeAspect="1"/>
          </p:cNvPicPr>
          <p:nvPr/>
        </p:nvPicPr>
        <p:blipFill>
          <a:blip r:embed="rId6"/>
          <a:stretch>
            <a:fillRect/>
          </a:stretch>
        </p:blipFill>
        <p:spPr>
          <a:xfrm>
            <a:off x="264850" y="5187724"/>
            <a:ext cx="7659578" cy="1553283"/>
          </a:xfrm>
          <a:prstGeom prst="rect">
            <a:avLst/>
          </a:prstGeom>
        </p:spPr>
      </p:pic>
      <p:sp>
        <p:nvSpPr>
          <p:cNvPr id="7" name="TextBox 6">
            <a:extLst>
              <a:ext uri="{FF2B5EF4-FFF2-40B4-BE49-F238E27FC236}">
                <a16:creationId xmlns:a16="http://schemas.microsoft.com/office/drawing/2014/main" id="{5CDEA9E8-E4B2-A1D1-1DBC-CFC54C7AA231}"/>
              </a:ext>
            </a:extLst>
          </p:cNvPr>
          <p:cNvSpPr txBox="1"/>
          <p:nvPr/>
        </p:nvSpPr>
        <p:spPr>
          <a:xfrm>
            <a:off x="139051" y="1257021"/>
            <a:ext cx="7915900" cy="4031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cs typeface="Calibri"/>
              </a:rPr>
              <a:t>We can use rand to generate random values across a specified interval like (-1,1) by scaling and translating:</a:t>
            </a:r>
          </a:p>
          <a:p>
            <a:endParaRPr lang="en-US" sz="3200">
              <a:cs typeface="Calibri"/>
            </a:endParaRPr>
          </a:p>
          <a:p>
            <a:endParaRPr lang="en-US" sz="3200">
              <a:cs typeface="Calibri"/>
            </a:endParaRPr>
          </a:p>
          <a:p>
            <a:endParaRPr lang="en-US" sz="3200">
              <a:cs typeface="Calibri"/>
            </a:endParaRPr>
          </a:p>
          <a:p>
            <a:endParaRPr lang="en-US" sz="3200">
              <a:cs typeface="Calibri"/>
            </a:endParaRPr>
          </a:p>
          <a:p>
            <a:r>
              <a:rPr lang="en-US" sz="3200">
                <a:cs typeface="Calibri"/>
              </a:rPr>
              <a:t>For example:</a:t>
            </a:r>
          </a:p>
        </p:txBody>
      </p:sp>
    </p:spTree>
    <p:extLst>
      <p:ext uri="{BB962C8B-B14F-4D97-AF65-F5344CB8AC3E}">
        <p14:creationId xmlns:p14="http://schemas.microsoft.com/office/powerpoint/2010/main" val="27107111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CC22F-AED9-897C-CC02-5BD013A034CD}"/>
              </a:ext>
            </a:extLst>
          </p:cNvPr>
          <p:cNvSpPr>
            <a:spLocks noGrp="1"/>
          </p:cNvSpPr>
          <p:nvPr>
            <p:ph type="title"/>
          </p:nvPr>
        </p:nvSpPr>
        <p:spPr/>
        <p:txBody>
          <a:bodyPr/>
          <a:lstStyle/>
          <a:p>
            <a:r>
              <a:rPr lang="en-US"/>
              <a:t>Program Development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9F31558-7581-C5DF-A470-BC96C74E6B88}"/>
                  </a:ext>
                </a:extLst>
              </p:cNvPr>
              <p:cNvSpPr>
                <a:spLocks noGrp="1"/>
              </p:cNvSpPr>
              <p:nvPr>
                <p:ph idx="1"/>
              </p:nvPr>
            </p:nvSpPr>
            <p:spPr/>
            <p:txBody>
              <a:bodyPr/>
              <a:lstStyle/>
              <a:p>
                <a:r>
                  <a:rPr lang="en-US"/>
                  <a:t>Thus, the fragment</a:t>
                </a:r>
              </a:p>
              <a:p>
                <a:endParaRPr lang="en-US"/>
              </a:p>
              <a:p>
                <a:endParaRPr lang="en-US"/>
              </a:p>
              <a:p>
                <a:endParaRPr lang="en-US"/>
              </a:p>
              <a:p>
                <a:endParaRPr lang="en-US"/>
              </a:p>
              <a:p>
                <a:endParaRPr lang="en-US"/>
              </a:p>
              <a:p>
                <a:endParaRPr lang="en-US"/>
              </a:p>
              <a:p>
                <a:pPr marL="0" indent="0">
                  <a:buNone/>
                </a:pPr>
                <a:r>
                  <a:rPr lang="en-US"/>
                  <a:t>simulates the throwing of </a:t>
                </a:r>
                <a:r>
                  <a:rPr lang="en-US">
                    <a:latin typeface="Courier New" panose="02070309020205020404" pitchFamily="49" charset="0"/>
                    <a:cs typeface="Courier New" panose="02070309020205020404" pitchFamily="49" charset="0"/>
                  </a:rPr>
                  <a:t>n</a:t>
                </a:r>
                <a:r>
                  <a:rPr lang="en-US"/>
                  <a:t> darts, counts the number of “hits,” and estimates </a:t>
                </a:r>
                <a14:m>
                  <m:oMath xmlns:m="http://schemas.openxmlformats.org/officeDocument/2006/math">
                    <m:r>
                      <a:rPr lang="en-US" i="1" dirty="0" smtClean="0">
                        <a:solidFill>
                          <a:srgbClr val="FF0000"/>
                        </a:solidFill>
                        <a:latin typeface="Cambria Math" panose="02040503050406030204" pitchFamily="18" charset="0"/>
                        <a:sym typeface="Symbol" panose="05050102010706020507" pitchFamily="18" charset="2"/>
                      </a:rPr>
                      <m:t></m:t>
                    </m:r>
                  </m:oMath>
                </a14:m>
                <a:r>
                  <a:rPr lang="en-US"/>
                  <a:t> accordingly.</a:t>
                </a:r>
              </a:p>
            </p:txBody>
          </p:sp>
        </mc:Choice>
        <mc:Fallback>
          <p:sp>
            <p:nvSpPr>
              <p:cNvPr id="3" name="Content Placeholder 2">
                <a:extLst>
                  <a:ext uri="{FF2B5EF4-FFF2-40B4-BE49-F238E27FC236}">
                    <a16:creationId xmlns:a16="http://schemas.microsoft.com/office/drawing/2014/main" id="{59F31558-7581-C5DF-A470-BC96C74E6B88}"/>
                  </a:ext>
                </a:extLst>
              </p:cNvPr>
              <p:cNvSpPr>
                <a:spLocks noGrp="1" noRot="1" noChangeAspect="1" noMove="1" noResize="1" noEditPoints="1" noAdjustHandles="1" noChangeArrowheads="1" noChangeShapeType="1" noTextEdit="1"/>
              </p:cNvSpPr>
              <p:nvPr>
                <p:ph idx="1"/>
              </p:nvPr>
            </p:nvSpPr>
            <p:spPr>
              <a:blipFill>
                <a:blip r:embed="rId2"/>
                <a:stretch>
                  <a:fillRect l="-1350" t="-2488"/>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5D0C9242-9B44-FA5A-1751-F513867B24C8}"/>
              </a:ext>
            </a:extLst>
          </p:cNvPr>
          <p:cNvPicPr>
            <a:picLocks noChangeAspect="1"/>
          </p:cNvPicPr>
          <p:nvPr/>
        </p:nvPicPr>
        <p:blipFill rotWithShape="1">
          <a:blip r:embed="rId3"/>
          <a:srcRect l="2599" t="3548" r="2800"/>
          <a:stretch/>
        </p:blipFill>
        <p:spPr>
          <a:xfrm>
            <a:off x="7752170" y="1138364"/>
            <a:ext cx="4438934" cy="3859853"/>
          </a:xfrm>
          <a:prstGeom prst="rect">
            <a:avLst/>
          </a:prstGeom>
        </p:spPr>
      </p:pic>
      <p:pic>
        <p:nvPicPr>
          <p:cNvPr id="5" name="Picture 4">
            <a:extLst>
              <a:ext uri="{FF2B5EF4-FFF2-40B4-BE49-F238E27FC236}">
                <a16:creationId xmlns:a16="http://schemas.microsoft.com/office/drawing/2014/main" id="{7EA57529-216D-6BD5-C982-7811968AD667}"/>
              </a:ext>
            </a:extLst>
          </p:cNvPr>
          <p:cNvPicPr>
            <a:picLocks noChangeAspect="1"/>
          </p:cNvPicPr>
          <p:nvPr/>
        </p:nvPicPr>
        <p:blipFill>
          <a:blip r:embed="rId4"/>
          <a:stretch>
            <a:fillRect/>
          </a:stretch>
        </p:blipFill>
        <p:spPr>
          <a:xfrm>
            <a:off x="9271452" y="1813133"/>
            <a:ext cx="1400370" cy="419158"/>
          </a:xfrm>
          <a:prstGeom prst="rect">
            <a:avLst/>
          </a:prstGeom>
        </p:spPr>
      </p:pic>
      <p:pic>
        <p:nvPicPr>
          <p:cNvPr id="6" name="Picture 5">
            <a:extLst>
              <a:ext uri="{FF2B5EF4-FFF2-40B4-BE49-F238E27FC236}">
                <a16:creationId xmlns:a16="http://schemas.microsoft.com/office/drawing/2014/main" id="{B76BC005-82B2-3446-16B4-FEA56E4E248B}"/>
              </a:ext>
            </a:extLst>
          </p:cNvPr>
          <p:cNvPicPr>
            <a:picLocks noChangeAspect="1"/>
          </p:cNvPicPr>
          <p:nvPr/>
        </p:nvPicPr>
        <p:blipFill>
          <a:blip r:embed="rId5">
            <a:duotone>
              <a:schemeClr val="accent6">
                <a:shade val="45000"/>
                <a:satMod val="135000"/>
              </a:schemeClr>
              <a:prstClr val="white"/>
            </a:duotone>
          </a:blip>
          <a:stretch>
            <a:fillRect/>
          </a:stretch>
        </p:blipFill>
        <p:spPr>
          <a:xfrm>
            <a:off x="9161100" y="3350122"/>
            <a:ext cx="1797760" cy="845303"/>
          </a:xfrm>
          <a:prstGeom prst="rect">
            <a:avLst/>
          </a:prstGeom>
        </p:spPr>
      </p:pic>
      <p:pic>
        <p:nvPicPr>
          <p:cNvPr id="8" name="Picture 7">
            <a:extLst>
              <a:ext uri="{FF2B5EF4-FFF2-40B4-BE49-F238E27FC236}">
                <a16:creationId xmlns:a16="http://schemas.microsoft.com/office/drawing/2014/main" id="{DF515AA2-FC86-AB10-5B29-202421EFCB56}"/>
              </a:ext>
            </a:extLst>
          </p:cNvPr>
          <p:cNvPicPr>
            <a:picLocks noChangeAspect="1"/>
          </p:cNvPicPr>
          <p:nvPr/>
        </p:nvPicPr>
        <p:blipFill>
          <a:blip r:embed="rId6"/>
          <a:stretch>
            <a:fillRect/>
          </a:stretch>
        </p:blipFill>
        <p:spPr>
          <a:xfrm>
            <a:off x="423174" y="1748397"/>
            <a:ext cx="3820058" cy="2857899"/>
          </a:xfrm>
          <a:prstGeom prst="rect">
            <a:avLst/>
          </a:prstGeom>
        </p:spPr>
      </p:pic>
      <p:pic>
        <p:nvPicPr>
          <p:cNvPr id="12" name="Picture 11">
            <a:extLst>
              <a:ext uri="{FF2B5EF4-FFF2-40B4-BE49-F238E27FC236}">
                <a16:creationId xmlns:a16="http://schemas.microsoft.com/office/drawing/2014/main" id="{807FE775-DE45-B41E-C46A-BD4E742FB547}"/>
              </a:ext>
            </a:extLst>
          </p:cNvPr>
          <p:cNvPicPr>
            <a:picLocks noChangeAspect="1"/>
          </p:cNvPicPr>
          <p:nvPr/>
        </p:nvPicPr>
        <p:blipFill rotWithShape="1">
          <a:blip r:embed="rId7"/>
          <a:srcRect l="276" t="5634" r="1794"/>
          <a:stretch/>
        </p:blipFill>
        <p:spPr>
          <a:xfrm>
            <a:off x="4234979" y="1288917"/>
            <a:ext cx="3517720" cy="3533969"/>
          </a:xfrm>
          <a:prstGeom prst="rect">
            <a:avLst/>
          </a:prstGeom>
        </p:spPr>
      </p:pic>
    </p:spTree>
    <p:extLst>
      <p:ext uri="{BB962C8B-B14F-4D97-AF65-F5344CB8AC3E}">
        <p14:creationId xmlns:p14="http://schemas.microsoft.com/office/powerpoint/2010/main" val="2230247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BEC6F-9C19-DFB3-A133-1A498F053AC0}"/>
              </a:ext>
            </a:extLst>
          </p:cNvPr>
          <p:cNvSpPr>
            <a:spLocks noGrp="1"/>
          </p:cNvSpPr>
          <p:nvPr>
            <p:ph type="title"/>
          </p:nvPr>
        </p:nvSpPr>
        <p:spPr/>
        <p:txBody>
          <a:bodyPr/>
          <a:lstStyle/>
          <a:p>
            <a:r>
              <a:rPr lang="en-US"/>
              <a:t>Program Development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5EA7C99-966E-8820-D968-52B637477C85}"/>
                  </a:ext>
                </a:extLst>
              </p:cNvPr>
              <p:cNvSpPr>
                <a:spLocks noGrp="1"/>
              </p:cNvSpPr>
              <p:nvPr>
                <p:ph idx="1"/>
              </p:nvPr>
            </p:nvSpPr>
            <p:spPr>
              <a:xfrm>
                <a:off x="272503" y="1180848"/>
                <a:ext cx="8119884" cy="5147284"/>
              </a:xfrm>
            </p:spPr>
            <p:txBody>
              <a:bodyPr/>
              <a:lstStyle/>
              <a:p>
                <a:r>
                  <a:rPr lang="en-US"/>
                  <a:t>The paradigm of setting up a random simulation (game) whose outcome (score) says something about the problem on hand is called </a:t>
                </a:r>
                <a:r>
                  <a:rPr lang="en-US" i="1">
                    <a:latin typeface="Times New Roman" panose="02020603050405020304" pitchFamily="18" charset="0"/>
                    <a:cs typeface="Times New Roman" panose="02020603050405020304" pitchFamily="18" charset="0"/>
                  </a:rPr>
                  <a:t>Monte Carlo</a:t>
                </a:r>
                <a:r>
                  <a:rPr lang="en-US"/>
                  <a:t>. We approached the problem of computing </a:t>
                </a:r>
                <a14:m>
                  <m:oMath xmlns:m="http://schemas.openxmlformats.org/officeDocument/2006/math">
                    <m:r>
                      <a:rPr lang="en-US" i="1" dirty="0" smtClean="0">
                        <a:solidFill>
                          <a:srgbClr val="FF0000"/>
                        </a:solidFill>
                        <a:latin typeface="Cambria Math" panose="02040503050406030204" pitchFamily="18" charset="0"/>
                        <a:sym typeface="Symbol" panose="05050102010706020507" pitchFamily="18" charset="2"/>
                      </a:rPr>
                      <m:t></m:t>
                    </m:r>
                  </m:oMath>
                </a14:m>
                <a:r>
                  <a:rPr lang="en-US"/>
                  <a:t> by simulating a dart game where the score </a:t>
                </a:r>
                <a:r>
                  <a:rPr lang="en-US">
                    <a:latin typeface="Courier New" panose="02070309020205020404" pitchFamily="49" charset="0"/>
                    <a:cs typeface="Courier New" panose="02070309020205020404" pitchFamily="49" charset="0"/>
                  </a:rPr>
                  <a:t>4(hits/n) </a:t>
                </a:r>
                <a:r>
                  <a:rPr lang="en-US"/>
                  <a:t>sheds light on its value.</a:t>
                </a:r>
              </a:p>
              <a:p>
                <a:endParaRPr lang="en-US"/>
              </a:p>
            </p:txBody>
          </p:sp>
        </mc:Choice>
        <mc:Fallback>
          <p:sp>
            <p:nvSpPr>
              <p:cNvPr id="3" name="Content Placeholder 2">
                <a:extLst>
                  <a:ext uri="{FF2B5EF4-FFF2-40B4-BE49-F238E27FC236}">
                    <a16:creationId xmlns:a16="http://schemas.microsoft.com/office/drawing/2014/main" id="{05EA7C99-966E-8820-D968-52B637477C85}"/>
                  </a:ext>
                </a:extLst>
              </p:cNvPr>
              <p:cNvSpPr>
                <a:spLocks noGrp="1" noRot="1" noChangeAspect="1" noMove="1" noResize="1" noEditPoints="1" noAdjustHandles="1" noChangeArrowheads="1" noChangeShapeType="1" noTextEdit="1"/>
              </p:cNvSpPr>
              <p:nvPr>
                <p:ph idx="1"/>
              </p:nvPr>
            </p:nvSpPr>
            <p:spPr>
              <a:xfrm>
                <a:off x="272503" y="1180848"/>
                <a:ext cx="8119884" cy="5147284"/>
              </a:xfrm>
              <a:blipFill>
                <a:blip r:embed="rId3"/>
                <a:stretch>
                  <a:fillRect l="-1727" t="-2488" r="-75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09BC0F1D-4160-33FE-1F86-98445A36F8F2}"/>
              </a:ext>
            </a:extLst>
          </p:cNvPr>
          <p:cNvPicPr>
            <a:picLocks noChangeAspect="1"/>
          </p:cNvPicPr>
          <p:nvPr/>
        </p:nvPicPr>
        <p:blipFill rotWithShape="1">
          <a:blip r:embed="rId4"/>
          <a:srcRect l="59" t="5634" r="1794" b="-439"/>
          <a:stretch/>
        </p:blipFill>
        <p:spPr>
          <a:xfrm>
            <a:off x="8394491" y="1288917"/>
            <a:ext cx="3525533" cy="3550401"/>
          </a:xfrm>
          <a:prstGeom prst="rect">
            <a:avLst/>
          </a:prstGeom>
        </p:spPr>
      </p:pic>
      <p:sp>
        <p:nvSpPr>
          <p:cNvPr id="8" name="TextBox 7">
            <a:extLst>
              <a:ext uri="{FF2B5EF4-FFF2-40B4-BE49-F238E27FC236}">
                <a16:creationId xmlns:a16="http://schemas.microsoft.com/office/drawing/2014/main" id="{644151D3-D7D2-01DB-B151-E3F5B1C3E4E2}"/>
              </a:ext>
            </a:extLst>
          </p:cNvPr>
          <p:cNvSpPr txBox="1"/>
          <p:nvPr/>
        </p:nvSpPr>
        <p:spPr>
          <a:xfrm>
            <a:off x="513772" y="4856289"/>
            <a:ext cx="11405725" cy="1815882"/>
          </a:xfrm>
          <a:prstGeom prst="rect">
            <a:avLst/>
          </a:prstGeom>
          <a:noFill/>
        </p:spPr>
        <p:txBody>
          <a:bodyPr wrap="square">
            <a:spAutoFit/>
          </a:bodyPr>
          <a:lstStyle/>
          <a:p>
            <a:r>
              <a:rPr lang="en-US" sz="2800"/>
              <a:t>Monte Carlo methods, or Monte Carlo experiments, are a broad class of </a:t>
            </a:r>
            <a:r>
              <a:rPr lang="en-US" sz="2800">
                <a:solidFill>
                  <a:srgbClr val="FF0000"/>
                </a:solidFill>
              </a:rPr>
              <a:t>computational algorithms </a:t>
            </a:r>
            <a:r>
              <a:rPr lang="en-US" sz="2800"/>
              <a:t>that rely on repeated </a:t>
            </a:r>
            <a:r>
              <a:rPr lang="en-US" sz="2800" u="sng"/>
              <a:t>random sampling </a:t>
            </a:r>
            <a:r>
              <a:rPr lang="en-US" sz="2800"/>
              <a:t>to obtain numerical results. The underlying concept is to </a:t>
            </a:r>
            <a:r>
              <a:rPr lang="en-US" sz="2800" i="1"/>
              <a:t>use randomness to solve problems </a:t>
            </a:r>
            <a:r>
              <a:rPr lang="en-US" sz="2800"/>
              <a:t>that might be deterministic in principle.</a:t>
            </a:r>
          </a:p>
        </p:txBody>
      </p:sp>
    </p:spTree>
    <p:extLst>
      <p:ext uri="{BB962C8B-B14F-4D97-AF65-F5344CB8AC3E}">
        <p14:creationId xmlns:p14="http://schemas.microsoft.com/office/powerpoint/2010/main" val="6839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A0E02-9859-2433-B21D-14A15F84B02A}"/>
              </a:ext>
            </a:extLst>
          </p:cNvPr>
          <p:cNvSpPr>
            <a:spLocks noGrp="1"/>
          </p:cNvSpPr>
          <p:nvPr>
            <p:ph type="title"/>
          </p:nvPr>
        </p:nvSpPr>
        <p:spPr/>
        <p:txBody>
          <a:bodyPr/>
          <a:lstStyle/>
          <a:p>
            <a:r>
              <a:rPr lang="en-US">
                <a:latin typeface="Arial Black"/>
              </a:rPr>
              <a:t>Let's try different values of n</a:t>
            </a:r>
            <a:endParaRPr lang="en-US"/>
          </a:p>
        </p:txBody>
      </p:sp>
      <p:pic>
        <p:nvPicPr>
          <p:cNvPr id="5" name="Picture 4" descr="A white background with black text&#10;&#10;Description automatically generated">
            <a:extLst>
              <a:ext uri="{FF2B5EF4-FFF2-40B4-BE49-F238E27FC236}">
                <a16:creationId xmlns:a16="http://schemas.microsoft.com/office/drawing/2014/main" id="{5F25273D-A943-29D5-A29C-F981FB756681}"/>
              </a:ext>
            </a:extLst>
          </p:cNvPr>
          <p:cNvPicPr>
            <a:picLocks noChangeAspect="1"/>
          </p:cNvPicPr>
          <p:nvPr/>
        </p:nvPicPr>
        <p:blipFill>
          <a:blip r:embed="rId2"/>
          <a:stretch>
            <a:fillRect/>
          </a:stretch>
        </p:blipFill>
        <p:spPr>
          <a:xfrm>
            <a:off x="446205" y="1485605"/>
            <a:ext cx="8415866" cy="4791587"/>
          </a:xfrm>
          <a:prstGeom prst="rect">
            <a:avLst/>
          </a:prstGeom>
        </p:spPr>
      </p:pic>
      <p:pic>
        <p:nvPicPr>
          <p:cNvPr id="4" name="Picture 3">
            <a:extLst>
              <a:ext uri="{FF2B5EF4-FFF2-40B4-BE49-F238E27FC236}">
                <a16:creationId xmlns:a16="http://schemas.microsoft.com/office/drawing/2014/main" id="{7B60BEE6-A248-13BA-F562-EF5B6252A24E}"/>
              </a:ext>
            </a:extLst>
          </p:cNvPr>
          <p:cNvPicPr>
            <a:picLocks noChangeAspect="1"/>
          </p:cNvPicPr>
          <p:nvPr/>
        </p:nvPicPr>
        <p:blipFill>
          <a:blip r:embed="rId3"/>
          <a:stretch>
            <a:fillRect/>
          </a:stretch>
        </p:blipFill>
        <p:spPr>
          <a:xfrm>
            <a:off x="5238045" y="2324250"/>
            <a:ext cx="6778977" cy="2209500"/>
          </a:xfrm>
          <a:prstGeom prst="rect">
            <a:avLst/>
          </a:prstGeom>
          <a:ln w="28575">
            <a:solidFill>
              <a:schemeClr val="tx1"/>
            </a:solidFill>
          </a:ln>
        </p:spPr>
      </p:pic>
    </p:spTree>
    <p:extLst>
      <p:ext uri="{BB962C8B-B14F-4D97-AF65-F5344CB8AC3E}">
        <p14:creationId xmlns:p14="http://schemas.microsoft.com/office/powerpoint/2010/main" val="5641562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7549951-b4c8-463d-bb1c-37ba9fa5011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C10169E449BAB4194FF93B3DC6AA39B" ma:contentTypeVersion="18" ma:contentTypeDescription="Create a new document." ma:contentTypeScope="" ma:versionID="ee23bc84fadcc75d7bffa7eb3a4e035e">
  <xsd:schema xmlns:xsd="http://www.w3.org/2001/XMLSchema" xmlns:xs="http://www.w3.org/2001/XMLSchema" xmlns:p="http://schemas.microsoft.com/office/2006/metadata/properties" xmlns:ns3="27549951-b4c8-463d-bb1c-37ba9fa5011d" xmlns:ns4="f3abb6a0-0fa6-461f-9cf7-f66e5063ba35" targetNamespace="http://schemas.microsoft.com/office/2006/metadata/properties" ma:root="true" ma:fieldsID="1300603326c85639cebd1bf88d2f0d19" ns3:_="" ns4:_="">
    <xsd:import namespace="27549951-b4c8-463d-bb1c-37ba9fa5011d"/>
    <xsd:import namespace="f3abb6a0-0fa6-461f-9cf7-f66e5063ba35"/>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4:SharedWithUsers" minOccurs="0"/>
                <xsd:element ref="ns4:SharedWithDetails" minOccurs="0"/>
                <xsd:element ref="ns4:SharingHintHash" minOccurs="0"/>
                <xsd:element ref="ns3:MediaServiceLocation" minOccurs="0"/>
                <xsd:element ref="ns3:MediaServiceEventHashCode" minOccurs="0"/>
                <xsd:element ref="ns3:MediaServiceGenerationTime"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7549951-b4c8-463d-bb1c-37ba9fa501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6" nillable="true" ma:displayName="MediaServiceLocation" ma:internalName="MediaServiceLocation"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abb6a0-0fa6-461f-9cf7-f66e5063ba35"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6334C67-DDE1-4044-BF0C-50193A697728}">
  <ds:schemaRefs>
    <ds:schemaRef ds:uri="27549951-b4c8-463d-bb1c-37ba9fa5011d"/>
    <ds:schemaRef ds:uri="f3abb6a0-0fa6-461f-9cf7-f66e5063ba3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E400357-F2B7-4FCB-BA9C-B7937106037D}">
  <ds:schemaRefs>
    <ds:schemaRef ds:uri="27549951-b4c8-463d-bb1c-37ba9fa5011d"/>
    <ds:schemaRef ds:uri="f3abb6a0-0fa6-461f-9cf7-f66e5063ba3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0/xmlns/"/>
    <ds:schemaRef ds:uri="http://www.w3.org/2001/XMLSchema"/>
  </ds:schemaRefs>
</ds:datastoreItem>
</file>

<file path=customXml/itemProps3.xml><?xml version="1.0" encoding="utf-8"?>
<ds:datastoreItem xmlns:ds="http://schemas.openxmlformats.org/officeDocument/2006/customXml" ds:itemID="{EBE8C3F6-2B37-450C-8636-87BA99B9F76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Application>Microsoft Office PowerPoint</Application>
  <PresentationFormat>Widescreen</PresentationFormat>
  <Slides>21</Slides>
  <Notes>8</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Randomness</vt:lpstr>
      <vt:lpstr>Generating Random Numbers</vt:lpstr>
      <vt:lpstr>Exercise 1</vt:lpstr>
      <vt:lpstr>PowerPoint Presentation</vt:lpstr>
      <vt:lpstr>Seed</vt:lpstr>
      <vt:lpstr>Exercise 2</vt:lpstr>
      <vt:lpstr>PowerPoint Presentation</vt:lpstr>
      <vt:lpstr>Exercise 3: Throw darts to approximate π</vt:lpstr>
      <vt:lpstr>Problem Statement</vt:lpstr>
      <vt:lpstr>Program Development</vt:lpstr>
      <vt:lpstr>Program Development: rand function</vt:lpstr>
      <vt:lpstr>Program Development: rand function</vt:lpstr>
      <vt:lpstr>Bar graph</vt:lpstr>
      <vt:lpstr>Program Development: rand function</vt:lpstr>
      <vt:lpstr>Program Development: rand function</vt:lpstr>
      <vt:lpstr>Program Development: rand function</vt:lpstr>
      <vt:lpstr>Program Development: rand function</vt:lpstr>
      <vt:lpstr>Program Development</vt:lpstr>
      <vt:lpstr>Program Development</vt:lpstr>
      <vt:lpstr>Let's try different values of 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IDS 1721 - Florida Poly</dc:title>
  <dc:creator>Edwar Romero-Ramirez</dc:creator>
  <cp:revision>1</cp:revision>
  <dcterms:created xsi:type="dcterms:W3CDTF">2023-12-16T22:48:18Z</dcterms:created>
  <dcterms:modified xsi:type="dcterms:W3CDTF">2024-11-14T04:48:48Z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0x0101006C10169E449BAB4194FF93B3DC6AA39B</vt:lpwstr>
  </property>
</Properties>
</file>
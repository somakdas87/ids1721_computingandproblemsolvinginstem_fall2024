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1"/>
  </p:notesMasterIdLst>
  <p:sldIdLst>
    <p:sldId id="256" r:id="rId5"/>
    <p:sldId id="257" r:id="rId6"/>
    <p:sldId id="259" r:id="rId7"/>
    <p:sldId id="383" r:id="rId8"/>
    <p:sldId id="384" r:id="rId9"/>
    <p:sldId id="258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CA9A4318-308F-4E94-B769-27CD31B32842}">
          <p14:sldIdLst>
            <p14:sldId id="256"/>
            <p14:sldId id="257"/>
            <p14:sldId id="259"/>
            <p14:sldId id="383"/>
            <p14:sldId id="384"/>
            <p14:sldId id="258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00CC"/>
    <a:srgbClr val="CC00FF"/>
    <a:srgbClr val="2E1B46"/>
    <a:srgbClr val="48287C"/>
    <a:srgbClr val="532D8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4EA45EA-CFAA-4C00-8822-C118220DBAE3}" v="80" dt="2024-09-04T19:34:26.409"/>
    <p1510:client id="{90C0DF87-8B8A-D3C1-25BA-0F7425017BFA}" v="12" dt="2024-09-05T16:49:32.25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009"/>
    <p:restoredTop sz="94719"/>
  </p:normalViewPr>
  <p:slideViewPr>
    <p:cSldViewPr snapToGrid="0">
      <p:cViewPr varScale="1">
        <p:scale>
          <a:sx n="148" d="100"/>
          <a:sy n="148" d="100"/>
        </p:scale>
        <p:origin x="101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njeeta Ghimire" userId="24f4f4b1-044e-4d86-abaf-8307f4e8b0a1" providerId="ADAL" clId="{74EA45EA-CFAA-4C00-8822-C118220DBAE3}"/>
    <pc:docChg chg="undo redo custSel addSld delSld modSld modSection">
      <pc:chgData name="Sanjeeta Ghimire" userId="24f4f4b1-044e-4d86-abaf-8307f4e8b0a1" providerId="ADAL" clId="{74EA45EA-CFAA-4C00-8822-C118220DBAE3}" dt="2024-09-05T13:10:54.161" v="1396" actId="27636"/>
      <pc:docMkLst>
        <pc:docMk/>
      </pc:docMkLst>
      <pc:sldChg chg="modSp mod">
        <pc:chgData name="Sanjeeta Ghimire" userId="24f4f4b1-044e-4d86-abaf-8307f4e8b0a1" providerId="ADAL" clId="{74EA45EA-CFAA-4C00-8822-C118220DBAE3}" dt="2024-09-03T19:42:49.459" v="72" actId="20577"/>
        <pc:sldMkLst>
          <pc:docMk/>
          <pc:sldMk cId="783844113" sldId="256"/>
        </pc:sldMkLst>
        <pc:spChg chg="mod">
          <ac:chgData name="Sanjeeta Ghimire" userId="24f4f4b1-044e-4d86-abaf-8307f4e8b0a1" providerId="ADAL" clId="{74EA45EA-CFAA-4C00-8822-C118220DBAE3}" dt="2024-09-03T19:42:49.459" v="72" actId="20577"/>
          <ac:spMkLst>
            <pc:docMk/>
            <pc:sldMk cId="783844113" sldId="256"/>
            <ac:spMk id="6" creationId="{86649F24-8FCC-CDEB-B4C7-3B4C1F0F6A52}"/>
          </ac:spMkLst>
        </pc:spChg>
      </pc:sldChg>
      <pc:sldChg chg="del">
        <pc:chgData name="Sanjeeta Ghimire" userId="24f4f4b1-044e-4d86-abaf-8307f4e8b0a1" providerId="ADAL" clId="{74EA45EA-CFAA-4C00-8822-C118220DBAE3}" dt="2024-09-03T19:43:00.372" v="73" actId="47"/>
        <pc:sldMkLst>
          <pc:docMk/>
          <pc:sldMk cId="1616182179" sldId="257"/>
        </pc:sldMkLst>
      </pc:sldChg>
      <pc:sldChg chg="addSp delSp modSp new mod setBg">
        <pc:chgData name="Sanjeeta Ghimire" userId="24f4f4b1-044e-4d86-abaf-8307f4e8b0a1" providerId="ADAL" clId="{74EA45EA-CFAA-4C00-8822-C118220DBAE3}" dt="2024-09-05T13:10:54.161" v="1396" actId="27636"/>
        <pc:sldMkLst>
          <pc:docMk/>
          <pc:sldMk cId="2247106364" sldId="257"/>
        </pc:sldMkLst>
        <pc:spChg chg="mod">
          <ac:chgData name="Sanjeeta Ghimire" userId="24f4f4b1-044e-4d86-abaf-8307f4e8b0a1" providerId="ADAL" clId="{74EA45EA-CFAA-4C00-8822-C118220DBAE3}" dt="2024-09-04T19:55:46.636" v="1195" actId="14100"/>
          <ac:spMkLst>
            <pc:docMk/>
            <pc:sldMk cId="2247106364" sldId="257"/>
            <ac:spMk id="2" creationId="{61F267F9-0C34-DF9A-EDCA-C46E66DAD03A}"/>
          </ac:spMkLst>
        </pc:spChg>
        <pc:spChg chg="mod">
          <ac:chgData name="Sanjeeta Ghimire" userId="24f4f4b1-044e-4d86-abaf-8307f4e8b0a1" providerId="ADAL" clId="{74EA45EA-CFAA-4C00-8822-C118220DBAE3}" dt="2024-09-05T13:10:54.161" v="1396" actId="27636"/>
          <ac:spMkLst>
            <pc:docMk/>
            <pc:sldMk cId="2247106364" sldId="257"/>
            <ac:spMk id="3" creationId="{DB1FD7F5-1BFE-AD74-05AB-8F3DAAE923AF}"/>
          </ac:spMkLst>
        </pc:spChg>
        <pc:spChg chg="add del">
          <ac:chgData name="Sanjeeta Ghimire" userId="24f4f4b1-044e-4d86-abaf-8307f4e8b0a1" providerId="ADAL" clId="{74EA45EA-CFAA-4C00-8822-C118220DBAE3}" dt="2024-09-04T19:53:49.593" v="1159" actId="26606"/>
          <ac:spMkLst>
            <pc:docMk/>
            <pc:sldMk cId="2247106364" sldId="257"/>
            <ac:spMk id="8" creationId="{09588DA8-065E-4F6F-8EFD-43104AB2E0CF}"/>
          </ac:spMkLst>
        </pc:spChg>
        <pc:spChg chg="add del">
          <ac:chgData name="Sanjeeta Ghimire" userId="24f4f4b1-044e-4d86-abaf-8307f4e8b0a1" providerId="ADAL" clId="{74EA45EA-CFAA-4C00-8822-C118220DBAE3}" dt="2024-09-04T19:53:44.118" v="1155" actId="26606"/>
          <ac:spMkLst>
            <pc:docMk/>
            <pc:sldMk cId="2247106364" sldId="257"/>
            <ac:spMk id="9" creationId="{C0763A76-9F1C-4FC5-82B7-DD475DA461B2}"/>
          </ac:spMkLst>
        </pc:spChg>
        <pc:spChg chg="add del">
          <ac:chgData name="Sanjeeta Ghimire" userId="24f4f4b1-044e-4d86-abaf-8307f4e8b0a1" providerId="ADAL" clId="{74EA45EA-CFAA-4C00-8822-C118220DBAE3}" dt="2024-09-04T19:53:49.593" v="1159" actId="26606"/>
          <ac:spMkLst>
            <pc:docMk/>
            <pc:sldMk cId="2247106364" sldId="257"/>
            <ac:spMk id="10" creationId="{C4285719-470E-454C-AF62-8323075F1F5B}"/>
          </ac:spMkLst>
        </pc:spChg>
        <pc:spChg chg="add del">
          <ac:chgData name="Sanjeeta Ghimire" userId="24f4f4b1-044e-4d86-abaf-8307f4e8b0a1" providerId="ADAL" clId="{74EA45EA-CFAA-4C00-8822-C118220DBAE3}" dt="2024-09-04T19:53:44.118" v="1155" actId="26606"/>
          <ac:spMkLst>
            <pc:docMk/>
            <pc:sldMk cId="2247106364" sldId="257"/>
            <ac:spMk id="11" creationId="{E81BF4F6-F2CF-4984-9D14-D6966D92F99F}"/>
          </ac:spMkLst>
        </pc:spChg>
        <pc:spChg chg="add del">
          <ac:chgData name="Sanjeeta Ghimire" userId="24f4f4b1-044e-4d86-abaf-8307f4e8b0a1" providerId="ADAL" clId="{74EA45EA-CFAA-4C00-8822-C118220DBAE3}" dt="2024-09-04T19:53:49.593" v="1159" actId="26606"/>
          <ac:spMkLst>
            <pc:docMk/>
            <pc:sldMk cId="2247106364" sldId="257"/>
            <ac:spMk id="12" creationId="{CD9FE4EF-C4D8-49A0-B2FF-81D8DB7D8A24}"/>
          </ac:spMkLst>
        </pc:spChg>
        <pc:spChg chg="add del">
          <ac:chgData name="Sanjeeta Ghimire" userId="24f4f4b1-044e-4d86-abaf-8307f4e8b0a1" providerId="ADAL" clId="{74EA45EA-CFAA-4C00-8822-C118220DBAE3}" dt="2024-09-04T19:53:48.738" v="1157" actId="26606"/>
          <ac:spMkLst>
            <pc:docMk/>
            <pc:sldMk cId="2247106364" sldId="257"/>
            <ac:spMk id="13" creationId="{9F7D5CDA-D291-4307-BF55-1381FED29634}"/>
          </ac:spMkLst>
        </pc:spChg>
        <pc:spChg chg="add del">
          <ac:chgData name="Sanjeeta Ghimire" userId="24f4f4b1-044e-4d86-abaf-8307f4e8b0a1" providerId="ADAL" clId="{74EA45EA-CFAA-4C00-8822-C118220DBAE3}" dt="2024-09-04T19:53:49.593" v="1159" actId="26606"/>
          <ac:spMkLst>
            <pc:docMk/>
            <pc:sldMk cId="2247106364" sldId="257"/>
            <ac:spMk id="16" creationId="{D2B78728-A580-49A7-84F9-6EF6F583ADE0}"/>
          </ac:spMkLst>
        </pc:spChg>
        <pc:spChg chg="add del">
          <ac:chgData name="Sanjeeta Ghimire" userId="24f4f4b1-044e-4d86-abaf-8307f4e8b0a1" providerId="ADAL" clId="{74EA45EA-CFAA-4C00-8822-C118220DBAE3}" dt="2024-09-04T19:53:49.593" v="1159" actId="26606"/>
          <ac:spMkLst>
            <pc:docMk/>
            <pc:sldMk cId="2247106364" sldId="257"/>
            <ac:spMk id="17" creationId="{4300840D-0A0B-4512-BACA-B439D5B9C57C}"/>
          </ac:spMkLst>
        </pc:spChg>
        <pc:spChg chg="add del">
          <ac:chgData name="Sanjeeta Ghimire" userId="24f4f4b1-044e-4d86-abaf-8307f4e8b0a1" providerId="ADAL" clId="{74EA45EA-CFAA-4C00-8822-C118220DBAE3}" dt="2024-09-04T19:53:49.593" v="1159" actId="26606"/>
          <ac:spMkLst>
            <pc:docMk/>
            <pc:sldMk cId="2247106364" sldId="257"/>
            <ac:spMk id="18" creationId="{38FAA1A1-D861-433F-88FA-1E9D6FD31D11}"/>
          </ac:spMkLst>
        </pc:spChg>
        <pc:spChg chg="add del">
          <ac:chgData name="Sanjeeta Ghimire" userId="24f4f4b1-044e-4d86-abaf-8307f4e8b0a1" providerId="ADAL" clId="{74EA45EA-CFAA-4C00-8822-C118220DBAE3}" dt="2024-09-04T19:53:49.593" v="1159" actId="26606"/>
          <ac:spMkLst>
            <pc:docMk/>
            <pc:sldMk cId="2247106364" sldId="257"/>
            <ac:spMk id="20" creationId="{8D71EDA1-87BF-4D5D-AB79-F346FD19278A}"/>
          </ac:spMkLst>
        </pc:spChg>
        <pc:spChg chg="add del">
          <ac:chgData name="Sanjeeta Ghimire" userId="24f4f4b1-044e-4d86-abaf-8307f4e8b0a1" providerId="ADAL" clId="{74EA45EA-CFAA-4C00-8822-C118220DBAE3}" dt="2024-09-04T19:53:51.227" v="1161" actId="26606"/>
          <ac:spMkLst>
            <pc:docMk/>
            <pc:sldMk cId="2247106364" sldId="257"/>
            <ac:spMk id="22" creationId="{C2554CA6-288E-4202-BC52-2E5A8F0C0AED}"/>
          </ac:spMkLst>
        </pc:spChg>
        <pc:spChg chg="add del">
          <ac:chgData name="Sanjeeta Ghimire" userId="24f4f4b1-044e-4d86-abaf-8307f4e8b0a1" providerId="ADAL" clId="{74EA45EA-CFAA-4C00-8822-C118220DBAE3}" dt="2024-09-04T19:53:51.227" v="1161" actId="26606"/>
          <ac:spMkLst>
            <pc:docMk/>
            <pc:sldMk cId="2247106364" sldId="257"/>
            <ac:spMk id="23" creationId="{B10BB131-AC8E-4A8E-A5D1-36260F720C3B}"/>
          </ac:spMkLst>
        </pc:spChg>
        <pc:spChg chg="add del">
          <ac:chgData name="Sanjeeta Ghimire" userId="24f4f4b1-044e-4d86-abaf-8307f4e8b0a1" providerId="ADAL" clId="{74EA45EA-CFAA-4C00-8822-C118220DBAE3}" dt="2024-09-04T19:53:51.227" v="1161" actId="26606"/>
          <ac:spMkLst>
            <pc:docMk/>
            <pc:sldMk cId="2247106364" sldId="257"/>
            <ac:spMk id="24" creationId="{5B7778FC-632E-4DCA-A7CB-0D7731CCF970}"/>
          </ac:spMkLst>
        </pc:spChg>
        <pc:spChg chg="add del">
          <ac:chgData name="Sanjeeta Ghimire" userId="24f4f4b1-044e-4d86-abaf-8307f4e8b0a1" providerId="ADAL" clId="{74EA45EA-CFAA-4C00-8822-C118220DBAE3}" dt="2024-09-04T19:53:51.227" v="1161" actId="26606"/>
          <ac:spMkLst>
            <pc:docMk/>
            <pc:sldMk cId="2247106364" sldId="257"/>
            <ac:spMk id="25" creationId="{FA23A907-97FB-4A8F-880A-DD77401C4296}"/>
          </ac:spMkLst>
        </pc:spChg>
        <pc:spChg chg="add del">
          <ac:chgData name="Sanjeeta Ghimire" userId="24f4f4b1-044e-4d86-abaf-8307f4e8b0a1" providerId="ADAL" clId="{74EA45EA-CFAA-4C00-8822-C118220DBAE3}" dt="2024-09-04T19:53:52.914" v="1163" actId="26606"/>
          <ac:spMkLst>
            <pc:docMk/>
            <pc:sldMk cId="2247106364" sldId="257"/>
            <ac:spMk id="27" creationId="{907EF6B7-1338-4443-8C46-6A318D952DFD}"/>
          </ac:spMkLst>
        </pc:spChg>
        <pc:spChg chg="add del">
          <ac:chgData name="Sanjeeta Ghimire" userId="24f4f4b1-044e-4d86-abaf-8307f4e8b0a1" providerId="ADAL" clId="{74EA45EA-CFAA-4C00-8822-C118220DBAE3}" dt="2024-09-04T19:53:52.914" v="1163" actId="26606"/>
          <ac:spMkLst>
            <pc:docMk/>
            <pc:sldMk cId="2247106364" sldId="257"/>
            <ac:spMk id="28" creationId="{DAAE4CDD-124C-4DCF-9584-B6033B545DD5}"/>
          </ac:spMkLst>
        </pc:spChg>
        <pc:spChg chg="add del">
          <ac:chgData name="Sanjeeta Ghimire" userId="24f4f4b1-044e-4d86-abaf-8307f4e8b0a1" providerId="ADAL" clId="{74EA45EA-CFAA-4C00-8822-C118220DBAE3}" dt="2024-09-04T19:53:52.914" v="1163" actId="26606"/>
          <ac:spMkLst>
            <pc:docMk/>
            <pc:sldMk cId="2247106364" sldId="257"/>
            <ac:spMk id="29" creationId="{081E4A58-353D-44AE-B2FC-2A74E2E400F7}"/>
          </ac:spMkLst>
        </pc:spChg>
        <pc:spChg chg="add del">
          <ac:chgData name="Sanjeeta Ghimire" userId="24f4f4b1-044e-4d86-abaf-8307f4e8b0a1" providerId="ADAL" clId="{74EA45EA-CFAA-4C00-8822-C118220DBAE3}" dt="2024-09-04T19:54:07.463" v="1174" actId="26606"/>
          <ac:spMkLst>
            <pc:docMk/>
            <pc:sldMk cId="2247106364" sldId="257"/>
            <ac:spMk id="31" creationId="{C0763A76-9F1C-4FC5-82B7-DD475DA461B2}"/>
          </ac:spMkLst>
        </pc:spChg>
        <pc:spChg chg="add del">
          <ac:chgData name="Sanjeeta Ghimire" userId="24f4f4b1-044e-4d86-abaf-8307f4e8b0a1" providerId="ADAL" clId="{74EA45EA-CFAA-4C00-8822-C118220DBAE3}" dt="2024-09-04T19:54:07.463" v="1174" actId="26606"/>
          <ac:spMkLst>
            <pc:docMk/>
            <pc:sldMk cId="2247106364" sldId="257"/>
            <ac:spMk id="32" creationId="{E81BF4F6-F2CF-4984-9D14-D6966D92F99F}"/>
          </ac:spMkLst>
        </pc:spChg>
        <pc:spChg chg="add del">
          <ac:chgData name="Sanjeeta Ghimire" userId="24f4f4b1-044e-4d86-abaf-8307f4e8b0a1" providerId="ADAL" clId="{74EA45EA-CFAA-4C00-8822-C118220DBAE3}" dt="2024-09-04T19:54:00.485" v="1167" actId="26606"/>
          <ac:spMkLst>
            <pc:docMk/>
            <pc:sldMk cId="2247106364" sldId="257"/>
            <ac:spMk id="38" creationId="{9F7D5CDA-D291-4307-BF55-1381FED29634}"/>
          </ac:spMkLst>
        </pc:spChg>
        <pc:spChg chg="add del">
          <ac:chgData name="Sanjeeta Ghimire" userId="24f4f4b1-044e-4d86-abaf-8307f4e8b0a1" providerId="ADAL" clId="{74EA45EA-CFAA-4C00-8822-C118220DBAE3}" dt="2024-09-04T19:54:02.316" v="1169" actId="26606"/>
          <ac:spMkLst>
            <pc:docMk/>
            <pc:sldMk cId="2247106364" sldId="257"/>
            <ac:spMk id="40" creationId="{E81BF4F6-F2CF-4984-9D14-D6966D92F99F}"/>
          </ac:spMkLst>
        </pc:spChg>
        <pc:spChg chg="add del">
          <ac:chgData name="Sanjeeta Ghimire" userId="24f4f4b1-044e-4d86-abaf-8307f4e8b0a1" providerId="ADAL" clId="{74EA45EA-CFAA-4C00-8822-C118220DBAE3}" dt="2024-09-04T19:54:02.316" v="1169" actId="26606"/>
          <ac:spMkLst>
            <pc:docMk/>
            <pc:sldMk cId="2247106364" sldId="257"/>
            <ac:spMk id="41" creationId="{C0763A76-9F1C-4FC5-82B7-DD475DA461B2}"/>
          </ac:spMkLst>
        </pc:spChg>
        <pc:spChg chg="add del">
          <ac:chgData name="Sanjeeta Ghimire" userId="24f4f4b1-044e-4d86-abaf-8307f4e8b0a1" providerId="ADAL" clId="{74EA45EA-CFAA-4C00-8822-C118220DBAE3}" dt="2024-09-04T19:54:03.915" v="1171" actId="26606"/>
          <ac:spMkLst>
            <pc:docMk/>
            <pc:sldMk cId="2247106364" sldId="257"/>
            <ac:spMk id="43" creationId="{04812C46-200A-4DEB-A05E-3ED6C68C2387}"/>
          </ac:spMkLst>
        </pc:spChg>
        <pc:spChg chg="add del">
          <ac:chgData name="Sanjeeta Ghimire" userId="24f4f4b1-044e-4d86-abaf-8307f4e8b0a1" providerId="ADAL" clId="{74EA45EA-CFAA-4C00-8822-C118220DBAE3}" dt="2024-09-04T19:54:03.915" v="1171" actId="26606"/>
          <ac:spMkLst>
            <pc:docMk/>
            <pc:sldMk cId="2247106364" sldId="257"/>
            <ac:spMk id="44" creationId="{D1EA859B-E555-4109-94F3-6700E046E008}"/>
          </ac:spMkLst>
        </pc:spChg>
        <pc:spChg chg="add del">
          <ac:chgData name="Sanjeeta Ghimire" userId="24f4f4b1-044e-4d86-abaf-8307f4e8b0a1" providerId="ADAL" clId="{74EA45EA-CFAA-4C00-8822-C118220DBAE3}" dt="2024-09-04T19:54:07.462" v="1173" actId="26606"/>
          <ac:spMkLst>
            <pc:docMk/>
            <pc:sldMk cId="2247106364" sldId="257"/>
            <ac:spMk id="46" creationId="{F13C74B1-5B17-4795-BED0-7140497B445A}"/>
          </ac:spMkLst>
        </pc:spChg>
        <pc:spChg chg="add del">
          <ac:chgData name="Sanjeeta Ghimire" userId="24f4f4b1-044e-4d86-abaf-8307f4e8b0a1" providerId="ADAL" clId="{74EA45EA-CFAA-4C00-8822-C118220DBAE3}" dt="2024-09-04T19:54:07.462" v="1173" actId="26606"/>
          <ac:spMkLst>
            <pc:docMk/>
            <pc:sldMk cId="2247106364" sldId="257"/>
            <ac:spMk id="47" creationId="{D4974D33-8DC5-464E-8C6D-BE58F0669C17}"/>
          </ac:spMkLst>
        </pc:spChg>
        <pc:spChg chg="add">
          <ac:chgData name="Sanjeeta Ghimire" userId="24f4f4b1-044e-4d86-abaf-8307f4e8b0a1" providerId="ADAL" clId="{74EA45EA-CFAA-4C00-8822-C118220DBAE3}" dt="2024-09-04T19:54:07.463" v="1174" actId="26606"/>
          <ac:spMkLst>
            <pc:docMk/>
            <pc:sldMk cId="2247106364" sldId="257"/>
            <ac:spMk id="49" creationId="{C0763A76-9F1C-4FC5-82B7-DD475DA461B2}"/>
          </ac:spMkLst>
        </pc:spChg>
        <pc:spChg chg="add">
          <ac:chgData name="Sanjeeta Ghimire" userId="24f4f4b1-044e-4d86-abaf-8307f4e8b0a1" providerId="ADAL" clId="{74EA45EA-CFAA-4C00-8822-C118220DBAE3}" dt="2024-09-04T19:54:07.463" v="1174" actId="26606"/>
          <ac:spMkLst>
            <pc:docMk/>
            <pc:sldMk cId="2247106364" sldId="257"/>
            <ac:spMk id="50" creationId="{E81BF4F6-F2CF-4984-9D14-D6966D92F99F}"/>
          </ac:spMkLst>
        </pc:spChg>
        <pc:picChg chg="add del">
          <ac:chgData name="Sanjeeta Ghimire" userId="24f4f4b1-044e-4d86-abaf-8307f4e8b0a1" providerId="ADAL" clId="{74EA45EA-CFAA-4C00-8822-C118220DBAE3}" dt="2024-09-04T19:53:44.118" v="1155" actId="26606"/>
          <ac:picMkLst>
            <pc:docMk/>
            <pc:sldMk cId="2247106364" sldId="257"/>
            <ac:picMk id="5" creationId="{94003698-4FF6-6F6B-35D3-5B50EA5EA04A}"/>
          </ac:picMkLst>
        </pc:picChg>
        <pc:picChg chg="add del">
          <ac:chgData name="Sanjeeta Ghimire" userId="24f4f4b1-044e-4d86-abaf-8307f4e8b0a1" providerId="ADAL" clId="{74EA45EA-CFAA-4C00-8822-C118220DBAE3}" dt="2024-09-04T19:53:48.738" v="1157" actId="26606"/>
          <ac:picMkLst>
            <pc:docMk/>
            <pc:sldMk cId="2247106364" sldId="257"/>
            <ac:picMk id="14" creationId="{59C093B7-806F-3443-B12E-A4C1A8275635}"/>
          </ac:picMkLst>
        </pc:picChg>
        <pc:picChg chg="add del mod ord">
          <ac:chgData name="Sanjeeta Ghimire" userId="24f4f4b1-044e-4d86-abaf-8307f4e8b0a1" providerId="ADAL" clId="{74EA45EA-CFAA-4C00-8822-C118220DBAE3}" dt="2024-09-04T19:55:38.608" v="1193" actId="478"/>
          <ac:picMkLst>
            <pc:docMk/>
            <pc:sldMk cId="2247106364" sldId="257"/>
            <ac:picMk id="33" creationId="{94003698-4FF6-6F6B-35D3-5B50EA5EA04A}"/>
          </ac:picMkLst>
        </pc:picChg>
      </pc:sldChg>
      <pc:sldChg chg="modSp new mod">
        <pc:chgData name="Sanjeeta Ghimire" userId="24f4f4b1-044e-4d86-abaf-8307f4e8b0a1" providerId="ADAL" clId="{74EA45EA-CFAA-4C00-8822-C118220DBAE3}" dt="2024-09-04T19:54:31.740" v="1184" actId="207"/>
        <pc:sldMkLst>
          <pc:docMk/>
          <pc:sldMk cId="750400022" sldId="258"/>
        </pc:sldMkLst>
        <pc:spChg chg="mod">
          <ac:chgData name="Sanjeeta Ghimire" userId="24f4f4b1-044e-4d86-abaf-8307f4e8b0a1" providerId="ADAL" clId="{74EA45EA-CFAA-4C00-8822-C118220DBAE3}" dt="2024-09-04T18:06:16.832" v="414" actId="20577"/>
          <ac:spMkLst>
            <pc:docMk/>
            <pc:sldMk cId="750400022" sldId="258"/>
            <ac:spMk id="2" creationId="{90854AE9-80C2-AE4A-399E-7A06AE4CA159}"/>
          </ac:spMkLst>
        </pc:spChg>
        <pc:spChg chg="mod">
          <ac:chgData name="Sanjeeta Ghimire" userId="24f4f4b1-044e-4d86-abaf-8307f4e8b0a1" providerId="ADAL" clId="{74EA45EA-CFAA-4C00-8822-C118220DBAE3}" dt="2024-09-04T19:54:31.740" v="1184" actId="207"/>
          <ac:spMkLst>
            <pc:docMk/>
            <pc:sldMk cId="750400022" sldId="258"/>
            <ac:spMk id="3" creationId="{17B6D628-C081-13D2-BF38-82E5E61835CF}"/>
          </ac:spMkLst>
        </pc:spChg>
      </pc:sldChg>
      <pc:sldChg chg="modSp new mod">
        <pc:chgData name="Sanjeeta Ghimire" userId="24f4f4b1-044e-4d86-abaf-8307f4e8b0a1" providerId="ADAL" clId="{74EA45EA-CFAA-4C00-8822-C118220DBAE3}" dt="2024-09-04T19:10:40.824" v="985" actId="27636"/>
        <pc:sldMkLst>
          <pc:docMk/>
          <pc:sldMk cId="523504935" sldId="259"/>
        </pc:sldMkLst>
        <pc:spChg chg="mod">
          <ac:chgData name="Sanjeeta Ghimire" userId="24f4f4b1-044e-4d86-abaf-8307f4e8b0a1" providerId="ADAL" clId="{74EA45EA-CFAA-4C00-8822-C118220DBAE3}" dt="2024-09-04T19:10:39.382" v="983"/>
          <ac:spMkLst>
            <pc:docMk/>
            <pc:sldMk cId="523504935" sldId="259"/>
            <ac:spMk id="2" creationId="{9338F7E1-3A44-D301-DC8F-C21F284E6F24}"/>
          </ac:spMkLst>
        </pc:spChg>
        <pc:spChg chg="mod">
          <ac:chgData name="Sanjeeta Ghimire" userId="24f4f4b1-044e-4d86-abaf-8307f4e8b0a1" providerId="ADAL" clId="{74EA45EA-CFAA-4C00-8822-C118220DBAE3}" dt="2024-09-04T19:10:40.824" v="985" actId="27636"/>
          <ac:spMkLst>
            <pc:docMk/>
            <pc:sldMk cId="523504935" sldId="259"/>
            <ac:spMk id="3" creationId="{C0070E02-3AFE-D330-9511-D1445A928DC3}"/>
          </ac:spMkLst>
        </pc:spChg>
      </pc:sldChg>
      <pc:sldChg chg="del">
        <pc:chgData name="Sanjeeta Ghimire" userId="24f4f4b1-044e-4d86-abaf-8307f4e8b0a1" providerId="ADAL" clId="{74EA45EA-CFAA-4C00-8822-C118220DBAE3}" dt="2024-09-03T13:12:26.177" v="4" actId="47"/>
        <pc:sldMkLst>
          <pc:docMk/>
          <pc:sldMk cId="764644985" sldId="314"/>
        </pc:sldMkLst>
      </pc:sldChg>
      <pc:sldChg chg="del">
        <pc:chgData name="Sanjeeta Ghimire" userId="24f4f4b1-044e-4d86-abaf-8307f4e8b0a1" providerId="ADAL" clId="{74EA45EA-CFAA-4C00-8822-C118220DBAE3}" dt="2024-09-03T19:43:00.372" v="73" actId="47"/>
        <pc:sldMkLst>
          <pc:docMk/>
          <pc:sldMk cId="588800182" sldId="315"/>
        </pc:sldMkLst>
      </pc:sldChg>
      <pc:sldChg chg="del">
        <pc:chgData name="Sanjeeta Ghimire" userId="24f4f4b1-044e-4d86-abaf-8307f4e8b0a1" providerId="ADAL" clId="{74EA45EA-CFAA-4C00-8822-C118220DBAE3}" dt="2024-09-03T19:43:00.372" v="73" actId="47"/>
        <pc:sldMkLst>
          <pc:docMk/>
          <pc:sldMk cId="1084738940" sldId="316"/>
        </pc:sldMkLst>
      </pc:sldChg>
      <pc:sldChg chg="modSp del mod">
        <pc:chgData name="Sanjeeta Ghimire" userId="24f4f4b1-044e-4d86-abaf-8307f4e8b0a1" providerId="ADAL" clId="{74EA45EA-CFAA-4C00-8822-C118220DBAE3}" dt="2024-09-03T19:43:00.372" v="73" actId="47"/>
        <pc:sldMkLst>
          <pc:docMk/>
          <pc:sldMk cId="1116327278" sldId="317"/>
        </pc:sldMkLst>
        <pc:picChg chg="mod">
          <ac:chgData name="Sanjeeta Ghimire" userId="24f4f4b1-044e-4d86-abaf-8307f4e8b0a1" providerId="ADAL" clId="{74EA45EA-CFAA-4C00-8822-C118220DBAE3}" dt="2024-09-03T13:14:08.517" v="9" actId="1036"/>
          <ac:picMkLst>
            <pc:docMk/>
            <pc:sldMk cId="1116327278" sldId="317"/>
            <ac:picMk id="2" creationId="{E74FDC7B-6AEE-FC5F-26CE-3483459A0FCD}"/>
          </ac:picMkLst>
        </pc:picChg>
      </pc:sldChg>
      <pc:sldChg chg="del">
        <pc:chgData name="Sanjeeta Ghimire" userId="24f4f4b1-044e-4d86-abaf-8307f4e8b0a1" providerId="ADAL" clId="{74EA45EA-CFAA-4C00-8822-C118220DBAE3}" dt="2024-09-03T19:43:00.372" v="73" actId="47"/>
        <pc:sldMkLst>
          <pc:docMk/>
          <pc:sldMk cId="29748541" sldId="319"/>
        </pc:sldMkLst>
      </pc:sldChg>
      <pc:sldChg chg="del">
        <pc:chgData name="Sanjeeta Ghimire" userId="24f4f4b1-044e-4d86-abaf-8307f4e8b0a1" providerId="ADAL" clId="{74EA45EA-CFAA-4C00-8822-C118220DBAE3}" dt="2024-09-03T19:43:00.372" v="73" actId="47"/>
        <pc:sldMkLst>
          <pc:docMk/>
          <pc:sldMk cId="909938566" sldId="320"/>
        </pc:sldMkLst>
      </pc:sldChg>
      <pc:sldChg chg="modSp add mod">
        <pc:chgData name="Sanjeeta Ghimire" userId="24f4f4b1-044e-4d86-abaf-8307f4e8b0a1" providerId="ADAL" clId="{74EA45EA-CFAA-4C00-8822-C118220DBAE3}" dt="2024-09-04T19:34:42.453" v="1116" actId="255"/>
        <pc:sldMkLst>
          <pc:docMk/>
          <pc:sldMk cId="695126728" sldId="321"/>
        </pc:sldMkLst>
        <pc:spChg chg="mod">
          <ac:chgData name="Sanjeeta Ghimire" userId="24f4f4b1-044e-4d86-abaf-8307f4e8b0a1" providerId="ADAL" clId="{74EA45EA-CFAA-4C00-8822-C118220DBAE3}" dt="2024-09-04T19:34:42.453" v="1116" actId="255"/>
          <ac:spMkLst>
            <pc:docMk/>
            <pc:sldMk cId="695126728" sldId="321"/>
            <ac:spMk id="3" creationId="{11ABD422-90D7-DBE6-52C4-C2EAC4F9D058}"/>
          </ac:spMkLst>
        </pc:spChg>
        <pc:spChg chg="mod">
          <ac:chgData name="Sanjeeta Ghimire" userId="24f4f4b1-044e-4d86-abaf-8307f4e8b0a1" providerId="ADAL" clId="{74EA45EA-CFAA-4C00-8822-C118220DBAE3}" dt="2024-09-04T19:34:34.564" v="1114" actId="1076"/>
          <ac:spMkLst>
            <pc:docMk/>
            <pc:sldMk cId="695126728" sldId="321"/>
            <ac:spMk id="5" creationId="{0A8B2207-87EE-0F91-F22E-B4D03006BD7F}"/>
          </ac:spMkLst>
        </pc:spChg>
        <pc:spChg chg="mod">
          <ac:chgData name="Sanjeeta Ghimire" userId="24f4f4b1-044e-4d86-abaf-8307f4e8b0a1" providerId="ADAL" clId="{74EA45EA-CFAA-4C00-8822-C118220DBAE3}" dt="2024-09-04T19:29:08.860" v="1039" actId="255"/>
          <ac:spMkLst>
            <pc:docMk/>
            <pc:sldMk cId="695126728" sldId="321"/>
            <ac:spMk id="11" creationId="{096D4FA2-EAA2-E820-4227-1A8F6A93867A}"/>
          </ac:spMkLst>
        </pc:spChg>
        <pc:spChg chg="mod">
          <ac:chgData name="Sanjeeta Ghimire" userId="24f4f4b1-044e-4d86-abaf-8307f4e8b0a1" providerId="ADAL" clId="{74EA45EA-CFAA-4C00-8822-C118220DBAE3}" dt="2024-09-04T19:29:20.972" v="1042" actId="255"/>
          <ac:spMkLst>
            <pc:docMk/>
            <pc:sldMk cId="695126728" sldId="321"/>
            <ac:spMk id="14" creationId="{419F5159-506D-4748-7545-AEC277357591}"/>
          </ac:spMkLst>
        </pc:spChg>
        <pc:spChg chg="mod">
          <ac:chgData name="Sanjeeta Ghimire" userId="24f4f4b1-044e-4d86-abaf-8307f4e8b0a1" providerId="ADAL" clId="{74EA45EA-CFAA-4C00-8822-C118220DBAE3}" dt="2024-09-04T19:29:14.324" v="1041" actId="1076"/>
          <ac:spMkLst>
            <pc:docMk/>
            <pc:sldMk cId="695126728" sldId="321"/>
            <ac:spMk id="21" creationId="{83EE55A2-02DA-D5B1-CE9B-A8D3F8A8F71E}"/>
          </ac:spMkLst>
        </pc:spChg>
      </pc:sldChg>
      <pc:sldChg chg="del">
        <pc:chgData name="Sanjeeta Ghimire" userId="24f4f4b1-044e-4d86-abaf-8307f4e8b0a1" providerId="ADAL" clId="{74EA45EA-CFAA-4C00-8822-C118220DBAE3}" dt="2024-09-03T19:43:00.372" v="73" actId="47"/>
        <pc:sldMkLst>
          <pc:docMk/>
          <pc:sldMk cId="3765196859" sldId="321"/>
        </pc:sldMkLst>
      </pc:sldChg>
      <pc:sldChg chg="del">
        <pc:chgData name="Sanjeeta Ghimire" userId="24f4f4b1-044e-4d86-abaf-8307f4e8b0a1" providerId="ADAL" clId="{74EA45EA-CFAA-4C00-8822-C118220DBAE3}" dt="2024-09-03T19:43:00.372" v="73" actId="47"/>
        <pc:sldMkLst>
          <pc:docMk/>
          <pc:sldMk cId="191917994" sldId="322"/>
        </pc:sldMkLst>
      </pc:sldChg>
      <pc:sldChg chg="del">
        <pc:chgData name="Sanjeeta Ghimire" userId="24f4f4b1-044e-4d86-abaf-8307f4e8b0a1" providerId="ADAL" clId="{74EA45EA-CFAA-4C00-8822-C118220DBAE3}" dt="2024-09-03T18:18:28.096" v="39" actId="47"/>
        <pc:sldMkLst>
          <pc:docMk/>
          <pc:sldMk cId="1980652777" sldId="323"/>
        </pc:sldMkLst>
      </pc:sldChg>
      <pc:sldChg chg="del">
        <pc:chgData name="Sanjeeta Ghimire" userId="24f4f4b1-044e-4d86-abaf-8307f4e8b0a1" providerId="ADAL" clId="{74EA45EA-CFAA-4C00-8822-C118220DBAE3}" dt="2024-09-03T18:18:33.949" v="40" actId="47"/>
        <pc:sldMkLst>
          <pc:docMk/>
          <pc:sldMk cId="2605116581" sldId="324"/>
        </pc:sldMkLst>
      </pc:sldChg>
      <pc:sldChg chg="del">
        <pc:chgData name="Sanjeeta Ghimire" userId="24f4f4b1-044e-4d86-abaf-8307f4e8b0a1" providerId="ADAL" clId="{74EA45EA-CFAA-4C00-8822-C118220DBAE3}" dt="2024-09-03T18:18:41.929" v="41" actId="47"/>
        <pc:sldMkLst>
          <pc:docMk/>
          <pc:sldMk cId="594355561" sldId="329"/>
        </pc:sldMkLst>
      </pc:sldChg>
      <pc:sldChg chg="del">
        <pc:chgData name="Sanjeeta Ghimire" userId="24f4f4b1-044e-4d86-abaf-8307f4e8b0a1" providerId="ADAL" clId="{74EA45EA-CFAA-4C00-8822-C118220DBAE3}" dt="2024-09-03T19:43:00.372" v="73" actId="47"/>
        <pc:sldMkLst>
          <pc:docMk/>
          <pc:sldMk cId="4139804777" sldId="330"/>
        </pc:sldMkLst>
      </pc:sldChg>
      <pc:sldChg chg="del">
        <pc:chgData name="Sanjeeta Ghimire" userId="24f4f4b1-044e-4d86-abaf-8307f4e8b0a1" providerId="ADAL" clId="{74EA45EA-CFAA-4C00-8822-C118220DBAE3}" dt="2024-09-03T19:43:00.372" v="73" actId="47"/>
        <pc:sldMkLst>
          <pc:docMk/>
          <pc:sldMk cId="439651431" sldId="331"/>
        </pc:sldMkLst>
      </pc:sldChg>
      <pc:sldChg chg="del">
        <pc:chgData name="Sanjeeta Ghimire" userId="24f4f4b1-044e-4d86-abaf-8307f4e8b0a1" providerId="ADAL" clId="{74EA45EA-CFAA-4C00-8822-C118220DBAE3}" dt="2024-09-03T18:17:14.266" v="34" actId="47"/>
        <pc:sldMkLst>
          <pc:docMk/>
          <pc:sldMk cId="2439866436" sldId="332"/>
        </pc:sldMkLst>
      </pc:sldChg>
      <pc:sldChg chg="del">
        <pc:chgData name="Sanjeeta Ghimire" userId="24f4f4b1-044e-4d86-abaf-8307f4e8b0a1" providerId="ADAL" clId="{74EA45EA-CFAA-4C00-8822-C118220DBAE3}" dt="2024-09-03T19:43:00.372" v="73" actId="47"/>
        <pc:sldMkLst>
          <pc:docMk/>
          <pc:sldMk cId="2085864630" sldId="333"/>
        </pc:sldMkLst>
      </pc:sldChg>
      <pc:sldChg chg="del">
        <pc:chgData name="Sanjeeta Ghimire" userId="24f4f4b1-044e-4d86-abaf-8307f4e8b0a1" providerId="ADAL" clId="{74EA45EA-CFAA-4C00-8822-C118220DBAE3}" dt="2024-09-03T13:12:13.764" v="2" actId="47"/>
        <pc:sldMkLst>
          <pc:docMk/>
          <pc:sldMk cId="3809938816" sldId="334"/>
        </pc:sldMkLst>
      </pc:sldChg>
      <pc:sldChg chg="del">
        <pc:chgData name="Sanjeeta Ghimire" userId="24f4f4b1-044e-4d86-abaf-8307f4e8b0a1" providerId="ADAL" clId="{74EA45EA-CFAA-4C00-8822-C118220DBAE3}" dt="2024-09-03T13:12:15.839" v="3" actId="47"/>
        <pc:sldMkLst>
          <pc:docMk/>
          <pc:sldMk cId="4273701685" sldId="335"/>
        </pc:sldMkLst>
      </pc:sldChg>
      <pc:sldChg chg="del">
        <pc:chgData name="Sanjeeta Ghimire" userId="24f4f4b1-044e-4d86-abaf-8307f4e8b0a1" providerId="ADAL" clId="{74EA45EA-CFAA-4C00-8822-C118220DBAE3}" dt="2024-09-03T19:43:00.372" v="73" actId="47"/>
        <pc:sldMkLst>
          <pc:docMk/>
          <pc:sldMk cId="3869055077" sldId="336"/>
        </pc:sldMkLst>
      </pc:sldChg>
      <pc:sldChg chg="add del mod modShow">
        <pc:chgData name="Sanjeeta Ghimire" userId="24f4f4b1-044e-4d86-abaf-8307f4e8b0a1" providerId="ADAL" clId="{74EA45EA-CFAA-4C00-8822-C118220DBAE3}" dt="2024-09-03T16:21:33.802" v="33" actId="47"/>
        <pc:sldMkLst>
          <pc:docMk/>
          <pc:sldMk cId="3846518804" sldId="337"/>
        </pc:sldMkLst>
      </pc:sldChg>
      <pc:sldChg chg="del">
        <pc:chgData name="Sanjeeta Ghimire" userId="24f4f4b1-044e-4d86-abaf-8307f4e8b0a1" providerId="ADAL" clId="{74EA45EA-CFAA-4C00-8822-C118220DBAE3}" dt="2024-09-03T19:43:00.372" v="73" actId="47"/>
        <pc:sldMkLst>
          <pc:docMk/>
          <pc:sldMk cId="2289991728" sldId="342"/>
        </pc:sldMkLst>
      </pc:sldChg>
      <pc:sldChg chg="del">
        <pc:chgData name="Sanjeeta Ghimire" userId="24f4f4b1-044e-4d86-abaf-8307f4e8b0a1" providerId="ADAL" clId="{74EA45EA-CFAA-4C00-8822-C118220DBAE3}" dt="2024-09-03T19:43:00.372" v="73" actId="47"/>
        <pc:sldMkLst>
          <pc:docMk/>
          <pc:sldMk cId="1970439454" sldId="348"/>
        </pc:sldMkLst>
      </pc:sldChg>
      <pc:sldChg chg="del">
        <pc:chgData name="Sanjeeta Ghimire" userId="24f4f4b1-044e-4d86-abaf-8307f4e8b0a1" providerId="ADAL" clId="{74EA45EA-CFAA-4C00-8822-C118220DBAE3}" dt="2024-09-03T19:43:00.372" v="73" actId="47"/>
        <pc:sldMkLst>
          <pc:docMk/>
          <pc:sldMk cId="450661816" sldId="349"/>
        </pc:sldMkLst>
      </pc:sldChg>
      <pc:sldChg chg="del">
        <pc:chgData name="Sanjeeta Ghimire" userId="24f4f4b1-044e-4d86-abaf-8307f4e8b0a1" providerId="ADAL" clId="{74EA45EA-CFAA-4C00-8822-C118220DBAE3}" dt="2024-09-03T19:43:00.372" v="73" actId="47"/>
        <pc:sldMkLst>
          <pc:docMk/>
          <pc:sldMk cId="756175004" sldId="350"/>
        </pc:sldMkLst>
      </pc:sldChg>
      <pc:sldChg chg="modSp del mod addAnim delAnim">
        <pc:chgData name="Sanjeeta Ghimire" userId="24f4f4b1-044e-4d86-abaf-8307f4e8b0a1" providerId="ADAL" clId="{74EA45EA-CFAA-4C00-8822-C118220DBAE3}" dt="2024-09-03T19:43:00.372" v="73" actId="47"/>
        <pc:sldMkLst>
          <pc:docMk/>
          <pc:sldMk cId="3912467275" sldId="351"/>
        </pc:sldMkLst>
        <pc:spChg chg="mod">
          <ac:chgData name="Sanjeeta Ghimire" userId="24f4f4b1-044e-4d86-abaf-8307f4e8b0a1" providerId="ADAL" clId="{74EA45EA-CFAA-4C00-8822-C118220DBAE3}" dt="2024-09-03T16:19:42.199" v="31" actId="1076"/>
          <ac:spMkLst>
            <pc:docMk/>
            <pc:sldMk cId="3912467275" sldId="351"/>
            <ac:spMk id="12" creationId="{92169DED-78C2-C66D-C626-A5FC8161C10C}"/>
          </ac:spMkLst>
        </pc:spChg>
        <pc:spChg chg="mod">
          <ac:chgData name="Sanjeeta Ghimire" userId="24f4f4b1-044e-4d86-abaf-8307f4e8b0a1" providerId="ADAL" clId="{74EA45EA-CFAA-4C00-8822-C118220DBAE3}" dt="2024-09-03T16:19:44.826" v="32" actId="1076"/>
          <ac:spMkLst>
            <pc:docMk/>
            <pc:sldMk cId="3912467275" sldId="351"/>
            <ac:spMk id="13" creationId="{9D3BEBC4-2179-CEDA-AF3C-A642C8BF32A3}"/>
          </ac:spMkLst>
        </pc:spChg>
      </pc:sldChg>
      <pc:sldChg chg="del">
        <pc:chgData name="Sanjeeta Ghimire" userId="24f4f4b1-044e-4d86-abaf-8307f4e8b0a1" providerId="ADAL" clId="{74EA45EA-CFAA-4C00-8822-C118220DBAE3}" dt="2024-09-03T19:43:00.372" v="73" actId="47"/>
        <pc:sldMkLst>
          <pc:docMk/>
          <pc:sldMk cId="839535825" sldId="352"/>
        </pc:sldMkLst>
      </pc:sldChg>
      <pc:sldChg chg="del">
        <pc:chgData name="Sanjeeta Ghimire" userId="24f4f4b1-044e-4d86-abaf-8307f4e8b0a1" providerId="ADAL" clId="{74EA45EA-CFAA-4C00-8822-C118220DBAE3}" dt="2024-09-03T19:43:00.372" v="73" actId="47"/>
        <pc:sldMkLst>
          <pc:docMk/>
          <pc:sldMk cId="2838901669" sldId="353"/>
        </pc:sldMkLst>
      </pc:sldChg>
      <pc:sldChg chg="del">
        <pc:chgData name="Sanjeeta Ghimire" userId="24f4f4b1-044e-4d86-abaf-8307f4e8b0a1" providerId="ADAL" clId="{74EA45EA-CFAA-4C00-8822-C118220DBAE3}" dt="2024-09-03T18:17:46.275" v="37" actId="47"/>
        <pc:sldMkLst>
          <pc:docMk/>
          <pc:sldMk cId="3245362616" sldId="354"/>
        </pc:sldMkLst>
      </pc:sldChg>
      <pc:sldChg chg="del">
        <pc:chgData name="Sanjeeta Ghimire" userId="24f4f4b1-044e-4d86-abaf-8307f4e8b0a1" providerId="ADAL" clId="{74EA45EA-CFAA-4C00-8822-C118220DBAE3}" dt="2024-09-03T19:43:00.372" v="73" actId="47"/>
        <pc:sldMkLst>
          <pc:docMk/>
          <pc:sldMk cId="413745526" sldId="357"/>
        </pc:sldMkLst>
      </pc:sldChg>
      <pc:sldChg chg="add">
        <pc:chgData name="Sanjeeta Ghimire" userId="24f4f4b1-044e-4d86-abaf-8307f4e8b0a1" providerId="ADAL" clId="{74EA45EA-CFAA-4C00-8822-C118220DBAE3}" dt="2024-09-04T19:01:29.301" v="885"/>
        <pc:sldMkLst>
          <pc:docMk/>
          <pc:sldMk cId="1958076054" sldId="383"/>
        </pc:sldMkLst>
      </pc:sldChg>
      <pc:sldChg chg="addSp delSp modSp new mod">
        <pc:chgData name="Sanjeeta Ghimire" userId="24f4f4b1-044e-4d86-abaf-8307f4e8b0a1" providerId="ADAL" clId="{74EA45EA-CFAA-4C00-8822-C118220DBAE3}" dt="2024-09-04T19:42:09.930" v="1147" actId="20577"/>
        <pc:sldMkLst>
          <pc:docMk/>
          <pc:sldMk cId="123506380" sldId="384"/>
        </pc:sldMkLst>
        <pc:spChg chg="mod">
          <ac:chgData name="Sanjeeta Ghimire" userId="24f4f4b1-044e-4d86-abaf-8307f4e8b0a1" providerId="ADAL" clId="{74EA45EA-CFAA-4C00-8822-C118220DBAE3}" dt="2024-09-04T19:41:59.423" v="1139" actId="1076"/>
          <ac:spMkLst>
            <pc:docMk/>
            <pc:sldMk cId="123506380" sldId="384"/>
            <ac:spMk id="2" creationId="{B8A08C45-A972-B6FA-AE3C-2298771F92B6}"/>
          </ac:spMkLst>
        </pc:spChg>
        <pc:spChg chg="add del mod">
          <ac:chgData name="Sanjeeta Ghimire" userId="24f4f4b1-044e-4d86-abaf-8307f4e8b0a1" providerId="ADAL" clId="{74EA45EA-CFAA-4C00-8822-C118220DBAE3}" dt="2024-09-04T19:42:09.930" v="1147" actId="20577"/>
          <ac:spMkLst>
            <pc:docMk/>
            <pc:sldMk cId="123506380" sldId="384"/>
            <ac:spMk id="3" creationId="{77B2FBB7-F30F-EBA7-3519-37067F621EA0}"/>
          </ac:spMkLst>
        </pc:spChg>
        <pc:spChg chg="add mod">
          <ac:chgData name="Sanjeeta Ghimire" userId="24f4f4b1-044e-4d86-abaf-8307f4e8b0a1" providerId="ADAL" clId="{74EA45EA-CFAA-4C00-8822-C118220DBAE3}" dt="2024-09-04T19:31:38.126" v="1045"/>
          <ac:spMkLst>
            <pc:docMk/>
            <pc:sldMk cId="123506380" sldId="384"/>
            <ac:spMk id="4" creationId="{849E537D-DF2E-55A7-7B6E-F8CAC2AF1ECB}"/>
          </ac:spMkLst>
        </pc:spChg>
        <pc:spChg chg="add">
          <ac:chgData name="Sanjeeta Ghimire" userId="24f4f4b1-044e-4d86-abaf-8307f4e8b0a1" providerId="ADAL" clId="{74EA45EA-CFAA-4C00-8822-C118220DBAE3}" dt="2024-09-04T19:32:55.746" v="1107"/>
          <ac:spMkLst>
            <pc:docMk/>
            <pc:sldMk cId="123506380" sldId="384"/>
            <ac:spMk id="5" creationId="{1C927C62-0283-AE49-A200-EF9214FCC4EE}"/>
          </ac:spMkLst>
        </pc:spChg>
        <pc:picChg chg="add mod">
          <ac:chgData name="Sanjeeta Ghimire" userId="24f4f4b1-044e-4d86-abaf-8307f4e8b0a1" providerId="ADAL" clId="{74EA45EA-CFAA-4C00-8822-C118220DBAE3}" dt="2024-09-04T19:41:47.563" v="1137" actId="1076"/>
          <ac:picMkLst>
            <pc:docMk/>
            <pc:sldMk cId="123506380" sldId="384"/>
            <ac:picMk id="7" creationId="{41ECD0A6-A968-BBAB-00EE-70EEE33F694F}"/>
          </ac:picMkLst>
        </pc:picChg>
      </pc:sldChg>
      <pc:sldChg chg="del">
        <pc:chgData name="Sanjeeta Ghimire" userId="24f4f4b1-044e-4d86-abaf-8307f4e8b0a1" providerId="ADAL" clId="{74EA45EA-CFAA-4C00-8822-C118220DBAE3}" dt="2024-09-03T18:17:34.720" v="35" actId="47"/>
        <pc:sldMkLst>
          <pc:docMk/>
          <pc:sldMk cId="3724979230" sldId="385"/>
        </pc:sldMkLst>
      </pc:sldChg>
      <pc:sldChg chg="del">
        <pc:chgData name="Sanjeeta Ghimire" userId="24f4f4b1-044e-4d86-abaf-8307f4e8b0a1" providerId="ADAL" clId="{74EA45EA-CFAA-4C00-8822-C118220DBAE3}" dt="2024-09-03T18:17:45.342" v="36" actId="47"/>
        <pc:sldMkLst>
          <pc:docMk/>
          <pc:sldMk cId="2545679489" sldId="386"/>
        </pc:sldMkLst>
      </pc:sldChg>
      <pc:sldChg chg="del">
        <pc:chgData name="Sanjeeta Ghimire" userId="24f4f4b1-044e-4d86-abaf-8307f4e8b0a1" providerId="ADAL" clId="{74EA45EA-CFAA-4C00-8822-C118220DBAE3}" dt="2024-09-03T18:17:49.332" v="38" actId="47"/>
        <pc:sldMkLst>
          <pc:docMk/>
          <pc:sldMk cId="3218015848" sldId="387"/>
        </pc:sldMkLst>
      </pc:sldChg>
      <pc:sldChg chg="del">
        <pc:chgData name="Sanjeeta Ghimire" userId="24f4f4b1-044e-4d86-abaf-8307f4e8b0a1" providerId="ADAL" clId="{74EA45EA-CFAA-4C00-8822-C118220DBAE3}" dt="2024-09-03T19:43:00.372" v="73" actId="47"/>
        <pc:sldMkLst>
          <pc:docMk/>
          <pc:sldMk cId="1746890718" sldId="388"/>
        </pc:sldMkLst>
      </pc:sldChg>
      <pc:sldChg chg="del">
        <pc:chgData name="Sanjeeta Ghimire" userId="24f4f4b1-044e-4d86-abaf-8307f4e8b0a1" providerId="ADAL" clId="{74EA45EA-CFAA-4C00-8822-C118220DBAE3}" dt="2024-09-03T19:43:00.372" v="73" actId="47"/>
        <pc:sldMkLst>
          <pc:docMk/>
          <pc:sldMk cId="1585075032" sldId="390"/>
        </pc:sldMkLst>
      </pc:sldChg>
      <pc:sldChg chg="del">
        <pc:chgData name="Sanjeeta Ghimire" userId="24f4f4b1-044e-4d86-abaf-8307f4e8b0a1" providerId="ADAL" clId="{74EA45EA-CFAA-4C00-8822-C118220DBAE3}" dt="2024-09-03T19:43:00.372" v="73" actId="47"/>
        <pc:sldMkLst>
          <pc:docMk/>
          <pc:sldMk cId="2868495445" sldId="391"/>
        </pc:sldMkLst>
      </pc:sldChg>
      <pc:sldChg chg="del">
        <pc:chgData name="Sanjeeta Ghimire" userId="24f4f4b1-044e-4d86-abaf-8307f4e8b0a1" providerId="ADAL" clId="{74EA45EA-CFAA-4C00-8822-C118220DBAE3}" dt="2024-09-03T19:43:00.372" v="73" actId="47"/>
        <pc:sldMkLst>
          <pc:docMk/>
          <pc:sldMk cId="3801865385" sldId="392"/>
        </pc:sldMkLst>
      </pc:sldChg>
      <pc:sldChg chg="del">
        <pc:chgData name="Sanjeeta Ghimire" userId="24f4f4b1-044e-4d86-abaf-8307f4e8b0a1" providerId="ADAL" clId="{74EA45EA-CFAA-4C00-8822-C118220DBAE3}" dt="2024-09-03T19:43:00.372" v="73" actId="47"/>
        <pc:sldMkLst>
          <pc:docMk/>
          <pc:sldMk cId="608172697" sldId="393"/>
        </pc:sldMkLst>
      </pc:sldChg>
      <pc:sldChg chg="del">
        <pc:chgData name="Sanjeeta Ghimire" userId="24f4f4b1-044e-4d86-abaf-8307f4e8b0a1" providerId="ADAL" clId="{74EA45EA-CFAA-4C00-8822-C118220DBAE3}" dt="2024-09-03T19:43:00.372" v="73" actId="47"/>
        <pc:sldMkLst>
          <pc:docMk/>
          <pc:sldMk cId="131096750" sldId="394"/>
        </pc:sldMkLst>
      </pc:sldChg>
      <pc:sldChg chg="del">
        <pc:chgData name="Sanjeeta Ghimire" userId="24f4f4b1-044e-4d86-abaf-8307f4e8b0a1" providerId="ADAL" clId="{74EA45EA-CFAA-4C00-8822-C118220DBAE3}" dt="2024-09-03T19:43:00.372" v="73" actId="47"/>
        <pc:sldMkLst>
          <pc:docMk/>
          <pc:sldMk cId="2572265347" sldId="395"/>
        </pc:sldMkLst>
      </pc:sldChg>
      <pc:sldChg chg="del">
        <pc:chgData name="Sanjeeta Ghimire" userId="24f4f4b1-044e-4d86-abaf-8307f4e8b0a1" providerId="ADAL" clId="{74EA45EA-CFAA-4C00-8822-C118220DBAE3}" dt="2024-09-03T19:43:00.372" v="73" actId="47"/>
        <pc:sldMkLst>
          <pc:docMk/>
          <pc:sldMk cId="1123683554" sldId="396"/>
        </pc:sldMkLst>
      </pc:sldChg>
      <pc:sldChg chg="new del">
        <pc:chgData name="Sanjeeta Ghimire" userId="24f4f4b1-044e-4d86-abaf-8307f4e8b0a1" providerId="ADAL" clId="{74EA45EA-CFAA-4C00-8822-C118220DBAE3}" dt="2024-09-03T13:10:44.570" v="1" actId="680"/>
        <pc:sldMkLst>
          <pc:docMk/>
          <pc:sldMk cId="2499201462" sldId="397"/>
        </pc:sldMkLst>
      </pc:sldChg>
    </pc:docChg>
  </pc:docChgLst>
  <pc:docChgLst>
    <pc:chgData name="Edwar Romero-Ramirez" userId="92bc0edd-ad5d-44a7-8ba7-72607029cc7a" providerId="ADAL" clId="{2411B0E9-5B86-5F47-8642-73065063E12B}"/>
    <pc:docChg chg="undo custSel addSld delSld modSld modSection">
      <pc:chgData name="Edwar Romero-Ramirez" userId="92bc0edd-ad5d-44a7-8ba7-72607029cc7a" providerId="ADAL" clId="{2411B0E9-5B86-5F47-8642-73065063E12B}" dt="2024-06-16T16:54:59.138" v="859" actId="20577"/>
      <pc:docMkLst>
        <pc:docMk/>
      </pc:docMkLst>
      <pc:sldChg chg="modSp">
        <pc:chgData name="Edwar Romero-Ramirez" userId="92bc0edd-ad5d-44a7-8ba7-72607029cc7a" providerId="ADAL" clId="{2411B0E9-5B86-5F47-8642-73065063E12B}" dt="2024-06-16T15:45:33.550" v="21" actId="20577"/>
        <pc:sldMkLst>
          <pc:docMk/>
          <pc:sldMk cId="783844113" sldId="256"/>
        </pc:sldMkLst>
        <pc:spChg chg="mod">
          <ac:chgData name="Edwar Romero-Ramirez" userId="92bc0edd-ad5d-44a7-8ba7-72607029cc7a" providerId="ADAL" clId="{2411B0E9-5B86-5F47-8642-73065063E12B}" dt="2024-06-16T15:45:33.550" v="21" actId="20577"/>
          <ac:spMkLst>
            <pc:docMk/>
            <pc:sldMk cId="783844113" sldId="256"/>
            <ac:spMk id="6" creationId="{86649F24-8FCC-CDEB-B4C7-3B4C1F0F6A52}"/>
          </ac:spMkLst>
        </pc:spChg>
      </pc:sldChg>
      <pc:sldChg chg="add del">
        <pc:chgData name="Edwar Romero-Ramirez" userId="92bc0edd-ad5d-44a7-8ba7-72607029cc7a" providerId="ADAL" clId="{2411B0E9-5B86-5F47-8642-73065063E12B}" dt="2024-06-16T16:16:43.593" v="78" actId="22"/>
        <pc:sldMkLst>
          <pc:docMk/>
          <pc:sldMk cId="3509818843" sldId="346"/>
        </pc:sldMkLst>
      </pc:sldChg>
      <pc:sldChg chg="modSp">
        <pc:chgData name="Edwar Romero-Ramirez" userId="92bc0edd-ad5d-44a7-8ba7-72607029cc7a" providerId="ADAL" clId="{2411B0E9-5B86-5F47-8642-73065063E12B}" dt="2024-06-16T15:46:20.600" v="73" actId="20577"/>
        <pc:sldMkLst>
          <pc:docMk/>
          <pc:sldMk cId="2275632493" sldId="365"/>
        </pc:sldMkLst>
        <pc:spChg chg="mod">
          <ac:chgData name="Edwar Romero-Ramirez" userId="92bc0edd-ad5d-44a7-8ba7-72607029cc7a" providerId="ADAL" clId="{2411B0E9-5B86-5F47-8642-73065063E12B}" dt="2024-06-16T15:46:20.600" v="73" actId="20577"/>
          <ac:spMkLst>
            <pc:docMk/>
            <pc:sldMk cId="2275632493" sldId="365"/>
            <ac:spMk id="6" creationId="{86649F24-8FCC-CDEB-B4C7-3B4C1F0F6A52}"/>
          </ac:spMkLst>
        </pc:spChg>
      </pc:sldChg>
      <pc:sldChg chg="addSp delSp modSp add modNotesTx">
        <pc:chgData name="Edwar Romero-Ramirez" userId="92bc0edd-ad5d-44a7-8ba7-72607029cc7a" providerId="ADAL" clId="{2411B0E9-5B86-5F47-8642-73065063E12B}" dt="2024-06-16T16:36:41.504" v="287" actId="20577"/>
        <pc:sldMkLst>
          <pc:docMk/>
          <pc:sldMk cId="936853904" sldId="375"/>
        </pc:sldMkLst>
        <pc:spChg chg="mod">
          <ac:chgData name="Edwar Romero-Ramirez" userId="92bc0edd-ad5d-44a7-8ba7-72607029cc7a" providerId="ADAL" clId="{2411B0E9-5B86-5F47-8642-73065063E12B}" dt="2024-06-16T16:29:56.247" v="89" actId="22"/>
          <ac:spMkLst>
            <pc:docMk/>
            <pc:sldMk cId="936853904" sldId="375"/>
            <ac:spMk id="2" creationId="{759D9DBF-9C2C-417C-A23D-83C897A4DDC9}"/>
          </ac:spMkLst>
        </pc:spChg>
        <pc:spChg chg="mod">
          <ac:chgData name="Edwar Romero-Ramirez" userId="92bc0edd-ad5d-44a7-8ba7-72607029cc7a" providerId="ADAL" clId="{2411B0E9-5B86-5F47-8642-73065063E12B}" dt="2024-06-16T16:36:41.504" v="287" actId="20577"/>
          <ac:spMkLst>
            <pc:docMk/>
            <pc:sldMk cId="936853904" sldId="375"/>
            <ac:spMk id="3" creationId="{10AD0E58-93FB-6A47-493C-616E6D59704E}"/>
          </ac:spMkLst>
        </pc:spChg>
        <pc:picChg chg="del">
          <ac:chgData name="Edwar Romero-Ramirez" userId="92bc0edd-ad5d-44a7-8ba7-72607029cc7a" providerId="ADAL" clId="{2411B0E9-5B86-5F47-8642-73065063E12B}" dt="2024-06-16T16:16:58.346" v="81" actId="478"/>
          <ac:picMkLst>
            <pc:docMk/>
            <pc:sldMk cId="936853904" sldId="375"/>
            <ac:picMk id="9" creationId="{FA24FF5C-1E27-EF8D-1247-D801F07A3A86}"/>
          </ac:picMkLst>
        </pc:picChg>
        <pc:picChg chg="del">
          <ac:chgData name="Edwar Romero-Ramirez" userId="92bc0edd-ad5d-44a7-8ba7-72607029cc7a" providerId="ADAL" clId="{2411B0E9-5B86-5F47-8642-73065063E12B}" dt="2024-06-16T16:16:57.622" v="80" actId="478"/>
          <ac:picMkLst>
            <pc:docMk/>
            <pc:sldMk cId="936853904" sldId="375"/>
            <ac:picMk id="10" creationId="{36811DD9-DD55-2B88-0E59-03FBDEBA3E88}"/>
          </ac:picMkLst>
        </pc:picChg>
        <pc:picChg chg="del">
          <ac:chgData name="Edwar Romero-Ramirez" userId="92bc0edd-ad5d-44a7-8ba7-72607029cc7a" providerId="ADAL" clId="{2411B0E9-5B86-5F47-8642-73065063E12B}" dt="2024-06-16T16:16:59.067" v="82" actId="478"/>
          <ac:picMkLst>
            <pc:docMk/>
            <pc:sldMk cId="936853904" sldId="375"/>
            <ac:picMk id="11" creationId="{68E480E0-FA87-048B-6A65-3BDB885AEE62}"/>
          </ac:picMkLst>
        </pc:picChg>
        <pc:picChg chg="add del mod">
          <ac:chgData name="Edwar Romero-Ramirez" userId="92bc0edd-ad5d-44a7-8ba7-72607029cc7a" providerId="ADAL" clId="{2411B0E9-5B86-5F47-8642-73065063E12B}" dt="2024-06-16T16:29:35.925" v="88" actId="478"/>
          <ac:picMkLst>
            <pc:docMk/>
            <pc:sldMk cId="936853904" sldId="375"/>
            <ac:picMk id="14" creationId="{E805E368-FDFA-96F2-0ECC-C29DAE2E68B9}"/>
          </ac:picMkLst>
        </pc:picChg>
        <pc:picChg chg="del">
          <ac:chgData name="Edwar Romero-Ramirez" userId="92bc0edd-ad5d-44a7-8ba7-72607029cc7a" providerId="ADAL" clId="{2411B0E9-5B86-5F47-8642-73065063E12B}" dt="2024-06-16T16:16:55.585" v="79" actId="478"/>
          <ac:picMkLst>
            <pc:docMk/>
            <pc:sldMk cId="936853904" sldId="375"/>
            <ac:picMk id="15" creationId="{8302A4BB-BEF3-78C0-548F-1C00B9EB3CB8}"/>
          </ac:picMkLst>
        </pc:picChg>
        <pc:picChg chg="del">
          <ac:chgData name="Edwar Romero-Ramirez" userId="92bc0edd-ad5d-44a7-8ba7-72607029cc7a" providerId="ADAL" clId="{2411B0E9-5B86-5F47-8642-73065063E12B}" dt="2024-06-16T16:30:00.912" v="90" actId="478"/>
          <ac:picMkLst>
            <pc:docMk/>
            <pc:sldMk cId="936853904" sldId="375"/>
            <ac:picMk id="16" creationId="{3EDE6D08-50D5-0D43-BF0F-F0C4A669C3FF}"/>
          </ac:picMkLst>
        </pc:picChg>
        <pc:picChg chg="add del mod">
          <ac:chgData name="Edwar Romero-Ramirez" userId="92bc0edd-ad5d-44a7-8ba7-72607029cc7a" providerId="ADAL" clId="{2411B0E9-5B86-5F47-8642-73065063E12B}" dt="2024-06-16T16:33:44.306" v="98" actId="478"/>
          <ac:picMkLst>
            <pc:docMk/>
            <pc:sldMk cId="936853904" sldId="375"/>
            <ac:picMk id="19" creationId="{02F94B82-4E59-E16F-0BAA-857B171BE1D8}"/>
          </ac:picMkLst>
        </pc:picChg>
        <pc:picChg chg="add del mod">
          <ac:chgData name="Edwar Romero-Ramirez" userId="92bc0edd-ad5d-44a7-8ba7-72607029cc7a" providerId="ADAL" clId="{2411B0E9-5B86-5F47-8642-73065063E12B}" dt="2024-06-16T16:33:43.015" v="97" actId="478"/>
          <ac:picMkLst>
            <pc:docMk/>
            <pc:sldMk cId="936853904" sldId="375"/>
            <ac:picMk id="22" creationId="{AEF6C886-AAF3-B7CD-ED50-FBA0771CC37A}"/>
          </ac:picMkLst>
        </pc:picChg>
        <pc:picChg chg="add mod">
          <ac:chgData name="Edwar Romero-Ramirez" userId="92bc0edd-ad5d-44a7-8ba7-72607029cc7a" providerId="ADAL" clId="{2411B0E9-5B86-5F47-8642-73065063E12B}" dt="2024-06-16T16:34:11.554" v="103" actId="14100"/>
          <ac:picMkLst>
            <pc:docMk/>
            <pc:sldMk cId="936853904" sldId="375"/>
            <ac:picMk id="25" creationId="{0A199BFD-2875-969E-ED1E-947E2F403C4B}"/>
          </ac:picMkLst>
        </pc:picChg>
        <pc:picChg chg="add mod">
          <ac:chgData name="Edwar Romero-Ramirez" userId="92bc0edd-ad5d-44a7-8ba7-72607029cc7a" providerId="ADAL" clId="{2411B0E9-5B86-5F47-8642-73065063E12B}" dt="2024-06-16T16:34:18.518" v="105" actId="14100"/>
          <ac:picMkLst>
            <pc:docMk/>
            <pc:sldMk cId="936853904" sldId="375"/>
            <ac:picMk id="28" creationId="{E287BECC-3C16-892D-10A9-365E452677A7}"/>
          </ac:picMkLst>
        </pc:picChg>
      </pc:sldChg>
      <pc:sldChg chg="addSp delSp modSp add">
        <pc:chgData name="Edwar Romero-Ramirez" userId="92bc0edd-ad5d-44a7-8ba7-72607029cc7a" providerId="ADAL" clId="{2411B0E9-5B86-5F47-8642-73065063E12B}" dt="2024-06-16T16:49:36.996" v="491" actId="207"/>
        <pc:sldMkLst>
          <pc:docMk/>
          <pc:sldMk cId="783102877" sldId="376"/>
        </pc:sldMkLst>
        <pc:spChg chg="mod">
          <ac:chgData name="Edwar Romero-Ramirez" userId="92bc0edd-ad5d-44a7-8ba7-72607029cc7a" providerId="ADAL" clId="{2411B0E9-5B86-5F47-8642-73065063E12B}" dt="2024-06-16T16:42:56.135" v="300" actId="20577"/>
          <ac:spMkLst>
            <pc:docMk/>
            <pc:sldMk cId="783102877" sldId="376"/>
            <ac:spMk id="3" creationId="{10AD0E58-93FB-6A47-493C-616E6D59704E}"/>
          </ac:spMkLst>
        </pc:spChg>
        <pc:spChg chg="add mod ord">
          <ac:chgData name="Edwar Romero-Ramirez" userId="92bc0edd-ad5d-44a7-8ba7-72607029cc7a" providerId="ADAL" clId="{2411B0E9-5B86-5F47-8642-73065063E12B}" dt="2024-06-16T16:49:36.996" v="491" actId="207"/>
          <ac:spMkLst>
            <pc:docMk/>
            <pc:sldMk cId="783102877" sldId="376"/>
            <ac:spMk id="16" creationId="{1CB7A709-C4D1-B131-0F7B-00239AA28768}"/>
          </ac:spMkLst>
        </pc:spChg>
        <pc:spChg chg="add del">
          <ac:chgData name="Edwar Romero-Ramirez" userId="92bc0edd-ad5d-44a7-8ba7-72607029cc7a" providerId="ADAL" clId="{2411B0E9-5B86-5F47-8642-73065063E12B}" dt="2024-06-16T16:44:21.305" v="306" actId="22"/>
          <ac:spMkLst>
            <pc:docMk/>
            <pc:sldMk cId="783102877" sldId="376"/>
            <ac:spMk id="18" creationId="{96B2D98A-19E8-011A-D328-A3BC57C6DD03}"/>
          </ac:spMkLst>
        </pc:spChg>
        <pc:picChg chg="add del mod">
          <ac:chgData name="Edwar Romero-Ramirez" userId="92bc0edd-ad5d-44a7-8ba7-72607029cc7a" providerId="ADAL" clId="{2411B0E9-5B86-5F47-8642-73065063E12B}" dt="2024-06-16T16:43:57.216" v="303" actId="478"/>
          <ac:picMkLst>
            <pc:docMk/>
            <pc:sldMk cId="783102877" sldId="376"/>
            <ac:picMk id="11" creationId="{DAD410AE-1172-7544-2038-4A1D8E899633}"/>
          </ac:picMkLst>
        </pc:picChg>
        <pc:picChg chg="add mod">
          <ac:chgData name="Edwar Romero-Ramirez" userId="92bc0edd-ad5d-44a7-8ba7-72607029cc7a" providerId="ADAL" clId="{2411B0E9-5B86-5F47-8642-73065063E12B}" dt="2024-06-16T16:42:28.957" v="297" actId="1076"/>
          <ac:picMkLst>
            <pc:docMk/>
            <pc:sldMk cId="783102877" sldId="376"/>
            <ac:picMk id="14" creationId="{30837F2A-69A9-79E5-78E6-FAC3CD27033B}"/>
          </ac:picMkLst>
        </pc:picChg>
        <pc:picChg chg="add mod">
          <ac:chgData name="Edwar Romero-Ramirez" userId="92bc0edd-ad5d-44a7-8ba7-72607029cc7a" providerId="ADAL" clId="{2411B0E9-5B86-5F47-8642-73065063E12B}" dt="2024-06-16T16:49:00.496" v="487" actId="1076"/>
          <ac:picMkLst>
            <pc:docMk/>
            <pc:sldMk cId="783102877" sldId="376"/>
            <ac:picMk id="21" creationId="{5BBEB755-66AC-53A3-3491-7136D2DC31FF}"/>
          </ac:picMkLst>
        </pc:picChg>
        <pc:picChg chg="del">
          <ac:chgData name="Edwar Romero-Ramirez" userId="92bc0edd-ad5d-44a7-8ba7-72607029cc7a" providerId="ADAL" clId="{2411B0E9-5B86-5F47-8642-73065063E12B}" dt="2024-06-16T16:40:49.623" v="289" actId="478"/>
          <ac:picMkLst>
            <pc:docMk/>
            <pc:sldMk cId="783102877" sldId="376"/>
            <ac:picMk id="25" creationId="{0A199BFD-2875-969E-ED1E-947E2F403C4B}"/>
          </ac:picMkLst>
        </pc:picChg>
        <pc:picChg chg="del">
          <ac:chgData name="Edwar Romero-Ramirez" userId="92bc0edd-ad5d-44a7-8ba7-72607029cc7a" providerId="ADAL" clId="{2411B0E9-5B86-5F47-8642-73065063E12B}" dt="2024-06-16T16:40:51.519" v="290" actId="478"/>
          <ac:picMkLst>
            <pc:docMk/>
            <pc:sldMk cId="783102877" sldId="376"/>
            <ac:picMk id="28" creationId="{E287BECC-3C16-892D-10A9-365E452677A7}"/>
          </ac:picMkLst>
        </pc:picChg>
      </pc:sldChg>
      <pc:sldChg chg="delSp modSp add">
        <pc:chgData name="Edwar Romero-Ramirez" userId="92bc0edd-ad5d-44a7-8ba7-72607029cc7a" providerId="ADAL" clId="{2411B0E9-5B86-5F47-8642-73065063E12B}" dt="2024-06-16T16:54:59.138" v="859" actId="20577"/>
        <pc:sldMkLst>
          <pc:docMk/>
          <pc:sldMk cId="3036108891" sldId="377"/>
        </pc:sldMkLst>
        <pc:spChg chg="mod">
          <ac:chgData name="Edwar Romero-Ramirez" userId="92bc0edd-ad5d-44a7-8ba7-72607029cc7a" providerId="ADAL" clId="{2411B0E9-5B86-5F47-8642-73065063E12B}" dt="2024-06-16T16:54:59.138" v="859" actId="20577"/>
          <ac:spMkLst>
            <pc:docMk/>
            <pc:sldMk cId="3036108891" sldId="377"/>
            <ac:spMk id="3" creationId="{10AD0E58-93FB-6A47-493C-616E6D59704E}"/>
          </ac:spMkLst>
        </pc:spChg>
        <pc:spChg chg="del">
          <ac:chgData name="Edwar Romero-Ramirez" userId="92bc0edd-ad5d-44a7-8ba7-72607029cc7a" providerId="ADAL" clId="{2411B0E9-5B86-5F47-8642-73065063E12B}" dt="2024-06-16T16:50:54.307" v="493" actId="478"/>
          <ac:spMkLst>
            <pc:docMk/>
            <pc:sldMk cId="3036108891" sldId="377"/>
            <ac:spMk id="16" creationId="{1CB7A709-C4D1-B131-0F7B-00239AA28768}"/>
          </ac:spMkLst>
        </pc:spChg>
        <pc:picChg chg="del">
          <ac:chgData name="Edwar Romero-Ramirez" userId="92bc0edd-ad5d-44a7-8ba7-72607029cc7a" providerId="ADAL" clId="{2411B0E9-5B86-5F47-8642-73065063E12B}" dt="2024-06-16T16:50:56.156" v="494" actId="478"/>
          <ac:picMkLst>
            <pc:docMk/>
            <pc:sldMk cId="3036108891" sldId="377"/>
            <ac:picMk id="14" creationId="{30837F2A-69A9-79E5-78E6-FAC3CD27033B}"/>
          </ac:picMkLst>
        </pc:picChg>
        <pc:picChg chg="del">
          <ac:chgData name="Edwar Romero-Ramirez" userId="92bc0edd-ad5d-44a7-8ba7-72607029cc7a" providerId="ADAL" clId="{2411B0E9-5B86-5F47-8642-73065063E12B}" dt="2024-06-16T16:50:57.616" v="495" actId="478"/>
          <ac:picMkLst>
            <pc:docMk/>
            <pc:sldMk cId="3036108891" sldId="377"/>
            <ac:picMk id="21" creationId="{5BBEB755-66AC-53A3-3491-7136D2DC31FF}"/>
          </ac:picMkLst>
        </pc:picChg>
      </pc:sldChg>
    </pc:docChg>
  </pc:docChgLst>
  <pc:docChgLst>
    <pc:chgData name="Sanjeeta Ghimire" userId="24f4f4b1-044e-4d86-abaf-8307f4e8b0a1" providerId="ADAL" clId="{90A17AC5-7DB5-43E8-8292-067466AC813A}"/>
    <pc:docChg chg="delSld modSection">
      <pc:chgData name="Sanjeeta Ghimire" userId="24f4f4b1-044e-4d86-abaf-8307f4e8b0a1" providerId="ADAL" clId="{90A17AC5-7DB5-43E8-8292-067466AC813A}" dt="2024-09-05T13:12:06.596" v="2" actId="47"/>
      <pc:docMkLst>
        <pc:docMk/>
      </pc:docMkLst>
      <pc:sldChg chg="del">
        <pc:chgData name="Sanjeeta Ghimire" userId="24f4f4b1-044e-4d86-abaf-8307f4e8b0a1" providerId="ADAL" clId="{90A17AC5-7DB5-43E8-8292-067466AC813A}" dt="2024-09-05T13:12:05.371" v="1" actId="47"/>
        <pc:sldMkLst>
          <pc:docMk/>
          <pc:sldMk cId="695126728" sldId="321"/>
        </pc:sldMkLst>
      </pc:sldChg>
      <pc:sldChg chg="del">
        <pc:chgData name="Sanjeeta Ghimire" userId="24f4f4b1-044e-4d86-abaf-8307f4e8b0a1" providerId="ADAL" clId="{90A17AC5-7DB5-43E8-8292-067466AC813A}" dt="2024-09-05T13:12:03.997" v="0" actId="47"/>
        <pc:sldMkLst>
          <pc:docMk/>
          <pc:sldMk cId="1958076054" sldId="383"/>
        </pc:sldMkLst>
      </pc:sldChg>
      <pc:sldChg chg="del">
        <pc:chgData name="Sanjeeta Ghimire" userId="24f4f4b1-044e-4d86-abaf-8307f4e8b0a1" providerId="ADAL" clId="{90A17AC5-7DB5-43E8-8292-067466AC813A}" dt="2024-09-05T13:12:06.596" v="2" actId="47"/>
        <pc:sldMkLst>
          <pc:docMk/>
          <pc:sldMk cId="123506380" sldId="384"/>
        </pc:sldMkLst>
      </pc:sldChg>
    </pc:docChg>
  </pc:docChgLst>
  <pc:docChgLst>
    <pc:chgData name="Somak Das" userId="S::sdas@floridapoly.edu::98cebb13-2fc4-4808-95b9-daeb7e6acc01" providerId="AD" clId="Web-{0D9987F6-2BB1-D02D-E736-F074E6E1FD03}"/>
    <pc:docChg chg="delSld modSld modSection">
      <pc:chgData name="Somak Das" userId="S::sdas@floridapoly.edu::98cebb13-2fc4-4808-95b9-daeb7e6acc01" providerId="AD" clId="Web-{0D9987F6-2BB1-D02D-E736-F074E6E1FD03}" dt="2024-08-28T06:12:27.122" v="268"/>
      <pc:docMkLst>
        <pc:docMk/>
      </pc:docMkLst>
      <pc:sldChg chg="modSp addAnim delAnim">
        <pc:chgData name="Somak Das" userId="S::sdas@floridapoly.edu::98cebb13-2fc4-4808-95b9-daeb7e6acc01" providerId="AD" clId="Web-{0D9987F6-2BB1-D02D-E736-F074E6E1FD03}" dt="2024-08-28T05:54:53.937" v="183" actId="1076"/>
        <pc:sldMkLst>
          <pc:docMk/>
          <pc:sldMk cId="1084738940" sldId="316"/>
        </pc:sldMkLst>
        <pc:spChg chg="mod">
          <ac:chgData name="Somak Das" userId="S::sdas@floridapoly.edu::98cebb13-2fc4-4808-95b9-daeb7e6acc01" providerId="AD" clId="Web-{0D9987F6-2BB1-D02D-E736-F074E6E1FD03}" dt="2024-08-28T05:52:51.731" v="163" actId="1076"/>
          <ac:spMkLst>
            <pc:docMk/>
            <pc:sldMk cId="1084738940" sldId="316"/>
            <ac:spMk id="12" creationId="{EDDF90F8-C42A-8935-55C7-1FDF8AB5862F}"/>
          </ac:spMkLst>
        </pc:spChg>
        <pc:spChg chg="mod">
          <ac:chgData name="Somak Das" userId="S::sdas@floridapoly.edu::98cebb13-2fc4-4808-95b9-daeb7e6acc01" providerId="AD" clId="Web-{0D9987F6-2BB1-D02D-E736-F074E6E1FD03}" dt="2024-08-28T05:54:53.937" v="183" actId="1076"/>
          <ac:spMkLst>
            <pc:docMk/>
            <pc:sldMk cId="1084738940" sldId="316"/>
            <ac:spMk id="13" creationId="{5344010B-2B0E-72A3-F680-9016EC0E08F8}"/>
          </ac:spMkLst>
        </pc:spChg>
      </pc:sldChg>
      <pc:sldChg chg="addAnim delAnim">
        <pc:chgData name="Somak Das" userId="S::sdas@floridapoly.edu::98cebb13-2fc4-4808-95b9-daeb7e6acc01" providerId="AD" clId="Web-{0D9987F6-2BB1-D02D-E736-F074E6E1FD03}" dt="2024-08-28T05:34:45.994" v="30"/>
        <pc:sldMkLst>
          <pc:docMk/>
          <pc:sldMk cId="2289991728" sldId="342"/>
        </pc:sldMkLst>
      </pc:sldChg>
      <pc:sldChg chg="del">
        <pc:chgData name="Somak Das" userId="S::sdas@floridapoly.edu::98cebb13-2fc4-4808-95b9-daeb7e6acc01" providerId="AD" clId="Web-{0D9987F6-2BB1-D02D-E736-F074E6E1FD03}" dt="2024-08-28T05:32:48.054" v="19"/>
        <pc:sldMkLst>
          <pc:docMk/>
          <pc:sldMk cId="3665023349" sldId="343"/>
        </pc:sldMkLst>
      </pc:sldChg>
      <pc:sldChg chg="del">
        <pc:chgData name="Somak Das" userId="S::sdas@floridapoly.edu::98cebb13-2fc4-4808-95b9-daeb7e6acc01" providerId="AD" clId="Web-{0D9987F6-2BB1-D02D-E736-F074E6E1FD03}" dt="2024-08-28T05:32:48.022" v="0"/>
        <pc:sldMkLst>
          <pc:docMk/>
          <pc:sldMk cId="3509818843" sldId="346"/>
        </pc:sldMkLst>
      </pc:sldChg>
      <pc:sldChg chg="del">
        <pc:chgData name="Somak Das" userId="S::sdas@floridapoly.edu::98cebb13-2fc4-4808-95b9-daeb7e6acc01" providerId="AD" clId="Web-{0D9987F6-2BB1-D02D-E736-F074E6E1FD03}" dt="2024-08-28T05:32:48.054" v="22"/>
        <pc:sldMkLst>
          <pc:docMk/>
          <pc:sldMk cId="3564918759" sldId="347"/>
        </pc:sldMkLst>
      </pc:sldChg>
      <pc:sldChg chg="addSp modSp addAnim delAnim">
        <pc:chgData name="Somak Das" userId="S::sdas@floridapoly.edu::98cebb13-2fc4-4808-95b9-daeb7e6acc01" providerId="AD" clId="Web-{0D9987F6-2BB1-D02D-E736-F074E6E1FD03}" dt="2024-08-28T05:52:04.792" v="151" actId="20577"/>
        <pc:sldMkLst>
          <pc:docMk/>
          <pc:sldMk cId="450661816" sldId="349"/>
        </pc:sldMkLst>
        <pc:spChg chg="mod">
          <ac:chgData name="Somak Das" userId="S::sdas@floridapoly.edu::98cebb13-2fc4-4808-95b9-daeb7e6acc01" providerId="AD" clId="Web-{0D9987F6-2BB1-D02D-E736-F074E6E1FD03}" dt="2024-08-28T05:52:04.792" v="151" actId="20577"/>
          <ac:spMkLst>
            <pc:docMk/>
            <pc:sldMk cId="450661816" sldId="349"/>
            <ac:spMk id="2" creationId="{A43E3E30-0CCC-0FCC-69DC-1C2820744E12}"/>
          </ac:spMkLst>
        </pc:spChg>
        <pc:spChg chg="add mod">
          <ac:chgData name="Somak Das" userId="S::sdas@floridapoly.edu::98cebb13-2fc4-4808-95b9-daeb7e6acc01" providerId="AD" clId="Web-{0D9987F6-2BB1-D02D-E736-F074E6E1FD03}" dt="2024-08-28T05:36:56.171" v="57" actId="1076"/>
          <ac:spMkLst>
            <pc:docMk/>
            <pc:sldMk cId="450661816" sldId="349"/>
            <ac:spMk id="4" creationId="{D0852158-8CAB-D30A-FB6A-987846F6E15B}"/>
          </ac:spMkLst>
        </pc:spChg>
      </pc:sldChg>
      <pc:sldChg chg="modSp addAnim">
        <pc:chgData name="Somak Das" userId="S::sdas@floridapoly.edu::98cebb13-2fc4-4808-95b9-daeb7e6acc01" providerId="AD" clId="Web-{0D9987F6-2BB1-D02D-E736-F074E6E1FD03}" dt="2024-08-28T05:50:39.759" v="134" actId="1076"/>
        <pc:sldMkLst>
          <pc:docMk/>
          <pc:sldMk cId="756175004" sldId="350"/>
        </pc:sldMkLst>
        <pc:spChg chg="mod">
          <ac:chgData name="Somak Das" userId="S::sdas@floridapoly.edu::98cebb13-2fc4-4808-95b9-daeb7e6acc01" providerId="AD" clId="Web-{0D9987F6-2BB1-D02D-E736-F074E6E1FD03}" dt="2024-08-28T05:50:39.759" v="134" actId="1076"/>
          <ac:spMkLst>
            <pc:docMk/>
            <pc:sldMk cId="756175004" sldId="350"/>
            <ac:spMk id="2" creationId="{A43E3E30-0CCC-0FCC-69DC-1C2820744E12}"/>
          </ac:spMkLst>
        </pc:spChg>
      </pc:sldChg>
      <pc:sldChg chg="modSp addAnim delAnim">
        <pc:chgData name="Somak Das" userId="S::sdas@floridapoly.edu::98cebb13-2fc4-4808-95b9-daeb7e6acc01" providerId="AD" clId="Web-{0D9987F6-2BB1-D02D-E736-F074E6E1FD03}" dt="2024-08-28T05:50:50.431" v="135" actId="20577"/>
        <pc:sldMkLst>
          <pc:docMk/>
          <pc:sldMk cId="3912467275" sldId="351"/>
        </pc:sldMkLst>
        <pc:spChg chg="mod">
          <ac:chgData name="Somak Das" userId="S::sdas@floridapoly.edu::98cebb13-2fc4-4808-95b9-daeb7e6acc01" providerId="AD" clId="Web-{0D9987F6-2BB1-D02D-E736-F074E6E1FD03}" dt="2024-08-28T05:50:50.431" v="135" actId="20577"/>
          <ac:spMkLst>
            <pc:docMk/>
            <pc:sldMk cId="3912467275" sldId="351"/>
            <ac:spMk id="2" creationId="{A43E3E30-0CCC-0FCC-69DC-1C2820744E12}"/>
          </ac:spMkLst>
        </pc:spChg>
        <pc:spChg chg="mod">
          <ac:chgData name="Somak Das" userId="S::sdas@floridapoly.edu::98cebb13-2fc4-4808-95b9-daeb7e6acc01" providerId="AD" clId="Web-{0D9987F6-2BB1-D02D-E736-F074E6E1FD03}" dt="2024-08-28T05:42:05.633" v="68" actId="20577"/>
          <ac:spMkLst>
            <pc:docMk/>
            <pc:sldMk cId="3912467275" sldId="351"/>
            <ac:spMk id="3" creationId="{9556065C-AC8D-F8CF-D5A2-F5C7B2A8889E}"/>
          </ac:spMkLst>
        </pc:spChg>
        <pc:spChg chg="mod">
          <ac:chgData name="Somak Das" userId="S::sdas@floridapoly.edu::98cebb13-2fc4-4808-95b9-daeb7e6acc01" providerId="AD" clId="Web-{0D9987F6-2BB1-D02D-E736-F074E6E1FD03}" dt="2024-08-28T05:43:00.931" v="76" actId="20577"/>
          <ac:spMkLst>
            <pc:docMk/>
            <pc:sldMk cId="3912467275" sldId="351"/>
            <ac:spMk id="13" creationId="{9D3BEBC4-2179-CEDA-AF3C-A642C8BF32A3}"/>
          </ac:spMkLst>
        </pc:spChg>
        <pc:graphicFrameChg chg="mod modGraphic">
          <ac:chgData name="Somak Das" userId="S::sdas@floridapoly.edu::98cebb13-2fc4-4808-95b9-daeb7e6acc01" providerId="AD" clId="Web-{0D9987F6-2BB1-D02D-E736-F074E6E1FD03}" dt="2024-08-28T05:42:00.648" v="66"/>
          <ac:graphicFrameMkLst>
            <pc:docMk/>
            <pc:sldMk cId="3912467275" sldId="351"/>
            <ac:graphicFrameMk id="4" creationId="{18DA96E2-6581-CF6C-1613-324A80D246B9}"/>
          </ac:graphicFrameMkLst>
        </pc:graphicFrameChg>
      </pc:sldChg>
      <pc:sldChg chg="modSp addAnim">
        <pc:chgData name="Somak Das" userId="S::sdas@floridapoly.edu::98cebb13-2fc4-4808-95b9-daeb7e6acc01" providerId="AD" clId="Web-{0D9987F6-2BB1-D02D-E736-F074E6E1FD03}" dt="2024-08-28T05:51:02.994" v="137" actId="20577"/>
        <pc:sldMkLst>
          <pc:docMk/>
          <pc:sldMk cId="839535825" sldId="352"/>
        </pc:sldMkLst>
        <pc:spChg chg="mod">
          <ac:chgData name="Somak Das" userId="S::sdas@floridapoly.edu::98cebb13-2fc4-4808-95b9-daeb7e6acc01" providerId="AD" clId="Web-{0D9987F6-2BB1-D02D-E736-F074E6E1FD03}" dt="2024-08-28T05:51:02.994" v="137" actId="20577"/>
          <ac:spMkLst>
            <pc:docMk/>
            <pc:sldMk cId="839535825" sldId="352"/>
            <ac:spMk id="2" creationId="{A43E3E30-0CCC-0FCC-69DC-1C2820744E12}"/>
          </ac:spMkLst>
        </pc:spChg>
        <pc:picChg chg="mod">
          <ac:chgData name="Somak Das" userId="S::sdas@floridapoly.edu::98cebb13-2fc4-4808-95b9-daeb7e6acc01" providerId="AD" clId="Web-{0D9987F6-2BB1-D02D-E736-F074E6E1FD03}" dt="2024-08-28T05:43:24.354" v="79" actId="14100"/>
          <ac:picMkLst>
            <pc:docMk/>
            <pc:sldMk cId="839535825" sldId="352"/>
            <ac:picMk id="6" creationId="{50535E7C-5C90-3DB5-404B-E48DB8C9ECFD}"/>
          </ac:picMkLst>
        </pc:picChg>
      </pc:sldChg>
      <pc:sldChg chg="modSp">
        <pc:chgData name="Somak Das" userId="S::sdas@floridapoly.edu::98cebb13-2fc4-4808-95b9-daeb7e6acc01" providerId="AD" clId="Web-{0D9987F6-2BB1-D02D-E736-F074E6E1FD03}" dt="2024-08-28T05:44:40.652" v="91" actId="20577"/>
        <pc:sldMkLst>
          <pc:docMk/>
          <pc:sldMk cId="2838901669" sldId="353"/>
        </pc:sldMkLst>
        <pc:spChg chg="mod">
          <ac:chgData name="Somak Das" userId="S::sdas@floridapoly.edu::98cebb13-2fc4-4808-95b9-daeb7e6acc01" providerId="AD" clId="Web-{0D9987F6-2BB1-D02D-E736-F074E6E1FD03}" dt="2024-08-28T05:44:40.652" v="91" actId="20577"/>
          <ac:spMkLst>
            <pc:docMk/>
            <pc:sldMk cId="2838901669" sldId="353"/>
            <ac:spMk id="2" creationId="{A43E3E30-0CCC-0FCC-69DC-1C2820744E12}"/>
          </ac:spMkLst>
        </pc:spChg>
      </pc:sldChg>
      <pc:sldChg chg="modSp addAnim delAnim">
        <pc:chgData name="Somak Das" userId="S::sdas@floridapoly.edu::98cebb13-2fc4-4808-95b9-daeb7e6acc01" providerId="AD" clId="Web-{0D9987F6-2BB1-D02D-E736-F074E6E1FD03}" dt="2024-08-28T05:57:58.582" v="193"/>
        <pc:sldMkLst>
          <pc:docMk/>
          <pc:sldMk cId="3245362616" sldId="354"/>
        </pc:sldMkLst>
        <pc:spChg chg="mod">
          <ac:chgData name="Somak Das" userId="S::sdas@floridapoly.edu::98cebb13-2fc4-4808-95b9-daeb7e6acc01" providerId="AD" clId="Web-{0D9987F6-2BB1-D02D-E736-F074E6E1FD03}" dt="2024-08-28T05:46:47.234" v="111" actId="20577"/>
          <ac:spMkLst>
            <pc:docMk/>
            <pc:sldMk cId="3245362616" sldId="354"/>
            <ac:spMk id="3" creationId="{9556065C-AC8D-F8CF-D5A2-F5C7B2A8889E}"/>
          </ac:spMkLst>
        </pc:spChg>
      </pc:sldChg>
      <pc:sldChg chg="addSp modSp addAnim delAnim">
        <pc:chgData name="Somak Das" userId="S::sdas@floridapoly.edu::98cebb13-2fc4-4808-95b9-daeb7e6acc01" providerId="AD" clId="Web-{0D9987F6-2BB1-D02D-E736-F074E6E1FD03}" dt="2024-08-28T06:07:36.115" v="245"/>
        <pc:sldMkLst>
          <pc:docMk/>
          <pc:sldMk cId="413745526" sldId="357"/>
        </pc:sldMkLst>
        <pc:spChg chg="add mod">
          <ac:chgData name="Somak Das" userId="S::sdas@floridapoly.edu::98cebb13-2fc4-4808-95b9-daeb7e6acc01" providerId="AD" clId="Web-{0D9987F6-2BB1-D02D-E736-F074E6E1FD03}" dt="2024-08-28T06:04:23.686" v="230" actId="14100"/>
          <ac:spMkLst>
            <pc:docMk/>
            <pc:sldMk cId="413745526" sldId="357"/>
            <ac:spMk id="2" creationId="{CA146E02-4A6D-288A-E87C-307C388ED538}"/>
          </ac:spMkLst>
        </pc:spChg>
        <pc:spChg chg="mod">
          <ac:chgData name="Somak Das" userId="S::sdas@floridapoly.edu::98cebb13-2fc4-4808-95b9-daeb7e6acc01" providerId="AD" clId="Web-{0D9987F6-2BB1-D02D-E736-F074E6E1FD03}" dt="2024-08-28T06:04:30.030" v="231" actId="20577"/>
          <ac:spMkLst>
            <pc:docMk/>
            <pc:sldMk cId="413745526" sldId="357"/>
            <ac:spMk id="5" creationId="{1D3DCBB2-C9EE-959F-234A-10AAE3BACC96}"/>
          </ac:spMkLst>
        </pc:spChg>
        <pc:picChg chg="mod">
          <ac:chgData name="Somak Das" userId="S::sdas@floridapoly.edu::98cebb13-2fc4-4808-95b9-daeb7e6acc01" providerId="AD" clId="Web-{0D9987F6-2BB1-D02D-E736-F074E6E1FD03}" dt="2024-08-28T05:59:49.491" v="200" actId="1076"/>
          <ac:picMkLst>
            <pc:docMk/>
            <pc:sldMk cId="413745526" sldId="357"/>
            <ac:picMk id="26" creationId="{05CCB9CF-70EB-1A66-DB70-9AFDB8AB328A}"/>
          </ac:picMkLst>
        </pc:picChg>
        <pc:picChg chg="mod">
          <ac:chgData name="Somak Das" userId="S::sdas@floridapoly.edu::98cebb13-2fc4-4808-95b9-daeb7e6acc01" providerId="AD" clId="Web-{0D9987F6-2BB1-D02D-E736-F074E6E1FD03}" dt="2024-08-28T05:59:44.679" v="199" actId="1076"/>
          <ac:picMkLst>
            <pc:docMk/>
            <pc:sldMk cId="413745526" sldId="357"/>
            <ac:picMk id="27" creationId="{A1179090-0590-B3EF-1906-EF2F90C3277A}"/>
          </ac:picMkLst>
        </pc:picChg>
      </pc:sldChg>
      <pc:sldChg chg="del">
        <pc:chgData name="Somak Das" userId="S::sdas@floridapoly.edu::98cebb13-2fc4-4808-95b9-daeb7e6acc01" providerId="AD" clId="Web-{0D9987F6-2BB1-D02D-E736-F074E6E1FD03}" dt="2024-08-28T05:32:48.054" v="21"/>
        <pc:sldMkLst>
          <pc:docMk/>
          <pc:sldMk cId="2275632493" sldId="365"/>
        </pc:sldMkLst>
      </pc:sldChg>
      <pc:sldChg chg="del">
        <pc:chgData name="Somak Das" userId="S::sdas@floridapoly.edu::98cebb13-2fc4-4808-95b9-daeb7e6acc01" providerId="AD" clId="Web-{0D9987F6-2BB1-D02D-E736-F074E6E1FD03}" dt="2024-08-28T05:32:48.038" v="17"/>
        <pc:sldMkLst>
          <pc:docMk/>
          <pc:sldMk cId="4026378510" sldId="366"/>
        </pc:sldMkLst>
      </pc:sldChg>
      <pc:sldChg chg="del">
        <pc:chgData name="Somak Das" userId="S::sdas@floridapoly.edu::98cebb13-2fc4-4808-95b9-daeb7e6acc01" providerId="AD" clId="Web-{0D9987F6-2BB1-D02D-E736-F074E6E1FD03}" dt="2024-08-28T05:32:48.054" v="20"/>
        <pc:sldMkLst>
          <pc:docMk/>
          <pc:sldMk cId="3756043976" sldId="367"/>
        </pc:sldMkLst>
      </pc:sldChg>
      <pc:sldChg chg="del">
        <pc:chgData name="Somak Das" userId="S::sdas@floridapoly.edu::98cebb13-2fc4-4808-95b9-daeb7e6acc01" providerId="AD" clId="Web-{0D9987F6-2BB1-D02D-E736-F074E6E1FD03}" dt="2024-08-28T05:32:48.038" v="18"/>
        <pc:sldMkLst>
          <pc:docMk/>
          <pc:sldMk cId="3985552435" sldId="368"/>
        </pc:sldMkLst>
      </pc:sldChg>
      <pc:sldChg chg="del">
        <pc:chgData name="Somak Das" userId="S::sdas@floridapoly.edu::98cebb13-2fc4-4808-95b9-daeb7e6acc01" providerId="AD" clId="Web-{0D9987F6-2BB1-D02D-E736-F074E6E1FD03}" dt="2024-08-28T05:32:48.038" v="16"/>
        <pc:sldMkLst>
          <pc:docMk/>
          <pc:sldMk cId="2079027889" sldId="369"/>
        </pc:sldMkLst>
      </pc:sldChg>
      <pc:sldChg chg="del">
        <pc:chgData name="Somak Das" userId="S::sdas@floridapoly.edu::98cebb13-2fc4-4808-95b9-daeb7e6acc01" providerId="AD" clId="Web-{0D9987F6-2BB1-D02D-E736-F074E6E1FD03}" dt="2024-08-28T05:32:48.038" v="15"/>
        <pc:sldMkLst>
          <pc:docMk/>
          <pc:sldMk cId="124241174" sldId="370"/>
        </pc:sldMkLst>
      </pc:sldChg>
      <pc:sldChg chg="del">
        <pc:chgData name="Somak Das" userId="S::sdas@floridapoly.edu::98cebb13-2fc4-4808-95b9-daeb7e6acc01" providerId="AD" clId="Web-{0D9987F6-2BB1-D02D-E736-F074E6E1FD03}" dt="2024-08-28T05:32:48.038" v="14"/>
        <pc:sldMkLst>
          <pc:docMk/>
          <pc:sldMk cId="3451763861" sldId="371"/>
        </pc:sldMkLst>
      </pc:sldChg>
      <pc:sldChg chg="del">
        <pc:chgData name="Somak Das" userId="S::sdas@floridapoly.edu::98cebb13-2fc4-4808-95b9-daeb7e6acc01" providerId="AD" clId="Web-{0D9987F6-2BB1-D02D-E736-F074E6E1FD03}" dt="2024-08-28T05:32:48.038" v="13"/>
        <pc:sldMkLst>
          <pc:docMk/>
          <pc:sldMk cId="869483577" sldId="372"/>
        </pc:sldMkLst>
      </pc:sldChg>
      <pc:sldChg chg="del">
        <pc:chgData name="Somak Das" userId="S::sdas@floridapoly.edu::98cebb13-2fc4-4808-95b9-daeb7e6acc01" providerId="AD" clId="Web-{0D9987F6-2BB1-D02D-E736-F074E6E1FD03}" dt="2024-08-28T05:32:48.038" v="12"/>
        <pc:sldMkLst>
          <pc:docMk/>
          <pc:sldMk cId="3182590695" sldId="373"/>
        </pc:sldMkLst>
      </pc:sldChg>
      <pc:sldChg chg="del">
        <pc:chgData name="Somak Das" userId="S::sdas@floridapoly.edu::98cebb13-2fc4-4808-95b9-daeb7e6acc01" providerId="AD" clId="Web-{0D9987F6-2BB1-D02D-E736-F074E6E1FD03}" dt="2024-08-28T05:32:48.038" v="11"/>
        <pc:sldMkLst>
          <pc:docMk/>
          <pc:sldMk cId="1169307009" sldId="374"/>
        </pc:sldMkLst>
      </pc:sldChg>
      <pc:sldChg chg="del">
        <pc:chgData name="Somak Das" userId="S::sdas@floridapoly.edu::98cebb13-2fc4-4808-95b9-daeb7e6acc01" providerId="AD" clId="Web-{0D9987F6-2BB1-D02D-E736-F074E6E1FD03}" dt="2024-08-28T05:32:48.038" v="10"/>
        <pc:sldMkLst>
          <pc:docMk/>
          <pc:sldMk cId="936853904" sldId="375"/>
        </pc:sldMkLst>
      </pc:sldChg>
      <pc:sldChg chg="del">
        <pc:chgData name="Somak Das" userId="S::sdas@floridapoly.edu::98cebb13-2fc4-4808-95b9-daeb7e6acc01" providerId="AD" clId="Web-{0D9987F6-2BB1-D02D-E736-F074E6E1FD03}" dt="2024-08-28T05:32:48.022" v="9"/>
        <pc:sldMkLst>
          <pc:docMk/>
          <pc:sldMk cId="783102877" sldId="376"/>
        </pc:sldMkLst>
      </pc:sldChg>
      <pc:sldChg chg="del">
        <pc:chgData name="Somak Das" userId="S::sdas@floridapoly.edu::98cebb13-2fc4-4808-95b9-daeb7e6acc01" providerId="AD" clId="Web-{0D9987F6-2BB1-D02D-E736-F074E6E1FD03}" dt="2024-08-28T05:32:48.022" v="8"/>
        <pc:sldMkLst>
          <pc:docMk/>
          <pc:sldMk cId="3036108891" sldId="377"/>
        </pc:sldMkLst>
      </pc:sldChg>
      <pc:sldChg chg="del">
        <pc:chgData name="Somak Das" userId="S::sdas@floridapoly.edu::98cebb13-2fc4-4808-95b9-daeb7e6acc01" providerId="AD" clId="Web-{0D9987F6-2BB1-D02D-E736-F074E6E1FD03}" dt="2024-08-28T05:32:48.022" v="7"/>
        <pc:sldMkLst>
          <pc:docMk/>
          <pc:sldMk cId="4151336825" sldId="378"/>
        </pc:sldMkLst>
      </pc:sldChg>
      <pc:sldChg chg="del">
        <pc:chgData name="Somak Das" userId="S::sdas@floridapoly.edu::98cebb13-2fc4-4808-95b9-daeb7e6acc01" providerId="AD" clId="Web-{0D9987F6-2BB1-D02D-E736-F074E6E1FD03}" dt="2024-08-28T05:32:48.022" v="6"/>
        <pc:sldMkLst>
          <pc:docMk/>
          <pc:sldMk cId="1345516017" sldId="379"/>
        </pc:sldMkLst>
      </pc:sldChg>
      <pc:sldChg chg="del">
        <pc:chgData name="Somak Das" userId="S::sdas@floridapoly.edu::98cebb13-2fc4-4808-95b9-daeb7e6acc01" providerId="AD" clId="Web-{0D9987F6-2BB1-D02D-E736-F074E6E1FD03}" dt="2024-08-28T05:32:48.022" v="5"/>
        <pc:sldMkLst>
          <pc:docMk/>
          <pc:sldMk cId="1122387926" sldId="380"/>
        </pc:sldMkLst>
      </pc:sldChg>
      <pc:sldChg chg="del">
        <pc:chgData name="Somak Das" userId="S::sdas@floridapoly.edu::98cebb13-2fc4-4808-95b9-daeb7e6acc01" providerId="AD" clId="Web-{0D9987F6-2BB1-D02D-E736-F074E6E1FD03}" dt="2024-08-28T05:32:48.022" v="4"/>
        <pc:sldMkLst>
          <pc:docMk/>
          <pc:sldMk cId="508060794" sldId="381"/>
        </pc:sldMkLst>
      </pc:sldChg>
      <pc:sldChg chg="del">
        <pc:chgData name="Somak Das" userId="S::sdas@floridapoly.edu::98cebb13-2fc4-4808-95b9-daeb7e6acc01" providerId="AD" clId="Web-{0D9987F6-2BB1-D02D-E736-F074E6E1FD03}" dt="2024-08-28T05:32:48.022" v="3"/>
        <pc:sldMkLst>
          <pc:docMk/>
          <pc:sldMk cId="3501253409" sldId="382"/>
        </pc:sldMkLst>
      </pc:sldChg>
      <pc:sldChg chg="del">
        <pc:chgData name="Somak Das" userId="S::sdas@floridapoly.edu::98cebb13-2fc4-4808-95b9-daeb7e6acc01" providerId="AD" clId="Web-{0D9987F6-2BB1-D02D-E736-F074E6E1FD03}" dt="2024-08-28T05:32:48.022" v="2"/>
        <pc:sldMkLst>
          <pc:docMk/>
          <pc:sldMk cId="3150395374" sldId="383"/>
        </pc:sldMkLst>
      </pc:sldChg>
      <pc:sldChg chg="del">
        <pc:chgData name="Somak Das" userId="S::sdas@floridapoly.edu::98cebb13-2fc4-4808-95b9-daeb7e6acc01" providerId="AD" clId="Web-{0D9987F6-2BB1-D02D-E736-F074E6E1FD03}" dt="2024-08-28T05:32:48.022" v="1"/>
        <pc:sldMkLst>
          <pc:docMk/>
          <pc:sldMk cId="4067671551" sldId="384"/>
        </pc:sldMkLst>
      </pc:sldChg>
      <pc:sldChg chg="modSp addAnim">
        <pc:chgData name="Somak Das" userId="S::sdas@floridapoly.edu::98cebb13-2fc4-4808-95b9-daeb7e6acc01" providerId="AD" clId="Web-{0D9987F6-2BB1-D02D-E736-F074E6E1FD03}" dt="2024-08-28T05:45:23.497" v="95" actId="1076"/>
        <pc:sldMkLst>
          <pc:docMk/>
          <pc:sldMk cId="3724979230" sldId="385"/>
        </pc:sldMkLst>
        <pc:spChg chg="mod">
          <ac:chgData name="Somak Das" userId="S::sdas@floridapoly.edu::98cebb13-2fc4-4808-95b9-daeb7e6acc01" providerId="AD" clId="Web-{0D9987F6-2BB1-D02D-E736-F074E6E1FD03}" dt="2024-08-28T05:45:23.497" v="95" actId="1076"/>
          <ac:spMkLst>
            <pc:docMk/>
            <pc:sldMk cId="3724979230" sldId="385"/>
            <ac:spMk id="5" creationId="{FAEBE7E8-FD76-E70E-3B24-1E54FF2C80AF}"/>
          </ac:spMkLst>
        </pc:spChg>
      </pc:sldChg>
      <pc:sldChg chg="modSp addAnim">
        <pc:chgData name="Somak Das" userId="S::sdas@floridapoly.edu::98cebb13-2fc4-4808-95b9-daeb7e6acc01" providerId="AD" clId="Web-{0D9987F6-2BB1-D02D-E736-F074E6E1FD03}" dt="2024-08-28T05:45:58.529" v="98" actId="20577"/>
        <pc:sldMkLst>
          <pc:docMk/>
          <pc:sldMk cId="2545679489" sldId="386"/>
        </pc:sldMkLst>
        <pc:spChg chg="mod">
          <ac:chgData name="Somak Das" userId="S::sdas@floridapoly.edu::98cebb13-2fc4-4808-95b9-daeb7e6acc01" providerId="AD" clId="Web-{0D9987F6-2BB1-D02D-E736-F074E6E1FD03}" dt="2024-08-28T05:45:58.529" v="98" actId="20577"/>
          <ac:spMkLst>
            <pc:docMk/>
            <pc:sldMk cId="2545679489" sldId="386"/>
            <ac:spMk id="3" creationId="{E40671FC-BCC1-4C34-9858-A3A6EBA1F1DF}"/>
          </ac:spMkLst>
        </pc:spChg>
      </pc:sldChg>
      <pc:sldChg chg="addAnim">
        <pc:chgData name="Somak Das" userId="S::sdas@floridapoly.edu::98cebb13-2fc4-4808-95b9-daeb7e6acc01" providerId="AD" clId="Web-{0D9987F6-2BB1-D02D-E736-F074E6E1FD03}" dt="2024-08-28T05:47:41.426" v="113"/>
        <pc:sldMkLst>
          <pc:docMk/>
          <pc:sldMk cId="3218015848" sldId="387"/>
        </pc:sldMkLst>
      </pc:sldChg>
      <pc:sldChg chg="modSp">
        <pc:chgData name="Somak Das" userId="S::sdas@floridapoly.edu::98cebb13-2fc4-4808-95b9-daeb7e6acc01" providerId="AD" clId="Web-{0D9987F6-2BB1-D02D-E736-F074E6E1FD03}" dt="2024-08-28T05:58:30.380" v="195" actId="20577"/>
        <pc:sldMkLst>
          <pc:docMk/>
          <pc:sldMk cId="1746890718" sldId="388"/>
        </pc:sldMkLst>
        <pc:spChg chg="mod">
          <ac:chgData name="Somak Das" userId="S::sdas@floridapoly.edu::98cebb13-2fc4-4808-95b9-daeb7e6acc01" providerId="AD" clId="Web-{0D9987F6-2BB1-D02D-E736-F074E6E1FD03}" dt="2024-08-28T05:58:30.380" v="195" actId="20577"/>
          <ac:spMkLst>
            <pc:docMk/>
            <pc:sldMk cId="1746890718" sldId="388"/>
            <ac:spMk id="2" creationId="{A43E3E30-0CCC-0FCC-69DC-1C2820744E12}"/>
          </ac:spMkLst>
        </pc:spChg>
      </pc:sldChg>
      <pc:sldChg chg="modSp addAnim">
        <pc:chgData name="Somak Das" userId="S::sdas@floridapoly.edu::98cebb13-2fc4-4808-95b9-daeb7e6acc01" providerId="AD" clId="Web-{0D9987F6-2BB1-D02D-E736-F074E6E1FD03}" dt="2024-08-28T06:09:50.274" v="252"/>
        <pc:sldMkLst>
          <pc:docMk/>
          <pc:sldMk cId="1585075032" sldId="390"/>
        </pc:sldMkLst>
        <pc:picChg chg="mod">
          <ac:chgData name="Somak Das" userId="S::sdas@floridapoly.edu::98cebb13-2fc4-4808-95b9-daeb7e6acc01" providerId="AD" clId="Web-{0D9987F6-2BB1-D02D-E736-F074E6E1FD03}" dt="2024-08-28T06:09:04.289" v="248" actId="1076"/>
          <ac:picMkLst>
            <pc:docMk/>
            <pc:sldMk cId="1585075032" sldId="390"/>
            <ac:picMk id="6" creationId="{50535E7C-5C90-3DB5-404B-E48DB8C9ECFD}"/>
          </ac:picMkLst>
        </pc:picChg>
      </pc:sldChg>
      <pc:sldChg chg="addAnim delAnim">
        <pc:chgData name="Somak Das" userId="S::sdas@floridapoly.edu::98cebb13-2fc4-4808-95b9-daeb7e6acc01" providerId="AD" clId="Web-{0D9987F6-2BB1-D02D-E736-F074E6E1FD03}" dt="2024-08-28T06:10:22.322" v="256"/>
        <pc:sldMkLst>
          <pc:docMk/>
          <pc:sldMk cId="2868495445" sldId="391"/>
        </pc:sldMkLst>
      </pc:sldChg>
      <pc:sldChg chg="modSp addAnim">
        <pc:chgData name="Somak Das" userId="S::sdas@floridapoly.edu::98cebb13-2fc4-4808-95b9-daeb7e6acc01" providerId="AD" clId="Web-{0D9987F6-2BB1-D02D-E736-F074E6E1FD03}" dt="2024-08-28T06:10:49.901" v="259"/>
        <pc:sldMkLst>
          <pc:docMk/>
          <pc:sldMk cId="3801865385" sldId="392"/>
        </pc:sldMkLst>
        <pc:spChg chg="mod">
          <ac:chgData name="Somak Das" userId="S::sdas@floridapoly.edu::98cebb13-2fc4-4808-95b9-daeb7e6acc01" providerId="AD" clId="Web-{0D9987F6-2BB1-D02D-E736-F074E6E1FD03}" dt="2024-08-28T06:10:39.916" v="257" actId="20577"/>
          <ac:spMkLst>
            <pc:docMk/>
            <pc:sldMk cId="3801865385" sldId="392"/>
            <ac:spMk id="2" creationId="{A43E3E30-0CCC-0FCC-69DC-1C2820744E12}"/>
          </ac:spMkLst>
        </pc:spChg>
      </pc:sldChg>
      <pc:sldChg chg="addAnim">
        <pc:chgData name="Somak Das" userId="S::sdas@floridapoly.edu::98cebb13-2fc4-4808-95b9-daeb7e6acc01" providerId="AD" clId="Web-{0D9987F6-2BB1-D02D-E736-F074E6E1FD03}" dt="2024-08-28T06:12:27.122" v="268"/>
        <pc:sldMkLst>
          <pc:docMk/>
          <pc:sldMk cId="608172697" sldId="393"/>
        </pc:sldMkLst>
      </pc:sldChg>
    </pc:docChg>
  </pc:docChgLst>
  <pc:docChgLst>
    <pc:chgData name="Edwar Romero-Ramirez" userId="92bc0edd-ad5d-44a7-8ba7-72607029cc7a" providerId="ADAL" clId="{84EA6B7E-58BA-4BD1-B3CB-C7FF9770875A}"/>
    <pc:docChg chg="undo custSel addSld delSld modSld modSection">
      <pc:chgData name="Edwar Romero-Ramirez" userId="92bc0edd-ad5d-44a7-8ba7-72607029cc7a" providerId="ADAL" clId="{84EA6B7E-58BA-4BD1-B3CB-C7FF9770875A}" dt="2024-06-14T19:01:05.514" v="1405" actId="20577"/>
      <pc:docMkLst>
        <pc:docMk/>
      </pc:docMkLst>
      <pc:sldChg chg="addSp delSp modSp mod">
        <pc:chgData name="Edwar Romero-Ramirez" userId="92bc0edd-ad5d-44a7-8ba7-72607029cc7a" providerId="ADAL" clId="{84EA6B7E-58BA-4BD1-B3CB-C7FF9770875A}" dt="2024-06-14T19:00:22.073" v="1400" actId="20577"/>
        <pc:sldMkLst>
          <pc:docMk/>
          <pc:sldMk cId="783844113" sldId="256"/>
        </pc:sldMkLst>
        <pc:spChg chg="del">
          <ac:chgData name="Edwar Romero-Ramirez" userId="92bc0edd-ad5d-44a7-8ba7-72607029cc7a" providerId="ADAL" clId="{84EA6B7E-58BA-4BD1-B3CB-C7FF9770875A}" dt="2024-06-14T19:00:15.664" v="1397" actId="478"/>
          <ac:spMkLst>
            <pc:docMk/>
            <pc:sldMk cId="783844113" sldId="256"/>
            <ac:spMk id="5" creationId="{B0656759-C71E-DE55-C394-61B9D6321BE3}"/>
          </ac:spMkLst>
        </pc:spChg>
        <pc:spChg chg="add mod">
          <ac:chgData name="Edwar Romero-Ramirez" userId="92bc0edd-ad5d-44a7-8ba7-72607029cc7a" providerId="ADAL" clId="{84EA6B7E-58BA-4BD1-B3CB-C7FF9770875A}" dt="2024-06-14T19:00:22.073" v="1400" actId="20577"/>
          <ac:spMkLst>
            <pc:docMk/>
            <pc:sldMk cId="783844113" sldId="256"/>
            <ac:spMk id="6" creationId="{86649F24-8FCC-CDEB-B4C7-3B4C1F0F6A52}"/>
          </ac:spMkLst>
        </pc:spChg>
      </pc:sldChg>
      <pc:sldChg chg="modSp mod">
        <pc:chgData name="Edwar Romero-Ramirez" userId="92bc0edd-ad5d-44a7-8ba7-72607029cc7a" providerId="ADAL" clId="{84EA6B7E-58BA-4BD1-B3CB-C7FF9770875A}" dt="2024-06-14T19:00:42.056" v="1403" actId="20577"/>
        <pc:sldMkLst>
          <pc:docMk/>
          <pc:sldMk cId="2289991728" sldId="342"/>
        </pc:sldMkLst>
        <pc:spChg chg="mod">
          <ac:chgData name="Edwar Romero-Ramirez" userId="92bc0edd-ad5d-44a7-8ba7-72607029cc7a" providerId="ADAL" clId="{84EA6B7E-58BA-4BD1-B3CB-C7FF9770875A}" dt="2024-06-14T19:00:42.056" v="1403" actId="20577"/>
          <ac:spMkLst>
            <pc:docMk/>
            <pc:sldMk cId="2289991728" sldId="342"/>
            <ac:spMk id="2" creationId="{4D3BEB11-28D7-C522-E5E9-6807A609E96E}"/>
          </ac:spMkLst>
        </pc:spChg>
      </pc:sldChg>
      <pc:sldChg chg="modSp mod">
        <pc:chgData name="Edwar Romero-Ramirez" userId="92bc0edd-ad5d-44a7-8ba7-72607029cc7a" providerId="ADAL" clId="{84EA6B7E-58BA-4BD1-B3CB-C7FF9770875A}" dt="2024-06-14T18:06:22.827" v="1386" actId="20577"/>
        <pc:sldMkLst>
          <pc:docMk/>
          <pc:sldMk cId="3665023349" sldId="343"/>
        </pc:sldMkLst>
        <pc:spChg chg="mod">
          <ac:chgData name="Edwar Romero-Ramirez" userId="92bc0edd-ad5d-44a7-8ba7-72607029cc7a" providerId="ADAL" clId="{84EA6B7E-58BA-4BD1-B3CB-C7FF9770875A}" dt="2024-06-14T18:06:22.827" v="1386" actId="20577"/>
          <ac:spMkLst>
            <pc:docMk/>
            <pc:sldMk cId="3665023349" sldId="343"/>
            <ac:spMk id="2" creationId="{4D3BEB11-28D7-C522-E5E9-6807A609E96E}"/>
          </ac:spMkLst>
        </pc:spChg>
      </pc:sldChg>
      <pc:sldChg chg="modSp mod">
        <pc:chgData name="Edwar Romero-Ramirez" userId="92bc0edd-ad5d-44a7-8ba7-72607029cc7a" providerId="ADAL" clId="{84EA6B7E-58BA-4BD1-B3CB-C7FF9770875A}" dt="2024-06-14T17:04:38.452" v="79" actId="20577"/>
        <pc:sldMkLst>
          <pc:docMk/>
          <pc:sldMk cId="3912467275" sldId="351"/>
        </pc:sldMkLst>
        <pc:spChg chg="mod">
          <ac:chgData name="Edwar Romero-Ramirez" userId="92bc0edd-ad5d-44a7-8ba7-72607029cc7a" providerId="ADAL" clId="{84EA6B7E-58BA-4BD1-B3CB-C7FF9770875A}" dt="2024-06-14T17:04:38.452" v="79" actId="20577"/>
          <ac:spMkLst>
            <pc:docMk/>
            <pc:sldMk cId="3912467275" sldId="351"/>
            <ac:spMk id="5" creationId="{3F1CE5EF-1993-48B6-7353-FC6D457CA39A}"/>
          </ac:spMkLst>
        </pc:spChg>
      </pc:sldChg>
      <pc:sldChg chg="modSp mod">
        <pc:chgData name="Edwar Romero-Ramirez" userId="92bc0edd-ad5d-44a7-8ba7-72607029cc7a" providerId="ADAL" clId="{84EA6B7E-58BA-4BD1-B3CB-C7FF9770875A}" dt="2024-06-14T17:04:44.066" v="80"/>
        <pc:sldMkLst>
          <pc:docMk/>
          <pc:sldMk cId="839535825" sldId="352"/>
        </pc:sldMkLst>
        <pc:spChg chg="mod">
          <ac:chgData name="Edwar Romero-Ramirez" userId="92bc0edd-ad5d-44a7-8ba7-72607029cc7a" providerId="ADAL" clId="{84EA6B7E-58BA-4BD1-B3CB-C7FF9770875A}" dt="2024-06-14T17:04:44.066" v="80"/>
          <ac:spMkLst>
            <pc:docMk/>
            <pc:sldMk cId="839535825" sldId="352"/>
            <ac:spMk id="5" creationId="{3F1CE5EF-1993-48B6-7353-FC6D457CA39A}"/>
          </ac:spMkLst>
        </pc:spChg>
      </pc:sldChg>
      <pc:sldChg chg="modSp mod">
        <pc:chgData name="Edwar Romero-Ramirez" userId="92bc0edd-ad5d-44a7-8ba7-72607029cc7a" providerId="ADAL" clId="{84EA6B7E-58BA-4BD1-B3CB-C7FF9770875A}" dt="2024-06-14T17:04:46.889" v="81"/>
        <pc:sldMkLst>
          <pc:docMk/>
          <pc:sldMk cId="2838901669" sldId="353"/>
        </pc:sldMkLst>
        <pc:spChg chg="mod">
          <ac:chgData name="Edwar Romero-Ramirez" userId="92bc0edd-ad5d-44a7-8ba7-72607029cc7a" providerId="ADAL" clId="{84EA6B7E-58BA-4BD1-B3CB-C7FF9770875A}" dt="2024-06-14T17:04:46.889" v="81"/>
          <ac:spMkLst>
            <pc:docMk/>
            <pc:sldMk cId="2838901669" sldId="353"/>
            <ac:spMk id="5" creationId="{3F1CE5EF-1993-48B6-7353-FC6D457CA39A}"/>
          </ac:spMkLst>
        </pc:spChg>
      </pc:sldChg>
      <pc:sldChg chg="modSp mod">
        <pc:chgData name="Edwar Romero-Ramirez" userId="92bc0edd-ad5d-44a7-8ba7-72607029cc7a" providerId="ADAL" clId="{84EA6B7E-58BA-4BD1-B3CB-C7FF9770875A}" dt="2024-06-14T17:04:49.434" v="82"/>
        <pc:sldMkLst>
          <pc:docMk/>
          <pc:sldMk cId="3245362616" sldId="354"/>
        </pc:sldMkLst>
        <pc:spChg chg="mod">
          <ac:chgData name="Edwar Romero-Ramirez" userId="92bc0edd-ad5d-44a7-8ba7-72607029cc7a" providerId="ADAL" clId="{84EA6B7E-58BA-4BD1-B3CB-C7FF9770875A}" dt="2024-06-14T17:04:49.434" v="82"/>
          <ac:spMkLst>
            <pc:docMk/>
            <pc:sldMk cId="3245362616" sldId="354"/>
            <ac:spMk id="5" creationId="{3F1CE5EF-1993-48B6-7353-FC6D457CA39A}"/>
          </ac:spMkLst>
        </pc:spChg>
      </pc:sldChg>
      <pc:sldChg chg="addSp delSp modSp mod">
        <pc:chgData name="Edwar Romero-Ramirez" userId="92bc0edd-ad5d-44a7-8ba7-72607029cc7a" providerId="ADAL" clId="{84EA6B7E-58BA-4BD1-B3CB-C7FF9770875A}" dt="2024-06-14T17:05:12.722" v="86" actId="166"/>
        <pc:sldMkLst>
          <pc:docMk/>
          <pc:sldMk cId="4183556849" sldId="355"/>
        </pc:sldMkLst>
        <pc:spChg chg="add mod">
          <ac:chgData name="Edwar Romero-Ramirez" userId="92bc0edd-ad5d-44a7-8ba7-72607029cc7a" providerId="ADAL" clId="{84EA6B7E-58BA-4BD1-B3CB-C7FF9770875A}" dt="2024-06-14T17:05:04.147" v="84"/>
          <ac:spMkLst>
            <pc:docMk/>
            <pc:sldMk cId="4183556849" sldId="355"/>
            <ac:spMk id="4" creationId="{BF244BDF-83C8-27C0-C0C8-383C66F757D9}"/>
          </ac:spMkLst>
        </pc:spChg>
        <pc:spChg chg="del">
          <ac:chgData name="Edwar Romero-Ramirez" userId="92bc0edd-ad5d-44a7-8ba7-72607029cc7a" providerId="ADAL" clId="{84EA6B7E-58BA-4BD1-B3CB-C7FF9770875A}" dt="2024-06-14T17:05:03.690" v="83" actId="478"/>
          <ac:spMkLst>
            <pc:docMk/>
            <pc:sldMk cId="4183556849" sldId="355"/>
            <ac:spMk id="5" creationId="{3F1CE5EF-1993-48B6-7353-FC6D457CA39A}"/>
          </ac:spMkLst>
        </pc:spChg>
        <pc:picChg chg="ord">
          <ac:chgData name="Edwar Romero-Ramirez" userId="92bc0edd-ad5d-44a7-8ba7-72607029cc7a" providerId="ADAL" clId="{84EA6B7E-58BA-4BD1-B3CB-C7FF9770875A}" dt="2024-06-14T17:05:12.722" v="86" actId="166"/>
          <ac:picMkLst>
            <pc:docMk/>
            <pc:sldMk cId="4183556849" sldId="355"/>
            <ac:picMk id="17" creationId="{81A7133B-4EF4-6F2E-F115-3E1B669ABF10}"/>
          </ac:picMkLst>
        </pc:picChg>
      </pc:sldChg>
      <pc:sldChg chg="modSp mod">
        <pc:chgData name="Edwar Romero-Ramirez" userId="92bc0edd-ad5d-44a7-8ba7-72607029cc7a" providerId="ADAL" clId="{84EA6B7E-58BA-4BD1-B3CB-C7FF9770875A}" dt="2024-06-14T17:47:34.253" v="1370" actId="207"/>
        <pc:sldMkLst>
          <pc:docMk/>
          <pc:sldMk cId="1929717596" sldId="356"/>
        </pc:sldMkLst>
        <pc:spChg chg="mod">
          <ac:chgData name="Edwar Romero-Ramirez" userId="92bc0edd-ad5d-44a7-8ba7-72607029cc7a" providerId="ADAL" clId="{84EA6B7E-58BA-4BD1-B3CB-C7FF9770875A}" dt="2024-06-14T17:47:34.253" v="1370" actId="207"/>
          <ac:spMkLst>
            <pc:docMk/>
            <pc:sldMk cId="1929717596" sldId="356"/>
            <ac:spMk id="3" creationId="{EEA82FBA-2EB2-5C2F-0014-4EC7486CBC03}"/>
          </ac:spMkLst>
        </pc:spChg>
      </pc:sldChg>
      <pc:sldChg chg="addSp delSp modSp mod">
        <pc:chgData name="Edwar Romero-Ramirez" userId="92bc0edd-ad5d-44a7-8ba7-72607029cc7a" providerId="ADAL" clId="{84EA6B7E-58BA-4BD1-B3CB-C7FF9770875A}" dt="2024-06-14T17:05:23.146" v="89" actId="167"/>
        <pc:sldMkLst>
          <pc:docMk/>
          <pc:sldMk cId="413745526" sldId="357"/>
        </pc:sldMkLst>
        <pc:spChg chg="del">
          <ac:chgData name="Edwar Romero-Ramirez" userId="92bc0edd-ad5d-44a7-8ba7-72607029cc7a" providerId="ADAL" clId="{84EA6B7E-58BA-4BD1-B3CB-C7FF9770875A}" dt="2024-06-14T17:05:17.574" v="87" actId="478"/>
          <ac:spMkLst>
            <pc:docMk/>
            <pc:sldMk cId="413745526" sldId="357"/>
            <ac:spMk id="5" creationId="{3F1CE5EF-1993-48B6-7353-FC6D457CA39A}"/>
          </ac:spMkLst>
        </pc:spChg>
        <pc:spChg chg="add mod ord">
          <ac:chgData name="Edwar Romero-Ramirez" userId="92bc0edd-ad5d-44a7-8ba7-72607029cc7a" providerId="ADAL" clId="{84EA6B7E-58BA-4BD1-B3CB-C7FF9770875A}" dt="2024-06-14T17:05:23.146" v="89" actId="167"/>
          <ac:spMkLst>
            <pc:docMk/>
            <pc:sldMk cId="413745526" sldId="357"/>
            <ac:spMk id="7" creationId="{14E4FBE0-2519-8375-AFC4-AD168790B03E}"/>
          </ac:spMkLst>
        </pc:spChg>
      </pc:sldChg>
      <pc:sldChg chg="addSp delSp modSp mod">
        <pc:chgData name="Edwar Romero-Ramirez" userId="92bc0edd-ad5d-44a7-8ba7-72607029cc7a" providerId="ADAL" clId="{84EA6B7E-58BA-4BD1-B3CB-C7FF9770875A}" dt="2024-06-14T17:05:29.243" v="92" actId="167"/>
        <pc:sldMkLst>
          <pc:docMk/>
          <pc:sldMk cId="798543756" sldId="358"/>
        </pc:sldMkLst>
        <pc:spChg chg="add mod ord">
          <ac:chgData name="Edwar Romero-Ramirez" userId="92bc0edd-ad5d-44a7-8ba7-72607029cc7a" providerId="ADAL" clId="{84EA6B7E-58BA-4BD1-B3CB-C7FF9770875A}" dt="2024-06-14T17:05:29.243" v="92" actId="167"/>
          <ac:spMkLst>
            <pc:docMk/>
            <pc:sldMk cId="798543756" sldId="358"/>
            <ac:spMk id="4" creationId="{CF53D729-AE03-B162-6D02-EB0D0F153172}"/>
          </ac:spMkLst>
        </pc:spChg>
        <pc:spChg chg="del">
          <ac:chgData name="Edwar Romero-Ramirez" userId="92bc0edd-ad5d-44a7-8ba7-72607029cc7a" providerId="ADAL" clId="{84EA6B7E-58BA-4BD1-B3CB-C7FF9770875A}" dt="2024-06-14T17:05:26.132" v="90" actId="478"/>
          <ac:spMkLst>
            <pc:docMk/>
            <pc:sldMk cId="798543756" sldId="358"/>
            <ac:spMk id="5" creationId="{3F1CE5EF-1993-48B6-7353-FC6D457CA39A}"/>
          </ac:spMkLst>
        </pc:spChg>
      </pc:sldChg>
      <pc:sldChg chg="modSp mod">
        <pc:chgData name="Edwar Romero-Ramirez" userId="92bc0edd-ad5d-44a7-8ba7-72607029cc7a" providerId="ADAL" clId="{84EA6B7E-58BA-4BD1-B3CB-C7FF9770875A}" dt="2024-06-14T17:06:00.323" v="99" actId="1076"/>
        <pc:sldMkLst>
          <pc:docMk/>
          <pc:sldMk cId="1580297987" sldId="359"/>
        </pc:sldMkLst>
        <pc:spChg chg="mod">
          <ac:chgData name="Edwar Romero-Ramirez" userId="92bc0edd-ad5d-44a7-8ba7-72607029cc7a" providerId="ADAL" clId="{84EA6B7E-58BA-4BD1-B3CB-C7FF9770875A}" dt="2024-06-14T17:06:00.323" v="99" actId="1076"/>
          <ac:spMkLst>
            <pc:docMk/>
            <pc:sldMk cId="1580297987" sldId="359"/>
            <ac:spMk id="12" creationId="{4BB7780D-4490-CE9E-60DA-94C0FD0ECB9C}"/>
          </ac:spMkLst>
        </pc:spChg>
      </pc:sldChg>
      <pc:sldChg chg="addSp delSp modSp mod modNotesTx">
        <pc:chgData name="Edwar Romero-Ramirez" userId="92bc0edd-ad5d-44a7-8ba7-72607029cc7a" providerId="ADAL" clId="{84EA6B7E-58BA-4BD1-B3CB-C7FF9770875A}" dt="2024-06-14T17:16:01.089" v="564" actId="1036"/>
        <pc:sldMkLst>
          <pc:docMk/>
          <pc:sldMk cId="2501000224" sldId="360"/>
        </pc:sldMkLst>
        <pc:spChg chg="mod">
          <ac:chgData name="Edwar Romero-Ramirez" userId="92bc0edd-ad5d-44a7-8ba7-72607029cc7a" providerId="ADAL" clId="{84EA6B7E-58BA-4BD1-B3CB-C7FF9770875A}" dt="2024-06-14T17:00:32.132" v="52" actId="20577"/>
          <ac:spMkLst>
            <pc:docMk/>
            <pc:sldMk cId="2501000224" sldId="360"/>
            <ac:spMk id="2" creationId="{A43E3E30-0CCC-0FCC-69DC-1C2820744E12}"/>
          </ac:spMkLst>
        </pc:spChg>
        <pc:spChg chg="add del mod">
          <ac:chgData name="Edwar Romero-Ramirez" userId="92bc0edd-ad5d-44a7-8ba7-72607029cc7a" providerId="ADAL" clId="{84EA6B7E-58BA-4BD1-B3CB-C7FF9770875A}" dt="2024-06-14T17:00:22.183" v="39" actId="478"/>
          <ac:spMkLst>
            <pc:docMk/>
            <pc:sldMk cId="2501000224" sldId="360"/>
            <ac:spMk id="10" creationId="{1D20C0B0-7CAD-0765-3445-3A6C5917A8A7}"/>
          </ac:spMkLst>
        </pc:spChg>
        <pc:spChg chg="add mod">
          <ac:chgData name="Edwar Romero-Ramirez" userId="92bc0edd-ad5d-44a7-8ba7-72607029cc7a" providerId="ADAL" clId="{84EA6B7E-58BA-4BD1-B3CB-C7FF9770875A}" dt="2024-06-14T17:13:55.583" v="496" actId="207"/>
          <ac:spMkLst>
            <pc:docMk/>
            <pc:sldMk cId="2501000224" sldId="360"/>
            <ac:spMk id="17" creationId="{2E248608-8B55-0F35-32D1-CD5EC17D6C69}"/>
          </ac:spMkLst>
        </pc:spChg>
        <pc:spChg chg="add mod">
          <ac:chgData name="Edwar Romero-Ramirez" userId="92bc0edd-ad5d-44a7-8ba7-72607029cc7a" providerId="ADAL" clId="{84EA6B7E-58BA-4BD1-B3CB-C7FF9770875A}" dt="2024-06-14T17:15:40.035" v="549" actId="1076"/>
          <ac:spMkLst>
            <pc:docMk/>
            <pc:sldMk cId="2501000224" sldId="360"/>
            <ac:spMk id="19" creationId="{057391AB-4AEF-F3D2-D1CC-82363465539F}"/>
          </ac:spMkLst>
        </pc:spChg>
        <pc:picChg chg="add del mod">
          <ac:chgData name="Edwar Romero-Ramirez" userId="92bc0edd-ad5d-44a7-8ba7-72607029cc7a" providerId="ADAL" clId="{84EA6B7E-58BA-4BD1-B3CB-C7FF9770875A}" dt="2024-06-14T16:55:32.753" v="2" actId="478"/>
          <ac:picMkLst>
            <pc:docMk/>
            <pc:sldMk cId="2501000224" sldId="360"/>
            <ac:picMk id="5" creationId="{555E96F9-F69A-4AB2-EF52-D5FB773ACEC1}"/>
          </ac:picMkLst>
        </pc:picChg>
        <pc:picChg chg="add del">
          <ac:chgData name="Edwar Romero-Ramirez" userId="92bc0edd-ad5d-44a7-8ba7-72607029cc7a" providerId="ADAL" clId="{84EA6B7E-58BA-4BD1-B3CB-C7FF9770875A}" dt="2024-06-14T16:56:10.557" v="4" actId="478"/>
          <ac:picMkLst>
            <pc:docMk/>
            <pc:sldMk cId="2501000224" sldId="360"/>
            <ac:picMk id="7" creationId="{D960CFBC-28E2-4AA2-685D-DDABAB710F41}"/>
          </ac:picMkLst>
        </pc:picChg>
        <pc:picChg chg="add mod modCrop">
          <ac:chgData name="Edwar Romero-Ramirez" userId="92bc0edd-ad5d-44a7-8ba7-72607029cc7a" providerId="ADAL" clId="{84EA6B7E-58BA-4BD1-B3CB-C7FF9770875A}" dt="2024-06-14T16:58:29.924" v="36"/>
          <ac:picMkLst>
            <pc:docMk/>
            <pc:sldMk cId="2501000224" sldId="360"/>
            <ac:picMk id="9" creationId="{66E72D36-BD18-3C6F-ECE3-E221FF5F166B}"/>
          </ac:picMkLst>
        </pc:picChg>
        <pc:picChg chg="add mod modCrop">
          <ac:chgData name="Edwar Romero-Ramirez" userId="92bc0edd-ad5d-44a7-8ba7-72607029cc7a" providerId="ADAL" clId="{84EA6B7E-58BA-4BD1-B3CB-C7FF9770875A}" dt="2024-06-14T16:58:42.975" v="37"/>
          <ac:picMkLst>
            <pc:docMk/>
            <pc:sldMk cId="2501000224" sldId="360"/>
            <ac:picMk id="11" creationId="{78D65D4A-08BF-ECD4-BA60-62C0F34AD47D}"/>
          </ac:picMkLst>
        </pc:picChg>
        <pc:picChg chg="add mod modCrop">
          <ac:chgData name="Edwar Romero-Ramirez" userId="92bc0edd-ad5d-44a7-8ba7-72607029cc7a" providerId="ADAL" clId="{84EA6B7E-58BA-4BD1-B3CB-C7FF9770875A}" dt="2024-06-14T16:58:52.428" v="38"/>
          <ac:picMkLst>
            <pc:docMk/>
            <pc:sldMk cId="2501000224" sldId="360"/>
            <ac:picMk id="12" creationId="{1B621B2D-B0FC-D0E4-0703-699CA95075FA}"/>
          </ac:picMkLst>
        </pc:picChg>
        <pc:picChg chg="add mod modCrop">
          <ac:chgData name="Edwar Romero-Ramirez" userId="92bc0edd-ad5d-44a7-8ba7-72607029cc7a" providerId="ADAL" clId="{84EA6B7E-58BA-4BD1-B3CB-C7FF9770875A}" dt="2024-06-14T16:58:09.436" v="33" actId="1076"/>
          <ac:picMkLst>
            <pc:docMk/>
            <pc:sldMk cId="2501000224" sldId="360"/>
            <ac:picMk id="13" creationId="{D8378094-A974-C8BF-325C-8FC621133A14}"/>
          </ac:picMkLst>
        </pc:picChg>
        <pc:cxnChg chg="add mod">
          <ac:chgData name="Edwar Romero-Ramirez" userId="92bc0edd-ad5d-44a7-8ba7-72607029cc7a" providerId="ADAL" clId="{84EA6B7E-58BA-4BD1-B3CB-C7FF9770875A}" dt="2024-06-14T17:13:58.822" v="497" actId="14100"/>
          <ac:cxnSpMkLst>
            <pc:docMk/>
            <pc:sldMk cId="2501000224" sldId="360"/>
            <ac:cxnSpMk id="15" creationId="{05947427-E671-A323-A189-AB49867D60B7}"/>
          </ac:cxnSpMkLst>
        </pc:cxnChg>
        <pc:cxnChg chg="add mod">
          <ac:chgData name="Edwar Romero-Ramirez" userId="92bc0edd-ad5d-44a7-8ba7-72607029cc7a" providerId="ADAL" clId="{84EA6B7E-58BA-4BD1-B3CB-C7FF9770875A}" dt="2024-06-14T17:15:51.431" v="554" actId="1035"/>
          <ac:cxnSpMkLst>
            <pc:docMk/>
            <pc:sldMk cId="2501000224" sldId="360"/>
            <ac:cxnSpMk id="20" creationId="{EA0D6448-E6E4-EB3E-55E5-C8D258816D2C}"/>
          </ac:cxnSpMkLst>
        </pc:cxnChg>
        <pc:cxnChg chg="add mod">
          <ac:chgData name="Edwar Romero-Ramirez" userId="92bc0edd-ad5d-44a7-8ba7-72607029cc7a" providerId="ADAL" clId="{84EA6B7E-58BA-4BD1-B3CB-C7FF9770875A}" dt="2024-06-14T17:15:59.113" v="559" actId="1036"/>
          <ac:cxnSpMkLst>
            <pc:docMk/>
            <pc:sldMk cId="2501000224" sldId="360"/>
            <ac:cxnSpMk id="21" creationId="{3168768E-367B-ACB5-B5D3-6E4203F871EB}"/>
          </ac:cxnSpMkLst>
        </pc:cxnChg>
        <pc:cxnChg chg="add mod">
          <ac:chgData name="Edwar Romero-Ramirez" userId="92bc0edd-ad5d-44a7-8ba7-72607029cc7a" providerId="ADAL" clId="{84EA6B7E-58BA-4BD1-B3CB-C7FF9770875A}" dt="2024-06-14T17:16:01.089" v="564" actId="1036"/>
          <ac:cxnSpMkLst>
            <pc:docMk/>
            <pc:sldMk cId="2501000224" sldId="360"/>
            <ac:cxnSpMk id="25" creationId="{18D17195-812B-DE1E-2900-BD9D767E6463}"/>
          </ac:cxnSpMkLst>
        </pc:cxnChg>
      </pc:sldChg>
      <pc:sldChg chg="delSp add del mod">
        <pc:chgData name="Edwar Romero-Ramirez" userId="92bc0edd-ad5d-44a7-8ba7-72607029cc7a" providerId="ADAL" clId="{84EA6B7E-58BA-4BD1-B3CB-C7FF9770875A}" dt="2024-06-14T17:09:00.271" v="103" actId="47"/>
        <pc:sldMkLst>
          <pc:docMk/>
          <pc:sldMk cId="1154147279" sldId="361"/>
        </pc:sldMkLst>
        <pc:picChg chg="del">
          <ac:chgData name="Edwar Romero-Ramirez" userId="92bc0edd-ad5d-44a7-8ba7-72607029cc7a" providerId="ADAL" clId="{84EA6B7E-58BA-4BD1-B3CB-C7FF9770875A}" dt="2024-06-14T17:08:52.799" v="101" actId="478"/>
          <ac:picMkLst>
            <pc:docMk/>
            <pc:sldMk cId="1154147279" sldId="361"/>
            <ac:picMk id="4" creationId="{2F80A794-EBFE-9BB3-45D9-E64FBFCC7AEB}"/>
          </ac:picMkLst>
        </pc:picChg>
      </pc:sldChg>
      <pc:sldChg chg="addSp delSp modSp new mod setBg">
        <pc:chgData name="Edwar Romero-Ramirez" userId="92bc0edd-ad5d-44a7-8ba7-72607029cc7a" providerId="ADAL" clId="{84EA6B7E-58BA-4BD1-B3CB-C7FF9770875A}" dt="2024-06-14T17:18:55.400" v="727" actId="207"/>
        <pc:sldMkLst>
          <pc:docMk/>
          <pc:sldMk cId="1231324176" sldId="362"/>
        </pc:sldMkLst>
        <pc:spChg chg="mod">
          <ac:chgData name="Edwar Romero-Ramirez" userId="92bc0edd-ad5d-44a7-8ba7-72607029cc7a" providerId="ADAL" clId="{84EA6B7E-58BA-4BD1-B3CB-C7FF9770875A}" dt="2024-06-14T17:09:20.169" v="122" actId="26606"/>
          <ac:spMkLst>
            <pc:docMk/>
            <pc:sldMk cId="1231324176" sldId="362"/>
            <ac:spMk id="2" creationId="{06117536-4891-2E52-9415-7B1DF21EFB53}"/>
          </ac:spMkLst>
        </pc:spChg>
        <pc:spChg chg="mod">
          <ac:chgData name="Edwar Romero-Ramirez" userId="92bc0edd-ad5d-44a7-8ba7-72607029cc7a" providerId="ADAL" clId="{84EA6B7E-58BA-4BD1-B3CB-C7FF9770875A}" dt="2024-06-14T17:18:55.400" v="727" actId="207"/>
          <ac:spMkLst>
            <pc:docMk/>
            <pc:sldMk cId="1231324176" sldId="362"/>
            <ac:spMk id="3" creationId="{FC90D7F7-2C95-6249-0889-0F5E236DFAB8}"/>
          </ac:spMkLst>
        </pc:spChg>
        <pc:spChg chg="add del">
          <ac:chgData name="Edwar Romero-Ramirez" userId="92bc0edd-ad5d-44a7-8ba7-72607029cc7a" providerId="ADAL" clId="{84EA6B7E-58BA-4BD1-B3CB-C7FF9770875A}" dt="2024-06-14T17:09:20.169" v="122" actId="26606"/>
          <ac:spMkLst>
            <pc:docMk/>
            <pc:sldMk cId="1231324176" sldId="362"/>
            <ac:spMk id="10" creationId="{69D47016-023F-44BD-981C-50E7A10A6609}"/>
          </ac:spMkLst>
        </pc:spChg>
        <pc:spChg chg="add del">
          <ac:chgData name="Edwar Romero-Ramirez" userId="92bc0edd-ad5d-44a7-8ba7-72607029cc7a" providerId="ADAL" clId="{84EA6B7E-58BA-4BD1-B3CB-C7FF9770875A}" dt="2024-06-14T17:09:20.169" v="122" actId="26606"/>
          <ac:spMkLst>
            <pc:docMk/>
            <pc:sldMk cId="1231324176" sldId="362"/>
            <ac:spMk id="12" creationId="{6D8B37B0-0682-433E-BC8D-498C04ABD9A7}"/>
          </ac:spMkLst>
        </pc:spChg>
        <pc:picChg chg="add mod ord">
          <ac:chgData name="Edwar Romero-Ramirez" userId="92bc0edd-ad5d-44a7-8ba7-72607029cc7a" providerId="ADAL" clId="{84EA6B7E-58BA-4BD1-B3CB-C7FF9770875A}" dt="2024-06-14T17:10:00.775" v="132" actId="1076"/>
          <ac:picMkLst>
            <pc:docMk/>
            <pc:sldMk cId="1231324176" sldId="362"/>
            <ac:picMk id="4" creationId="{1A65938B-9259-67E3-BA38-22C28D281E2E}"/>
          </ac:picMkLst>
        </pc:picChg>
        <pc:picChg chg="add mod">
          <ac:chgData name="Edwar Romero-Ramirez" userId="92bc0edd-ad5d-44a7-8ba7-72607029cc7a" providerId="ADAL" clId="{84EA6B7E-58BA-4BD1-B3CB-C7FF9770875A}" dt="2024-06-14T17:10:47.825" v="167" actId="1076"/>
          <ac:picMkLst>
            <pc:docMk/>
            <pc:sldMk cId="1231324176" sldId="362"/>
            <ac:picMk id="5" creationId="{1E03C5E2-D293-290C-D69D-B0F8D4107948}"/>
          </ac:picMkLst>
        </pc:picChg>
      </pc:sldChg>
      <pc:sldChg chg="addSp modSp new mod">
        <pc:chgData name="Edwar Romero-Ramirez" userId="92bc0edd-ad5d-44a7-8ba7-72607029cc7a" providerId="ADAL" clId="{84EA6B7E-58BA-4BD1-B3CB-C7FF9770875A}" dt="2024-06-14T18:42:43.157" v="1396" actId="20577"/>
        <pc:sldMkLst>
          <pc:docMk/>
          <pc:sldMk cId="2381675726" sldId="363"/>
        </pc:sldMkLst>
        <pc:spChg chg="mod">
          <ac:chgData name="Edwar Romero-Ramirez" userId="92bc0edd-ad5d-44a7-8ba7-72607029cc7a" providerId="ADAL" clId="{84EA6B7E-58BA-4BD1-B3CB-C7FF9770875A}" dt="2024-06-14T18:42:25.900" v="1395" actId="1076"/>
          <ac:spMkLst>
            <pc:docMk/>
            <pc:sldMk cId="2381675726" sldId="363"/>
            <ac:spMk id="2" creationId="{A4CDD661-C9C2-889C-9C19-3F4F5EE7E894}"/>
          </ac:spMkLst>
        </pc:spChg>
        <pc:spChg chg="mod">
          <ac:chgData name="Edwar Romero-Ramirez" userId="92bc0edd-ad5d-44a7-8ba7-72607029cc7a" providerId="ADAL" clId="{84EA6B7E-58BA-4BD1-B3CB-C7FF9770875A}" dt="2024-06-14T18:42:43.157" v="1396" actId="20577"/>
          <ac:spMkLst>
            <pc:docMk/>
            <pc:sldMk cId="2381675726" sldId="363"/>
            <ac:spMk id="3" creationId="{0B6BD6F5-61D8-6580-398C-90A44B46AF5B}"/>
          </ac:spMkLst>
        </pc:spChg>
        <pc:picChg chg="add mod">
          <ac:chgData name="Edwar Romero-Ramirez" userId="92bc0edd-ad5d-44a7-8ba7-72607029cc7a" providerId="ADAL" clId="{84EA6B7E-58BA-4BD1-B3CB-C7FF9770875A}" dt="2024-06-14T17:23:39.668" v="948" actId="1076"/>
          <ac:picMkLst>
            <pc:docMk/>
            <pc:sldMk cId="2381675726" sldId="363"/>
            <ac:picMk id="5" creationId="{E3E61222-AEC8-0148-3AFE-13C6FAE05B02}"/>
          </ac:picMkLst>
        </pc:picChg>
      </pc:sldChg>
      <pc:sldChg chg="addSp delSp modSp new mod modNotesTx">
        <pc:chgData name="Edwar Romero-Ramirez" userId="92bc0edd-ad5d-44a7-8ba7-72607029cc7a" providerId="ADAL" clId="{84EA6B7E-58BA-4BD1-B3CB-C7FF9770875A}" dt="2024-06-14T17:45:48.848" v="1364" actId="207"/>
        <pc:sldMkLst>
          <pc:docMk/>
          <pc:sldMk cId="2203140714" sldId="364"/>
        </pc:sldMkLst>
        <pc:spChg chg="mod">
          <ac:chgData name="Edwar Romero-Ramirez" userId="92bc0edd-ad5d-44a7-8ba7-72607029cc7a" providerId="ADAL" clId="{84EA6B7E-58BA-4BD1-B3CB-C7FF9770875A}" dt="2024-06-14T17:26:17.568" v="975" actId="20577"/>
          <ac:spMkLst>
            <pc:docMk/>
            <pc:sldMk cId="2203140714" sldId="364"/>
            <ac:spMk id="2" creationId="{F1520D59-2F75-8C42-4FE9-0B1477CB1D3F}"/>
          </ac:spMkLst>
        </pc:spChg>
        <pc:spChg chg="mod">
          <ac:chgData name="Edwar Romero-Ramirez" userId="92bc0edd-ad5d-44a7-8ba7-72607029cc7a" providerId="ADAL" clId="{84EA6B7E-58BA-4BD1-B3CB-C7FF9770875A}" dt="2024-06-14T17:45:48.848" v="1364" actId="207"/>
          <ac:spMkLst>
            <pc:docMk/>
            <pc:sldMk cId="2203140714" sldId="364"/>
            <ac:spMk id="3" creationId="{35914221-7D5F-0765-689E-93798C7AD3AF}"/>
          </ac:spMkLst>
        </pc:spChg>
        <pc:picChg chg="add del mod">
          <ac:chgData name="Edwar Romero-Ramirez" userId="92bc0edd-ad5d-44a7-8ba7-72607029cc7a" providerId="ADAL" clId="{84EA6B7E-58BA-4BD1-B3CB-C7FF9770875A}" dt="2024-06-14T17:30:08.727" v="1010" actId="478"/>
          <ac:picMkLst>
            <pc:docMk/>
            <pc:sldMk cId="2203140714" sldId="364"/>
            <ac:picMk id="5" creationId="{C3D3364B-F2BA-2E6D-B96E-ADDC29192A3D}"/>
          </ac:picMkLst>
        </pc:picChg>
        <pc:picChg chg="add mod modCrop">
          <ac:chgData name="Edwar Romero-Ramirez" userId="92bc0edd-ad5d-44a7-8ba7-72607029cc7a" providerId="ADAL" clId="{84EA6B7E-58BA-4BD1-B3CB-C7FF9770875A}" dt="2024-06-14T17:30:24.983" v="1014" actId="732"/>
          <ac:picMkLst>
            <pc:docMk/>
            <pc:sldMk cId="2203140714" sldId="364"/>
            <ac:picMk id="7" creationId="{BD076126-7F35-03D6-CD06-92B116A9BDFC}"/>
          </ac:picMkLst>
        </pc:picChg>
        <pc:picChg chg="add del mod">
          <ac:chgData name="Edwar Romero-Ramirez" userId="92bc0edd-ad5d-44a7-8ba7-72607029cc7a" providerId="ADAL" clId="{84EA6B7E-58BA-4BD1-B3CB-C7FF9770875A}" dt="2024-06-14T17:31:42.544" v="1045" actId="478"/>
          <ac:picMkLst>
            <pc:docMk/>
            <pc:sldMk cId="2203140714" sldId="364"/>
            <ac:picMk id="9" creationId="{5ADB4723-0ED4-8D00-917C-86AFD18780A3}"/>
          </ac:picMkLst>
        </pc:picChg>
        <pc:picChg chg="add mod">
          <ac:chgData name="Edwar Romero-Ramirez" userId="92bc0edd-ad5d-44a7-8ba7-72607029cc7a" providerId="ADAL" clId="{84EA6B7E-58BA-4BD1-B3CB-C7FF9770875A}" dt="2024-06-14T17:42:44.140" v="1232"/>
          <ac:picMkLst>
            <pc:docMk/>
            <pc:sldMk cId="2203140714" sldId="364"/>
            <ac:picMk id="11" creationId="{E05242E2-95A4-9711-BB66-48101DE8F663}"/>
          </ac:picMkLst>
        </pc:picChg>
      </pc:sldChg>
      <pc:sldChg chg="modSp add mod">
        <pc:chgData name="Edwar Romero-Ramirez" userId="92bc0edd-ad5d-44a7-8ba7-72607029cc7a" providerId="ADAL" clId="{84EA6B7E-58BA-4BD1-B3CB-C7FF9770875A}" dt="2024-06-14T19:01:05.514" v="1405" actId="20577"/>
        <pc:sldMkLst>
          <pc:docMk/>
          <pc:sldMk cId="2275632493" sldId="365"/>
        </pc:sldMkLst>
        <pc:spChg chg="mod">
          <ac:chgData name="Edwar Romero-Ramirez" userId="92bc0edd-ad5d-44a7-8ba7-72607029cc7a" providerId="ADAL" clId="{84EA6B7E-58BA-4BD1-B3CB-C7FF9770875A}" dt="2024-06-14T19:01:05.514" v="1405" actId="20577"/>
          <ac:spMkLst>
            <pc:docMk/>
            <pc:sldMk cId="2275632493" sldId="365"/>
            <ac:spMk id="6" creationId="{86649F24-8FCC-CDEB-B4C7-3B4C1F0F6A52}"/>
          </ac:spMkLst>
        </pc:spChg>
      </pc:sldChg>
    </pc:docChg>
  </pc:docChgLst>
  <pc:docChgLst>
    <pc:chgData name="Sanjeeta Ghimire" userId="24f4f4b1-044e-4d86-abaf-8307f4e8b0a1" providerId="ADAL" clId="{A51F6A13-F6E7-4FB5-945A-9B8D92F62373}"/>
    <pc:docChg chg="undo custSel addSld modSld modSection">
      <pc:chgData name="Sanjeeta Ghimire" userId="24f4f4b1-044e-4d86-abaf-8307f4e8b0a1" providerId="ADAL" clId="{A51F6A13-F6E7-4FB5-945A-9B8D92F62373}" dt="2024-08-29T10:00:12.869" v="423" actId="1076"/>
      <pc:docMkLst>
        <pc:docMk/>
      </pc:docMkLst>
      <pc:sldChg chg="modSp mod">
        <pc:chgData name="Sanjeeta Ghimire" userId="24f4f4b1-044e-4d86-abaf-8307f4e8b0a1" providerId="ADAL" clId="{A51F6A13-F6E7-4FB5-945A-9B8D92F62373}" dt="2024-08-29T09:44:38.574" v="115" actId="1076"/>
        <pc:sldMkLst>
          <pc:docMk/>
          <pc:sldMk cId="1084738940" sldId="316"/>
        </pc:sldMkLst>
        <pc:spChg chg="mod">
          <ac:chgData name="Sanjeeta Ghimire" userId="24f4f4b1-044e-4d86-abaf-8307f4e8b0a1" providerId="ADAL" clId="{A51F6A13-F6E7-4FB5-945A-9B8D92F62373}" dt="2024-08-29T09:44:38.574" v="115" actId="1076"/>
          <ac:spMkLst>
            <pc:docMk/>
            <pc:sldMk cId="1084738940" sldId="316"/>
            <ac:spMk id="12" creationId="{EDDF90F8-C42A-8935-55C7-1FDF8AB5862F}"/>
          </ac:spMkLst>
        </pc:spChg>
      </pc:sldChg>
      <pc:sldChg chg="addSp delSp modSp mod">
        <pc:chgData name="Sanjeeta Ghimire" userId="24f4f4b1-044e-4d86-abaf-8307f4e8b0a1" providerId="ADAL" clId="{A51F6A13-F6E7-4FB5-945A-9B8D92F62373}" dt="2024-08-29T09:58:54.676" v="416" actId="1076"/>
        <pc:sldMkLst>
          <pc:docMk/>
          <pc:sldMk cId="2289991728" sldId="342"/>
        </pc:sldMkLst>
        <pc:spChg chg="mod">
          <ac:chgData name="Sanjeeta Ghimire" userId="24f4f4b1-044e-4d86-abaf-8307f4e8b0a1" providerId="ADAL" clId="{A51F6A13-F6E7-4FB5-945A-9B8D92F62373}" dt="2024-08-29T09:58:51.047" v="415" actId="27636"/>
          <ac:spMkLst>
            <pc:docMk/>
            <pc:sldMk cId="2289991728" sldId="342"/>
            <ac:spMk id="2" creationId="{4D3BEB11-28D7-C522-E5E9-6807A609E96E}"/>
          </ac:spMkLst>
        </pc:spChg>
        <pc:spChg chg="mod">
          <ac:chgData name="Sanjeeta Ghimire" userId="24f4f4b1-044e-4d86-abaf-8307f4e8b0a1" providerId="ADAL" clId="{A51F6A13-F6E7-4FB5-945A-9B8D92F62373}" dt="2024-08-29T09:54:59.641" v="396" actId="20577"/>
          <ac:spMkLst>
            <pc:docMk/>
            <pc:sldMk cId="2289991728" sldId="342"/>
            <ac:spMk id="3" creationId="{78D6B0DC-8DDB-A7DA-E1AC-AD2D78ED7DCB}"/>
          </ac:spMkLst>
        </pc:spChg>
        <pc:spChg chg="add del">
          <ac:chgData name="Sanjeeta Ghimire" userId="24f4f4b1-044e-4d86-abaf-8307f4e8b0a1" providerId="ADAL" clId="{A51F6A13-F6E7-4FB5-945A-9B8D92F62373}" dt="2024-08-29T09:56:09.862" v="398" actId="478"/>
          <ac:spMkLst>
            <pc:docMk/>
            <pc:sldMk cId="2289991728" sldId="342"/>
            <ac:spMk id="4" creationId="{A1B0F934-6EFB-0193-80C6-B91BC4796B58}"/>
          </ac:spMkLst>
        </pc:spChg>
        <pc:spChg chg="mod">
          <ac:chgData name="Sanjeeta Ghimire" userId="24f4f4b1-044e-4d86-abaf-8307f4e8b0a1" providerId="ADAL" clId="{A51F6A13-F6E7-4FB5-945A-9B8D92F62373}" dt="2024-08-29T09:57:31.965" v="408" actId="1076"/>
          <ac:spMkLst>
            <pc:docMk/>
            <pc:sldMk cId="2289991728" sldId="342"/>
            <ac:spMk id="5" creationId="{B96204FE-9C6F-5343-F85F-65A423684DD6}"/>
          </ac:spMkLst>
        </pc:spChg>
        <pc:spChg chg="mod">
          <ac:chgData name="Sanjeeta Ghimire" userId="24f4f4b1-044e-4d86-abaf-8307f4e8b0a1" providerId="ADAL" clId="{A51F6A13-F6E7-4FB5-945A-9B8D92F62373}" dt="2024-08-29T09:57:31.965" v="408" actId="1076"/>
          <ac:spMkLst>
            <pc:docMk/>
            <pc:sldMk cId="2289991728" sldId="342"/>
            <ac:spMk id="6" creationId="{59F31D2D-1E0A-2AD5-0E1B-6A9A84FE5678}"/>
          </ac:spMkLst>
        </pc:spChg>
        <pc:spChg chg="mod">
          <ac:chgData name="Sanjeeta Ghimire" userId="24f4f4b1-044e-4d86-abaf-8307f4e8b0a1" providerId="ADAL" clId="{A51F6A13-F6E7-4FB5-945A-9B8D92F62373}" dt="2024-08-29T09:57:31.965" v="408" actId="1076"/>
          <ac:spMkLst>
            <pc:docMk/>
            <pc:sldMk cId="2289991728" sldId="342"/>
            <ac:spMk id="7" creationId="{1BB92166-AF64-9330-499B-3DD3A9FEB2D6}"/>
          </ac:spMkLst>
        </pc:spChg>
        <pc:spChg chg="mod">
          <ac:chgData name="Sanjeeta Ghimire" userId="24f4f4b1-044e-4d86-abaf-8307f4e8b0a1" providerId="ADAL" clId="{A51F6A13-F6E7-4FB5-945A-9B8D92F62373}" dt="2024-08-29T09:57:31.965" v="408" actId="1076"/>
          <ac:spMkLst>
            <pc:docMk/>
            <pc:sldMk cId="2289991728" sldId="342"/>
            <ac:spMk id="8" creationId="{FD368431-689F-C080-9710-D6A633581BEA}"/>
          </ac:spMkLst>
        </pc:spChg>
        <pc:spChg chg="mod">
          <ac:chgData name="Sanjeeta Ghimire" userId="24f4f4b1-044e-4d86-abaf-8307f4e8b0a1" providerId="ADAL" clId="{A51F6A13-F6E7-4FB5-945A-9B8D92F62373}" dt="2024-08-29T09:57:31.965" v="408" actId="1076"/>
          <ac:spMkLst>
            <pc:docMk/>
            <pc:sldMk cId="2289991728" sldId="342"/>
            <ac:spMk id="9" creationId="{4F1F5C71-9BD7-4BE7-2E98-F91032FE3F53}"/>
          </ac:spMkLst>
        </pc:spChg>
        <pc:spChg chg="mod">
          <ac:chgData name="Sanjeeta Ghimire" userId="24f4f4b1-044e-4d86-abaf-8307f4e8b0a1" providerId="ADAL" clId="{A51F6A13-F6E7-4FB5-945A-9B8D92F62373}" dt="2024-08-29T09:57:31.965" v="408" actId="1076"/>
          <ac:spMkLst>
            <pc:docMk/>
            <pc:sldMk cId="2289991728" sldId="342"/>
            <ac:spMk id="10" creationId="{A707EC8C-E26B-DF9F-5CB5-FD4D70A6A1BA}"/>
          </ac:spMkLst>
        </pc:spChg>
        <pc:spChg chg="mod">
          <ac:chgData name="Sanjeeta Ghimire" userId="24f4f4b1-044e-4d86-abaf-8307f4e8b0a1" providerId="ADAL" clId="{A51F6A13-F6E7-4FB5-945A-9B8D92F62373}" dt="2024-08-29T09:57:31.965" v="408" actId="1076"/>
          <ac:spMkLst>
            <pc:docMk/>
            <pc:sldMk cId="2289991728" sldId="342"/>
            <ac:spMk id="11" creationId="{D0658B09-856C-5FEC-DDA6-FF4A45529DE8}"/>
          </ac:spMkLst>
        </pc:spChg>
        <pc:spChg chg="mod">
          <ac:chgData name="Sanjeeta Ghimire" userId="24f4f4b1-044e-4d86-abaf-8307f4e8b0a1" providerId="ADAL" clId="{A51F6A13-F6E7-4FB5-945A-9B8D92F62373}" dt="2024-08-29T09:57:31.965" v="408" actId="1076"/>
          <ac:spMkLst>
            <pc:docMk/>
            <pc:sldMk cId="2289991728" sldId="342"/>
            <ac:spMk id="12" creationId="{8CE11F0D-E556-2600-F436-C4BA1A646F49}"/>
          </ac:spMkLst>
        </pc:spChg>
        <pc:spChg chg="mod">
          <ac:chgData name="Sanjeeta Ghimire" userId="24f4f4b1-044e-4d86-abaf-8307f4e8b0a1" providerId="ADAL" clId="{A51F6A13-F6E7-4FB5-945A-9B8D92F62373}" dt="2024-08-29T09:57:31.965" v="408" actId="1076"/>
          <ac:spMkLst>
            <pc:docMk/>
            <pc:sldMk cId="2289991728" sldId="342"/>
            <ac:spMk id="13" creationId="{89AF9DC8-0C83-B1FE-F703-C0D1C9E57227}"/>
          </ac:spMkLst>
        </pc:spChg>
        <pc:spChg chg="mod">
          <ac:chgData name="Sanjeeta Ghimire" userId="24f4f4b1-044e-4d86-abaf-8307f4e8b0a1" providerId="ADAL" clId="{A51F6A13-F6E7-4FB5-945A-9B8D92F62373}" dt="2024-08-29T09:57:31.965" v="408" actId="1076"/>
          <ac:spMkLst>
            <pc:docMk/>
            <pc:sldMk cId="2289991728" sldId="342"/>
            <ac:spMk id="14" creationId="{10B8CD3B-DEEE-32C2-2F5F-F40583F76484}"/>
          </ac:spMkLst>
        </pc:spChg>
        <pc:spChg chg="mod">
          <ac:chgData name="Sanjeeta Ghimire" userId="24f4f4b1-044e-4d86-abaf-8307f4e8b0a1" providerId="ADAL" clId="{A51F6A13-F6E7-4FB5-945A-9B8D92F62373}" dt="2024-08-29T09:57:31.965" v="408" actId="1076"/>
          <ac:spMkLst>
            <pc:docMk/>
            <pc:sldMk cId="2289991728" sldId="342"/>
            <ac:spMk id="15" creationId="{9E945400-C1D8-DD2A-0700-686F4F50E1E0}"/>
          </ac:spMkLst>
        </pc:spChg>
        <pc:spChg chg="mod">
          <ac:chgData name="Sanjeeta Ghimire" userId="24f4f4b1-044e-4d86-abaf-8307f4e8b0a1" providerId="ADAL" clId="{A51F6A13-F6E7-4FB5-945A-9B8D92F62373}" dt="2024-08-29T09:57:31.965" v="408" actId="1076"/>
          <ac:spMkLst>
            <pc:docMk/>
            <pc:sldMk cId="2289991728" sldId="342"/>
            <ac:spMk id="16" creationId="{28E29AED-0E93-7FEC-D7B5-0CE8DB131A0E}"/>
          </ac:spMkLst>
        </pc:spChg>
        <pc:spChg chg="mod">
          <ac:chgData name="Sanjeeta Ghimire" userId="24f4f4b1-044e-4d86-abaf-8307f4e8b0a1" providerId="ADAL" clId="{A51F6A13-F6E7-4FB5-945A-9B8D92F62373}" dt="2024-08-29T09:57:31.965" v="408" actId="1076"/>
          <ac:spMkLst>
            <pc:docMk/>
            <pc:sldMk cId="2289991728" sldId="342"/>
            <ac:spMk id="17" creationId="{94D70FB3-6C0B-849B-A27C-8F1142A02E7C}"/>
          </ac:spMkLst>
        </pc:spChg>
        <pc:spChg chg="mod">
          <ac:chgData name="Sanjeeta Ghimire" userId="24f4f4b1-044e-4d86-abaf-8307f4e8b0a1" providerId="ADAL" clId="{A51F6A13-F6E7-4FB5-945A-9B8D92F62373}" dt="2024-08-29T09:57:31.965" v="408" actId="1076"/>
          <ac:spMkLst>
            <pc:docMk/>
            <pc:sldMk cId="2289991728" sldId="342"/>
            <ac:spMk id="18" creationId="{C2D16203-EE7A-880C-03DD-780AA06BBE85}"/>
          </ac:spMkLst>
        </pc:spChg>
        <pc:spChg chg="add">
          <ac:chgData name="Sanjeeta Ghimire" userId="24f4f4b1-044e-4d86-abaf-8307f4e8b0a1" providerId="ADAL" clId="{A51F6A13-F6E7-4FB5-945A-9B8D92F62373}" dt="2024-08-29T09:56:19.691" v="399"/>
          <ac:spMkLst>
            <pc:docMk/>
            <pc:sldMk cId="2289991728" sldId="342"/>
            <ac:spMk id="19" creationId="{2C5F471F-1087-2658-C148-C4CF200BB35F}"/>
          </ac:spMkLst>
        </pc:spChg>
        <pc:picChg chg="add mod">
          <ac:chgData name="Sanjeeta Ghimire" userId="24f4f4b1-044e-4d86-abaf-8307f4e8b0a1" providerId="ADAL" clId="{A51F6A13-F6E7-4FB5-945A-9B8D92F62373}" dt="2024-08-29T09:58:54.676" v="416" actId="1076"/>
          <ac:picMkLst>
            <pc:docMk/>
            <pc:sldMk cId="2289991728" sldId="342"/>
            <ac:picMk id="20" creationId="{7C054545-A7B5-25E9-6299-8B28FA2C65DC}"/>
          </ac:picMkLst>
        </pc:picChg>
        <pc:picChg chg="mod">
          <ac:chgData name="Sanjeeta Ghimire" userId="24f4f4b1-044e-4d86-abaf-8307f4e8b0a1" providerId="ADAL" clId="{A51F6A13-F6E7-4FB5-945A-9B8D92F62373}" dt="2024-08-29T09:57:07.356" v="405" actId="1076"/>
          <ac:picMkLst>
            <pc:docMk/>
            <pc:sldMk cId="2289991728" sldId="342"/>
            <ac:picMk id="2050" creationId="{F0000F2B-3F9A-7DCF-159C-00F49788EE61}"/>
          </ac:picMkLst>
        </pc:picChg>
      </pc:sldChg>
      <pc:sldChg chg="modSp mod">
        <pc:chgData name="Sanjeeta Ghimire" userId="24f4f4b1-044e-4d86-abaf-8307f4e8b0a1" providerId="ADAL" clId="{A51F6A13-F6E7-4FB5-945A-9B8D92F62373}" dt="2024-08-29T09:42:31.158" v="79" actId="207"/>
        <pc:sldMkLst>
          <pc:docMk/>
          <pc:sldMk cId="1970439454" sldId="348"/>
        </pc:sldMkLst>
        <pc:spChg chg="mod">
          <ac:chgData name="Sanjeeta Ghimire" userId="24f4f4b1-044e-4d86-abaf-8307f4e8b0a1" providerId="ADAL" clId="{A51F6A13-F6E7-4FB5-945A-9B8D92F62373}" dt="2024-08-29T09:42:31.158" v="79" actId="207"/>
          <ac:spMkLst>
            <pc:docMk/>
            <pc:sldMk cId="1970439454" sldId="348"/>
            <ac:spMk id="3" creationId="{F285B28E-72AD-AF1D-30A6-84208CFFAB4E}"/>
          </ac:spMkLst>
        </pc:spChg>
      </pc:sldChg>
      <pc:sldChg chg="addSp delSp modSp new mod delAnim modAnim">
        <pc:chgData name="Sanjeeta Ghimire" userId="24f4f4b1-044e-4d86-abaf-8307f4e8b0a1" providerId="ADAL" clId="{A51F6A13-F6E7-4FB5-945A-9B8D92F62373}" dt="2024-08-29T09:50:14.929" v="219" actId="478"/>
        <pc:sldMkLst>
          <pc:docMk/>
          <pc:sldMk cId="131096750" sldId="394"/>
        </pc:sldMkLst>
        <pc:spChg chg="del">
          <ac:chgData name="Sanjeeta Ghimire" userId="24f4f4b1-044e-4d86-abaf-8307f4e8b0a1" providerId="ADAL" clId="{A51F6A13-F6E7-4FB5-945A-9B8D92F62373}" dt="2024-08-29T09:46:16.917" v="120" actId="478"/>
          <ac:spMkLst>
            <pc:docMk/>
            <pc:sldMk cId="131096750" sldId="394"/>
            <ac:spMk id="2" creationId="{F5F4ECD5-AA4B-FC9E-7259-369294F8C996}"/>
          </ac:spMkLst>
        </pc:spChg>
        <pc:spChg chg="mod">
          <ac:chgData name="Sanjeeta Ghimire" userId="24f4f4b1-044e-4d86-abaf-8307f4e8b0a1" providerId="ADAL" clId="{A51F6A13-F6E7-4FB5-945A-9B8D92F62373}" dt="2024-08-29T09:50:10.362" v="218" actId="27636"/>
          <ac:spMkLst>
            <pc:docMk/>
            <pc:sldMk cId="131096750" sldId="394"/>
            <ac:spMk id="3" creationId="{B50A6704-27C6-00B0-3726-3B7FDDF81306}"/>
          </ac:spMkLst>
        </pc:spChg>
        <pc:spChg chg="add del mod">
          <ac:chgData name="Sanjeeta Ghimire" userId="24f4f4b1-044e-4d86-abaf-8307f4e8b0a1" providerId="ADAL" clId="{A51F6A13-F6E7-4FB5-945A-9B8D92F62373}" dt="2024-08-29T09:50:14.929" v="219" actId="478"/>
          <ac:spMkLst>
            <pc:docMk/>
            <pc:sldMk cId="131096750" sldId="394"/>
            <ac:spMk id="5" creationId="{839E606A-DC88-808F-7509-1376C312F53C}"/>
          </ac:spMkLst>
        </pc:spChg>
        <pc:picChg chg="add mod">
          <ac:chgData name="Sanjeeta Ghimire" userId="24f4f4b1-044e-4d86-abaf-8307f4e8b0a1" providerId="ADAL" clId="{A51F6A13-F6E7-4FB5-945A-9B8D92F62373}" dt="2024-08-29T09:47:08.537" v="131" actId="1076"/>
          <ac:picMkLst>
            <pc:docMk/>
            <pc:sldMk cId="131096750" sldId="394"/>
            <ac:picMk id="4" creationId="{DFE9DED3-DC99-CF64-EEF6-6B92DC177292}"/>
          </ac:picMkLst>
        </pc:picChg>
      </pc:sldChg>
      <pc:sldChg chg="addSp delSp modSp new mod delAnim modAnim">
        <pc:chgData name="Sanjeeta Ghimire" userId="24f4f4b1-044e-4d86-abaf-8307f4e8b0a1" providerId="ADAL" clId="{A51F6A13-F6E7-4FB5-945A-9B8D92F62373}" dt="2024-08-29T10:00:12.869" v="423" actId="1076"/>
        <pc:sldMkLst>
          <pc:docMk/>
          <pc:sldMk cId="2572265347" sldId="395"/>
        </pc:sldMkLst>
        <pc:spChg chg="del">
          <ac:chgData name="Sanjeeta Ghimire" userId="24f4f4b1-044e-4d86-abaf-8307f4e8b0a1" providerId="ADAL" clId="{A51F6A13-F6E7-4FB5-945A-9B8D92F62373}" dt="2024-08-29T09:48:22.836" v="143" actId="478"/>
          <ac:spMkLst>
            <pc:docMk/>
            <pc:sldMk cId="2572265347" sldId="395"/>
            <ac:spMk id="2" creationId="{526BD8F6-C010-1399-FE68-765D05309FAC}"/>
          </ac:spMkLst>
        </pc:spChg>
        <pc:spChg chg="mod">
          <ac:chgData name="Sanjeeta Ghimire" userId="24f4f4b1-044e-4d86-abaf-8307f4e8b0a1" providerId="ADAL" clId="{A51F6A13-F6E7-4FB5-945A-9B8D92F62373}" dt="2024-08-29T10:00:08.886" v="422" actId="20577"/>
          <ac:spMkLst>
            <pc:docMk/>
            <pc:sldMk cId="2572265347" sldId="395"/>
            <ac:spMk id="3" creationId="{5DA580B6-6B0E-D989-0885-BBE95C7199D1}"/>
          </ac:spMkLst>
        </pc:spChg>
        <pc:spChg chg="add del mod">
          <ac:chgData name="Sanjeeta Ghimire" userId="24f4f4b1-044e-4d86-abaf-8307f4e8b0a1" providerId="ADAL" clId="{A51F6A13-F6E7-4FB5-945A-9B8D92F62373}" dt="2024-08-29T09:49:42.471" v="183" actId="478"/>
          <ac:spMkLst>
            <pc:docMk/>
            <pc:sldMk cId="2572265347" sldId="395"/>
            <ac:spMk id="5" creationId="{9E019502-E45D-649A-D120-DA5666A8A589}"/>
          </ac:spMkLst>
        </pc:spChg>
        <pc:spChg chg="add del">
          <ac:chgData name="Sanjeeta Ghimire" userId="24f4f4b1-044e-4d86-abaf-8307f4e8b0a1" providerId="ADAL" clId="{A51F6A13-F6E7-4FB5-945A-9B8D92F62373}" dt="2024-08-29T09:49:51.796" v="187" actId="22"/>
          <ac:spMkLst>
            <pc:docMk/>
            <pc:sldMk cId="2572265347" sldId="395"/>
            <ac:spMk id="7" creationId="{5EDBC778-49EA-10EB-B8AA-B8027A83A2B0}"/>
          </ac:spMkLst>
        </pc:spChg>
        <pc:picChg chg="add mod">
          <ac:chgData name="Sanjeeta Ghimire" userId="24f4f4b1-044e-4d86-abaf-8307f4e8b0a1" providerId="ADAL" clId="{A51F6A13-F6E7-4FB5-945A-9B8D92F62373}" dt="2024-08-29T10:00:12.869" v="423" actId="1076"/>
          <ac:picMkLst>
            <pc:docMk/>
            <pc:sldMk cId="2572265347" sldId="395"/>
            <ac:picMk id="4" creationId="{BFE0F348-67AB-F64C-60D8-18C1EDC83CAB}"/>
          </ac:picMkLst>
        </pc:picChg>
      </pc:sldChg>
    </pc:docChg>
  </pc:docChgLst>
  <pc:docChgLst>
    <pc:chgData name="Somak Das" userId="S::sdas@floridapoly.edu::98cebb13-2fc4-4808-95b9-daeb7e6acc01" providerId="AD" clId="Web-{90C0DF87-8B8A-D3C1-25BA-0F7425017BFA}"/>
    <pc:docChg chg="addSld delSld modSld modSection">
      <pc:chgData name="Somak Das" userId="S::sdas@floridapoly.edu::98cebb13-2fc4-4808-95b9-daeb7e6acc01" providerId="AD" clId="Web-{90C0DF87-8B8A-D3C1-25BA-0F7425017BFA}" dt="2024-09-05T16:49:32.259" v="22"/>
      <pc:docMkLst>
        <pc:docMk/>
      </pc:docMkLst>
      <pc:sldChg chg="add del">
        <pc:chgData name="Somak Das" userId="S::sdas@floridapoly.edu::98cebb13-2fc4-4808-95b9-daeb7e6acc01" providerId="AD" clId="Web-{90C0DF87-8B8A-D3C1-25BA-0F7425017BFA}" dt="2024-09-05T16:34:05.824" v="3"/>
        <pc:sldMkLst>
          <pc:docMk/>
          <pc:sldMk cId="695126728" sldId="321"/>
        </pc:sldMkLst>
      </pc:sldChg>
      <pc:sldChg chg="addSp delSp modSp add mod setBg">
        <pc:chgData name="Somak Das" userId="S::sdas@floridapoly.edu::98cebb13-2fc4-4808-95b9-daeb7e6acc01" providerId="AD" clId="Web-{90C0DF87-8B8A-D3C1-25BA-0F7425017BFA}" dt="2024-09-05T16:48:49.539" v="14"/>
        <pc:sldMkLst>
          <pc:docMk/>
          <pc:sldMk cId="1958076054" sldId="383"/>
        </pc:sldMkLst>
        <pc:spChg chg="mod">
          <ac:chgData name="Somak Das" userId="S::sdas@floridapoly.edu::98cebb13-2fc4-4808-95b9-daeb7e6acc01" providerId="AD" clId="Web-{90C0DF87-8B8A-D3C1-25BA-0F7425017BFA}" dt="2024-09-05T16:48:49.539" v="14"/>
          <ac:spMkLst>
            <pc:docMk/>
            <pc:sldMk cId="1958076054" sldId="383"/>
            <ac:spMk id="2" creationId="{6FFA31BE-8927-84E2-8A26-F4D10D84CCF0}"/>
          </ac:spMkLst>
        </pc:spChg>
        <pc:spChg chg="mod">
          <ac:chgData name="Somak Das" userId="S::sdas@floridapoly.edu::98cebb13-2fc4-4808-95b9-daeb7e6acc01" providerId="AD" clId="Web-{90C0DF87-8B8A-D3C1-25BA-0F7425017BFA}" dt="2024-09-05T16:48:49.539" v="14"/>
          <ac:spMkLst>
            <pc:docMk/>
            <pc:sldMk cId="1958076054" sldId="383"/>
            <ac:spMk id="3" creationId="{EB64F085-BC7F-B2FE-6999-2AB64DDD1CCC}"/>
          </ac:spMkLst>
        </pc:spChg>
        <pc:spChg chg="add del">
          <ac:chgData name="Somak Das" userId="S::sdas@floridapoly.edu::98cebb13-2fc4-4808-95b9-daeb7e6acc01" providerId="AD" clId="Web-{90C0DF87-8B8A-D3C1-25BA-0F7425017BFA}" dt="2024-09-05T16:48:19.648" v="5"/>
          <ac:spMkLst>
            <pc:docMk/>
            <pc:sldMk cId="1958076054" sldId="383"/>
            <ac:spMk id="10" creationId="{2EB492CD-616E-47F8-933B-5E2D952A0593}"/>
          </ac:spMkLst>
        </pc:spChg>
        <pc:spChg chg="add del">
          <ac:chgData name="Somak Das" userId="S::sdas@floridapoly.edu::98cebb13-2fc4-4808-95b9-daeb7e6acc01" providerId="AD" clId="Web-{90C0DF87-8B8A-D3C1-25BA-0F7425017BFA}" dt="2024-09-05T16:48:19.648" v="5"/>
          <ac:spMkLst>
            <pc:docMk/>
            <pc:sldMk cId="1958076054" sldId="383"/>
            <ac:spMk id="12" creationId="{59383CF9-23B5-4335-9B21-1791C4CF1C75}"/>
          </ac:spMkLst>
        </pc:spChg>
        <pc:spChg chg="add del">
          <ac:chgData name="Somak Das" userId="S::sdas@floridapoly.edu::98cebb13-2fc4-4808-95b9-daeb7e6acc01" providerId="AD" clId="Web-{90C0DF87-8B8A-D3C1-25BA-0F7425017BFA}" dt="2024-09-05T16:48:19.648" v="5"/>
          <ac:spMkLst>
            <pc:docMk/>
            <pc:sldMk cId="1958076054" sldId="383"/>
            <ac:spMk id="14" creationId="{0007FE00-9498-4706-B255-6437B0252C02}"/>
          </ac:spMkLst>
        </pc:spChg>
        <pc:spChg chg="add del">
          <ac:chgData name="Somak Das" userId="S::sdas@floridapoly.edu::98cebb13-2fc4-4808-95b9-daeb7e6acc01" providerId="AD" clId="Web-{90C0DF87-8B8A-D3C1-25BA-0F7425017BFA}" dt="2024-09-05T16:48:22.148" v="7"/>
          <ac:spMkLst>
            <pc:docMk/>
            <pc:sldMk cId="1958076054" sldId="383"/>
            <ac:spMk id="16" creationId="{0570A85B-3810-4F95-97B0-CBF4CCDB381C}"/>
          </ac:spMkLst>
        </pc:spChg>
        <pc:spChg chg="add del">
          <ac:chgData name="Somak Das" userId="S::sdas@floridapoly.edu::98cebb13-2fc4-4808-95b9-daeb7e6acc01" providerId="AD" clId="Web-{90C0DF87-8B8A-D3C1-25BA-0F7425017BFA}" dt="2024-09-05T16:48:22.148" v="7"/>
          <ac:spMkLst>
            <pc:docMk/>
            <pc:sldMk cId="1958076054" sldId="383"/>
            <ac:spMk id="17" creationId="{2550BE34-C2B8-49B8-8519-67A8CAD51AE9}"/>
          </ac:spMkLst>
        </pc:spChg>
        <pc:spChg chg="add del">
          <ac:chgData name="Somak Das" userId="S::sdas@floridapoly.edu::98cebb13-2fc4-4808-95b9-daeb7e6acc01" providerId="AD" clId="Web-{90C0DF87-8B8A-D3C1-25BA-0F7425017BFA}" dt="2024-09-05T16:48:22.148" v="7"/>
          <ac:spMkLst>
            <pc:docMk/>
            <pc:sldMk cId="1958076054" sldId="383"/>
            <ac:spMk id="18" creationId="{A7457DD9-5A45-400A-AB4B-4B4EDECA25F1}"/>
          </ac:spMkLst>
        </pc:spChg>
        <pc:spChg chg="add del">
          <ac:chgData name="Somak Das" userId="S::sdas@floridapoly.edu::98cebb13-2fc4-4808-95b9-daeb7e6acc01" providerId="AD" clId="Web-{90C0DF87-8B8A-D3C1-25BA-0F7425017BFA}" dt="2024-09-05T16:48:22.148" v="7"/>
          <ac:spMkLst>
            <pc:docMk/>
            <pc:sldMk cId="1958076054" sldId="383"/>
            <ac:spMk id="19" creationId="{441CF7D6-A660-431A-B0BB-140A0D5556B6}"/>
          </ac:spMkLst>
        </pc:spChg>
        <pc:spChg chg="add del">
          <ac:chgData name="Somak Das" userId="S::sdas@floridapoly.edu::98cebb13-2fc4-4808-95b9-daeb7e6acc01" providerId="AD" clId="Web-{90C0DF87-8B8A-D3C1-25BA-0F7425017BFA}" dt="2024-09-05T16:48:26.382" v="9"/>
          <ac:spMkLst>
            <pc:docMk/>
            <pc:sldMk cId="1958076054" sldId="383"/>
            <ac:spMk id="21" creationId="{2EB492CD-616E-47F8-933B-5E2D952A0593}"/>
          </ac:spMkLst>
        </pc:spChg>
        <pc:spChg chg="add del">
          <ac:chgData name="Somak Das" userId="S::sdas@floridapoly.edu::98cebb13-2fc4-4808-95b9-daeb7e6acc01" providerId="AD" clId="Web-{90C0DF87-8B8A-D3C1-25BA-0F7425017BFA}" dt="2024-09-05T16:48:26.382" v="9"/>
          <ac:spMkLst>
            <pc:docMk/>
            <pc:sldMk cId="1958076054" sldId="383"/>
            <ac:spMk id="22" creationId="{59383CF9-23B5-4335-9B21-1791C4CF1C75}"/>
          </ac:spMkLst>
        </pc:spChg>
        <pc:spChg chg="add del">
          <ac:chgData name="Somak Das" userId="S::sdas@floridapoly.edu::98cebb13-2fc4-4808-95b9-daeb7e6acc01" providerId="AD" clId="Web-{90C0DF87-8B8A-D3C1-25BA-0F7425017BFA}" dt="2024-09-05T16:48:26.382" v="9"/>
          <ac:spMkLst>
            <pc:docMk/>
            <pc:sldMk cId="1958076054" sldId="383"/>
            <ac:spMk id="23" creationId="{0007FE00-9498-4706-B255-6437B0252C02}"/>
          </ac:spMkLst>
        </pc:spChg>
        <pc:spChg chg="add del">
          <ac:chgData name="Somak Das" userId="S::sdas@floridapoly.edu::98cebb13-2fc4-4808-95b9-daeb7e6acc01" providerId="AD" clId="Web-{90C0DF87-8B8A-D3C1-25BA-0F7425017BFA}" dt="2024-09-05T16:48:40.852" v="11"/>
          <ac:spMkLst>
            <pc:docMk/>
            <pc:sldMk cId="1958076054" sldId="383"/>
            <ac:spMk id="25" creationId="{2550BE34-C2B8-49B8-8519-67A8CAD51AE9}"/>
          </ac:spMkLst>
        </pc:spChg>
        <pc:spChg chg="add del">
          <ac:chgData name="Somak Das" userId="S::sdas@floridapoly.edu::98cebb13-2fc4-4808-95b9-daeb7e6acc01" providerId="AD" clId="Web-{90C0DF87-8B8A-D3C1-25BA-0F7425017BFA}" dt="2024-09-05T16:48:40.852" v="11"/>
          <ac:spMkLst>
            <pc:docMk/>
            <pc:sldMk cId="1958076054" sldId="383"/>
            <ac:spMk id="26" creationId="{A7457DD9-5A45-400A-AB4B-4B4EDECA25F1}"/>
          </ac:spMkLst>
        </pc:spChg>
        <pc:spChg chg="add del">
          <ac:chgData name="Somak Das" userId="S::sdas@floridapoly.edu::98cebb13-2fc4-4808-95b9-daeb7e6acc01" providerId="AD" clId="Web-{90C0DF87-8B8A-D3C1-25BA-0F7425017BFA}" dt="2024-09-05T16:48:40.852" v="11"/>
          <ac:spMkLst>
            <pc:docMk/>
            <pc:sldMk cId="1958076054" sldId="383"/>
            <ac:spMk id="27" creationId="{441CF7D6-A660-431A-B0BB-140A0D5556B6}"/>
          </ac:spMkLst>
        </pc:spChg>
        <pc:spChg chg="add del">
          <ac:chgData name="Somak Das" userId="S::sdas@floridapoly.edu::98cebb13-2fc4-4808-95b9-daeb7e6acc01" providerId="AD" clId="Web-{90C0DF87-8B8A-D3C1-25BA-0F7425017BFA}" dt="2024-09-05T16:48:40.852" v="11"/>
          <ac:spMkLst>
            <pc:docMk/>
            <pc:sldMk cId="1958076054" sldId="383"/>
            <ac:spMk id="28" creationId="{0570A85B-3810-4F95-97B0-CBF4CCDB381C}"/>
          </ac:spMkLst>
        </pc:spChg>
        <pc:spChg chg="add del">
          <ac:chgData name="Somak Das" userId="S::sdas@floridapoly.edu::98cebb13-2fc4-4808-95b9-daeb7e6acc01" providerId="AD" clId="Web-{90C0DF87-8B8A-D3C1-25BA-0F7425017BFA}" dt="2024-09-05T16:48:49.524" v="13"/>
          <ac:spMkLst>
            <pc:docMk/>
            <pc:sldMk cId="1958076054" sldId="383"/>
            <ac:spMk id="30" creationId="{AF6CB648-9554-488A-B457-99CAAD1DA528}"/>
          </ac:spMkLst>
        </pc:spChg>
        <pc:spChg chg="add del">
          <ac:chgData name="Somak Das" userId="S::sdas@floridapoly.edu::98cebb13-2fc4-4808-95b9-daeb7e6acc01" providerId="AD" clId="Web-{90C0DF87-8B8A-D3C1-25BA-0F7425017BFA}" dt="2024-09-05T16:48:49.524" v="13"/>
          <ac:spMkLst>
            <pc:docMk/>
            <pc:sldMk cId="1958076054" sldId="383"/>
            <ac:spMk id="31" creationId="{E3ADCBE7-9330-1CDA-00EB-CDD12DB722FF}"/>
          </ac:spMkLst>
        </pc:spChg>
        <pc:spChg chg="add">
          <ac:chgData name="Somak Das" userId="S::sdas@floridapoly.edu::98cebb13-2fc4-4808-95b9-daeb7e6acc01" providerId="AD" clId="Web-{90C0DF87-8B8A-D3C1-25BA-0F7425017BFA}" dt="2024-09-05T16:48:49.539" v="14"/>
          <ac:spMkLst>
            <pc:docMk/>
            <pc:sldMk cId="1958076054" sldId="383"/>
            <ac:spMk id="33" creationId="{2550BE34-C2B8-49B8-8519-67A8CAD51AE9}"/>
          </ac:spMkLst>
        </pc:spChg>
        <pc:spChg chg="add">
          <ac:chgData name="Somak Das" userId="S::sdas@floridapoly.edu::98cebb13-2fc4-4808-95b9-daeb7e6acc01" providerId="AD" clId="Web-{90C0DF87-8B8A-D3C1-25BA-0F7425017BFA}" dt="2024-09-05T16:48:49.539" v="14"/>
          <ac:spMkLst>
            <pc:docMk/>
            <pc:sldMk cId="1958076054" sldId="383"/>
            <ac:spMk id="34" creationId="{A7457DD9-5A45-400A-AB4B-4B4EDECA25F1}"/>
          </ac:spMkLst>
        </pc:spChg>
        <pc:spChg chg="add">
          <ac:chgData name="Somak Das" userId="S::sdas@floridapoly.edu::98cebb13-2fc4-4808-95b9-daeb7e6acc01" providerId="AD" clId="Web-{90C0DF87-8B8A-D3C1-25BA-0F7425017BFA}" dt="2024-09-05T16:48:49.539" v="14"/>
          <ac:spMkLst>
            <pc:docMk/>
            <pc:sldMk cId="1958076054" sldId="383"/>
            <ac:spMk id="35" creationId="{441CF7D6-A660-431A-B0BB-140A0D5556B6}"/>
          </ac:spMkLst>
        </pc:spChg>
        <pc:spChg chg="add">
          <ac:chgData name="Somak Das" userId="S::sdas@floridapoly.edu::98cebb13-2fc4-4808-95b9-daeb7e6acc01" providerId="AD" clId="Web-{90C0DF87-8B8A-D3C1-25BA-0F7425017BFA}" dt="2024-09-05T16:48:49.539" v="14"/>
          <ac:spMkLst>
            <pc:docMk/>
            <pc:sldMk cId="1958076054" sldId="383"/>
            <ac:spMk id="36" creationId="{0570A85B-3810-4F95-97B0-CBF4CCDB381C}"/>
          </ac:spMkLst>
        </pc:spChg>
        <pc:graphicFrameChg chg="mod">
          <ac:chgData name="Somak Das" userId="S::sdas@floridapoly.edu::98cebb13-2fc4-4808-95b9-daeb7e6acc01" providerId="AD" clId="Web-{90C0DF87-8B8A-D3C1-25BA-0F7425017BFA}" dt="2024-09-05T16:48:49.539" v="14"/>
          <ac:graphicFrameMkLst>
            <pc:docMk/>
            <pc:sldMk cId="1958076054" sldId="383"/>
            <ac:graphicFrameMk id="5" creationId="{FB432426-1A60-1F6E-D220-E2F8D215C9F5}"/>
          </ac:graphicFrameMkLst>
        </pc:graphicFrameChg>
      </pc:sldChg>
      <pc:sldChg chg="modSp add">
        <pc:chgData name="Somak Das" userId="S::sdas@floridapoly.edu::98cebb13-2fc4-4808-95b9-daeb7e6acc01" providerId="AD" clId="Web-{90C0DF87-8B8A-D3C1-25BA-0F7425017BFA}" dt="2024-09-05T16:49:32.259" v="22"/>
        <pc:sldMkLst>
          <pc:docMk/>
          <pc:sldMk cId="2445610323" sldId="384"/>
        </pc:sldMkLst>
        <pc:spChg chg="mod">
          <ac:chgData name="Somak Das" userId="S::sdas@floridapoly.edu::98cebb13-2fc4-4808-95b9-daeb7e6acc01" providerId="AD" clId="Web-{90C0DF87-8B8A-D3C1-25BA-0F7425017BFA}" dt="2024-09-05T16:49:32.259" v="22"/>
          <ac:spMkLst>
            <pc:docMk/>
            <pc:sldMk cId="2445610323" sldId="384"/>
            <ac:spMk id="2" creationId="{4CF589A9-4836-4EB3-1BA0-67AEFA400708}"/>
          </ac:spMkLst>
        </pc:spChg>
      </pc:sldChg>
    </pc:docChg>
  </pc:docChgLst>
  <pc:docChgLst>
    <pc:chgData name="Edwar Romero-Ramirez" userId="92bc0edd-ad5d-44a7-8ba7-72607029cc7a" providerId="ADAL" clId="{78465D34-1EB2-491B-8403-F3ACF65151D3}"/>
    <pc:docChg chg="custSel addSld delSld modSld modSection">
      <pc:chgData name="Edwar Romero-Ramirez" userId="92bc0edd-ad5d-44a7-8ba7-72607029cc7a" providerId="ADAL" clId="{78465D34-1EB2-491B-8403-F3ACF65151D3}" dt="2024-08-08T20:40:05.500" v="129" actId="113"/>
      <pc:docMkLst>
        <pc:docMk/>
      </pc:docMkLst>
      <pc:sldChg chg="modSp mod">
        <pc:chgData name="Edwar Romero-Ramirez" userId="92bc0edd-ad5d-44a7-8ba7-72607029cc7a" providerId="ADAL" clId="{78465D34-1EB2-491B-8403-F3ACF65151D3}" dt="2024-08-08T20:37:49.066" v="10" actId="14100"/>
        <pc:sldMkLst>
          <pc:docMk/>
          <pc:sldMk cId="783844113" sldId="256"/>
        </pc:sldMkLst>
        <pc:spChg chg="mod">
          <ac:chgData name="Edwar Romero-Ramirez" userId="92bc0edd-ad5d-44a7-8ba7-72607029cc7a" providerId="ADAL" clId="{78465D34-1EB2-491B-8403-F3ACF65151D3}" dt="2024-08-08T20:37:49.066" v="10" actId="14100"/>
          <ac:spMkLst>
            <pc:docMk/>
            <pc:sldMk cId="783844113" sldId="256"/>
            <ac:spMk id="6" creationId="{86649F24-8FCC-CDEB-B4C7-3B4C1F0F6A52}"/>
          </ac:spMkLst>
        </pc:spChg>
      </pc:sldChg>
      <pc:sldChg chg="del">
        <pc:chgData name="Edwar Romero-Ramirez" userId="92bc0edd-ad5d-44a7-8ba7-72607029cc7a" providerId="ADAL" clId="{78465D34-1EB2-491B-8403-F3ACF65151D3}" dt="2024-08-08T20:38:25.943" v="24" actId="47"/>
        <pc:sldMkLst>
          <pc:docMk/>
          <pc:sldMk cId="1156585679" sldId="301"/>
        </pc:sldMkLst>
      </pc:sldChg>
      <pc:sldChg chg="del">
        <pc:chgData name="Edwar Romero-Ramirez" userId="92bc0edd-ad5d-44a7-8ba7-72607029cc7a" providerId="ADAL" clId="{78465D34-1EB2-491B-8403-F3ACF65151D3}" dt="2024-08-08T20:38:25.943" v="24" actId="47"/>
        <pc:sldMkLst>
          <pc:docMk/>
          <pc:sldMk cId="342402045" sldId="339"/>
        </pc:sldMkLst>
      </pc:sldChg>
      <pc:sldChg chg="del">
        <pc:chgData name="Edwar Romero-Ramirez" userId="92bc0edd-ad5d-44a7-8ba7-72607029cc7a" providerId="ADAL" clId="{78465D34-1EB2-491B-8403-F3ACF65151D3}" dt="2024-08-08T20:38:25.943" v="24" actId="47"/>
        <pc:sldMkLst>
          <pc:docMk/>
          <pc:sldMk cId="1865576695" sldId="344"/>
        </pc:sldMkLst>
      </pc:sldChg>
      <pc:sldChg chg="del">
        <pc:chgData name="Edwar Romero-Ramirez" userId="92bc0edd-ad5d-44a7-8ba7-72607029cc7a" providerId="ADAL" clId="{78465D34-1EB2-491B-8403-F3ACF65151D3}" dt="2024-08-08T20:38:25.943" v="24" actId="47"/>
        <pc:sldMkLst>
          <pc:docMk/>
          <pc:sldMk cId="2642871710" sldId="345"/>
        </pc:sldMkLst>
      </pc:sldChg>
      <pc:sldChg chg="modSp mod">
        <pc:chgData name="Edwar Romero-Ramirez" userId="92bc0edd-ad5d-44a7-8ba7-72607029cc7a" providerId="ADAL" clId="{78465D34-1EB2-491B-8403-F3ACF65151D3}" dt="2024-08-08T20:38:07.255" v="23" actId="20577"/>
        <pc:sldMkLst>
          <pc:docMk/>
          <pc:sldMk cId="2275632493" sldId="365"/>
        </pc:sldMkLst>
        <pc:spChg chg="mod">
          <ac:chgData name="Edwar Romero-Ramirez" userId="92bc0edd-ad5d-44a7-8ba7-72607029cc7a" providerId="ADAL" clId="{78465D34-1EB2-491B-8403-F3ACF65151D3}" dt="2024-08-08T20:38:07.255" v="23" actId="20577"/>
          <ac:spMkLst>
            <pc:docMk/>
            <pc:sldMk cId="2275632493" sldId="365"/>
            <ac:spMk id="6" creationId="{86649F24-8FCC-CDEB-B4C7-3B4C1F0F6A52}"/>
          </ac:spMkLst>
        </pc:spChg>
        <pc:picChg chg="mod">
          <ac:chgData name="Edwar Romero-Ramirez" userId="92bc0edd-ad5d-44a7-8ba7-72607029cc7a" providerId="ADAL" clId="{78465D34-1EB2-491B-8403-F3ACF65151D3}" dt="2024-08-08T20:37:58.829" v="12" actId="14100"/>
          <ac:picMkLst>
            <pc:docMk/>
            <pc:sldMk cId="2275632493" sldId="365"/>
            <ac:picMk id="4" creationId="{03A91DEA-A578-1C25-E401-D5C259262012}"/>
          </ac:picMkLst>
        </pc:picChg>
      </pc:sldChg>
      <pc:sldChg chg="modSp new mod">
        <pc:chgData name="Edwar Romero-Ramirez" userId="92bc0edd-ad5d-44a7-8ba7-72607029cc7a" providerId="ADAL" clId="{78465D34-1EB2-491B-8403-F3ACF65151D3}" dt="2024-08-08T20:40:05.500" v="129" actId="113"/>
        <pc:sldMkLst>
          <pc:docMk/>
          <pc:sldMk cId="438380780" sldId="385"/>
        </pc:sldMkLst>
        <pc:spChg chg="mod">
          <ac:chgData name="Edwar Romero-Ramirez" userId="92bc0edd-ad5d-44a7-8ba7-72607029cc7a" providerId="ADAL" clId="{78465D34-1EB2-491B-8403-F3ACF65151D3}" dt="2024-08-08T20:38:47.175" v="43" actId="20577"/>
          <ac:spMkLst>
            <pc:docMk/>
            <pc:sldMk cId="438380780" sldId="385"/>
            <ac:spMk id="2" creationId="{1B1231CD-7D50-348D-B42A-F1123924C1DA}"/>
          </ac:spMkLst>
        </pc:spChg>
        <pc:spChg chg="mod">
          <ac:chgData name="Edwar Romero-Ramirez" userId="92bc0edd-ad5d-44a7-8ba7-72607029cc7a" providerId="ADAL" clId="{78465D34-1EB2-491B-8403-F3ACF65151D3}" dt="2024-08-08T20:40:05.500" v="129" actId="113"/>
          <ac:spMkLst>
            <pc:docMk/>
            <pc:sldMk cId="438380780" sldId="385"/>
            <ac:spMk id="3" creationId="{E2ADC5D7-6603-DD44-46FE-8F78F40CF0BD}"/>
          </ac:spMkLst>
        </pc:spChg>
      </pc:sldChg>
    </pc:docChg>
  </pc:docChgLst>
  <pc:docChgLst>
    <pc:chgData name="Somak Das" userId="S::sdas@floridapoly.edu::98cebb13-2fc4-4808-95b9-daeb7e6acc01" providerId="AD" clId="Web-{6858E484-1DD0-903E-8B02-5011D36EF042}"/>
    <pc:docChg chg="addSld delSld modSld sldOrd modSection">
      <pc:chgData name="Somak Das" userId="S::sdas@floridapoly.edu::98cebb13-2fc4-4808-95b9-daeb7e6acc01" providerId="AD" clId="Web-{6858E484-1DD0-903E-8B02-5011D36EF042}" dt="2024-08-28T02:50:12.456" v="1801" actId="1076"/>
      <pc:docMkLst>
        <pc:docMk/>
      </pc:docMkLst>
      <pc:sldChg chg="modSp">
        <pc:chgData name="Somak Das" userId="S::sdas@floridapoly.edu::98cebb13-2fc4-4808-95b9-daeb7e6acc01" providerId="AD" clId="Web-{6858E484-1DD0-903E-8B02-5011D36EF042}" dt="2024-08-28T01:57:17.866" v="1304" actId="20577"/>
        <pc:sldMkLst>
          <pc:docMk/>
          <pc:sldMk cId="783844113" sldId="256"/>
        </pc:sldMkLst>
        <pc:spChg chg="mod">
          <ac:chgData name="Somak Das" userId="S::sdas@floridapoly.edu::98cebb13-2fc4-4808-95b9-daeb7e6acc01" providerId="AD" clId="Web-{6858E484-1DD0-903E-8B02-5011D36EF042}" dt="2024-08-28T01:57:17.866" v="1304" actId="20577"/>
          <ac:spMkLst>
            <pc:docMk/>
            <pc:sldMk cId="783844113" sldId="256"/>
            <ac:spMk id="6" creationId="{86649F24-8FCC-CDEB-B4C7-3B4C1F0F6A52}"/>
          </ac:spMkLst>
        </pc:spChg>
      </pc:sldChg>
      <pc:sldChg chg="modSp">
        <pc:chgData name="Somak Das" userId="S::sdas@floridapoly.edu::98cebb13-2fc4-4808-95b9-daeb7e6acc01" providerId="AD" clId="Web-{6858E484-1DD0-903E-8B02-5011D36EF042}" dt="2024-08-28T00:39:15.531" v="159" actId="20577"/>
        <pc:sldMkLst>
          <pc:docMk/>
          <pc:sldMk cId="2289991728" sldId="342"/>
        </pc:sldMkLst>
        <pc:spChg chg="mod">
          <ac:chgData name="Somak Das" userId="S::sdas@floridapoly.edu::98cebb13-2fc4-4808-95b9-daeb7e6acc01" providerId="AD" clId="Web-{6858E484-1DD0-903E-8B02-5011D36EF042}" dt="2024-08-28T00:39:15.531" v="159" actId="20577"/>
          <ac:spMkLst>
            <pc:docMk/>
            <pc:sldMk cId="2289991728" sldId="342"/>
            <ac:spMk id="3" creationId="{78D6B0DC-8DDB-A7DA-E1AC-AD2D78ED7DCB}"/>
          </ac:spMkLst>
        </pc:spChg>
      </pc:sldChg>
      <pc:sldChg chg="modSp">
        <pc:chgData name="Somak Das" userId="S::sdas@floridapoly.edu::98cebb13-2fc4-4808-95b9-daeb7e6acc01" providerId="AD" clId="Web-{6858E484-1DD0-903E-8B02-5011D36EF042}" dt="2024-08-28T00:34:40.742" v="82" actId="14100"/>
        <pc:sldMkLst>
          <pc:docMk/>
          <pc:sldMk cId="450661816" sldId="349"/>
        </pc:sldMkLst>
        <pc:spChg chg="mod">
          <ac:chgData name="Somak Das" userId="S::sdas@floridapoly.edu::98cebb13-2fc4-4808-95b9-daeb7e6acc01" providerId="AD" clId="Web-{6858E484-1DD0-903E-8B02-5011D36EF042}" dt="2024-08-28T00:34:38.132" v="81" actId="20577"/>
          <ac:spMkLst>
            <pc:docMk/>
            <pc:sldMk cId="450661816" sldId="349"/>
            <ac:spMk id="3" creationId="{9556065C-AC8D-F8CF-D5A2-F5C7B2A8889E}"/>
          </ac:spMkLst>
        </pc:spChg>
        <pc:picChg chg="mod">
          <ac:chgData name="Somak Das" userId="S::sdas@floridapoly.edu::98cebb13-2fc4-4808-95b9-daeb7e6acc01" providerId="AD" clId="Web-{6858E484-1DD0-903E-8B02-5011D36EF042}" dt="2024-08-28T00:34:40.742" v="82" actId="14100"/>
          <ac:picMkLst>
            <pc:docMk/>
            <pc:sldMk cId="450661816" sldId="349"/>
            <ac:picMk id="6" creationId="{6C46A5C2-1BE2-6602-320D-E379367D8360}"/>
          </ac:picMkLst>
        </pc:picChg>
      </pc:sldChg>
      <pc:sldChg chg="addSp delSp modSp">
        <pc:chgData name="Somak Das" userId="S::sdas@floridapoly.edu::98cebb13-2fc4-4808-95b9-daeb7e6acc01" providerId="AD" clId="Web-{6858E484-1DD0-903E-8B02-5011D36EF042}" dt="2024-08-28T00:41:23.770" v="177" actId="20577"/>
        <pc:sldMkLst>
          <pc:docMk/>
          <pc:sldMk cId="756175004" sldId="350"/>
        </pc:sldMkLst>
        <pc:spChg chg="mod">
          <ac:chgData name="Somak Das" userId="S::sdas@floridapoly.edu::98cebb13-2fc4-4808-95b9-daeb7e6acc01" providerId="AD" clId="Web-{6858E484-1DD0-903E-8B02-5011D36EF042}" dt="2024-08-28T00:39:57.892" v="160"/>
          <ac:spMkLst>
            <pc:docMk/>
            <pc:sldMk cId="756175004" sldId="350"/>
            <ac:spMk id="2" creationId="{A43E3E30-0CCC-0FCC-69DC-1C2820744E12}"/>
          </ac:spMkLst>
        </pc:spChg>
        <pc:spChg chg="mod ord">
          <ac:chgData name="Somak Das" userId="S::sdas@floridapoly.edu::98cebb13-2fc4-4808-95b9-daeb7e6acc01" providerId="AD" clId="Web-{6858E484-1DD0-903E-8B02-5011D36EF042}" dt="2024-08-28T00:41:23.770" v="177" actId="20577"/>
          <ac:spMkLst>
            <pc:docMk/>
            <pc:sldMk cId="756175004" sldId="350"/>
            <ac:spMk id="3" creationId="{9556065C-AC8D-F8CF-D5A2-F5C7B2A8889E}"/>
          </ac:spMkLst>
        </pc:spChg>
        <pc:spChg chg="del mod">
          <ac:chgData name="Somak Das" userId="S::sdas@floridapoly.edu::98cebb13-2fc4-4808-95b9-daeb7e6acc01" providerId="AD" clId="Web-{6858E484-1DD0-903E-8B02-5011D36EF042}" dt="2024-08-28T00:36:29.104" v="137"/>
          <ac:spMkLst>
            <pc:docMk/>
            <pc:sldMk cId="756175004" sldId="350"/>
            <ac:spMk id="8" creationId="{7BE43FA3-19D9-8187-186A-8D385EAF5745}"/>
          </ac:spMkLst>
        </pc:spChg>
        <pc:spChg chg="del mod">
          <ac:chgData name="Somak Das" userId="S::sdas@floridapoly.edu::98cebb13-2fc4-4808-95b9-daeb7e6acc01" providerId="AD" clId="Web-{6858E484-1DD0-903E-8B02-5011D36EF042}" dt="2024-08-28T00:36:29.104" v="136"/>
          <ac:spMkLst>
            <pc:docMk/>
            <pc:sldMk cId="756175004" sldId="350"/>
            <ac:spMk id="9" creationId="{BE014130-4091-E15F-51D4-C5A46F280418}"/>
          </ac:spMkLst>
        </pc:spChg>
        <pc:spChg chg="del mod">
          <ac:chgData name="Somak Das" userId="S::sdas@floridapoly.edu::98cebb13-2fc4-4808-95b9-daeb7e6acc01" providerId="AD" clId="Web-{6858E484-1DD0-903E-8B02-5011D36EF042}" dt="2024-08-28T00:36:29.104" v="135"/>
          <ac:spMkLst>
            <pc:docMk/>
            <pc:sldMk cId="756175004" sldId="350"/>
            <ac:spMk id="10" creationId="{21BB2043-E470-9C43-25AA-FC4AFCECBD91}"/>
          </ac:spMkLst>
        </pc:spChg>
        <pc:spChg chg="del mod">
          <ac:chgData name="Somak Das" userId="S::sdas@floridapoly.edu::98cebb13-2fc4-4808-95b9-daeb7e6acc01" providerId="AD" clId="Web-{6858E484-1DD0-903E-8B02-5011D36EF042}" dt="2024-08-28T00:36:29.104" v="134"/>
          <ac:spMkLst>
            <pc:docMk/>
            <pc:sldMk cId="756175004" sldId="350"/>
            <ac:spMk id="11" creationId="{FC38F92C-8107-D3B8-A935-33EE396CE83D}"/>
          </ac:spMkLst>
        </pc:spChg>
        <pc:spChg chg="del">
          <ac:chgData name="Somak Das" userId="S::sdas@floridapoly.edu::98cebb13-2fc4-4808-95b9-daeb7e6acc01" providerId="AD" clId="Web-{6858E484-1DD0-903E-8B02-5011D36EF042}" dt="2024-08-28T00:36:29.104" v="139"/>
          <ac:spMkLst>
            <pc:docMk/>
            <pc:sldMk cId="756175004" sldId="350"/>
            <ac:spMk id="12" creationId="{49B9E8A9-352D-4DCB-9485-C777000D4979}"/>
          </ac:spMkLst>
        </pc:spChg>
        <pc:spChg chg="del mod">
          <ac:chgData name="Somak Das" userId="S::sdas@floridapoly.edu::98cebb13-2fc4-4808-95b9-daeb7e6acc01" providerId="AD" clId="Web-{6858E484-1DD0-903E-8B02-5011D36EF042}" dt="2024-08-28T00:36:29.104" v="133"/>
          <ac:spMkLst>
            <pc:docMk/>
            <pc:sldMk cId="756175004" sldId="350"/>
            <ac:spMk id="13" creationId="{205D6A8C-7F2C-0A52-039A-8BB58ECAFD16}"/>
          </ac:spMkLst>
        </pc:spChg>
        <pc:spChg chg="del">
          <ac:chgData name="Somak Das" userId="S::sdas@floridapoly.edu::98cebb13-2fc4-4808-95b9-daeb7e6acc01" providerId="AD" clId="Web-{6858E484-1DD0-903E-8B02-5011D36EF042}" dt="2024-08-28T00:39:57.892" v="160"/>
          <ac:spMkLst>
            <pc:docMk/>
            <pc:sldMk cId="756175004" sldId="350"/>
            <ac:spMk id="14" creationId="{C2A9B0E5-C2C1-4B85-99A9-117A659D5FE0}"/>
          </ac:spMkLst>
        </pc:spChg>
        <pc:spChg chg="del mod">
          <ac:chgData name="Somak Das" userId="S::sdas@floridapoly.edu::98cebb13-2fc4-4808-95b9-daeb7e6acc01" providerId="AD" clId="Web-{6858E484-1DD0-903E-8B02-5011D36EF042}" dt="2024-08-28T00:36:29.104" v="132"/>
          <ac:spMkLst>
            <pc:docMk/>
            <pc:sldMk cId="756175004" sldId="350"/>
            <ac:spMk id="15" creationId="{C96283B7-0F28-3B2C-BBE7-E90A954519A5}"/>
          </ac:spMkLst>
        </pc:spChg>
        <pc:spChg chg="del">
          <ac:chgData name="Somak Das" userId="S::sdas@floridapoly.edu::98cebb13-2fc4-4808-95b9-daeb7e6acc01" providerId="AD" clId="Web-{6858E484-1DD0-903E-8B02-5011D36EF042}" dt="2024-08-28T00:36:29.104" v="138"/>
          <ac:spMkLst>
            <pc:docMk/>
            <pc:sldMk cId="756175004" sldId="350"/>
            <ac:spMk id="16" creationId="{3A8AEACA-9535-4BE8-A91B-8BE82BA54751}"/>
          </ac:spMkLst>
        </pc:spChg>
        <pc:spChg chg="del mod">
          <ac:chgData name="Somak Das" userId="S::sdas@floridapoly.edu::98cebb13-2fc4-4808-95b9-daeb7e6acc01" providerId="AD" clId="Web-{6858E484-1DD0-903E-8B02-5011D36EF042}" dt="2024-08-28T00:36:29.104" v="131"/>
          <ac:spMkLst>
            <pc:docMk/>
            <pc:sldMk cId="756175004" sldId="350"/>
            <ac:spMk id="17" creationId="{1B5D2364-A08F-16BF-7B06-D9E560FDEBEE}"/>
          </ac:spMkLst>
        </pc:spChg>
        <pc:spChg chg="del mod">
          <ac:chgData name="Somak Das" userId="S::sdas@floridapoly.edu::98cebb13-2fc4-4808-95b9-daeb7e6acc01" providerId="AD" clId="Web-{6858E484-1DD0-903E-8B02-5011D36EF042}" dt="2024-08-28T00:36:29.104" v="130"/>
          <ac:spMkLst>
            <pc:docMk/>
            <pc:sldMk cId="756175004" sldId="350"/>
            <ac:spMk id="18" creationId="{2B78BA7D-C89E-70B6-D78F-A9AD326795E2}"/>
          </ac:spMkLst>
        </pc:spChg>
        <pc:spChg chg="del mod">
          <ac:chgData name="Somak Das" userId="S::sdas@floridapoly.edu::98cebb13-2fc4-4808-95b9-daeb7e6acc01" providerId="AD" clId="Web-{6858E484-1DD0-903E-8B02-5011D36EF042}" dt="2024-08-28T00:36:29.104" v="129"/>
          <ac:spMkLst>
            <pc:docMk/>
            <pc:sldMk cId="756175004" sldId="350"/>
            <ac:spMk id="19" creationId="{99533F32-F2DE-98B6-E7B0-F294B94305F8}"/>
          </ac:spMkLst>
        </pc:spChg>
        <pc:spChg chg="del mod">
          <ac:chgData name="Somak Das" userId="S::sdas@floridapoly.edu::98cebb13-2fc4-4808-95b9-daeb7e6acc01" providerId="AD" clId="Web-{6858E484-1DD0-903E-8B02-5011D36EF042}" dt="2024-08-28T00:36:29.104" v="128"/>
          <ac:spMkLst>
            <pc:docMk/>
            <pc:sldMk cId="756175004" sldId="350"/>
            <ac:spMk id="20" creationId="{061D2922-AB69-3F6D-D068-8E5DB75A416D}"/>
          </ac:spMkLst>
        </pc:spChg>
        <pc:spChg chg="add">
          <ac:chgData name="Somak Das" userId="S::sdas@floridapoly.edu::98cebb13-2fc4-4808-95b9-daeb7e6acc01" providerId="AD" clId="Web-{6858E484-1DD0-903E-8B02-5011D36EF042}" dt="2024-08-28T00:39:57.892" v="160"/>
          <ac:spMkLst>
            <pc:docMk/>
            <pc:sldMk cId="756175004" sldId="350"/>
            <ac:spMk id="22" creationId="{352BEC0E-22F8-46D0-9632-375DB541B06C}"/>
          </ac:spMkLst>
        </pc:spChg>
        <pc:spChg chg="add">
          <ac:chgData name="Somak Das" userId="S::sdas@floridapoly.edu::98cebb13-2fc4-4808-95b9-daeb7e6acc01" providerId="AD" clId="Web-{6858E484-1DD0-903E-8B02-5011D36EF042}" dt="2024-08-28T00:39:57.892" v="160"/>
          <ac:spMkLst>
            <pc:docMk/>
            <pc:sldMk cId="756175004" sldId="350"/>
            <ac:spMk id="24" creationId="{3FCFB1DE-0B7E-48CC-BA90-B2AB0889F9D6}"/>
          </ac:spMkLst>
        </pc:spChg>
        <pc:picChg chg="mod ord">
          <ac:chgData name="Somak Das" userId="S::sdas@floridapoly.edu::98cebb13-2fc4-4808-95b9-daeb7e6acc01" providerId="AD" clId="Web-{6858E484-1DD0-903E-8B02-5011D36EF042}" dt="2024-08-28T00:40:16.236" v="163" actId="14100"/>
          <ac:picMkLst>
            <pc:docMk/>
            <pc:sldMk cId="756175004" sldId="350"/>
            <ac:picMk id="6" creationId="{50535E7C-5C90-3DB5-404B-E48DB8C9ECFD}"/>
          </ac:picMkLst>
        </pc:picChg>
        <pc:picChg chg="mod ord">
          <ac:chgData name="Somak Das" userId="S::sdas@floridapoly.edu::98cebb13-2fc4-4808-95b9-daeb7e6acc01" providerId="AD" clId="Web-{6858E484-1DD0-903E-8B02-5011D36EF042}" dt="2024-08-28T00:40:05.189" v="161" actId="14100"/>
          <ac:picMkLst>
            <pc:docMk/>
            <pc:sldMk cId="756175004" sldId="350"/>
            <ac:picMk id="7" creationId="{3B66406B-1473-10DB-FDAC-D45A14A22F5B}"/>
          </ac:picMkLst>
        </pc:picChg>
      </pc:sldChg>
      <pc:sldChg chg="addSp delSp modSp mod setBg">
        <pc:chgData name="Somak Das" userId="S::sdas@floridapoly.edu::98cebb13-2fc4-4808-95b9-daeb7e6acc01" providerId="AD" clId="Web-{6858E484-1DD0-903E-8B02-5011D36EF042}" dt="2024-08-28T01:05:11.236" v="611" actId="20577"/>
        <pc:sldMkLst>
          <pc:docMk/>
          <pc:sldMk cId="3912467275" sldId="351"/>
        </pc:sldMkLst>
        <pc:spChg chg="mod">
          <ac:chgData name="Somak Das" userId="S::sdas@floridapoly.edu::98cebb13-2fc4-4808-95b9-daeb7e6acc01" providerId="AD" clId="Web-{6858E484-1DD0-903E-8B02-5011D36EF042}" dt="2024-08-28T00:46:21.091" v="295"/>
          <ac:spMkLst>
            <pc:docMk/>
            <pc:sldMk cId="3912467275" sldId="351"/>
            <ac:spMk id="2" creationId="{A43E3E30-0CCC-0FCC-69DC-1C2820744E12}"/>
          </ac:spMkLst>
        </pc:spChg>
        <pc:spChg chg="mod">
          <ac:chgData name="Somak Das" userId="S::sdas@floridapoly.edu::98cebb13-2fc4-4808-95b9-daeb7e6acc01" providerId="AD" clId="Web-{6858E484-1DD0-903E-8B02-5011D36EF042}" dt="2024-08-28T00:49:27.815" v="372" actId="20577"/>
          <ac:spMkLst>
            <pc:docMk/>
            <pc:sldMk cId="3912467275" sldId="351"/>
            <ac:spMk id="3" creationId="{9556065C-AC8D-F8CF-D5A2-F5C7B2A8889E}"/>
          </ac:spMkLst>
        </pc:spChg>
        <pc:spChg chg="del mod">
          <ac:chgData name="Somak Das" userId="S::sdas@floridapoly.edu::98cebb13-2fc4-4808-95b9-daeb7e6acc01" providerId="AD" clId="Web-{6858E484-1DD0-903E-8B02-5011D36EF042}" dt="2024-08-28T00:42:31.334" v="187"/>
          <ac:spMkLst>
            <pc:docMk/>
            <pc:sldMk cId="3912467275" sldId="351"/>
            <ac:spMk id="5" creationId="{3F1CE5EF-1993-48B6-7353-FC6D457CA39A}"/>
          </ac:spMkLst>
        </pc:spChg>
        <pc:spChg chg="add del">
          <ac:chgData name="Somak Das" userId="S::sdas@floridapoly.edu::98cebb13-2fc4-4808-95b9-daeb7e6acc01" providerId="AD" clId="Web-{6858E484-1DD0-903E-8B02-5011D36EF042}" dt="2024-08-28T00:50:28.505" v="374"/>
          <ac:spMkLst>
            <pc:docMk/>
            <pc:sldMk cId="3912467275" sldId="351"/>
            <ac:spMk id="7" creationId="{DFEDAD02-6845-DBEA-4EB4-F75AEC7AD861}"/>
          </ac:spMkLst>
        </pc:spChg>
        <pc:spChg chg="add">
          <ac:chgData name="Somak Das" userId="S::sdas@floridapoly.edu::98cebb13-2fc4-4808-95b9-daeb7e6acc01" providerId="AD" clId="Web-{6858E484-1DD0-903E-8B02-5011D36EF042}" dt="2024-08-28T00:46:21.091" v="295"/>
          <ac:spMkLst>
            <pc:docMk/>
            <pc:sldMk cId="3912467275" sldId="351"/>
            <ac:spMk id="8" creationId="{69D47016-023F-44BD-981C-50E7A10A6609}"/>
          </ac:spMkLst>
        </pc:spChg>
        <pc:spChg chg="add mod">
          <ac:chgData name="Somak Das" userId="S::sdas@floridapoly.edu::98cebb13-2fc4-4808-95b9-daeb7e6acc01" providerId="AD" clId="Web-{6858E484-1DD0-903E-8B02-5011D36EF042}" dt="2024-08-28T01:03:13.888" v="581" actId="20577"/>
          <ac:spMkLst>
            <pc:docMk/>
            <pc:sldMk cId="3912467275" sldId="351"/>
            <ac:spMk id="9" creationId="{85EE88C8-1D33-E3FC-D91E-39CBD8A29572}"/>
          </ac:spMkLst>
        </pc:spChg>
        <pc:spChg chg="add">
          <ac:chgData name="Somak Das" userId="S::sdas@floridapoly.edu::98cebb13-2fc4-4808-95b9-daeb7e6acc01" providerId="AD" clId="Web-{6858E484-1DD0-903E-8B02-5011D36EF042}" dt="2024-08-28T00:46:21.091" v="295"/>
          <ac:spMkLst>
            <pc:docMk/>
            <pc:sldMk cId="3912467275" sldId="351"/>
            <ac:spMk id="10" creationId="{6D8B37B0-0682-433E-BC8D-498C04ABD9A7}"/>
          </ac:spMkLst>
        </pc:spChg>
        <pc:spChg chg="add mod">
          <ac:chgData name="Somak Das" userId="S::sdas@floridapoly.edu::98cebb13-2fc4-4808-95b9-daeb7e6acc01" providerId="AD" clId="Web-{6858E484-1DD0-903E-8B02-5011D36EF042}" dt="2024-08-28T01:03:22.014" v="582" actId="1076"/>
          <ac:spMkLst>
            <pc:docMk/>
            <pc:sldMk cId="3912467275" sldId="351"/>
            <ac:spMk id="11" creationId="{0A2CE0D6-434D-BD84-BEEF-027405F40705}"/>
          </ac:spMkLst>
        </pc:spChg>
        <pc:spChg chg="add mod">
          <ac:chgData name="Somak Das" userId="S::sdas@floridapoly.edu::98cebb13-2fc4-4808-95b9-daeb7e6acc01" providerId="AD" clId="Web-{6858E484-1DD0-903E-8B02-5011D36EF042}" dt="2024-08-28T01:03:29.107" v="583" actId="1076"/>
          <ac:spMkLst>
            <pc:docMk/>
            <pc:sldMk cId="3912467275" sldId="351"/>
            <ac:spMk id="12" creationId="{92169DED-78C2-C66D-C626-A5FC8161C10C}"/>
          </ac:spMkLst>
        </pc:spChg>
        <pc:spChg chg="add mod">
          <ac:chgData name="Somak Das" userId="S::sdas@floridapoly.edu::98cebb13-2fc4-4808-95b9-daeb7e6acc01" providerId="AD" clId="Web-{6858E484-1DD0-903E-8B02-5011D36EF042}" dt="2024-08-28T01:05:11.236" v="611" actId="20577"/>
          <ac:spMkLst>
            <pc:docMk/>
            <pc:sldMk cId="3912467275" sldId="351"/>
            <ac:spMk id="13" creationId="{9D3BEBC4-2179-CEDA-AF3C-A642C8BF32A3}"/>
          </ac:spMkLst>
        </pc:spChg>
        <pc:graphicFrameChg chg="add mod modGraphic">
          <ac:chgData name="Somak Das" userId="S::sdas@floridapoly.edu::98cebb13-2fc4-4808-95b9-daeb7e6acc01" providerId="AD" clId="Web-{6858E484-1DD0-903E-8B02-5011D36EF042}" dt="2024-08-28T00:49:02.893" v="370"/>
          <ac:graphicFrameMkLst>
            <pc:docMk/>
            <pc:sldMk cId="3912467275" sldId="351"/>
            <ac:graphicFrameMk id="4" creationId="{18DA96E2-6581-CF6C-1613-324A80D246B9}"/>
          </ac:graphicFrameMkLst>
        </pc:graphicFrameChg>
        <pc:picChg chg="mod ord">
          <ac:chgData name="Somak Das" userId="S::sdas@floridapoly.edu::98cebb13-2fc4-4808-95b9-daeb7e6acc01" providerId="AD" clId="Web-{6858E484-1DD0-903E-8B02-5011D36EF042}" dt="2024-08-28T00:46:29.763" v="296" actId="14100"/>
          <ac:picMkLst>
            <pc:docMk/>
            <pc:sldMk cId="3912467275" sldId="351"/>
            <ac:picMk id="6" creationId="{50535E7C-5C90-3DB5-404B-E48DB8C9ECFD}"/>
          </ac:picMkLst>
        </pc:picChg>
      </pc:sldChg>
      <pc:sldChg chg="delSp modSp">
        <pc:chgData name="Somak Das" userId="S::sdas@floridapoly.edu::98cebb13-2fc4-4808-95b9-daeb7e6acc01" providerId="AD" clId="Web-{6858E484-1DD0-903E-8B02-5011D36EF042}" dt="2024-08-28T01:32:28.500" v="1128" actId="20577"/>
        <pc:sldMkLst>
          <pc:docMk/>
          <pc:sldMk cId="839535825" sldId="352"/>
        </pc:sldMkLst>
        <pc:spChg chg="mod">
          <ac:chgData name="Somak Das" userId="S::sdas@floridapoly.edu::98cebb13-2fc4-4808-95b9-daeb7e6acc01" providerId="AD" clId="Web-{6858E484-1DD0-903E-8B02-5011D36EF042}" dt="2024-08-28T01:32:28.500" v="1128" actId="20577"/>
          <ac:spMkLst>
            <pc:docMk/>
            <pc:sldMk cId="839535825" sldId="352"/>
            <ac:spMk id="3" creationId="{9556065C-AC8D-F8CF-D5A2-F5C7B2A8889E}"/>
          </ac:spMkLst>
        </pc:spChg>
        <pc:spChg chg="del mod">
          <ac:chgData name="Somak Das" userId="S::sdas@floridapoly.edu::98cebb13-2fc4-4808-95b9-daeb7e6acc01" providerId="AD" clId="Web-{6858E484-1DD0-903E-8B02-5011D36EF042}" dt="2024-08-28T01:06:11.441" v="614"/>
          <ac:spMkLst>
            <pc:docMk/>
            <pc:sldMk cId="839535825" sldId="352"/>
            <ac:spMk id="5" creationId="{3F1CE5EF-1993-48B6-7353-FC6D457CA39A}"/>
          </ac:spMkLst>
        </pc:spChg>
        <pc:picChg chg="mod">
          <ac:chgData name="Somak Das" userId="S::sdas@floridapoly.edu::98cebb13-2fc4-4808-95b9-daeb7e6acc01" providerId="AD" clId="Web-{6858E484-1DD0-903E-8B02-5011D36EF042}" dt="2024-08-28T01:30:09.965" v="1099" actId="14100"/>
          <ac:picMkLst>
            <pc:docMk/>
            <pc:sldMk cId="839535825" sldId="352"/>
            <ac:picMk id="6" creationId="{50535E7C-5C90-3DB5-404B-E48DB8C9ECFD}"/>
          </ac:picMkLst>
        </pc:picChg>
      </pc:sldChg>
      <pc:sldChg chg="addSp delSp modSp mod setBg">
        <pc:chgData name="Somak Das" userId="S::sdas@floridapoly.edu::98cebb13-2fc4-4808-95b9-daeb7e6acc01" providerId="AD" clId="Web-{6858E484-1DD0-903E-8B02-5011D36EF042}" dt="2024-08-28T02:42:18.848" v="1740" actId="20577"/>
        <pc:sldMkLst>
          <pc:docMk/>
          <pc:sldMk cId="2838901669" sldId="353"/>
        </pc:sldMkLst>
        <pc:spChg chg="mod">
          <ac:chgData name="Somak Das" userId="S::sdas@floridapoly.edu::98cebb13-2fc4-4808-95b9-daeb7e6acc01" providerId="AD" clId="Web-{6858E484-1DD0-903E-8B02-5011D36EF042}" dt="2024-08-28T01:37:22.634" v="1206"/>
          <ac:spMkLst>
            <pc:docMk/>
            <pc:sldMk cId="2838901669" sldId="353"/>
            <ac:spMk id="2" creationId="{A43E3E30-0CCC-0FCC-69DC-1C2820744E12}"/>
          </ac:spMkLst>
        </pc:spChg>
        <pc:spChg chg="mod">
          <ac:chgData name="Somak Das" userId="S::sdas@floridapoly.edu::98cebb13-2fc4-4808-95b9-daeb7e6acc01" providerId="AD" clId="Web-{6858E484-1DD0-903E-8B02-5011D36EF042}" dt="2024-08-28T02:42:18.848" v="1740" actId="20577"/>
          <ac:spMkLst>
            <pc:docMk/>
            <pc:sldMk cId="2838901669" sldId="353"/>
            <ac:spMk id="3" creationId="{9556065C-AC8D-F8CF-D5A2-F5C7B2A8889E}"/>
          </ac:spMkLst>
        </pc:spChg>
        <pc:spChg chg="del">
          <ac:chgData name="Somak Das" userId="S::sdas@floridapoly.edu::98cebb13-2fc4-4808-95b9-daeb7e6acc01" providerId="AD" clId="Web-{6858E484-1DD0-903E-8B02-5011D36EF042}" dt="2024-08-28T01:31:05.513" v="1101"/>
          <ac:spMkLst>
            <pc:docMk/>
            <pc:sldMk cId="2838901669" sldId="353"/>
            <ac:spMk id="5" creationId="{3F1CE5EF-1993-48B6-7353-FC6D457CA39A}"/>
          </ac:spMkLst>
        </pc:spChg>
        <pc:spChg chg="add">
          <ac:chgData name="Somak Das" userId="S::sdas@floridapoly.edu::98cebb13-2fc4-4808-95b9-daeb7e6acc01" providerId="AD" clId="Web-{6858E484-1DD0-903E-8B02-5011D36EF042}" dt="2024-08-28T01:37:22.634" v="1206"/>
          <ac:spMkLst>
            <pc:docMk/>
            <pc:sldMk cId="2838901669" sldId="353"/>
            <ac:spMk id="8" creationId="{100EDD19-6802-4EC3-95CE-CFFAB042CFD6}"/>
          </ac:spMkLst>
        </pc:spChg>
        <pc:spChg chg="add">
          <ac:chgData name="Somak Das" userId="S::sdas@floridapoly.edu::98cebb13-2fc4-4808-95b9-daeb7e6acc01" providerId="AD" clId="Web-{6858E484-1DD0-903E-8B02-5011D36EF042}" dt="2024-08-28T01:37:22.634" v="1206"/>
          <ac:spMkLst>
            <pc:docMk/>
            <pc:sldMk cId="2838901669" sldId="353"/>
            <ac:spMk id="10" creationId="{DB17E863-922E-4C26-BD64-E8FD41D28661}"/>
          </ac:spMkLst>
        </pc:spChg>
        <pc:picChg chg="del">
          <ac:chgData name="Somak Das" userId="S::sdas@floridapoly.edu::98cebb13-2fc4-4808-95b9-daeb7e6acc01" providerId="AD" clId="Web-{6858E484-1DD0-903E-8B02-5011D36EF042}" dt="2024-08-28T01:31:09.045" v="1102"/>
          <ac:picMkLst>
            <pc:docMk/>
            <pc:sldMk cId="2838901669" sldId="353"/>
            <ac:picMk id="6" creationId="{50535E7C-5C90-3DB5-404B-E48DB8C9ECFD}"/>
          </ac:picMkLst>
        </pc:picChg>
      </pc:sldChg>
      <pc:sldChg chg="addSp delSp modSp ord">
        <pc:chgData name="Somak Das" userId="S::sdas@floridapoly.edu::98cebb13-2fc4-4808-95b9-daeb7e6acc01" providerId="AD" clId="Web-{6858E484-1DD0-903E-8B02-5011D36EF042}" dt="2024-08-28T02:35:01.283" v="1667" actId="20577"/>
        <pc:sldMkLst>
          <pc:docMk/>
          <pc:sldMk cId="3245362616" sldId="354"/>
        </pc:sldMkLst>
        <pc:spChg chg="mod">
          <ac:chgData name="Somak Das" userId="S::sdas@floridapoly.edu::98cebb13-2fc4-4808-95b9-daeb7e6acc01" providerId="AD" clId="Web-{6858E484-1DD0-903E-8B02-5011D36EF042}" dt="2024-08-28T02:16:14.900" v="1503" actId="1076"/>
          <ac:spMkLst>
            <pc:docMk/>
            <pc:sldMk cId="3245362616" sldId="354"/>
            <ac:spMk id="2" creationId="{A43E3E30-0CCC-0FCC-69DC-1C2820744E12}"/>
          </ac:spMkLst>
        </pc:spChg>
        <pc:spChg chg="mod">
          <ac:chgData name="Somak Das" userId="S::sdas@floridapoly.edu::98cebb13-2fc4-4808-95b9-daeb7e6acc01" providerId="AD" clId="Web-{6858E484-1DD0-903E-8B02-5011D36EF042}" dt="2024-08-28T02:34:24.016" v="1663" actId="1076"/>
          <ac:spMkLst>
            <pc:docMk/>
            <pc:sldMk cId="3245362616" sldId="354"/>
            <ac:spMk id="3" creationId="{9556065C-AC8D-F8CF-D5A2-F5C7B2A8889E}"/>
          </ac:spMkLst>
        </pc:spChg>
        <pc:spChg chg="mod">
          <ac:chgData name="Somak Das" userId="S::sdas@floridapoly.edu::98cebb13-2fc4-4808-95b9-daeb7e6acc01" providerId="AD" clId="Web-{6858E484-1DD0-903E-8B02-5011D36EF042}" dt="2024-08-28T02:18:12.845" v="1546"/>
          <ac:spMkLst>
            <pc:docMk/>
            <pc:sldMk cId="3245362616" sldId="354"/>
            <ac:spMk id="4" creationId="{11EE0B85-E429-8E8F-8471-C8730B66B3F1}"/>
          </ac:spMkLst>
        </pc:spChg>
        <pc:spChg chg="del">
          <ac:chgData name="Somak Das" userId="S::sdas@floridapoly.edu::98cebb13-2fc4-4808-95b9-daeb7e6acc01" providerId="AD" clId="Web-{6858E484-1DD0-903E-8B02-5011D36EF042}" dt="2024-08-28T02:05:00.208" v="1327"/>
          <ac:spMkLst>
            <pc:docMk/>
            <pc:sldMk cId="3245362616" sldId="354"/>
            <ac:spMk id="5" creationId="{3F1CE5EF-1993-48B6-7353-FC6D457CA39A}"/>
          </ac:spMkLst>
        </pc:spChg>
        <pc:spChg chg="mod">
          <ac:chgData name="Somak Das" userId="S::sdas@floridapoly.edu::98cebb13-2fc4-4808-95b9-daeb7e6acc01" providerId="AD" clId="Web-{6858E484-1DD0-903E-8B02-5011D36EF042}" dt="2024-08-28T02:32:00.059" v="1640" actId="1076"/>
          <ac:spMkLst>
            <pc:docMk/>
            <pc:sldMk cId="3245362616" sldId="354"/>
            <ac:spMk id="7" creationId="{C0C27DB5-DBAC-F6B2-48B7-EB391F83B449}"/>
          </ac:spMkLst>
        </pc:spChg>
        <pc:spChg chg="mod">
          <ac:chgData name="Somak Das" userId="S::sdas@floridapoly.edu::98cebb13-2fc4-4808-95b9-daeb7e6acc01" providerId="AD" clId="Web-{6858E484-1DD0-903E-8B02-5011D36EF042}" dt="2024-08-28T02:33:24.530" v="1660" actId="1076"/>
          <ac:spMkLst>
            <pc:docMk/>
            <pc:sldMk cId="3245362616" sldId="354"/>
            <ac:spMk id="8" creationId="{26CBE47B-50B1-FB44-38B3-98A2FD157F6D}"/>
          </ac:spMkLst>
        </pc:spChg>
        <pc:spChg chg="mod">
          <ac:chgData name="Somak Das" userId="S::sdas@floridapoly.edu::98cebb13-2fc4-4808-95b9-daeb7e6acc01" providerId="AD" clId="Web-{6858E484-1DD0-903E-8B02-5011D36EF042}" dt="2024-08-28T02:19:53.613" v="1566" actId="14100"/>
          <ac:spMkLst>
            <pc:docMk/>
            <pc:sldMk cId="3245362616" sldId="354"/>
            <ac:spMk id="9" creationId="{01C7816C-C07B-B55B-220A-C69E96BCCDD5}"/>
          </ac:spMkLst>
        </pc:spChg>
        <pc:spChg chg="add del mod">
          <ac:chgData name="Somak Das" userId="S::sdas@floridapoly.edu::98cebb13-2fc4-4808-95b9-daeb7e6acc01" providerId="AD" clId="Web-{6858E484-1DD0-903E-8B02-5011D36EF042}" dt="2024-08-28T02:19:43.753" v="1564"/>
          <ac:spMkLst>
            <pc:docMk/>
            <pc:sldMk cId="3245362616" sldId="354"/>
            <ac:spMk id="11" creationId="{FC17DBA4-0131-090B-0759-9B7506E51F3C}"/>
          </ac:spMkLst>
        </pc:spChg>
        <pc:spChg chg="add mod">
          <ac:chgData name="Somak Das" userId="S::sdas@floridapoly.edu::98cebb13-2fc4-4808-95b9-daeb7e6acc01" providerId="AD" clId="Web-{6858E484-1DD0-903E-8B02-5011D36EF042}" dt="2024-08-28T02:18:12.860" v="1553"/>
          <ac:spMkLst>
            <pc:docMk/>
            <pc:sldMk cId="3245362616" sldId="354"/>
            <ac:spMk id="14" creationId="{C5BFBF85-0D62-63CD-F1CE-D5A29506FC24}"/>
          </ac:spMkLst>
        </pc:spChg>
        <pc:spChg chg="add mod">
          <ac:chgData name="Somak Das" userId="S::sdas@floridapoly.edu::98cebb13-2fc4-4808-95b9-daeb7e6acc01" providerId="AD" clId="Web-{6858E484-1DD0-903E-8B02-5011D36EF042}" dt="2024-08-28T02:26:12.703" v="1633" actId="20577"/>
          <ac:spMkLst>
            <pc:docMk/>
            <pc:sldMk cId="3245362616" sldId="354"/>
            <ac:spMk id="16" creationId="{C0044535-F2D8-FFA7-8BBB-DE028AA40203}"/>
          </ac:spMkLst>
        </pc:spChg>
        <pc:spChg chg="mod">
          <ac:chgData name="Somak Das" userId="S::sdas@floridapoly.edu::98cebb13-2fc4-4808-95b9-daeb7e6acc01" providerId="AD" clId="Web-{6858E484-1DD0-903E-8B02-5011D36EF042}" dt="2024-08-28T02:33:35.109" v="1661" actId="1076"/>
          <ac:spMkLst>
            <pc:docMk/>
            <pc:sldMk cId="3245362616" sldId="354"/>
            <ac:spMk id="20" creationId="{4BC6DF06-8AAC-9C87-F081-6F01BB8FC70D}"/>
          </ac:spMkLst>
        </pc:spChg>
        <pc:spChg chg="mod">
          <ac:chgData name="Somak Das" userId="S::sdas@floridapoly.edu::98cebb13-2fc4-4808-95b9-daeb7e6acc01" providerId="AD" clId="Web-{6858E484-1DD0-903E-8B02-5011D36EF042}" dt="2024-08-28T02:32:00.106" v="1645" actId="1076"/>
          <ac:spMkLst>
            <pc:docMk/>
            <pc:sldMk cId="3245362616" sldId="354"/>
            <ac:spMk id="21" creationId="{B8EBE528-E30A-1B10-7528-3111E7BFCDC8}"/>
          </ac:spMkLst>
        </pc:spChg>
        <pc:spChg chg="add mod">
          <ac:chgData name="Somak Das" userId="S::sdas@floridapoly.edu::98cebb13-2fc4-4808-95b9-daeb7e6acc01" providerId="AD" clId="Web-{6858E484-1DD0-903E-8B02-5011D36EF042}" dt="2024-08-28T02:35:01.283" v="1667" actId="20577"/>
          <ac:spMkLst>
            <pc:docMk/>
            <pc:sldMk cId="3245362616" sldId="354"/>
            <ac:spMk id="22" creationId="{65CFFE8E-DD44-2774-3479-74F482CA0062}"/>
          </ac:spMkLst>
        </pc:spChg>
        <pc:spChg chg="del">
          <ac:chgData name="Somak Das" userId="S::sdas@floridapoly.edu::98cebb13-2fc4-4808-95b9-daeb7e6acc01" providerId="AD" clId="Web-{6858E484-1DD0-903E-8B02-5011D36EF042}" dt="2024-08-28T02:04:52.255" v="1325"/>
          <ac:spMkLst>
            <pc:docMk/>
            <pc:sldMk cId="3245362616" sldId="354"/>
            <ac:spMk id="23" creationId="{C8FE6EEE-BE1B-7417-F65F-2A5E83A14468}"/>
          </ac:spMkLst>
        </pc:spChg>
        <pc:spChg chg="add mod">
          <ac:chgData name="Somak Das" userId="S::sdas@floridapoly.edu::98cebb13-2fc4-4808-95b9-daeb7e6acc01" providerId="AD" clId="Web-{6858E484-1DD0-903E-8B02-5011D36EF042}" dt="2024-08-28T02:32:00.137" v="1647" actId="1076"/>
          <ac:spMkLst>
            <pc:docMk/>
            <pc:sldMk cId="3245362616" sldId="354"/>
            <ac:spMk id="25" creationId="{2D310DAF-EFD1-9019-43CC-9571589460FC}"/>
          </ac:spMkLst>
        </pc:spChg>
        <pc:picChg chg="del">
          <ac:chgData name="Somak Das" userId="S::sdas@floridapoly.edu::98cebb13-2fc4-4808-95b9-daeb7e6acc01" providerId="AD" clId="Web-{6858E484-1DD0-903E-8B02-5011D36EF042}" dt="2024-08-28T02:04:55.020" v="1326"/>
          <ac:picMkLst>
            <pc:docMk/>
            <pc:sldMk cId="3245362616" sldId="354"/>
            <ac:picMk id="6" creationId="{50535E7C-5C90-3DB5-404B-E48DB8C9ECFD}"/>
          </ac:picMkLst>
        </pc:picChg>
        <pc:cxnChg chg="mod">
          <ac:chgData name="Somak Das" userId="S::sdas@floridapoly.edu::98cebb13-2fc4-4808-95b9-daeb7e6acc01" providerId="AD" clId="Web-{6858E484-1DD0-903E-8B02-5011D36EF042}" dt="2024-08-28T02:16:42.495" v="1519" actId="1076"/>
          <ac:cxnSpMkLst>
            <pc:docMk/>
            <pc:sldMk cId="3245362616" sldId="354"/>
            <ac:cxnSpMk id="10" creationId="{503D687C-C993-EF97-6802-C239BBAA4D2A}"/>
          </ac:cxnSpMkLst>
        </pc:cxnChg>
        <pc:cxnChg chg="mod">
          <ac:chgData name="Somak Das" userId="S::sdas@floridapoly.edu::98cebb13-2fc4-4808-95b9-daeb7e6acc01" providerId="AD" clId="Web-{6858E484-1DD0-903E-8B02-5011D36EF042}" dt="2024-08-28T02:16:50.120" v="1523" actId="1076"/>
          <ac:cxnSpMkLst>
            <pc:docMk/>
            <pc:sldMk cId="3245362616" sldId="354"/>
            <ac:cxnSpMk id="12" creationId="{CAEFFA5A-E422-8A8A-76DE-590689BC5379}"/>
          </ac:cxnSpMkLst>
        </pc:cxnChg>
        <pc:cxnChg chg="mod">
          <ac:chgData name="Somak Das" userId="S::sdas@floridapoly.edu::98cebb13-2fc4-4808-95b9-daeb7e6acc01" providerId="AD" clId="Web-{6858E484-1DD0-903E-8B02-5011D36EF042}" dt="2024-08-28T02:32:00.059" v="1641" actId="1076"/>
          <ac:cxnSpMkLst>
            <pc:docMk/>
            <pc:sldMk cId="3245362616" sldId="354"/>
            <ac:cxnSpMk id="13" creationId="{F2D651C0-46B1-7958-D9CC-828337C30633}"/>
          </ac:cxnSpMkLst>
        </pc:cxnChg>
        <pc:cxnChg chg="mod">
          <ac:chgData name="Somak Das" userId="S::sdas@floridapoly.edu::98cebb13-2fc4-4808-95b9-daeb7e6acc01" providerId="AD" clId="Web-{6858E484-1DD0-903E-8B02-5011D36EF042}" dt="2024-08-28T02:34:46.611" v="1664" actId="1076"/>
          <ac:cxnSpMkLst>
            <pc:docMk/>
            <pc:sldMk cId="3245362616" sldId="354"/>
            <ac:cxnSpMk id="15" creationId="{D1C3ECE3-B524-4114-85FD-591FF270C481}"/>
          </ac:cxnSpMkLst>
        </pc:cxnChg>
        <pc:cxnChg chg="add mod">
          <ac:chgData name="Somak Das" userId="S::sdas@floridapoly.edu::98cebb13-2fc4-4808-95b9-daeb7e6acc01" providerId="AD" clId="Web-{6858E484-1DD0-903E-8B02-5011D36EF042}" dt="2024-08-28T02:17:06.886" v="1526" actId="1076"/>
          <ac:cxnSpMkLst>
            <pc:docMk/>
            <pc:sldMk cId="3245362616" sldId="354"/>
            <ac:cxnSpMk id="17" creationId="{B134A02D-1B50-CBEA-EDB7-3B32EC54EF71}"/>
          </ac:cxnSpMkLst>
        </pc:cxnChg>
        <pc:cxnChg chg="add mod">
          <ac:chgData name="Somak Das" userId="S::sdas@floridapoly.edu::98cebb13-2fc4-4808-95b9-daeb7e6acc01" providerId="AD" clId="Web-{6858E484-1DD0-903E-8B02-5011D36EF042}" dt="2024-08-28T02:31:38.261" v="1639" actId="14100"/>
          <ac:cxnSpMkLst>
            <pc:docMk/>
            <pc:sldMk cId="3245362616" sldId="354"/>
            <ac:cxnSpMk id="18" creationId="{E25FB93D-36B5-D3F2-74B4-DA53042EA434}"/>
          </ac:cxnSpMkLst>
        </pc:cxnChg>
        <pc:cxnChg chg="mod">
          <ac:chgData name="Somak Das" userId="S::sdas@floridapoly.edu::98cebb13-2fc4-4808-95b9-daeb7e6acc01" providerId="AD" clId="Web-{6858E484-1DD0-903E-8B02-5011D36EF042}" dt="2024-08-28T02:32:51.388" v="1654" actId="14100"/>
          <ac:cxnSpMkLst>
            <pc:docMk/>
            <pc:sldMk cId="3245362616" sldId="354"/>
            <ac:cxnSpMk id="19" creationId="{8F6395DD-847B-0D38-3590-B34123BF4B43}"/>
          </ac:cxnSpMkLst>
        </pc:cxnChg>
        <pc:cxnChg chg="add mod">
          <ac:chgData name="Somak Das" userId="S::sdas@floridapoly.edu::98cebb13-2fc4-4808-95b9-daeb7e6acc01" providerId="AD" clId="Web-{6858E484-1DD0-903E-8B02-5011D36EF042}" dt="2024-08-28T02:32:00.153" v="1649" actId="1076"/>
          <ac:cxnSpMkLst>
            <pc:docMk/>
            <pc:sldMk cId="3245362616" sldId="354"/>
            <ac:cxnSpMk id="24" creationId="{E29897B8-D0C3-B19F-9A71-3D8BC1685F54}"/>
          </ac:cxnSpMkLst>
        </pc:cxnChg>
        <pc:cxnChg chg="add mod">
          <ac:chgData name="Somak Das" userId="S::sdas@floridapoly.edu::98cebb13-2fc4-4808-95b9-daeb7e6acc01" providerId="AD" clId="Web-{6858E484-1DD0-903E-8B02-5011D36EF042}" dt="2024-08-28T02:33:17.233" v="1658" actId="1076"/>
          <ac:cxnSpMkLst>
            <pc:docMk/>
            <pc:sldMk cId="3245362616" sldId="354"/>
            <ac:cxnSpMk id="26" creationId="{0E8C6F32-1D77-E2BF-F103-33C4B4B41B74}"/>
          </ac:cxnSpMkLst>
        </pc:cxnChg>
      </pc:sldChg>
      <pc:sldChg chg="del">
        <pc:chgData name="Somak Das" userId="S::sdas@floridapoly.edu::98cebb13-2fc4-4808-95b9-daeb7e6acc01" providerId="AD" clId="Web-{6858E484-1DD0-903E-8B02-5011D36EF042}" dt="2024-08-28T02:48:02.374" v="1789"/>
        <pc:sldMkLst>
          <pc:docMk/>
          <pc:sldMk cId="4183556849" sldId="355"/>
        </pc:sldMkLst>
      </pc:sldChg>
      <pc:sldChg chg="del">
        <pc:chgData name="Somak Das" userId="S::sdas@floridapoly.edu::98cebb13-2fc4-4808-95b9-daeb7e6acc01" providerId="AD" clId="Web-{6858E484-1DD0-903E-8B02-5011D36EF042}" dt="2024-08-28T01:57:35.945" v="1305"/>
        <pc:sldMkLst>
          <pc:docMk/>
          <pc:sldMk cId="1929717596" sldId="356"/>
        </pc:sldMkLst>
      </pc:sldChg>
      <pc:sldChg chg="delSp">
        <pc:chgData name="Somak Das" userId="S::sdas@floridapoly.edu::98cebb13-2fc4-4808-95b9-daeb7e6acc01" providerId="AD" clId="Web-{6858E484-1DD0-903E-8B02-5011D36EF042}" dt="2024-08-28T02:47:11.310" v="1787"/>
        <pc:sldMkLst>
          <pc:docMk/>
          <pc:sldMk cId="413745526" sldId="357"/>
        </pc:sldMkLst>
        <pc:picChg chg="del">
          <ac:chgData name="Somak Das" userId="S::sdas@floridapoly.edu::98cebb13-2fc4-4808-95b9-daeb7e6acc01" providerId="AD" clId="Web-{6858E484-1DD0-903E-8B02-5011D36EF042}" dt="2024-08-28T02:47:11.310" v="1787"/>
          <ac:picMkLst>
            <pc:docMk/>
            <pc:sldMk cId="413745526" sldId="357"/>
            <ac:picMk id="4" creationId="{270FBBD8-074C-B728-4DF2-2B107CEE27C1}"/>
          </ac:picMkLst>
        </pc:picChg>
      </pc:sldChg>
      <pc:sldChg chg="del">
        <pc:chgData name="Somak Das" userId="S::sdas@floridapoly.edu::98cebb13-2fc4-4808-95b9-daeb7e6acc01" providerId="AD" clId="Web-{6858E484-1DD0-903E-8B02-5011D36EF042}" dt="2024-08-28T02:48:23.313" v="1791"/>
        <pc:sldMkLst>
          <pc:docMk/>
          <pc:sldMk cId="1580297987" sldId="359"/>
        </pc:sldMkLst>
      </pc:sldChg>
      <pc:sldChg chg="del">
        <pc:chgData name="Somak Das" userId="S::sdas@floridapoly.edu::98cebb13-2fc4-4808-95b9-daeb7e6acc01" providerId="AD" clId="Web-{6858E484-1DD0-903E-8B02-5011D36EF042}" dt="2024-08-28T02:48:48.641" v="1792"/>
        <pc:sldMkLst>
          <pc:docMk/>
          <pc:sldMk cId="2381675726" sldId="363"/>
        </pc:sldMkLst>
      </pc:sldChg>
      <pc:sldChg chg="modSp">
        <pc:chgData name="Somak Das" userId="S::sdas@floridapoly.edu::98cebb13-2fc4-4808-95b9-daeb7e6acc01" providerId="AD" clId="Web-{6858E484-1DD0-903E-8B02-5011D36EF042}" dt="2024-08-28T02:49:04.923" v="1799" actId="20577"/>
        <pc:sldMkLst>
          <pc:docMk/>
          <pc:sldMk cId="2203140714" sldId="364"/>
        </pc:sldMkLst>
        <pc:spChg chg="mod">
          <ac:chgData name="Somak Das" userId="S::sdas@floridapoly.edu::98cebb13-2fc4-4808-95b9-daeb7e6acc01" providerId="AD" clId="Web-{6858E484-1DD0-903E-8B02-5011D36EF042}" dt="2024-08-28T02:49:04.923" v="1799" actId="20577"/>
          <ac:spMkLst>
            <pc:docMk/>
            <pc:sldMk cId="2203140714" sldId="364"/>
            <ac:spMk id="2" creationId="{F1520D59-2F75-8C42-4FE9-0B1477CB1D3F}"/>
          </ac:spMkLst>
        </pc:spChg>
      </pc:sldChg>
      <pc:sldChg chg="addSp delSp modSp new mod setBg">
        <pc:chgData name="Somak Das" userId="S::sdas@floridapoly.edu::98cebb13-2fc4-4808-95b9-daeb7e6acc01" providerId="AD" clId="Web-{6858E484-1DD0-903E-8B02-5011D36EF042}" dt="2024-08-28T01:44:41.871" v="1266" actId="1076"/>
        <pc:sldMkLst>
          <pc:docMk/>
          <pc:sldMk cId="3724979230" sldId="385"/>
        </pc:sldMkLst>
        <pc:spChg chg="mod">
          <ac:chgData name="Somak Das" userId="S::sdas@floridapoly.edu::98cebb13-2fc4-4808-95b9-daeb7e6acc01" providerId="AD" clId="Web-{6858E484-1DD0-903E-8B02-5011D36EF042}" dt="2024-08-28T01:44:41.871" v="1266" actId="1076"/>
          <ac:spMkLst>
            <pc:docMk/>
            <pc:sldMk cId="3724979230" sldId="385"/>
            <ac:spMk id="2" creationId="{B772E65E-1598-20A8-75D1-ED4FDBD5D05C}"/>
          </ac:spMkLst>
        </pc:spChg>
        <pc:spChg chg="del">
          <ac:chgData name="Somak Das" userId="S::sdas@floridapoly.edu::98cebb13-2fc4-4808-95b9-daeb7e6acc01" providerId="AD" clId="Web-{6858E484-1DD0-903E-8B02-5011D36EF042}" dt="2024-08-28T01:40:53.331" v="1210"/>
          <ac:spMkLst>
            <pc:docMk/>
            <pc:sldMk cId="3724979230" sldId="385"/>
            <ac:spMk id="3" creationId="{56FA13C5-748C-8EDF-4AE5-CF37470CD3C6}"/>
          </ac:spMkLst>
        </pc:spChg>
        <pc:spChg chg="add mod">
          <ac:chgData name="Somak Das" userId="S::sdas@floridapoly.edu::98cebb13-2fc4-4808-95b9-daeb7e6acc01" providerId="AD" clId="Web-{6858E484-1DD0-903E-8B02-5011D36EF042}" dt="2024-08-28T01:43:58.354" v="1263" actId="20577"/>
          <ac:spMkLst>
            <pc:docMk/>
            <pc:sldMk cId="3724979230" sldId="385"/>
            <ac:spMk id="5" creationId="{FAEBE7E8-FD76-E70E-3B24-1E54FF2C80AF}"/>
          </ac:spMkLst>
        </pc:spChg>
        <pc:spChg chg="add del">
          <ac:chgData name="Somak Das" userId="S::sdas@floridapoly.edu::98cebb13-2fc4-4808-95b9-daeb7e6acc01" providerId="AD" clId="Web-{6858E484-1DD0-903E-8B02-5011D36EF042}" dt="2024-08-28T01:41:28.879" v="1215"/>
          <ac:spMkLst>
            <pc:docMk/>
            <pc:sldMk cId="3724979230" sldId="385"/>
            <ac:spMk id="9" creationId="{D4771268-CB57-404A-9271-370EB28F6090}"/>
          </ac:spMkLst>
        </pc:spChg>
        <pc:spChg chg="add">
          <ac:chgData name="Somak Das" userId="S::sdas@floridapoly.edu::98cebb13-2fc4-4808-95b9-daeb7e6acc01" providerId="AD" clId="Web-{6858E484-1DD0-903E-8B02-5011D36EF042}" dt="2024-08-28T01:41:28.879" v="1216"/>
          <ac:spMkLst>
            <pc:docMk/>
            <pc:sldMk cId="3724979230" sldId="385"/>
            <ac:spMk id="11" creationId="{3FCFB1DE-0B7E-48CC-BA90-B2AB0889F9D6}"/>
          </ac:spMkLst>
        </pc:spChg>
        <pc:spChg chg="add">
          <ac:chgData name="Somak Das" userId="S::sdas@floridapoly.edu::98cebb13-2fc4-4808-95b9-daeb7e6acc01" providerId="AD" clId="Web-{6858E484-1DD0-903E-8B02-5011D36EF042}" dt="2024-08-28T01:41:28.879" v="1216"/>
          <ac:spMkLst>
            <pc:docMk/>
            <pc:sldMk cId="3724979230" sldId="385"/>
            <ac:spMk id="12" creationId="{665DBBEF-238B-476B-96AB-8AAC3224ECEA}"/>
          </ac:spMkLst>
        </pc:spChg>
        <pc:picChg chg="add mod">
          <ac:chgData name="Somak Das" userId="S::sdas@floridapoly.edu::98cebb13-2fc4-4808-95b9-daeb7e6acc01" providerId="AD" clId="Web-{6858E484-1DD0-903E-8B02-5011D36EF042}" dt="2024-08-28T01:44:06.261" v="1264" actId="1076"/>
          <ac:picMkLst>
            <pc:docMk/>
            <pc:sldMk cId="3724979230" sldId="385"/>
            <ac:picMk id="4" creationId="{F399F1A6-90C1-3312-864D-8883211FAEDE}"/>
          </ac:picMkLst>
        </pc:picChg>
      </pc:sldChg>
      <pc:sldChg chg="modSp new">
        <pc:chgData name="Somak Das" userId="S::sdas@floridapoly.edu::98cebb13-2fc4-4808-95b9-daeb7e6acc01" providerId="AD" clId="Web-{6858E484-1DD0-903E-8B02-5011D36EF042}" dt="2024-08-28T02:39:04.965" v="1709" actId="20577"/>
        <pc:sldMkLst>
          <pc:docMk/>
          <pc:sldMk cId="2545679489" sldId="386"/>
        </pc:sldMkLst>
        <pc:spChg chg="mod">
          <ac:chgData name="Somak Das" userId="S::sdas@floridapoly.edu::98cebb13-2fc4-4808-95b9-daeb7e6acc01" providerId="AD" clId="Web-{6858E484-1DD0-903E-8B02-5011D36EF042}" dt="2024-08-28T01:52:01.091" v="1276" actId="20577"/>
          <ac:spMkLst>
            <pc:docMk/>
            <pc:sldMk cId="2545679489" sldId="386"/>
            <ac:spMk id="2" creationId="{DF1837AF-2E82-3CFB-172D-511ACCEA0EE3}"/>
          </ac:spMkLst>
        </pc:spChg>
        <pc:spChg chg="mod">
          <ac:chgData name="Somak Das" userId="S::sdas@floridapoly.edu::98cebb13-2fc4-4808-95b9-daeb7e6acc01" providerId="AD" clId="Web-{6858E484-1DD0-903E-8B02-5011D36EF042}" dt="2024-08-28T02:39:04.965" v="1709" actId="20577"/>
          <ac:spMkLst>
            <pc:docMk/>
            <pc:sldMk cId="2545679489" sldId="386"/>
            <ac:spMk id="3" creationId="{E40671FC-BCC1-4C34-9858-A3A6EBA1F1DF}"/>
          </ac:spMkLst>
        </pc:spChg>
      </pc:sldChg>
      <pc:sldChg chg="addSp delSp modSp new">
        <pc:chgData name="Somak Das" userId="S::sdas@floridapoly.edu::98cebb13-2fc4-4808-95b9-daeb7e6acc01" providerId="AD" clId="Web-{6858E484-1DD0-903E-8B02-5011D36EF042}" dt="2024-08-28T02:36:46.911" v="1697" actId="20577"/>
        <pc:sldMkLst>
          <pc:docMk/>
          <pc:sldMk cId="3218015848" sldId="387"/>
        </pc:sldMkLst>
        <pc:spChg chg="mod">
          <ac:chgData name="Somak Das" userId="S::sdas@floridapoly.edu::98cebb13-2fc4-4808-95b9-daeb7e6acc01" providerId="AD" clId="Web-{6858E484-1DD0-903E-8B02-5011D36EF042}" dt="2024-08-28T02:36:46.911" v="1697" actId="20577"/>
          <ac:spMkLst>
            <pc:docMk/>
            <pc:sldMk cId="3218015848" sldId="387"/>
            <ac:spMk id="2" creationId="{7EEC8B2B-FAA1-1DA3-7F82-71D0443CDC3A}"/>
          </ac:spMkLst>
        </pc:spChg>
        <pc:spChg chg="del mod">
          <ac:chgData name="Somak Das" userId="S::sdas@floridapoly.edu::98cebb13-2fc4-4808-95b9-daeb7e6acc01" providerId="AD" clId="Web-{6858E484-1DD0-903E-8B02-5011D36EF042}" dt="2024-08-28T02:03:13.471" v="1310"/>
          <ac:spMkLst>
            <pc:docMk/>
            <pc:sldMk cId="3218015848" sldId="387"/>
            <ac:spMk id="3" creationId="{9238EA81-BCF2-A2D3-0FE1-48032E6AB211}"/>
          </ac:spMkLst>
        </pc:spChg>
        <pc:spChg chg="add mod">
          <ac:chgData name="Somak Das" userId="S::sdas@floridapoly.edu::98cebb13-2fc4-4808-95b9-daeb7e6acc01" providerId="AD" clId="Web-{6858E484-1DD0-903E-8B02-5011D36EF042}" dt="2024-08-28T02:03:50.347" v="1321" actId="20577"/>
          <ac:spMkLst>
            <pc:docMk/>
            <pc:sldMk cId="3218015848" sldId="387"/>
            <ac:spMk id="6" creationId="{355FDF35-449D-7BEF-6AAC-EF555CC8FD9A}"/>
          </ac:spMkLst>
        </pc:spChg>
        <pc:picChg chg="add mod ord">
          <ac:chgData name="Somak Das" userId="S::sdas@floridapoly.edu::98cebb13-2fc4-4808-95b9-daeb7e6acc01" providerId="AD" clId="Web-{6858E484-1DD0-903E-8B02-5011D36EF042}" dt="2024-08-28T02:03:24.143" v="1314" actId="14100"/>
          <ac:picMkLst>
            <pc:docMk/>
            <pc:sldMk cId="3218015848" sldId="387"/>
            <ac:picMk id="4" creationId="{A5559F1A-9390-D942-0AB7-026EC418064F}"/>
          </ac:picMkLst>
        </pc:picChg>
        <pc:picChg chg="add mod">
          <ac:chgData name="Somak Das" userId="S::sdas@floridapoly.edu::98cebb13-2fc4-4808-95b9-daeb7e6acc01" providerId="AD" clId="Web-{6858E484-1DD0-903E-8B02-5011D36EF042}" dt="2024-08-28T02:03:17.533" v="1312" actId="1076"/>
          <ac:picMkLst>
            <pc:docMk/>
            <pc:sldMk cId="3218015848" sldId="387"/>
            <ac:picMk id="5" creationId="{9F8DEE1A-BB0F-51AE-E7D9-31CA77EC3218}"/>
          </ac:picMkLst>
        </pc:picChg>
      </pc:sldChg>
      <pc:sldChg chg="addSp modSp add replId">
        <pc:chgData name="Somak Das" userId="S::sdas@floridapoly.edu::98cebb13-2fc4-4808-95b9-daeb7e6acc01" providerId="AD" clId="Web-{6858E484-1DD0-903E-8B02-5011D36EF042}" dt="2024-08-28T02:50:12.456" v="1801" actId="1076"/>
        <pc:sldMkLst>
          <pc:docMk/>
          <pc:sldMk cId="1746890718" sldId="388"/>
        </pc:sldMkLst>
        <pc:spChg chg="mod">
          <ac:chgData name="Somak Das" userId="S::sdas@floridapoly.edu::98cebb13-2fc4-4808-95b9-daeb7e6acc01" providerId="AD" clId="Web-{6858E484-1DD0-903E-8B02-5011D36EF042}" dt="2024-08-28T02:38:53.199" v="1708" actId="20577"/>
          <ac:spMkLst>
            <pc:docMk/>
            <pc:sldMk cId="1746890718" sldId="388"/>
            <ac:spMk id="2" creationId="{A43E3E30-0CCC-0FCC-69DC-1C2820744E12}"/>
          </ac:spMkLst>
        </pc:spChg>
        <pc:spChg chg="mod">
          <ac:chgData name="Somak Das" userId="S::sdas@floridapoly.edu::98cebb13-2fc4-4808-95b9-daeb7e6acc01" providerId="AD" clId="Web-{6858E484-1DD0-903E-8B02-5011D36EF042}" dt="2024-08-28T02:50:01.347" v="1800" actId="20577"/>
          <ac:spMkLst>
            <pc:docMk/>
            <pc:sldMk cId="1746890718" sldId="388"/>
            <ac:spMk id="3" creationId="{9556065C-AC8D-F8CF-D5A2-F5C7B2A8889E}"/>
          </ac:spMkLst>
        </pc:spChg>
        <pc:spChg chg="add mod">
          <ac:chgData name="Somak Das" userId="S::sdas@floridapoly.edu::98cebb13-2fc4-4808-95b9-daeb7e6acc01" providerId="AD" clId="Web-{6858E484-1DD0-903E-8B02-5011D36EF042}" dt="2024-08-28T02:44:56.650" v="1776"/>
          <ac:spMkLst>
            <pc:docMk/>
            <pc:sldMk cId="1746890718" sldId="388"/>
            <ac:spMk id="4" creationId="{879460E3-E1E9-966E-736A-F8006564153D}"/>
          </ac:spMkLst>
        </pc:spChg>
        <pc:spChg chg="add mod">
          <ac:chgData name="Somak Das" userId="S::sdas@floridapoly.edu::98cebb13-2fc4-4808-95b9-daeb7e6acc01" providerId="AD" clId="Web-{6858E484-1DD0-903E-8B02-5011D36EF042}" dt="2024-08-28T02:50:12.456" v="1801" actId="1076"/>
          <ac:spMkLst>
            <pc:docMk/>
            <pc:sldMk cId="1746890718" sldId="388"/>
            <ac:spMk id="6" creationId="{B6515CFD-CE83-1088-7D9C-3A38FB8ADB94}"/>
          </ac:spMkLst>
        </pc:spChg>
        <pc:cxnChg chg="add mod">
          <ac:chgData name="Somak Das" userId="S::sdas@floridapoly.edu::98cebb13-2fc4-4808-95b9-daeb7e6acc01" providerId="AD" clId="Web-{6858E484-1DD0-903E-8B02-5011D36EF042}" dt="2024-08-28T02:46:04.824" v="1781" actId="14100"/>
          <ac:cxnSpMkLst>
            <pc:docMk/>
            <pc:sldMk cId="1746890718" sldId="388"/>
            <ac:cxnSpMk id="5" creationId="{F8B0671C-AC08-4C5F-ED27-E8408FC067DC}"/>
          </ac:cxnSpMkLst>
        </pc:cxnChg>
      </pc:sldChg>
      <pc:sldChg chg="add replId">
        <pc:chgData name="Somak Das" userId="S::sdas@floridapoly.edu::98cebb13-2fc4-4808-95b9-daeb7e6acc01" providerId="AD" clId="Web-{6858E484-1DD0-903E-8B02-5011D36EF042}" dt="2024-08-28T02:48:14.015" v="1790"/>
        <pc:sldMkLst>
          <pc:docMk/>
          <pc:sldMk cId="2197864155" sldId="389"/>
        </pc:sldMkLst>
      </pc:sldChg>
    </pc:docChg>
  </pc:docChgLst>
  <pc:docChgLst>
    <pc:chgData name="Somak Das" userId="S::sdas@floridapoly.edu::98cebb13-2fc4-4808-95b9-daeb7e6acc01" providerId="AD" clId="Web-{79F8E7E8-B577-268C-5851-72EF409F746D}"/>
    <pc:docChg chg="addSld delSld modSld modSection">
      <pc:chgData name="Somak Das" userId="S::sdas@floridapoly.edu::98cebb13-2fc4-4808-95b9-daeb7e6acc01" providerId="AD" clId="Web-{79F8E7E8-B577-268C-5851-72EF409F746D}" dt="2024-08-23T04:24:23.341" v="171" actId="20577"/>
      <pc:docMkLst>
        <pc:docMk/>
      </pc:docMkLst>
      <pc:sldChg chg="delSp modSp add">
        <pc:chgData name="Somak Das" userId="S::sdas@floridapoly.edu::98cebb13-2fc4-4808-95b9-daeb7e6acc01" providerId="AD" clId="Web-{79F8E7E8-B577-268C-5851-72EF409F746D}" dt="2024-08-23T03:31:21.661" v="24" actId="1076"/>
        <pc:sldMkLst>
          <pc:docMk/>
          <pc:sldMk cId="1084738940" sldId="316"/>
        </pc:sldMkLst>
        <pc:spChg chg="mod">
          <ac:chgData name="Somak Das" userId="S::sdas@floridapoly.edu::98cebb13-2fc4-4808-95b9-daeb7e6acc01" providerId="AD" clId="Web-{79F8E7E8-B577-268C-5851-72EF409F746D}" dt="2024-08-23T03:31:21.426" v="20" actId="1076"/>
          <ac:spMkLst>
            <pc:docMk/>
            <pc:sldMk cId="1084738940" sldId="316"/>
            <ac:spMk id="8" creationId="{C932C11A-C7EB-C062-F91F-99210EB6CF94}"/>
          </ac:spMkLst>
        </pc:spChg>
        <pc:spChg chg="del">
          <ac:chgData name="Somak Das" userId="S::sdas@floridapoly.edu::98cebb13-2fc4-4808-95b9-daeb7e6acc01" providerId="AD" clId="Web-{79F8E7E8-B577-268C-5851-72EF409F746D}" dt="2024-08-23T03:31:04.098" v="17"/>
          <ac:spMkLst>
            <pc:docMk/>
            <pc:sldMk cId="1084738940" sldId="316"/>
            <ac:spMk id="10" creationId="{C9996246-EF2D-EDEE-5D70-FF913E45C39E}"/>
          </ac:spMkLst>
        </pc:spChg>
        <pc:spChg chg="mod">
          <ac:chgData name="Somak Das" userId="S::sdas@floridapoly.edu::98cebb13-2fc4-4808-95b9-daeb7e6acc01" providerId="AD" clId="Web-{79F8E7E8-B577-268C-5851-72EF409F746D}" dt="2024-08-23T03:31:21.645" v="23" actId="1076"/>
          <ac:spMkLst>
            <pc:docMk/>
            <pc:sldMk cId="1084738940" sldId="316"/>
            <ac:spMk id="12" creationId="{EDDF90F8-C42A-8935-55C7-1FDF8AB5862F}"/>
          </ac:spMkLst>
        </pc:spChg>
        <pc:spChg chg="mod">
          <ac:chgData name="Somak Das" userId="S::sdas@floridapoly.edu::98cebb13-2fc4-4808-95b9-daeb7e6acc01" providerId="AD" clId="Web-{79F8E7E8-B577-268C-5851-72EF409F746D}" dt="2024-08-23T03:31:21.661" v="24" actId="1076"/>
          <ac:spMkLst>
            <pc:docMk/>
            <pc:sldMk cId="1084738940" sldId="316"/>
            <ac:spMk id="13" creationId="{5344010B-2B0E-72A3-F680-9016EC0E08F8}"/>
          </ac:spMkLst>
        </pc:spChg>
        <pc:picChg chg="mod">
          <ac:chgData name="Somak Das" userId="S::sdas@floridapoly.edu::98cebb13-2fc4-4808-95b9-daeb7e6acc01" providerId="AD" clId="Web-{79F8E7E8-B577-268C-5851-72EF409F746D}" dt="2024-08-23T03:31:21.520" v="21" actId="1076"/>
          <ac:picMkLst>
            <pc:docMk/>
            <pc:sldMk cId="1084738940" sldId="316"/>
            <ac:picMk id="3" creationId="{70C20295-CBAC-364D-A2E2-9468E4CF1BDA}"/>
          </ac:picMkLst>
        </pc:picChg>
        <pc:picChg chg="mod">
          <ac:chgData name="Somak Das" userId="S::sdas@floridapoly.edu::98cebb13-2fc4-4808-95b9-daeb7e6acc01" providerId="AD" clId="Web-{79F8E7E8-B577-268C-5851-72EF409F746D}" dt="2024-08-23T03:31:21.614" v="22" actId="1076"/>
          <ac:picMkLst>
            <pc:docMk/>
            <pc:sldMk cId="1084738940" sldId="316"/>
            <ac:picMk id="11" creationId="{C7939FFA-204B-4C5A-DBFA-47B513F33E46}"/>
          </ac:picMkLst>
        </pc:picChg>
        <pc:cxnChg chg="del">
          <ac:chgData name="Somak Das" userId="S::sdas@floridapoly.edu::98cebb13-2fc4-4808-95b9-daeb7e6acc01" providerId="AD" clId="Web-{79F8E7E8-B577-268C-5851-72EF409F746D}" dt="2024-08-23T03:31:07.410" v="18"/>
          <ac:cxnSpMkLst>
            <pc:docMk/>
            <pc:sldMk cId="1084738940" sldId="316"/>
            <ac:cxnSpMk id="5" creationId="{F5E1DA51-3207-FA34-5512-4D7E7EDBF429}"/>
          </ac:cxnSpMkLst>
        </pc:cxnChg>
        <pc:cxnChg chg="del">
          <ac:chgData name="Somak Das" userId="S::sdas@floridapoly.edu::98cebb13-2fc4-4808-95b9-daeb7e6acc01" providerId="AD" clId="Web-{79F8E7E8-B577-268C-5851-72EF409F746D}" dt="2024-08-23T03:31:10.160" v="19"/>
          <ac:cxnSpMkLst>
            <pc:docMk/>
            <pc:sldMk cId="1084738940" sldId="316"/>
            <ac:cxnSpMk id="7" creationId="{840CDFCC-E13B-7867-6F04-2CC89D1BEC3B}"/>
          </ac:cxnSpMkLst>
        </pc:cxnChg>
      </pc:sldChg>
      <pc:sldChg chg="addSp modSp mod setBg">
        <pc:chgData name="Somak Das" userId="S::sdas@floridapoly.edu::98cebb13-2fc4-4808-95b9-daeb7e6acc01" providerId="AD" clId="Web-{79F8E7E8-B577-268C-5851-72EF409F746D}" dt="2024-08-23T03:15:08.808" v="0"/>
        <pc:sldMkLst>
          <pc:docMk/>
          <pc:sldMk cId="4139804777" sldId="330"/>
        </pc:sldMkLst>
        <pc:spChg chg="mod">
          <ac:chgData name="Somak Das" userId="S::sdas@floridapoly.edu::98cebb13-2fc4-4808-95b9-daeb7e6acc01" providerId="AD" clId="Web-{79F8E7E8-B577-268C-5851-72EF409F746D}" dt="2024-08-23T03:15:08.808" v="0"/>
          <ac:spMkLst>
            <pc:docMk/>
            <pc:sldMk cId="4139804777" sldId="330"/>
            <ac:spMk id="2" creationId="{B06250C4-E1A1-1705-FB6B-F7AD559456C6}"/>
          </ac:spMkLst>
        </pc:spChg>
        <pc:spChg chg="mod">
          <ac:chgData name="Somak Das" userId="S::sdas@floridapoly.edu::98cebb13-2fc4-4808-95b9-daeb7e6acc01" providerId="AD" clId="Web-{79F8E7E8-B577-268C-5851-72EF409F746D}" dt="2024-08-23T03:15:08.808" v="0"/>
          <ac:spMkLst>
            <pc:docMk/>
            <pc:sldMk cId="4139804777" sldId="330"/>
            <ac:spMk id="3" creationId="{799B180D-4364-B046-CF85-E1C85B403559}"/>
          </ac:spMkLst>
        </pc:spChg>
        <pc:spChg chg="add">
          <ac:chgData name="Somak Das" userId="S::sdas@floridapoly.edu::98cebb13-2fc4-4808-95b9-daeb7e6acc01" providerId="AD" clId="Web-{79F8E7E8-B577-268C-5851-72EF409F746D}" dt="2024-08-23T03:15:08.808" v="0"/>
          <ac:spMkLst>
            <pc:docMk/>
            <pc:sldMk cId="4139804777" sldId="330"/>
            <ac:spMk id="8" creationId="{09588DA8-065E-4F6F-8EFD-43104AB2E0CF}"/>
          </ac:spMkLst>
        </pc:spChg>
        <pc:spChg chg="add">
          <ac:chgData name="Somak Das" userId="S::sdas@floridapoly.edu::98cebb13-2fc4-4808-95b9-daeb7e6acc01" providerId="AD" clId="Web-{79F8E7E8-B577-268C-5851-72EF409F746D}" dt="2024-08-23T03:15:08.808" v="0"/>
          <ac:spMkLst>
            <pc:docMk/>
            <pc:sldMk cId="4139804777" sldId="330"/>
            <ac:spMk id="10" creationId="{C4285719-470E-454C-AF62-8323075F1F5B}"/>
          </ac:spMkLst>
        </pc:spChg>
        <pc:spChg chg="add">
          <ac:chgData name="Somak Das" userId="S::sdas@floridapoly.edu::98cebb13-2fc4-4808-95b9-daeb7e6acc01" providerId="AD" clId="Web-{79F8E7E8-B577-268C-5851-72EF409F746D}" dt="2024-08-23T03:15:08.808" v="0"/>
          <ac:spMkLst>
            <pc:docMk/>
            <pc:sldMk cId="4139804777" sldId="330"/>
            <ac:spMk id="12" creationId="{CD9FE4EF-C4D8-49A0-B2FF-81D8DB7D8A24}"/>
          </ac:spMkLst>
        </pc:spChg>
        <pc:spChg chg="add">
          <ac:chgData name="Somak Das" userId="S::sdas@floridapoly.edu::98cebb13-2fc4-4808-95b9-daeb7e6acc01" providerId="AD" clId="Web-{79F8E7E8-B577-268C-5851-72EF409F746D}" dt="2024-08-23T03:15:08.808" v="0"/>
          <ac:spMkLst>
            <pc:docMk/>
            <pc:sldMk cId="4139804777" sldId="330"/>
            <ac:spMk id="14" creationId="{4300840D-0A0B-4512-BACA-B439D5B9C57C}"/>
          </ac:spMkLst>
        </pc:spChg>
        <pc:spChg chg="add">
          <ac:chgData name="Somak Das" userId="S::sdas@floridapoly.edu::98cebb13-2fc4-4808-95b9-daeb7e6acc01" providerId="AD" clId="Web-{79F8E7E8-B577-268C-5851-72EF409F746D}" dt="2024-08-23T03:15:08.808" v="0"/>
          <ac:spMkLst>
            <pc:docMk/>
            <pc:sldMk cId="4139804777" sldId="330"/>
            <ac:spMk id="16" creationId="{D2B78728-A580-49A7-84F9-6EF6F583ADE0}"/>
          </ac:spMkLst>
        </pc:spChg>
        <pc:spChg chg="add">
          <ac:chgData name="Somak Das" userId="S::sdas@floridapoly.edu::98cebb13-2fc4-4808-95b9-daeb7e6acc01" providerId="AD" clId="Web-{79F8E7E8-B577-268C-5851-72EF409F746D}" dt="2024-08-23T03:15:08.808" v="0"/>
          <ac:spMkLst>
            <pc:docMk/>
            <pc:sldMk cId="4139804777" sldId="330"/>
            <ac:spMk id="18" creationId="{38FAA1A1-D861-433F-88FA-1E9D6FD31D11}"/>
          </ac:spMkLst>
        </pc:spChg>
        <pc:spChg chg="add">
          <ac:chgData name="Somak Das" userId="S::sdas@floridapoly.edu::98cebb13-2fc4-4808-95b9-daeb7e6acc01" providerId="AD" clId="Web-{79F8E7E8-B577-268C-5851-72EF409F746D}" dt="2024-08-23T03:15:08.808" v="0"/>
          <ac:spMkLst>
            <pc:docMk/>
            <pc:sldMk cId="4139804777" sldId="330"/>
            <ac:spMk id="20" creationId="{8D71EDA1-87BF-4D5D-AB79-F346FD19278A}"/>
          </ac:spMkLst>
        </pc:spChg>
      </pc:sldChg>
      <pc:sldChg chg="addSp delSp modSp mod setBg">
        <pc:chgData name="Somak Das" userId="S::sdas@floridapoly.edu::98cebb13-2fc4-4808-95b9-daeb7e6acc01" providerId="AD" clId="Web-{79F8E7E8-B577-268C-5851-72EF409F746D}" dt="2024-08-23T04:24:23.341" v="171" actId="20577"/>
        <pc:sldMkLst>
          <pc:docMk/>
          <pc:sldMk cId="2289991728" sldId="342"/>
        </pc:sldMkLst>
        <pc:spChg chg="mod">
          <ac:chgData name="Somak Das" userId="S::sdas@floridapoly.edu::98cebb13-2fc4-4808-95b9-daeb7e6acc01" providerId="AD" clId="Web-{79F8E7E8-B577-268C-5851-72EF409F746D}" dt="2024-08-23T04:11:58.586" v="100" actId="1076"/>
          <ac:spMkLst>
            <pc:docMk/>
            <pc:sldMk cId="2289991728" sldId="342"/>
            <ac:spMk id="2" creationId="{4D3BEB11-28D7-C522-E5E9-6807A609E96E}"/>
          </ac:spMkLst>
        </pc:spChg>
        <pc:spChg chg="mod">
          <ac:chgData name="Somak Das" userId="S::sdas@floridapoly.edu::98cebb13-2fc4-4808-95b9-daeb7e6acc01" providerId="AD" clId="Web-{79F8E7E8-B577-268C-5851-72EF409F746D}" dt="2024-08-23T04:24:23.341" v="171" actId="20577"/>
          <ac:spMkLst>
            <pc:docMk/>
            <pc:sldMk cId="2289991728" sldId="342"/>
            <ac:spMk id="3" creationId="{78D6B0DC-8DDB-A7DA-E1AC-AD2D78ED7DCB}"/>
          </ac:spMkLst>
        </pc:spChg>
        <pc:spChg chg="mod">
          <ac:chgData name="Somak Das" userId="S::sdas@floridapoly.edu::98cebb13-2fc4-4808-95b9-daeb7e6acc01" providerId="AD" clId="Web-{79F8E7E8-B577-268C-5851-72EF409F746D}" dt="2024-08-23T03:18:12.125" v="14"/>
          <ac:spMkLst>
            <pc:docMk/>
            <pc:sldMk cId="2289991728" sldId="342"/>
            <ac:spMk id="5" creationId="{B96204FE-9C6F-5343-F85F-65A423684DD6}"/>
          </ac:spMkLst>
        </pc:spChg>
        <pc:spChg chg="mod">
          <ac:chgData name="Somak Das" userId="S::sdas@floridapoly.edu::98cebb13-2fc4-4808-95b9-daeb7e6acc01" providerId="AD" clId="Web-{79F8E7E8-B577-268C-5851-72EF409F746D}" dt="2024-08-23T03:18:12.125" v="14"/>
          <ac:spMkLst>
            <pc:docMk/>
            <pc:sldMk cId="2289991728" sldId="342"/>
            <ac:spMk id="6" creationId="{59F31D2D-1E0A-2AD5-0E1B-6A9A84FE5678}"/>
          </ac:spMkLst>
        </pc:spChg>
        <pc:spChg chg="mod">
          <ac:chgData name="Somak Das" userId="S::sdas@floridapoly.edu::98cebb13-2fc4-4808-95b9-daeb7e6acc01" providerId="AD" clId="Web-{79F8E7E8-B577-268C-5851-72EF409F746D}" dt="2024-08-23T03:18:12.125" v="14"/>
          <ac:spMkLst>
            <pc:docMk/>
            <pc:sldMk cId="2289991728" sldId="342"/>
            <ac:spMk id="7" creationId="{1BB92166-AF64-9330-499B-3DD3A9FEB2D6}"/>
          </ac:spMkLst>
        </pc:spChg>
        <pc:spChg chg="mod">
          <ac:chgData name="Somak Das" userId="S::sdas@floridapoly.edu::98cebb13-2fc4-4808-95b9-daeb7e6acc01" providerId="AD" clId="Web-{79F8E7E8-B577-268C-5851-72EF409F746D}" dt="2024-08-23T03:18:12.125" v="14"/>
          <ac:spMkLst>
            <pc:docMk/>
            <pc:sldMk cId="2289991728" sldId="342"/>
            <ac:spMk id="8" creationId="{FD368431-689F-C080-9710-D6A633581BEA}"/>
          </ac:spMkLst>
        </pc:spChg>
        <pc:spChg chg="mod">
          <ac:chgData name="Somak Das" userId="S::sdas@floridapoly.edu::98cebb13-2fc4-4808-95b9-daeb7e6acc01" providerId="AD" clId="Web-{79F8E7E8-B577-268C-5851-72EF409F746D}" dt="2024-08-23T03:18:12.125" v="14"/>
          <ac:spMkLst>
            <pc:docMk/>
            <pc:sldMk cId="2289991728" sldId="342"/>
            <ac:spMk id="9" creationId="{4F1F5C71-9BD7-4BE7-2E98-F91032FE3F53}"/>
          </ac:spMkLst>
        </pc:spChg>
        <pc:spChg chg="mod">
          <ac:chgData name="Somak Das" userId="S::sdas@floridapoly.edu::98cebb13-2fc4-4808-95b9-daeb7e6acc01" providerId="AD" clId="Web-{79F8E7E8-B577-268C-5851-72EF409F746D}" dt="2024-08-23T03:18:12.125" v="14"/>
          <ac:spMkLst>
            <pc:docMk/>
            <pc:sldMk cId="2289991728" sldId="342"/>
            <ac:spMk id="10" creationId="{A707EC8C-E26B-DF9F-5CB5-FD4D70A6A1BA}"/>
          </ac:spMkLst>
        </pc:spChg>
        <pc:spChg chg="mod">
          <ac:chgData name="Somak Das" userId="S::sdas@floridapoly.edu::98cebb13-2fc4-4808-95b9-daeb7e6acc01" providerId="AD" clId="Web-{79F8E7E8-B577-268C-5851-72EF409F746D}" dt="2024-08-23T03:18:12.125" v="14"/>
          <ac:spMkLst>
            <pc:docMk/>
            <pc:sldMk cId="2289991728" sldId="342"/>
            <ac:spMk id="11" creationId="{D0658B09-856C-5FEC-DDA6-FF4A45529DE8}"/>
          </ac:spMkLst>
        </pc:spChg>
        <pc:spChg chg="mod">
          <ac:chgData name="Somak Das" userId="S::sdas@floridapoly.edu::98cebb13-2fc4-4808-95b9-daeb7e6acc01" providerId="AD" clId="Web-{79F8E7E8-B577-268C-5851-72EF409F746D}" dt="2024-08-23T03:18:12.125" v="14"/>
          <ac:spMkLst>
            <pc:docMk/>
            <pc:sldMk cId="2289991728" sldId="342"/>
            <ac:spMk id="12" creationId="{8CE11F0D-E556-2600-F436-C4BA1A646F49}"/>
          </ac:spMkLst>
        </pc:spChg>
        <pc:spChg chg="mod">
          <ac:chgData name="Somak Das" userId="S::sdas@floridapoly.edu::98cebb13-2fc4-4808-95b9-daeb7e6acc01" providerId="AD" clId="Web-{79F8E7E8-B577-268C-5851-72EF409F746D}" dt="2024-08-23T03:18:12.125" v="14"/>
          <ac:spMkLst>
            <pc:docMk/>
            <pc:sldMk cId="2289991728" sldId="342"/>
            <ac:spMk id="13" creationId="{89AF9DC8-0C83-B1FE-F703-C0D1C9E57227}"/>
          </ac:spMkLst>
        </pc:spChg>
        <pc:spChg chg="mod">
          <ac:chgData name="Somak Das" userId="S::sdas@floridapoly.edu::98cebb13-2fc4-4808-95b9-daeb7e6acc01" providerId="AD" clId="Web-{79F8E7E8-B577-268C-5851-72EF409F746D}" dt="2024-08-23T03:18:12.125" v="14"/>
          <ac:spMkLst>
            <pc:docMk/>
            <pc:sldMk cId="2289991728" sldId="342"/>
            <ac:spMk id="14" creationId="{10B8CD3B-DEEE-32C2-2F5F-F40583F76484}"/>
          </ac:spMkLst>
        </pc:spChg>
        <pc:spChg chg="mod">
          <ac:chgData name="Somak Das" userId="S::sdas@floridapoly.edu::98cebb13-2fc4-4808-95b9-daeb7e6acc01" providerId="AD" clId="Web-{79F8E7E8-B577-268C-5851-72EF409F746D}" dt="2024-08-23T03:18:12.125" v="14"/>
          <ac:spMkLst>
            <pc:docMk/>
            <pc:sldMk cId="2289991728" sldId="342"/>
            <ac:spMk id="15" creationId="{9E945400-C1D8-DD2A-0700-686F4F50E1E0}"/>
          </ac:spMkLst>
        </pc:spChg>
        <pc:spChg chg="mod">
          <ac:chgData name="Somak Das" userId="S::sdas@floridapoly.edu::98cebb13-2fc4-4808-95b9-daeb7e6acc01" providerId="AD" clId="Web-{79F8E7E8-B577-268C-5851-72EF409F746D}" dt="2024-08-23T03:18:12.125" v="14"/>
          <ac:spMkLst>
            <pc:docMk/>
            <pc:sldMk cId="2289991728" sldId="342"/>
            <ac:spMk id="16" creationId="{28E29AED-0E93-7FEC-D7B5-0CE8DB131A0E}"/>
          </ac:spMkLst>
        </pc:spChg>
        <pc:spChg chg="mod">
          <ac:chgData name="Somak Das" userId="S::sdas@floridapoly.edu::98cebb13-2fc4-4808-95b9-daeb7e6acc01" providerId="AD" clId="Web-{79F8E7E8-B577-268C-5851-72EF409F746D}" dt="2024-08-23T03:18:12.125" v="14"/>
          <ac:spMkLst>
            <pc:docMk/>
            <pc:sldMk cId="2289991728" sldId="342"/>
            <ac:spMk id="17" creationId="{94D70FB3-6C0B-849B-A27C-8F1142A02E7C}"/>
          </ac:spMkLst>
        </pc:spChg>
        <pc:spChg chg="mod">
          <ac:chgData name="Somak Das" userId="S::sdas@floridapoly.edu::98cebb13-2fc4-4808-95b9-daeb7e6acc01" providerId="AD" clId="Web-{79F8E7E8-B577-268C-5851-72EF409F746D}" dt="2024-08-23T03:18:12.125" v="14"/>
          <ac:spMkLst>
            <pc:docMk/>
            <pc:sldMk cId="2289991728" sldId="342"/>
            <ac:spMk id="18" creationId="{C2D16203-EE7A-880C-03DD-780AA06BBE85}"/>
          </ac:spMkLst>
        </pc:spChg>
        <pc:spChg chg="add">
          <ac:chgData name="Somak Das" userId="S::sdas@floridapoly.edu::98cebb13-2fc4-4808-95b9-daeb7e6acc01" providerId="AD" clId="Web-{79F8E7E8-B577-268C-5851-72EF409F746D}" dt="2024-08-23T03:18:12.125" v="14"/>
          <ac:spMkLst>
            <pc:docMk/>
            <pc:sldMk cId="2289991728" sldId="342"/>
            <ac:spMk id="2052" creationId="{53B021B3-DE93-4AB7-8A18-CF5F1CED88B8}"/>
          </ac:spMkLst>
        </pc:spChg>
        <pc:spChg chg="add">
          <ac:chgData name="Somak Das" userId="S::sdas@floridapoly.edu::98cebb13-2fc4-4808-95b9-daeb7e6acc01" providerId="AD" clId="Web-{79F8E7E8-B577-268C-5851-72EF409F746D}" dt="2024-08-23T03:18:12.125" v="14"/>
          <ac:spMkLst>
            <pc:docMk/>
            <pc:sldMk cId="2289991728" sldId="342"/>
            <ac:spMk id="2053" creationId="{52D502E5-F6B4-4D58-B4AE-FC466FF15EE8}"/>
          </ac:spMkLst>
        </pc:spChg>
        <pc:spChg chg="add">
          <ac:chgData name="Somak Das" userId="S::sdas@floridapoly.edu::98cebb13-2fc4-4808-95b9-daeb7e6acc01" providerId="AD" clId="Web-{79F8E7E8-B577-268C-5851-72EF409F746D}" dt="2024-08-23T03:18:12.125" v="14"/>
          <ac:spMkLst>
            <pc:docMk/>
            <pc:sldMk cId="2289991728" sldId="342"/>
            <ac:spMk id="2054" creationId="{9DECDBF4-02B6-4BB4-B65B-B8107AD6A9E8}"/>
          </ac:spMkLst>
        </pc:spChg>
        <pc:spChg chg="add del">
          <ac:chgData name="Somak Das" userId="S::sdas@floridapoly.edu::98cebb13-2fc4-4808-95b9-daeb7e6acc01" providerId="AD" clId="Web-{79F8E7E8-B577-268C-5851-72EF409F746D}" dt="2024-08-23T03:18:05.187" v="13"/>
          <ac:spMkLst>
            <pc:docMk/>
            <pc:sldMk cId="2289991728" sldId="342"/>
            <ac:spMk id="2055" creationId="{53B021B3-DE93-4AB7-8A18-CF5F1CED88B8}"/>
          </ac:spMkLst>
        </pc:spChg>
        <pc:spChg chg="add del">
          <ac:chgData name="Somak Das" userId="S::sdas@floridapoly.edu::98cebb13-2fc4-4808-95b9-daeb7e6acc01" providerId="AD" clId="Web-{79F8E7E8-B577-268C-5851-72EF409F746D}" dt="2024-08-23T03:18:05.187" v="13"/>
          <ac:spMkLst>
            <pc:docMk/>
            <pc:sldMk cId="2289991728" sldId="342"/>
            <ac:spMk id="2057" creationId="{52D502E5-F6B4-4D58-B4AE-FC466FF15EE8}"/>
          </ac:spMkLst>
        </pc:spChg>
        <pc:spChg chg="add del">
          <ac:chgData name="Somak Das" userId="S::sdas@floridapoly.edu::98cebb13-2fc4-4808-95b9-daeb7e6acc01" providerId="AD" clId="Web-{79F8E7E8-B577-268C-5851-72EF409F746D}" dt="2024-08-23T03:18:05.187" v="13"/>
          <ac:spMkLst>
            <pc:docMk/>
            <pc:sldMk cId="2289991728" sldId="342"/>
            <ac:spMk id="2059" creationId="{9DECDBF4-02B6-4BB4-B65B-B8107AD6A9E8}"/>
          </ac:spMkLst>
        </pc:spChg>
        <pc:picChg chg="mod">
          <ac:chgData name="Somak Das" userId="S::sdas@floridapoly.edu::98cebb13-2fc4-4808-95b9-daeb7e6acc01" providerId="AD" clId="Web-{79F8E7E8-B577-268C-5851-72EF409F746D}" dt="2024-08-23T03:18:12.125" v="14"/>
          <ac:picMkLst>
            <pc:docMk/>
            <pc:sldMk cId="2289991728" sldId="342"/>
            <ac:picMk id="2050" creationId="{F0000F2B-3F9A-7DCF-159C-00F49788EE61}"/>
          </ac:picMkLst>
        </pc:picChg>
      </pc:sldChg>
      <pc:sldChg chg="addSp modSp mod setBg">
        <pc:chgData name="Somak Das" userId="S::sdas@floridapoly.edu::98cebb13-2fc4-4808-95b9-daeb7e6acc01" providerId="AD" clId="Web-{79F8E7E8-B577-268C-5851-72EF409F746D}" dt="2024-08-23T03:58:03.126" v="61" actId="20577"/>
        <pc:sldMkLst>
          <pc:docMk/>
          <pc:sldMk cId="1970439454" sldId="348"/>
        </pc:sldMkLst>
        <pc:spChg chg="mod">
          <ac:chgData name="Somak Das" userId="S::sdas@floridapoly.edu::98cebb13-2fc4-4808-95b9-daeb7e6acc01" providerId="AD" clId="Web-{79F8E7E8-B577-268C-5851-72EF409F746D}" dt="2024-08-23T03:17:36.827" v="9"/>
          <ac:spMkLst>
            <pc:docMk/>
            <pc:sldMk cId="1970439454" sldId="348"/>
            <ac:spMk id="2" creationId="{D8FC10D9-B21A-86E8-C7F2-EC270636ABF2}"/>
          </ac:spMkLst>
        </pc:spChg>
        <pc:spChg chg="mod">
          <ac:chgData name="Somak Das" userId="S::sdas@floridapoly.edu::98cebb13-2fc4-4808-95b9-daeb7e6acc01" providerId="AD" clId="Web-{79F8E7E8-B577-268C-5851-72EF409F746D}" dt="2024-08-23T03:58:03.126" v="61" actId="20577"/>
          <ac:spMkLst>
            <pc:docMk/>
            <pc:sldMk cId="1970439454" sldId="348"/>
            <ac:spMk id="3" creationId="{F285B28E-72AD-AF1D-30A6-84208CFFAB4E}"/>
          </ac:spMkLst>
        </pc:spChg>
        <pc:spChg chg="add">
          <ac:chgData name="Somak Das" userId="S::sdas@floridapoly.edu::98cebb13-2fc4-4808-95b9-daeb7e6acc01" providerId="AD" clId="Web-{79F8E7E8-B577-268C-5851-72EF409F746D}" dt="2024-08-23T03:17:36.827" v="9"/>
          <ac:spMkLst>
            <pc:docMk/>
            <pc:sldMk cId="1970439454" sldId="348"/>
            <ac:spMk id="8" creationId="{09588DA8-065E-4F6F-8EFD-43104AB2E0CF}"/>
          </ac:spMkLst>
        </pc:spChg>
        <pc:spChg chg="add">
          <ac:chgData name="Somak Das" userId="S::sdas@floridapoly.edu::98cebb13-2fc4-4808-95b9-daeb7e6acc01" providerId="AD" clId="Web-{79F8E7E8-B577-268C-5851-72EF409F746D}" dt="2024-08-23T03:17:36.827" v="9"/>
          <ac:spMkLst>
            <pc:docMk/>
            <pc:sldMk cId="1970439454" sldId="348"/>
            <ac:spMk id="10" creationId="{C4285719-470E-454C-AF62-8323075F1F5B}"/>
          </ac:spMkLst>
        </pc:spChg>
        <pc:spChg chg="add">
          <ac:chgData name="Somak Das" userId="S::sdas@floridapoly.edu::98cebb13-2fc4-4808-95b9-daeb7e6acc01" providerId="AD" clId="Web-{79F8E7E8-B577-268C-5851-72EF409F746D}" dt="2024-08-23T03:17:36.827" v="9"/>
          <ac:spMkLst>
            <pc:docMk/>
            <pc:sldMk cId="1970439454" sldId="348"/>
            <ac:spMk id="12" creationId="{CD9FE4EF-C4D8-49A0-B2FF-81D8DB7D8A24}"/>
          </ac:spMkLst>
        </pc:spChg>
        <pc:spChg chg="add">
          <ac:chgData name="Somak Das" userId="S::sdas@floridapoly.edu::98cebb13-2fc4-4808-95b9-daeb7e6acc01" providerId="AD" clId="Web-{79F8E7E8-B577-268C-5851-72EF409F746D}" dt="2024-08-23T03:17:36.827" v="9"/>
          <ac:spMkLst>
            <pc:docMk/>
            <pc:sldMk cId="1970439454" sldId="348"/>
            <ac:spMk id="14" creationId="{4300840D-0A0B-4512-BACA-B439D5B9C57C}"/>
          </ac:spMkLst>
        </pc:spChg>
        <pc:spChg chg="add">
          <ac:chgData name="Somak Das" userId="S::sdas@floridapoly.edu::98cebb13-2fc4-4808-95b9-daeb7e6acc01" providerId="AD" clId="Web-{79F8E7E8-B577-268C-5851-72EF409F746D}" dt="2024-08-23T03:17:36.827" v="9"/>
          <ac:spMkLst>
            <pc:docMk/>
            <pc:sldMk cId="1970439454" sldId="348"/>
            <ac:spMk id="16" creationId="{D2B78728-A580-49A7-84F9-6EF6F583ADE0}"/>
          </ac:spMkLst>
        </pc:spChg>
        <pc:spChg chg="add">
          <ac:chgData name="Somak Das" userId="S::sdas@floridapoly.edu::98cebb13-2fc4-4808-95b9-daeb7e6acc01" providerId="AD" clId="Web-{79F8E7E8-B577-268C-5851-72EF409F746D}" dt="2024-08-23T03:17:36.827" v="9"/>
          <ac:spMkLst>
            <pc:docMk/>
            <pc:sldMk cId="1970439454" sldId="348"/>
            <ac:spMk id="18" creationId="{38FAA1A1-D861-433F-88FA-1E9D6FD31D11}"/>
          </ac:spMkLst>
        </pc:spChg>
        <pc:spChg chg="add">
          <ac:chgData name="Somak Das" userId="S::sdas@floridapoly.edu::98cebb13-2fc4-4808-95b9-daeb7e6acc01" providerId="AD" clId="Web-{79F8E7E8-B577-268C-5851-72EF409F746D}" dt="2024-08-23T03:17:36.827" v="9"/>
          <ac:spMkLst>
            <pc:docMk/>
            <pc:sldMk cId="1970439454" sldId="348"/>
            <ac:spMk id="20" creationId="{8D71EDA1-87BF-4D5D-AB79-F346FD19278A}"/>
          </ac:spMkLst>
        </pc:spChg>
      </pc:sldChg>
      <pc:sldChg chg="modSp del">
        <pc:chgData name="Somak Das" userId="S::sdas@floridapoly.edu::98cebb13-2fc4-4808-95b9-daeb7e6acc01" providerId="AD" clId="Web-{79F8E7E8-B577-268C-5851-72EF409F746D}" dt="2024-08-23T03:16:19.263" v="2"/>
        <pc:sldMkLst>
          <pc:docMk/>
          <pc:sldMk cId="438380780" sldId="385"/>
        </pc:sldMkLst>
        <pc:spChg chg="mod">
          <ac:chgData name="Somak Das" userId="S::sdas@floridapoly.edu::98cebb13-2fc4-4808-95b9-daeb7e6acc01" providerId="AD" clId="Web-{79F8E7E8-B577-268C-5851-72EF409F746D}" dt="2024-08-23T03:16:17.575" v="1" actId="20577"/>
          <ac:spMkLst>
            <pc:docMk/>
            <pc:sldMk cId="438380780" sldId="385"/>
            <ac:spMk id="3" creationId="{E2ADC5D7-6603-DD44-46FE-8F78F40CF0BD}"/>
          </ac:spMkLst>
        </pc:spChg>
      </pc:sldChg>
    </pc:docChg>
  </pc:docChgLst>
  <pc:docChgLst>
    <pc:chgData name="Edwar Romero-Ramirez" userId="92bc0edd-ad5d-44a7-8ba7-72607029cc7a" providerId="ADAL" clId="{82FA9D74-6A72-4B45-873D-1296FFFC9B42}"/>
    <pc:docChg chg="undo custSel addSld delSld modSld modSection">
      <pc:chgData name="Edwar Romero-Ramirez" userId="92bc0edd-ad5d-44a7-8ba7-72607029cc7a" providerId="ADAL" clId="{82FA9D74-6A72-4B45-873D-1296FFFC9B42}" dt="2024-07-01T16:33:23.613" v="3567" actId="113"/>
      <pc:docMkLst>
        <pc:docMk/>
      </pc:docMkLst>
      <pc:sldChg chg="modSp mod">
        <pc:chgData name="Edwar Romero-Ramirez" userId="92bc0edd-ad5d-44a7-8ba7-72607029cc7a" providerId="ADAL" clId="{82FA9D74-6A72-4B45-873D-1296FFFC9B42}" dt="2024-07-01T16:33:23.613" v="3567" actId="113"/>
        <pc:sldMkLst>
          <pc:docMk/>
          <pc:sldMk cId="4139804777" sldId="330"/>
        </pc:sldMkLst>
        <pc:spChg chg="mod">
          <ac:chgData name="Edwar Romero-Ramirez" userId="92bc0edd-ad5d-44a7-8ba7-72607029cc7a" providerId="ADAL" clId="{82FA9D74-6A72-4B45-873D-1296FFFC9B42}" dt="2024-07-01T16:33:23.613" v="3567" actId="113"/>
          <ac:spMkLst>
            <pc:docMk/>
            <pc:sldMk cId="4139804777" sldId="330"/>
            <ac:spMk id="3" creationId="{799B180D-4364-B046-CF85-E1C85B403559}"/>
          </ac:spMkLst>
        </pc:spChg>
      </pc:sldChg>
      <pc:sldChg chg="modSp mod">
        <pc:chgData name="Edwar Romero-Ramirez" userId="92bc0edd-ad5d-44a7-8ba7-72607029cc7a" providerId="ADAL" clId="{82FA9D74-6A72-4B45-873D-1296FFFC9B42}" dt="2024-05-29T16:50:38.687" v="148" actId="207"/>
        <pc:sldMkLst>
          <pc:docMk/>
          <pc:sldMk cId="2289991728" sldId="342"/>
        </pc:sldMkLst>
        <pc:spChg chg="mod">
          <ac:chgData name="Edwar Romero-Ramirez" userId="92bc0edd-ad5d-44a7-8ba7-72607029cc7a" providerId="ADAL" clId="{82FA9D74-6A72-4B45-873D-1296FFFC9B42}" dt="2024-05-29T16:50:38.687" v="148" actId="207"/>
          <ac:spMkLst>
            <pc:docMk/>
            <pc:sldMk cId="2289991728" sldId="342"/>
            <ac:spMk id="3" creationId="{78D6B0DC-8DDB-A7DA-E1AC-AD2D78ED7DCB}"/>
          </ac:spMkLst>
        </pc:spChg>
      </pc:sldChg>
      <pc:sldChg chg="modSp mod">
        <pc:chgData name="Edwar Romero-Ramirez" userId="92bc0edd-ad5d-44a7-8ba7-72607029cc7a" providerId="ADAL" clId="{82FA9D74-6A72-4B45-873D-1296FFFC9B42}" dt="2024-06-25T03:25:08.344" v="2756" actId="20577"/>
        <pc:sldMkLst>
          <pc:docMk/>
          <pc:sldMk cId="1865576695" sldId="344"/>
        </pc:sldMkLst>
        <pc:spChg chg="mod">
          <ac:chgData name="Edwar Romero-Ramirez" userId="92bc0edd-ad5d-44a7-8ba7-72607029cc7a" providerId="ADAL" clId="{82FA9D74-6A72-4B45-873D-1296FFFC9B42}" dt="2024-06-25T03:25:08.344" v="2756" actId="20577"/>
          <ac:spMkLst>
            <pc:docMk/>
            <pc:sldMk cId="1865576695" sldId="344"/>
            <ac:spMk id="2" creationId="{4D3BEB11-28D7-C522-E5E9-6807A609E96E}"/>
          </ac:spMkLst>
        </pc:spChg>
      </pc:sldChg>
      <pc:sldChg chg="addSp delSp modSp new mod modNotesTx">
        <pc:chgData name="Edwar Romero-Ramirez" userId="92bc0edd-ad5d-44a7-8ba7-72607029cc7a" providerId="ADAL" clId="{82FA9D74-6A72-4B45-873D-1296FFFC9B42}" dt="2024-06-06T15:16:05.436" v="613" actId="207"/>
        <pc:sldMkLst>
          <pc:docMk/>
          <pc:sldMk cId="450661816" sldId="349"/>
        </pc:sldMkLst>
        <pc:spChg chg="mod">
          <ac:chgData name="Edwar Romero-Ramirez" userId="92bc0edd-ad5d-44a7-8ba7-72607029cc7a" providerId="ADAL" clId="{82FA9D74-6A72-4B45-873D-1296FFFC9B42}" dt="2024-05-29T16:46:40.607" v="69" actId="20577"/>
          <ac:spMkLst>
            <pc:docMk/>
            <pc:sldMk cId="450661816" sldId="349"/>
            <ac:spMk id="2" creationId="{A43E3E30-0CCC-0FCC-69DC-1C2820744E12}"/>
          </ac:spMkLst>
        </pc:spChg>
        <pc:spChg chg="mod">
          <ac:chgData name="Edwar Romero-Ramirez" userId="92bc0edd-ad5d-44a7-8ba7-72607029cc7a" providerId="ADAL" clId="{82FA9D74-6A72-4B45-873D-1296FFFC9B42}" dt="2024-06-06T15:16:05.436" v="613" actId="207"/>
          <ac:spMkLst>
            <pc:docMk/>
            <pc:sldMk cId="450661816" sldId="349"/>
            <ac:spMk id="3" creationId="{9556065C-AC8D-F8CF-D5A2-F5C7B2A8889E}"/>
          </ac:spMkLst>
        </pc:spChg>
        <pc:picChg chg="add del mod modCrop">
          <ac:chgData name="Edwar Romero-Ramirez" userId="92bc0edd-ad5d-44a7-8ba7-72607029cc7a" providerId="ADAL" clId="{82FA9D74-6A72-4B45-873D-1296FFFC9B42}" dt="2024-06-06T15:08:53.574" v="305" actId="478"/>
          <ac:picMkLst>
            <pc:docMk/>
            <pc:sldMk cId="450661816" sldId="349"/>
            <ac:picMk id="5" creationId="{CD575DE4-55EC-7782-3D00-39E2D524E9E6}"/>
          </ac:picMkLst>
        </pc:picChg>
        <pc:picChg chg="add mod">
          <ac:chgData name="Edwar Romero-Ramirez" userId="92bc0edd-ad5d-44a7-8ba7-72607029cc7a" providerId="ADAL" clId="{82FA9D74-6A72-4B45-873D-1296FFFC9B42}" dt="2024-06-06T15:09:01.399" v="308" actId="1076"/>
          <ac:picMkLst>
            <pc:docMk/>
            <pc:sldMk cId="450661816" sldId="349"/>
            <ac:picMk id="6" creationId="{6C46A5C2-1BE2-6602-320D-E379367D8360}"/>
          </ac:picMkLst>
        </pc:picChg>
      </pc:sldChg>
      <pc:sldChg chg="addSp delSp modSp add mod modNotesTx">
        <pc:chgData name="Edwar Romero-Ramirez" userId="92bc0edd-ad5d-44a7-8ba7-72607029cc7a" providerId="ADAL" clId="{82FA9D74-6A72-4B45-873D-1296FFFC9B42}" dt="2024-06-06T15:24:52.006" v="807" actId="108"/>
        <pc:sldMkLst>
          <pc:docMk/>
          <pc:sldMk cId="756175004" sldId="350"/>
        </pc:sldMkLst>
        <pc:spChg chg="mod">
          <ac:chgData name="Edwar Romero-Ramirez" userId="92bc0edd-ad5d-44a7-8ba7-72607029cc7a" providerId="ADAL" clId="{82FA9D74-6A72-4B45-873D-1296FFFC9B42}" dt="2024-06-06T15:24:52.006" v="807" actId="108"/>
          <ac:spMkLst>
            <pc:docMk/>
            <pc:sldMk cId="756175004" sldId="350"/>
            <ac:spMk id="3" creationId="{9556065C-AC8D-F8CF-D5A2-F5C7B2A8889E}"/>
          </ac:spMkLst>
        </pc:spChg>
        <pc:spChg chg="add mod">
          <ac:chgData name="Edwar Romero-Ramirez" userId="92bc0edd-ad5d-44a7-8ba7-72607029cc7a" providerId="ADAL" clId="{82FA9D74-6A72-4B45-873D-1296FFFC9B42}" dt="2024-06-06T15:14:14.457" v="552" actId="57"/>
          <ac:spMkLst>
            <pc:docMk/>
            <pc:sldMk cId="756175004" sldId="350"/>
            <ac:spMk id="5" creationId="{3F1CE5EF-1993-48B6-7353-FC6D457CA39A}"/>
          </ac:spMkLst>
        </pc:spChg>
        <pc:picChg chg="del">
          <ac:chgData name="Edwar Romero-Ramirez" userId="92bc0edd-ad5d-44a7-8ba7-72607029cc7a" providerId="ADAL" clId="{82FA9D74-6A72-4B45-873D-1296FFFC9B42}" dt="2024-05-29T16:54:21.358" v="260" actId="478"/>
          <ac:picMkLst>
            <pc:docMk/>
            <pc:sldMk cId="756175004" sldId="350"/>
            <ac:picMk id="5" creationId="{CD575DE4-55EC-7782-3D00-39E2D524E9E6}"/>
          </ac:picMkLst>
        </pc:picChg>
        <pc:picChg chg="add mod">
          <ac:chgData name="Edwar Romero-Ramirez" userId="92bc0edd-ad5d-44a7-8ba7-72607029cc7a" providerId="ADAL" clId="{82FA9D74-6A72-4B45-873D-1296FFFC9B42}" dt="2024-05-29T16:54:32.230" v="264" actId="1076"/>
          <ac:picMkLst>
            <pc:docMk/>
            <pc:sldMk cId="756175004" sldId="350"/>
            <ac:picMk id="6" creationId="{50535E7C-5C90-3DB5-404B-E48DB8C9ECFD}"/>
          </ac:picMkLst>
        </pc:picChg>
      </pc:sldChg>
      <pc:sldChg chg="modSp add mod">
        <pc:chgData name="Edwar Romero-Ramirez" userId="92bc0edd-ad5d-44a7-8ba7-72607029cc7a" providerId="ADAL" clId="{82FA9D74-6A72-4B45-873D-1296FFFC9B42}" dt="2024-06-06T15:32:25.850" v="1313" actId="20577"/>
        <pc:sldMkLst>
          <pc:docMk/>
          <pc:sldMk cId="3912467275" sldId="351"/>
        </pc:sldMkLst>
        <pc:spChg chg="mod">
          <ac:chgData name="Edwar Romero-Ramirez" userId="92bc0edd-ad5d-44a7-8ba7-72607029cc7a" providerId="ADAL" clId="{82FA9D74-6A72-4B45-873D-1296FFFC9B42}" dt="2024-06-06T15:25:14.678" v="824" actId="20577"/>
          <ac:spMkLst>
            <pc:docMk/>
            <pc:sldMk cId="3912467275" sldId="351"/>
            <ac:spMk id="2" creationId="{A43E3E30-0CCC-0FCC-69DC-1C2820744E12}"/>
          </ac:spMkLst>
        </pc:spChg>
        <pc:spChg chg="mod">
          <ac:chgData name="Edwar Romero-Ramirez" userId="92bc0edd-ad5d-44a7-8ba7-72607029cc7a" providerId="ADAL" clId="{82FA9D74-6A72-4B45-873D-1296FFFC9B42}" dt="2024-06-06T15:32:25.850" v="1313" actId="20577"/>
          <ac:spMkLst>
            <pc:docMk/>
            <pc:sldMk cId="3912467275" sldId="351"/>
            <ac:spMk id="3" creationId="{9556065C-AC8D-F8CF-D5A2-F5C7B2A8889E}"/>
          </ac:spMkLst>
        </pc:spChg>
        <pc:picChg chg="ord">
          <ac:chgData name="Edwar Romero-Ramirez" userId="92bc0edd-ad5d-44a7-8ba7-72607029cc7a" providerId="ADAL" clId="{82FA9D74-6A72-4B45-873D-1296FFFC9B42}" dt="2024-06-06T15:25:44.033" v="830" actId="167"/>
          <ac:picMkLst>
            <pc:docMk/>
            <pc:sldMk cId="3912467275" sldId="351"/>
            <ac:picMk id="6" creationId="{50535E7C-5C90-3DB5-404B-E48DB8C9ECFD}"/>
          </ac:picMkLst>
        </pc:picChg>
      </pc:sldChg>
      <pc:sldChg chg="modSp add mod">
        <pc:chgData name="Edwar Romero-Ramirez" userId="92bc0edd-ad5d-44a7-8ba7-72607029cc7a" providerId="ADAL" clId="{82FA9D74-6A72-4B45-873D-1296FFFC9B42}" dt="2024-06-06T16:56:34.081" v="2728" actId="20577"/>
        <pc:sldMkLst>
          <pc:docMk/>
          <pc:sldMk cId="839535825" sldId="352"/>
        </pc:sldMkLst>
        <pc:spChg chg="mod">
          <ac:chgData name="Edwar Romero-Ramirez" userId="92bc0edd-ad5d-44a7-8ba7-72607029cc7a" providerId="ADAL" clId="{82FA9D74-6A72-4B45-873D-1296FFFC9B42}" dt="2024-06-06T16:56:34.081" v="2728" actId="20577"/>
          <ac:spMkLst>
            <pc:docMk/>
            <pc:sldMk cId="839535825" sldId="352"/>
            <ac:spMk id="3" creationId="{9556065C-AC8D-F8CF-D5A2-F5C7B2A8889E}"/>
          </ac:spMkLst>
        </pc:spChg>
      </pc:sldChg>
      <pc:sldChg chg="modSp add mod">
        <pc:chgData name="Edwar Romero-Ramirez" userId="92bc0edd-ad5d-44a7-8ba7-72607029cc7a" providerId="ADAL" clId="{82FA9D74-6A72-4B45-873D-1296FFFC9B42}" dt="2024-06-06T16:56:30.062" v="2725" actId="20577"/>
        <pc:sldMkLst>
          <pc:docMk/>
          <pc:sldMk cId="2838901669" sldId="353"/>
        </pc:sldMkLst>
        <pc:spChg chg="mod">
          <ac:chgData name="Edwar Romero-Ramirez" userId="92bc0edd-ad5d-44a7-8ba7-72607029cc7a" providerId="ADAL" clId="{82FA9D74-6A72-4B45-873D-1296FFFC9B42}" dt="2024-06-06T16:56:30.062" v="2725" actId="20577"/>
          <ac:spMkLst>
            <pc:docMk/>
            <pc:sldMk cId="2838901669" sldId="353"/>
            <ac:spMk id="3" creationId="{9556065C-AC8D-F8CF-D5A2-F5C7B2A8889E}"/>
          </ac:spMkLst>
        </pc:spChg>
      </pc:sldChg>
      <pc:sldChg chg="addSp modSp add mod">
        <pc:chgData name="Edwar Romero-Ramirez" userId="92bc0edd-ad5d-44a7-8ba7-72607029cc7a" providerId="ADAL" clId="{82FA9D74-6A72-4B45-873D-1296FFFC9B42}" dt="2024-06-06T16:42:24.521" v="2225" actId="1038"/>
        <pc:sldMkLst>
          <pc:docMk/>
          <pc:sldMk cId="3245362616" sldId="354"/>
        </pc:sldMkLst>
        <pc:spChg chg="mod">
          <ac:chgData name="Edwar Romero-Ramirez" userId="92bc0edd-ad5d-44a7-8ba7-72607029cc7a" providerId="ADAL" clId="{82FA9D74-6A72-4B45-873D-1296FFFC9B42}" dt="2024-06-06T16:39:04.444" v="2021" actId="20577"/>
          <ac:spMkLst>
            <pc:docMk/>
            <pc:sldMk cId="3245362616" sldId="354"/>
            <ac:spMk id="2" creationId="{A43E3E30-0CCC-0FCC-69DC-1C2820744E12}"/>
          </ac:spMkLst>
        </pc:spChg>
        <pc:spChg chg="mod">
          <ac:chgData name="Edwar Romero-Ramirez" userId="92bc0edd-ad5d-44a7-8ba7-72607029cc7a" providerId="ADAL" clId="{82FA9D74-6A72-4B45-873D-1296FFFC9B42}" dt="2024-06-06T16:37:34.605" v="1991" actId="207"/>
          <ac:spMkLst>
            <pc:docMk/>
            <pc:sldMk cId="3245362616" sldId="354"/>
            <ac:spMk id="3" creationId="{9556065C-AC8D-F8CF-D5A2-F5C7B2A8889E}"/>
          </ac:spMkLst>
        </pc:spChg>
        <pc:spChg chg="add mod">
          <ac:chgData name="Edwar Romero-Ramirez" userId="92bc0edd-ad5d-44a7-8ba7-72607029cc7a" providerId="ADAL" clId="{82FA9D74-6A72-4B45-873D-1296FFFC9B42}" dt="2024-06-06T16:41:59.626" v="2205" actId="1038"/>
          <ac:spMkLst>
            <pc:docMk/>
            <pc:sldMk cId="3245362616" sldId="354"/>
            <ac:spMk id="4" creationId="{11EE0B85-E429-8E8F-8471-C8730B66B3F1}"/>
          </ac:spMkLst>
        </pc:spChg>
        <pc:spChg chg="add mod">
          <ac:chgData name="Edwar Romero-Ramirez" userId="92bc0edd-ad5d-44a7-8ba7-72607029cc7a" providerId="ADAL" clId="{82FA9D74-6A72-4B45-873D-1296FFFC9B42}" dt="2024-06-06T16:41:38.623" v="2152" actId="1038"/>
          <ac:spMkLst>
            <pc:docMk/>
            <pc:sldMk cId="3245362616" sldId="354"/>
            <ac:spMk id="7" creationId="{C0C27DB5-DBAC-F6B2-48B7-EB391F83B449}"/>
          </ac:spMkLst>
        </pc:spChg>
        <pc:spChg chg="add mod">
          <ac:chgData name="Edwar Romero-Ramirez" userId="92bc0edd-ad5d-44a7-8ba7-72607029cc7a" providerId="ADAL" clId="{82FA9D74-6A72-4B45-873D-1296FFFC9B42}" dt="2024-06-06T16:41:38.623" v="2152" actId="1038"/>
          <ac:spMkLst>
            <pc:docMk/>
            <pc:sldMk cId="3245362616" sldId="354"/>
            <ac:spMk id="8" creationId="{26CBE47B-50B1-FB44-38B3-98A2FD157F6D}"/>
          </ac:spMkLst>
        </pc:spChg>
        <pc:spChg chg="add mod">
          <ac:chgData name="Edwar Romero-Ramirez" userId="92bc0edd-ad5d-44a7-8ba7-72607029cc7a" providerId="ADAL" clId="{82FA9D74-6A72-4B45-873D-1296FFFC9B42}" dt="2024-06-06T16:41:38.623" v="2152" actId="1038"/>
          <ac:spMkLst>
            <pc:docMk/>
            <pc:sldMk cId="3245362616" sldId="354"/>
            <ac:spMk id="9" creationId="{01C7816C-C07B-B55B-220A-C69E96BCCDD5}"/>
          </ac:spMkLst>
        </pc:spChg>
        <pc:spChg chg="add mod">
          <ac:chgData name="Edwar Romero-Ramirez" userId="92bc0edd-ad5d-44a7-8ba7-72607029cc7a" providerId="ADAL" clId="{82FA9D74-6A72-4B45-873D-1296FFFC9B42}" dt="2024-06-06T16:41:38.623" v="2152" actId="1038"/>
          <ac:spMkLst>
            <pc:docMk/>
            <pc:sldMk cId="3245362616" sldId="354"/>
            <ac:spMk id="20" creationId="{4BC6DF06-8AAC-9C87-F081-6F01BB8FC70D}"/>
          </ac:spMkLst>
        </pc:spChg>
        <pc:spChg chg="add mod">
          <ac:chgData name="Edwar Romero-Ramirez" userId="92bc0edd-ad5d-44a7-8ba7-72607029cc7a" providerId="ADAL" clId="{82FA9D74-6A72-4B45-873D-1296FFFC9B42}" dt="2024-06-06T16:42:08.323" v="2208" actId="14100"/>
          <ac:spMkLst>
            <pc:docMk/>
            <pc:sldMk cId="3245362616" sldId="354"/>
            <ac:spMk id="21" creationId="{B8EBE528-E30A-1B10-7528-3111E7BFCDC8}"/>
          </ac:spMkLst>
        </pc:spChg>
        <pc:spChg chg="add mod">
          <ac:chgData name="Edwar Romero-Ramirez" userId="92bc0edd-ad5d-44a7-8ba7-72607029cc7a" providerId="ADAL" clId="{82FA9D74-6A72-4B45-873D-1296FFFC9B42}" dt="2024-06-06T16:41:22.340" v="2131" actId="1076"/>
          <ac:spMkLst>
            <pc:docMk/>
            <pc:sldMk cId="3245362616" sldId="354"/>
            <ac:spMk id="23" creationId="{C8FE6EEE-BE1B-7417-F65F-2A5E83A14468}"/>
          </ac:spMkLst>
        </pc:spChg>
        <pc:cxnChg chg="add mod">
          <ac:chgData name="Edwar Romero-Ramirez" userId="92bc0edd-ad5d-44a7-8ba7-72607029cc7a" providerId="ADAL" clId="{82FA9D74-6A72-4B45-873D-1296FFFC9B42}" dt="2024-06-06T16:42:13.138" v="2216" actId="1037"/>
          <ac:cxnSpMkLst>
            <pc:docMk/>
            <pc:sldMk cId="3245362616" sldId="354"/>
            <ac:cxnSpMk id="10" creationId="{503D687C-C993-EF97-6802-C239BBAA4D2A}"/>
          </ac:cxnSpMkLst>
        </pc:cxnChg>
        <pc:cxnChg chg="add mod">
          <ac:chgData name="Edwar Romero-Ramirez" userId="92bc0edd-ad5d-44a7-8ba7-72607029cc7a" providerId="ADAL" clId="{82FA9D74-6A72-4B45-873D-1296FFFC9B42}" dt="2024-06-06T16:42:24.521" v="2225" actId="1038"/>
          <ac:cxnSpMkLst>
            <pc:docMk/>
            <pc:sldMk cId="3245362616" sldId="354"/>
            <ac:cxnSpMk id="12" creationId="{CAEFFA5A-E422-8A8A-76DE-590689BC5379}"/>
          </ac:cxnSpMkLst>
        </pc:cxnChg>
        <pc:cxnChg chg="add mod">
          <ac:chgData name="Edwar Romero-Ramirez" userId="92bc0edd-ad5d-44a7-8ba7-72607029cc7a" providerId="ADAL" clId="{82FA9D74-6A72-4B45-873D-1296FFFC9B42}" dt="2024-06-06T16:41:59.626" v="2205" actId="1038"/>
          <ac:cxnSpMkLst>
            <pc:docMk/>
            <pc:sldMk cId="3245362616" sldId="354"/>
            <ac:cxnSpMk id="13" creationId="{F2D651C0-46B1-7958-D9CC-828337C30633}"/>
          </ac:cxnSpMkLst>
        </pc:cxnChg>
        <pc:cxnChg chg="add mod">
          <ac:chgData name="Edwar Romero-Ramirez" userId="92bc0edd-ad5d-44a7-8ba7-72607029cc7a" providerId="ADAL" clId="{82FA9D74-6A72-4B45-873D-1296FFFC9B42}" dt="2024-06-06T16:42:21.328" v="2222" actId="1038"/>
          <ac:cxnSpMkLst>
            <pc:docMk/>
            <pc:sldMk cId="3245362616" sldId="354"/>
            <ac:cxnSpMk id="15" creationId="{D1C3ECE3-B524-4114-85FD-591FF270C481}"/>
          </ac:cxnSpMkLst>
        </pc:cxnChg>
        <pc:cxnChg chg="add mod">
          <ac:chgData name="Edwar Romero-Ramirez" userId="92bc0edd-ad5d-44a7-8ba7-72607029cc7a" providerId="ADAL" clId="{82FA9D74-6A72-4B45-873D-1296FFFC9B42}" dt="2024-06-06T16:42:22.324" v="2223" actId="1038"/>
          <ac:cxnSpMkLst>
            <pc:docMk/>
            <pc:sldMk cId="3245362616" sldId="354"/>
            <ac:cxnSpMk id="19" creationId="{8F6395DD-847B-0D38-3590-B34123BF4B43}"/>
          </ac:cxnSpMkLst>
        </pc:cxnChg>
      </pc:sldChg>
      <pc:sldChg chg="modSp add del mod">
        <pc:chgData name="Edwar Romero-Ramirez" userId="92bc0edd-ad5d-44a7-8ba7-72607029cc7a" providerId="ADAL" clId="{82FA9D74-6A72-4B45-873D-1296FFFC9B42}" dt="2024-06-06T16:47:08.715" v="2226" actId="47"/>
        <pc:sldMkLst>
          <pc:docMk/>
          <pc:sldMk cId="976568637" sldId="355"/>
        </pc:sldMkLst>
        <pc:spChg chg="mod">
          <ac:chgData name="Edwar Romero-Ramirez" userId="92bc0edd-ad5d-44a7-8ba7-72607029cc7a" providerId="ADAL" clId="{82FA9D74-6A72-4B45-873D-1296FFFC9B42}" dt="2024-06-06T16:39:11.674" v="2022" actId="6549"/>
          <ac:spMkLst>
            <pc:docMk/>
            <pc:sldMk cId="976568637" sldId="355"/>
            <ac:spMk id="2" creationId="{A43E3E30-0CCC-0FCC-69DC-1C2820744E12}"/>
          </ac:spMkLst>
        </pc:spChg>
      </pc:sldChg>
      <pc:sldChg chg="addSp delSp modSp add mod">
        <pc:chgData name="Edwar Romero-Ramirez" userId="92bc0edd-ad5d-44a7-8ba7-72607029cc7a" providerId="ADAL" clId="{82FA9D74-6A72-4B45-873D-1296FFFC9B42}" dt="2024-06-06T16:57:03.174" v="2734" actId="14100"/>
        <pc:sldMkLst>
          <pc:docMk/>
          <pc:sldMk cId="4183556849" sldId="355"/>
        </pc:sldMkLst>
        <pc:spChg chg="mod">
          <ac:chgData name="Edwar Romero-Ramirez" userId="92bc0edd-ad5d-44a7-8ba7-72607029cc7a" providerId="ADAL" clId="{82FA9D74-6A72-4B45-873D-1296FFFC9B42}" dt="2024-06-06T16:56:58.633" v="2733" actId="27636"/>
          <ac:spMkLst>
            <pc:docMk/>
            <pc:sldMk cId="4183556849" sldId="355"/>
            <ac:spMk id="3" creationId="{9556065C-AC8D-F8CF-D5A2-F5C7B2A8889E}"/>
          </ac:spMkLst>
        </pc:spChg>
        <pc:spChg chg="add del">
          <ac:chgData name="Edwar Romero-Ramirez" userId="92bc0edd-ad5d-44a7-8ba7-72607029cc7a" providerId="ADAL" clId="{82FA9D74-6A72-4B45-873D-1296FFFC9B42}" dt="2024-06-06T16:53:10.400" v="2452" actId="478"/>
          <ac:spMkLst>
            <pc:docMk/>
            <pc:sldMk cId="4183556849" sldId="355"/>
            <ac:spMk id="4" creationId="{11EE0B85-E429-8E8F-8471-C8730B66B3F1}"/>
          </ac:spMkLst>
        </pc:spChg>
        <pc:spChg chg="add del">
          <ac:chgData name="Edwar Romero-Ramirez" userId="92bc0edd-ad5d-44a7-8ba7-72607029cc7a" providerId="ADAL" clId="{82FA9D74-6A72-4B45-873D-1296FFFC9B42}" dt="2024-06-06T16:53:04.923" v="2451" actId="478"/>
          <ac:spMkLst>
            <pc:docMk/>
            <pc:sldMk cId="4183556849" sldId="355"/>
            <ac:spMk id="5" creationId="{3F1CE5EF-1993-48B6-7353-FC6D457CA39A}"/>
          </ac:spMkLst>
        </pc:spChg>
        <pc:spChg chg="add del">
          <ac:chgData name="Edwar Romero-Ramirez" userId="92bc0edd-ad5d-44a7-8ba7-72607029cc7a" providerId="ADAL" clId="{82FA9D74-6A72-4B45-873D-1296FFFC9B42}" dt="2024-06-06T16:53:10.400" v="2452" actId="478"/>
          <ac:spMkLst>
            <pc:docMk/>
            <pc:sldMk cId="4183556849" sldId="355"/>
            <ac:spMk id="7" creationId="{C0C27DB5-DBAC-F6B2-48B7-EB391F83B449}"/>
          </ac:spMkLst>
        </pc:spChg>
        <pc:spChg chg="add del">
          <ac:chgData name="Edwar Romero-Ramirez" userId="92bc0edd-ad5d-44a7-8ba7-72607029cc7a" providerId="ADAL" clId="{82FA9D74-6A72-4B45-873D-1296FFFC9B42}" dt="2024-06-06T16:53:10.400" v="2452" actId="478"/>
          <ac:spMkLst>
            <pc:docMk/>
            <pc:sldMk cId="4183556849" sldId="355"/>
            <ac:spMk id="8" creationId="{26CBE47B-50B1-FB44-38B3-98A2FD157F6D}"/>
          </ac:spMkLst>
        </pc:spChg>
        <pc:spChg chg="add del">
          <ac:chgData name="Edwar Romero-Ramirez" userId="92bc0edd-ad5d-44a7-8ba7-72607029cc7a" providerId="ADAL" clId="{82FA9D74-6A72-4B45-873D-1296FFFC9B42}" dt="2024-06-06T16:53:11.681" v="2453" actId="478"/>
          <ac:spMkLst>
            <pc:docMk/>
            <pc:sldMk cId="4183556849" sldId="355"/>
            <ac:spMk id="9" creationId="{01C7816C-C07B-B55B-220A-C69E96BCCDD5}"/>
          </ac:spMkLst>
        </pc:spChg>
        <pc:spChg chg="add del">
          <ac:chgData name="Edwar Romero-Ramirez" userId="92bc0edd-ad5d-44a7-8ba7-72607029cc7a" providerId="ADAL" clId="{82FA9D74-6A72-4B45-873D-1296FFFC9B42}" dt="2024-06-06T16:53:10.400" v="2452" actId="478"/>
          <ac:spMkLst>
            <pc:docMk/>
            <pc:sldMk cId="4183556849" sldId="355"/>
            <ac:spMk id="20" creationId="{4BC6DF06-8AAC-9C87-F081-6F01BB8FC70D}"/>
          </ac:spMkLst>
        </pc:spChg>
        <pc:spChg chg="add del">
          <ac:chgData name="Edwar Romero-Ramirez" userId="92bc0edd-ad5d-44a7-8ba7-72607029cc7a" providerId="ADAL" clId="{82FA9D74-6A72-4B45-873D-1296FFFC9B42}" dt="2024-06-06T16:53:10.400" v="2452" actId="478"/>
          <ac:spMkLst>
            <pc:docMk/>
            <pc:sldMk cId="4183556849" sldId="355"/>
            <ac:spMk id="21" creationId="{B8EBE528-E30A-1B10-7528-3111E7BFCDC8}"/>
          </ac:spMkLst>
        </pc:spChg>
        <pc:spChg chg="del">
          <ac:chgData name="Edwar Romero-Ramirez" userId="92bc0edd-ad5d-44a7-8ba7-72607029cc7a" providerId="ADAL" clId="{82FA9D74-6A72-4B45-873D-1296FFFC9B42}" dt="2024-06-06T16:51:19.742" v="2431" actId="478"/>
          <ac:spMkLst>
            <pc:docMk/>
            <pc:sldMk cId="4183556849" sldId="355"/>
            <ac:spMk id="23" creationId="{C8FE6EEE-BE1B-7417-F65F-2A5E83A14468}"/>
          </ac:spMkLst>
        </pc:spChg>
        <pc:picChg chg="mod">
          <ac:chgData name="Edwar Romero-Ramirez" userId="92bc0edd-ad5d-44a7-8ba7-72607029cc7a" providerId="ADAL" clId="{82FA9D74-6A72-4B45-873D-1296FFFC9B42}" dt="2024-06-06T16:52:39.904" v="2436" actId="1076"/>
          <ac:picMkLst>
            <pc:docMk/>
            <pc:sldMk cId="4183556849" sldId="355"/>
            <ac:picMk id="6" creationId="{50535E7C-5C90-3DB5-404B-E48DB8C9ECFD}"/>
          </ac:picMkLst>
        </pc:picChg>
        <pc:picChg chg="add del mod">
          <ac:chgData name="Edwar Romero-Ramirez" userId="92bc0edd-ad5d-44a7-8ba7-72607029cc7a" providerId="ADAL" clId="{82FA9D74-6A72-4B45-873D-1296FFFC9B42}" dt="2024-06-06T16:53:00.951" v="2447" actId="22"/>
          <ac:picMkLst>
            <pc:docMk/>
            <pc:sldMk cId="4183556849" sldId="355"/>
            <ac:picMk id="14" creationId="{FEAFB513-1FDC-6C84-3F0A-982CF17DD146}"/>
          </ac:picMkLst>
        </pc:picChg>
        <pc:picChg chg="add mod">
          <ac:chgData name="Edwar Romero-Ramirez" userId="92bc0edd-ad5d-44a7-8ba7-72607029cc7a" providerId="ADAL" clId="{82FA9D74-6A72-4B45-873D-1296FFFC9B42}" dt="2024-06-06T16:57:03.174" v="2734" actId="14100"/>
          <ac:picMkLst>
            <pc:docMk/>
            <pc:sldMk cId="4183556849" sldId="355"/>
            <ac:picMk id="17" creationId="{81A7133B-4EF4-6F2E-F115-3E1B669ABF10}"/>
          </ac:picMkLst>
        </pc:picChg>
        <pc:cxnChg chg="add del">
          <ac:chgData name="Edwar Romero-Ramirez" userId="92bc0edd-ad5d-44a7-8ba7-72607029cc7a" providerId="ADAL" clId="{82FA9D74-6A72-4B45-873D-1296FFFC9B42}" dt="2024-06-06T16:53:10.400" v="2452" actId="478"/>
          <ac:cxnSpMkLst>
            <pc:docMk/>
            <pc:sldMk cId="4183556849" sldId="355"/>
            <ac:cxnSpMk id="10" creationId="{503D687C-C993-EF97-6802-C239BBAA4D2A}"/>
          </ac:cxnSpMkLst>
        </pc:cxnChg>
        <pc:cxnChg chg="add del">
          <ac:chgData name="Edwar Romero-Ramirez" userId="92bc0edd-ad5d-44a7-8ba7-72607029cc7a" providerId="ADAL" clId="{82FA9D74-6A72-4B45-873D-1296FFFC9B42}" dt="2024-06-06T16:53:10.400" v="2452" actId="478"/>
          <ac:cxnSpMkLst>
            <pc:docMk/>
            <pc:sldMk cId="4183556849" sldId="355"/>
            <ac:cxnSpMk id="12" creationId="{CAEFFA5A-E422-8A8A-76DE-590689BC5379}"/>
          </ac:cxnSpMkLst>
        </pc:cxnChg>
        <pc:cxnChg chg="add del">
          <ac:chgData name="Edwar Romero-Ramirez" userId="92bc0edd-ad5d-44a7-8ba7-72607029cc7a" providerId="ADAL" clId="{82FA9D74-6A72-4B45-873D-1296FFFC9B42}" dt="2024-06-06T16:53:10.400" v="2452" actId="478"/>
          <ac:cxnSpMkLst>
            <pc:docMk/>
            <pc:sldMk cId="4183556849" sldId="355"/>
            <ac:cxnSpMk id="13" creationId="{F2D651C0-46B1-7958-D9CC-828337C30633}"/>
          </ac:cxnSpMkLst>
        </pc:cxnChg>
        <pc:cxnChg chg="add del">
          <ac:chgData name="Edwar Romero-Ramirez" userId="92bc0edd-ad5d-44a7-8ba7-72607029cc7a" providerId="ADAL" clId="{82FA9D74-6A72-4B45-873D-1296FFFC9B42}" dt="2024-06-06T16:53:10.400" v="2452" actId="478"/>
          <ac:cxnSpMkLst>
            <pc:docMk/>
            <pc:sldMk cId="4183556849" sldId="355"/>
            <ac:cxnSpMk id="15" creationId="{D1C3ECE3-B524-4114-85FD-591FF270C481}"/>
          </ac:cxnSpMkLst>
        </pc:cxnChg>
        <pc:cxnChg chg="add del mod">
          <ac:chgData name="Edwar Romero-Ramirez" userId="92bc0edd-ad5d-44a7-8ba7-72607029cc7a" providerId="ADAL" clId="{82FA9D74-6A72-4B45-873D-1296FFFC9B42}" dt="2024-06-06T16:53:10.400" v="2452" actId="478"/>
          <ac:cxnSpMkLst>
            <pc:docMk/>
            <pc:sldMk cId="4183556849" sldId="355"/>
            <ac:cxnSpMk id="19" creationId="{8F6395DD-847B-0D38-3590-B34123BF4B43}"/>
          </ac:cxnSpMkLst>
        </pc:cxnChg>
      </pc:sldChg>
      <pc:sldChg chg="modSp mod">
        <pc:chgData name="Edwar Romero-Ramirez" userId="92bc0edd-ad5d-44a7-8ba7-72607029cc7a" providerId="ADAL" clId="{82FA9D74-6A72-4B45-873D-1296FFFC9B42}" dt="2024-06-25T03:41:30.011" v="2849" actId="207"/>
        <pc:sldMkLst>
          <pc:docMk/>
          <pc:sldMk cId="869483577" sldId="372"/>
        </pc:sldMkLst>
        <pc:spChg chg="mod">
          <ac:chgData name="Edwar Romero-Ramirez" userId="92bc0edd-ad5d-44a7-8ba7-72607029cc7a" providerId="ADAL" clId="{82FA9D74-6A72-4B45-873D-1296FFFC9B42}" dt="2024-06-25T03:41:30.011" v="2849" actId="207"/>
          <ac:spMkLst>
            <pc:docMk/>
            <pc:sldMk cId="869483577" sldId="372"/>
            <ac:spMk id="3" creationId="{10AD0E58-93FB-6A47-493C-616E6D59704E}"/>
          </ac:spMkLst>
        </pc:spChg>
      </pc:sldChg>
      <pc:sldChg chg="modSp mod">
        <pc:chgData name="Edwar Romero-Ramirez" userId="92bc0edd-ad5d-44a7-8ba7-72607029cc7a" providerId="ADAL" clId="{82FA9D74-6A72-4B45-873D-1296FFFC9B42}" dt="2024-06-25T03:26:51.350" v="2777" actId="20577"/>
        <pc:sldMkLst>
          <pc:docMk/>
          <pc:sldMk cId="783102877" sldId="376"/>
        </pc:sldMkLst>
        <pc:spChg chg="mod">
          <ac:chgData name="Edwar Romero-Ramirez" userId="92bc0edd-ad5d-44a7-8ba7-72607029cc7a" providerId="ADAL" clId="{82FA9D74-6A72-4B45-873D-1296FFFC9B42}" dt="2024-06-25T03:26:51.350" v="2777" actId="20577"/>
          <ac:spMkLst>
            <pc:docMk/>
            <pc:sldMk cId="783102877" sldId="376"/>
            <ac:spMk id="16" creationId="{1CB7A709-C4D1-B131-0F7B-00239AA28768}"/>
          </ac:spMkLst>
        </pc:spChg>
      </pc:sldChg>
      <pc:sldChg chg="modSp mod">
        <pc:chgData name="Edwar Romero-Ramirez" userId="92bc0edd-ad5d-44a7-8ba7-72607029cc7a" providerId="ADAL" clId="{82FA9D74-6A72-4B45-873D-1296FFFC9B42}" dt="2024-06-25T03:28:07.986" v="2836" actId="2711"/>
        <pc:sldMkLst>
          <pc:docMk/>
          <pc:sldMk cId="3036108891" sldId="377"/>
        </pc:sldMkLst>
        <pc:spChg chg="mod">
          <ac:chgData name="Edwar Romero-Ramirez" userId="92bc0edd-ad5d-44a7-8ba7-72607029cc7a" providerId="ADAL" clId="{82FA9D74-6A72-4B45-873D-1296FFFC9B42}" dt="2024-06-25T03:28:07.986" v="2836" actId="2711"/>
          <ac:spMkLst>
            <pc:docMk/>
            <pc:sldMk cId="3036108891" sldId="377"/>
            <ac:spMk id="3" creationId="{10AD0E58-93FB-6A47-493C-616E6D59704E}"/>
          </ac:spMkLst>
        </pc:spChg>
      </pc:sldChg>
      <pc:sldChg chg="addSp modSp add mod">
        <pc:chgData name="Edwar Romero-Ramirez" userId="92bc0edd-ad5d-44a7-8ba7-72607029cc7a" providerId="ADAL" clId="{82FA9D74-6A72-4B45-873D-1296FFFC9B42}" dt="2024-06-25T03:55:04.842" v="3116" actId="20577"/>
        <pc:sldMkLst>
          <pc:docMk/>
          <pc:sldMk cId="4151336825" sldId="378"/>
        </pc:sldMkLst>
        <pc:spChg chg="mod">
          <ac:chgData name="Edwar Romero-Ramirez" userId="92bc0edd-ad5d-44a7-8ba7-72607029cc7a" providerId="ADAL" clId="{82FA9D74-6A72-4B45-873D-1296FFFC9B42}" dt="2024-06-25T03:55:04.842" v="3116" actId="20577"/>
          <ac:spMkLst>
            <pc:docMk/>
            <pc:sldMk cId="4151336825" sldId="378"/>
            <ac:spMk id="3" creationId="{10AD0E58-93FB-6A47-493C-616E6D59704E}"/>
          </ac:spMkLst>
        </pc:spChg>
        <pc:picChg chg="add mod">
          <ac:chgData name="Edwar Romero-Ramirez" userId="92bc0edd-ad5d-44a7-8ba7-72607029cc7a" providerId="ADAL" clId="{82FA9D74-6A72-4B45-873D-1296FFFC9B42}" dt="2024-06-25T03:48:13.119" v="3069" actId="1076"/>
          <ac:picMkLst>
            <pc:docMk/>
            <pc:sldMk cId="4151336825" sldId="378"/>
            <ac:picMk id="9" creationId="{9F69BC43-398D-9BFC-149B-04AD59E69085}"/>
          </ac:picMkLst>
        </pc:picChg>
        <pc:picChg chg="add mod">
          <ac:chgData name="Edwar Romero-Ramirez" userId="92bc0edd-ad5d-44a7-8ba7-72607029cc7a" providerId="ADAL" clId="{82FA9D74-6A72-4B45-873D-1296FFFC9B42}" dt="2024-06-25T03:48:21.438" v="3071" actId="1076"/>
          <ac:picMkLst>
            <pc:docMk/>
            <pc:sldMk cId="4151336825" sldId="378"/>
            <ac:picMk id="10" creationId="{6F18252A-F3F1-5583-7513-D72BCC4D94F3}"/>
          </ac:picMkLst>
        </pc:picChg>
        <pc:picChg chg="add mod">
          <ac:chgData name="Edwar Romero-Ramirez" userId="92bc0edd-ad5d-44a7-8ba7-72607029cc7a" providerId="ADAL" clId="{82FA9D74-6A72-4B45-873D-1296FFFC9B42}" dt="2024-06-25T03:48:45.867" v="3074" actId="1076"/>
          <ac:picMkLst>
            <pc:docMk/>
            <pc:sldMk cId="4151336825" sldId="378"/>
            <ac:picMk id="11" creationId="{97343BB2-9917-8019-B25E-EE9A1EE61458}"/>
          </ac:picMkLst>
        </pc:picChg>
        <pc:picChg chg="add mod">
          <ac:chgData name="Edwar Romero-Ramirez" userId="92bc0edd-ad5d-44a7-8ba7-72607029cc7a" providerId="ADAL" clId="{82FA9D74-6A72-4B45-873D-1296FFFC9B42}" dt="2024-06-25T03:49:06.739" v="3077" actId="1076"/>
          <ac:picMkLst>
            <pc:docMk/>
            <pc:sldMk cId="4151336825" sldId="378"/>
            <ac:picMk id="12" creationId="{E28413AD-7FC6-C6B6-75B1-4E8C41C2F902}"/>
          </ac:picMkLst>
        </pc:picChg>
      </pc:sldChg>
      <pc:sldChg chg="addSp modSp add mod">
        <pc:chgData name="Edwar Romero-Ramirez" userId="92bc0edd-ad5d-44a7-8ba7-72607029cc7a" providerId="ADAL" clId="{82FA9D74-6A72-4B45-873D-1296FFFC9B42}" dt="2024-06-25T03:55:42.603" v="3144" actId="1076"/>
        <pc:sldMkLst>
          <pc:docMk/>
          <pc:sldMk cId="1345516017" sldId="379"/>
        </pc:sldMkLst>
        <pc:spChg chg="mod">
          <ac:chgData name="Edwar Romero-Ramirez" userId="92bc0edd-ad5d-44a7-8ba7-72607029cc7a" providerId="ADAL" clId="{82FA9D74-6A72-4B45-873D-1296FFFC9B42}" dt="2024-06-25T03:55:35.318" v="3142" actId="6549"/>
          <ac:spMkLst>
            <pc:docMk/>
            <pc:sldMk cId="1345516017" sldId="379"/>
            <ac:spMk id="3" creationId="{10AD0E58-93FB-6A47-493C-616E6D59704E}"/>
          </ac:spMkLst>
        </pc:spChg>
        <pc:picChg chg="add mod ord">
          <ac:chgData name="Edwar Romero-Ramirez" userId="92bc0edd-ad5d-44a7-8ba7-72607029cc7a" providerId="ADAL" clId="{82FA9D74-6A72-4B45-873D-1296FFFC9B42}" dt="2024-06-25T03:55:42.603" v="3144" actId="1076"/>
          <ac:picMkLst>
            <pc:docMk/>
            <pc:sldMk cId="1345516017" sldId="379"/>
            <ac:picMk id="14" creationId="{D00639C3-5122-C304-E110-5216E1F218F7}"/>
          </ac:picMkLst>
        </pc:picChg>
      </pc:sldChg>
      <pc:sldChg chg="addSp delSp modSp new mod">
        <pc:chgData name="Edwar Romero-Ramirez" userId="92bc0edd-ad5d-44a7-8ba7-72607029cc7a" providerId="ADAL" clId="{82FA9D74-6A72-4B45-873D-1296FFFC9B42}" dt="2024-07-01T16:13:38.502" v="3365" actId="478"/>
        <pc:sldMkLst>
          <pc:docMk/>
          <pc:sldMk cId="3150395374" sldId="383"/>
        </pc:sldMkLst>
        <pc:spChg chg="mod">
          <ac:chgData name="Edwar Romero-Ramirez" userId="92bc0edd-ad5d-44a7-8ba7-72607029cc7a" providerId="ADAL" clId="{82FA9D74-6A72-4B45-873D-1296FFFC9B42}" dt="2024-07-01T15:34:50.074" v="3160" actId="20577"/>
          <ac:spMkLst>
            <pc:docMk/>
            <pc:sldMk cId="3150395374" sldId="383"/>
            <ac:spMk id="2" creationId="{9DC51857-EA65-D333-D7C8-9CE88404D2D7}"/>
          </ac:spMkLst>
        </pc:spChg>
        <pc:spChg chg="mod">
          <ac:chgData name="Edwar Romero-Ramirez" userId="92bc0edd-ad5d-44a7-8ba7-72607029cc7a" providerId="ADAL" clId="{82FA9D74-6A72-4B45-873D-1296FFFC9B42}" dt="2024-07-01T16:08:26.862" v="3304" actId="20577"/>
          <ac:spMkLst>
            <pc:docMk/>
            <pc:sldMk cId="3150395374" sldId="383"/>
            <ac:spMk id="3" creationId="{3CFB9FEF-949D-C661-DEE1-652BD644907F}"/>
          </ac:spMkLst>
        </pc:spChg>
        <pc:spChg chg="add mod">
          <ac:chgData name="Edwar Romero-Ramirez" userId="92bc0edd-ad5d-44a7-8ba7-72607029cc7a" providerId="ADAL" clId="{82FA9D74-6A72-4B45-873D-1296FFFC9B42}" dt="2024-07-01T16:09:03.071" v="3341" actId="114"/>
          <ac:spMkLst>
            <pc:docMk/>
            <pc:sldMk cId="3150395374" sldId="383"/>
            <ac:spMk id="8" creationId="{0A07C953-DB59-F204-FFE7-3D5234087679}"/>
          </ac:spMkLst>
        </pc:spChg>
        <pc:picChg chg="add del mod">
          <ac:chgData name="Edwar Romero-Ramirez" userId="92bc0edd-ad5d-44a7-8ba7-72607029cc7a" providerId="ADAL" clId="{82FA9D74-6A72-4B45-873D-1296FFFC9B42}" dt="2024-07-01T16:06:37.136" v="3248" actId="21"/>
          <ac:picMkLst>
            <pc:docMk/>
            <pc:sldMk cId="3150395374" sldId="383"/>
            <ac:picMk id="5" creationId="{653FF7A9-F8E8-6536-99CE-49C42FC9AF4C}"/>
          </ac:picMkLst>
        </pc:picChg>
        <pc:picChg chg="add del mod">
          <ac:chgData name="Edwar Romero-Ramirez" userId="92bc0edd-ad5d-44a7-8ba7-72607029cc7a" providerId="ADAL" clId="{82FA9D74-6A72-4B45-873D-1296FFFC9B42}" dt="2024-07-01T16:06:42.853" v="3250" actId="478"/>
          <ac:picMkLst>
            <pc:docMk/>
            <pc:sldMk cId="3150395374" sldId="383"/>
            <ac:picMk id="6" creationId="{653FF7A9-F8E8-6536-99CE-49C42FC9AF4C}"/>
          </ac:picMkLst>
        </pc:picChg>
        <pc:picChg chg="add mod">
          <ac:chgData name="Edwar Romero-Ramirez" userId="92bc0edd-ad5d-44a7-8ba7-72607029cc7a" providerId="ADAL" clId="{82FA9D74-6A72-4B45-873D-1296FFFC9B42}" dt="2024-07-01T16:10:17.827" v="3348" actId="1076"/>
          <ac:picMkLst>
            <pc:docMk/>
            <pc:sldMk cId="3150395374" sldId="383"/>
            <ac:picMk id="7" creationId="{CD544E25-DC97-3A6E-1C82-0D3D049C8796}"/>
          </ac:picMkLst>
        </pc:picChg>
        <pc:picChg chg="add del">
          <ac:chgData name="Edwar Romero-Ramirez" userId="92bc0edd-ad5d-44a7-8ba7-72607029cc7a" providerId="ADAL" clId="{82FA9D74-6A72-4B45-873D-1296FFFC9B42}" dt="2024-07-01T16:09:31.607" v="3343" actId="478"/>
          <ac:picMkLst>
            <pc:docMk/>
            <pc:sldMk cId="3150395374" sldId="383"/>
            <ac:picMk id="9" creationId="{B1120F3A-C0AE-6DA9-4515-8D69A06B4FA3}"/>
          </ac:picMkLst>
        </pc:picChg>
        <pc:picChg chg="add del mod">
          <ac:chgData name="Edwar Romero-Ramirez" userId="92bc0edd-ad5d-44a7-8ba7-72607029cc7a" providerId="ADAL" clId="{82FA9D74-6A72-4B45-873D-1296FFFC9B42}" dt="2024-07-01T16:13:38.502" v="3365" actId="478"/>
          <ac:picMkLst>
            <pc:docMk/>
            <pc:sldMk cId="3150395374" sldId="383"/>
            <ac:picMk id="11" creationId="{5978662A-320C-812C-6CA3-38B9B6E51C09}"/>
          </ac:picMkLst>
        </pc:picChg>
      </pc:sldChg>
      <pc:sldChg chg="modSp new mod">
        <pc:chgData name="Edwar Romero-Ramirez" userId="92bc0edd-ad5d-44a7-8ba7-72607029cc7a" providerId="ADAL" clId="{82FA9D74-6A72-4B45-873D-1296FFFC9B42}" dt="2024-07-01T16:23:48.219" v="3565" actId="20577"/>
        <pc:sldMkLst>
          <pc:docMk/>
          <pc:sldMk cId="4067671551" sldId="384"/>
        </pc:sldMkLst>
        <pc:spChg chg="mod">
          <ac:chgData name="Edwar Romero-Ramirez" userId="92bc0edd-ad5d-44a7-8ba7-72607029cc7a" providerId="ADAL" clId="{82FA9D74-6A72-4B45-873D-1296FFFC9B42}" dt="2024-07-01T16:11:01.166" v="3350"/>
          <ac:spMkLst>
            <pc:docMk/>
            <pc:sldMk cId="4067671551" sldId="384"/>
            <ac:spMk id="2" creationId="{37B3F289-2194-CA52-4827-48B980892C56}"/>
          </ac:spMkLst>
        </pc:spChg>
        <pc:spChg chg="mod">
          <ac:chgData name="Edwar Romero-Ramirez" userId="92bc0edd-ad5d-44a7-8ba7-72607029cc7a" providerId="ADAL" clId="{82FA9D74-6A72-4B45-873D-1296FFFC9B42}" dt="2024-07-01T16:23:48.219" v="3565" actId="20577"/>
          <ac:spMkLst>
            <pc:docMk/>
            <pc:sldMk cId="4067671551" sldId="384"/>
            <ac:spMk id="3" creationId="{C5E5E4AC-83D8-A3ED-9302-CF3856A0F32B}"/>
          </ac:spMkLst>
        </pc:spChg>
      </pc:sldChg>
      <pc:sldChg chg="addSp delSp modSp add del mod">
        <pc:chgData name="Edwar Romero-Ramirez" userId="92bc0edd-ad5d-44a7-8ba7-72607029cc7a" providerId="ADAL" clId="{82FA9D74-6A72-4B45-873D-1296FFFC9B42}" dt="2024-07-01T16:13:46.088" v="3366" actId="47"/>
        <pc:sldMkLst>
          <pc:docMk/>
          <pc:sldMk cId="61963637" sldId="385"/>
        </pc:sldMkLst>
        <pc:spChg chg="add del mod">
          <ac:chgData name="Edwar Romero-Ramirez" userId="92bc0edd-ad5d-44a7-8ba7-72607029cc7a" providerId="ADAL" clId="{82FA9D74-6A72-4B45-873D-1296FFFC9B42}" dt="2024-07-01T16:13:36.656" v="3362" actId="478"/>
          <ac:spMkLst>
            <pc:docMk/>
            <pc:sldMk cId="61963637" sldId="385"/>
            <ac:spMk id="3" creationId="{3CFB9FEF-949D-C661-DEE1-652BD644907F}"/>
          </ac:spMkLst>
        </pc:spChg>
        <pc:spChg chg="add del mod">
          <ac:chgData name="Edwar Romero-Ramirez" userId="92bc0edd-ad5d-44a7-8ba7-72607029cc7a" providerId="ADAL" clId="{82FA9D74-6A72-4B45-873D-1296FFFC9B42}" dt="2024-07-01T16:13:36.656" v="3362" actId="478"/>
          <ac:spMkLst>
            <pc:docMk/>
            <pc:sldMk cId="61963637" sldId="385"/>
            <ac:spMk id="5" creationId="{8E58FECE-A695-8CAB-1912-50A402400C7B}"/>
          </ac:spMkLst>
        </pc:spChg>
        <pc:spChg chg="mod">
          <ac:chgData name="Edwar Romero-Ramirez" userId="92bc0edd-ad5d-44a7-8ba7-72607029cc7a" providerId="ADAL" clId="{82FA9D74-6A72-4B45-873D-1296FFFC9B42}" dt="2024-07-01T16:13:35.136" v="3360" actId="1076"/>
          <ac:spMkLst>
            <pc:docMk/>
            <pc:sldMk cId="61963637" sldId="385"/>
            <ac:spMk id="8" creationId="{0A07C953-DB59-F204-FFE7-3D5234087679}"/>
          </ac:spMkLst>
        </pc:spChg>
        <pc:picChg chg="add del">
          <ac:chgData name="Edwar Romero-Ramirez" userId="92bc0edd-ad5d-44a7-8ba7-72607029cc7a" providerId="ADAL" clId="{82FA9D74-6A72-4B45-873D-1296FFFC9B42}" dt="2024-07-01T16:13:37.915" v="3364" actId="478"/>
          <ac:picMkLst>
            <pc:docMk/>
            <pc:sldMk cId="61963637" sldId="385"/>
            <ac:picMk id="7" creationId="{CD544E25-DC97-3A6E-1C82-0D3D049C8796}"/>
          </ac:picMkLst>
        </pc:picChg>
        <pc:picChg chg="mod">
          <ac:chgData name="Edwar Romero-Ramirez" userId="92bc0edd-ad5d-44a7-8ba7-72607029cc7a" providerId="ADAL" clId="{82FA9D74-6A72-4B45-873D-1296FFFC9B42}" dt="2024-07-01T16:13:37.264" v="3363" actId="1076"/>
          <ac:picMkLst>
            <pc:docMk/>
            <pc:sldMk cId="61963637" sldId="385"/>
            <ac:picMk id="11" creationId="{5978662A-320C-812C-6CA3-38B9B6E51C09}"/>
          </ac:picMkLst>
        </pc:picChg>
      </pc:sldChg>
    </pc:docChg>
  </pc:docChgLst>
  <pc:docChgLst>
    <pc:chgData name="Somak Das" userId="S::sdas@floridapoly.edu::98cebb13-2fc4-4808-95b9-daeb7e6acc01" providerId="AD" clId="Web-{90C5C827-4036-E663-0D65-8F4707F50D7C}"/>
    <pc:docChg chg="addSld delSld modSld modSection">
      <pc:chgData name="Somak Das" userId="S::sdas@floridapoly.edu::98cebb13-2fc4-4808-95b9-daeb7e6acc01" providerId="AD" clId="Web-{90C5C827-4036-E663-0D65-8F4707F50D7C}" dt="2024-08-26T15:55:38.301" v="840"/>
      <pc:docMkLst>
        <pc:docMk/>
      </pc:docMkLst>
      <pc:sldChg chg="modSp">
        <pc:chgData name="Somak Das" userId="S::sdas@floridapoly.edu::98cebb13-2fc4-4808-95b9-daeb7e6acc01" providerId="AD" clId="Web-{90C5C827-4036-E663-0D65-8F4707F50D7C}" dt="2024-08-26T15:46:16.167" v="743" actId="20577"/>
        <pc:sldMkLst>
          <pc:docMk/>
          <pc:sldMk cId="2289991728" sldId="342"/>
        </pc:sldMkLst>
        <pc:spChg chg="mod">
          <ac:chgData name="Somak Das" userId="S::sdas@floridapoly.edu::98cebb13-2fc4-4808-95b9-daeb7e6acc01" providerId="AD" clId="Web-{90C5C827-4036-E663-0D65-8F4707F50D7C}" dt="2024-08-26T15:46:16.167" v="743" actId="20577"/>
          <ac:spMkLst>
            <pc:docMk/>
            <pc:sldMk cId="2289991728" sldId="342"/>
            <ac:spMk id="2" creationId="{4D3BEB11-28D7-C522-E5E9-6807A609E96E}"/>
          </ac:spMkLst>
        </pc:spChg>
        <pc:spChg chg="mod">
          <ac:chgData name="Somak Das" userId="S::sdas@floridapoly.edu::98cebb13-2fc4-4808-95b9-daeb7e6acc01" providerId="AD" clId="Web-{90C5C827-4036-E663-0D65-8F4707F50D7C}" dt="2024-08-26T15:20:18.735" v="40" actId="20577"/>
          <ac:spMkLst>
            <pc:docMk/>
            <pc:sldMk cId="2289991728" sldId="342"/>
            <ac:spMk id="3" creationId="{78D6B0DC-8DDB-A7DA-E1AC-AD2D78ED7DCB}"/>
          </ac:spMkLst>
        </pc:spChg>
      </pc:sldChg>
      <pc:sldChg chg="modSp">
        <pc:chgData name="Somak Das" userId="S::sdas@floridapoly.edu::98cebb13-2fc4-4808-95b9-daeb7e6acc01" providerId="AD" clId="Web-{90C5C827-4036-E663-0D65-8F4707F50D7C}" dt="2024-08-26T15:27:57.899" v="69" actId="20577"/>
        <pc:sldMkLst>
          <pc:docMk/>
          <pc:sldMk cId="450661816" sldId="349"/>
        </pc:sldMkLst>
        <pc:spChg chg="mod">
          <ac:chgData name="Somak Das" userId="S::sdas@floridapoly.edu::98cebb13-2fc4-4808-95b9-daeb7e6acc01" providerId="AD" clId="Web-{90C5C827-4036-E663-0D65-8F4707F50D7C}" dt="2024-08-26T15:27:57.899" v="69" actId="20577"/>
          <ac:spMkLst>
            <pc:docMk/>
            <pc:sldMk cId="450661816" sldId="349"/>
            <ac:spMk id="3" creationId="{9556065C-AC8D-F8CF-D5A2-F5C7B2A8889E}"/>
          </ac:spMkLst>
        </pc:spChg>
      </pc:sldChg>
      <pc:sldChg chg="addSp delSp modSp mod setBg">
        <pc:chgData name="Somak Das" userId="S::sdas@floridapoly.edu::98cebb13-2fc4-4808-95b9-daeb7e6acc01" providerId="AD" clId="Web-{90C5C827-4036-E663-0D65-8F4707F50D7C}" dt="2024-08-26T15:52:51.908" v="812" actId="20577"/>
        <pc:sldMkLst>
          <pc:docMk/>
          <pc:sldMk cId="756175004" sldId="350"/>
        </pc:sldMkLst>
        <pc:spChg chg="mod">
          <ac:chgData name="Somak Das" userId="S::sdas@floridapoly.edu::98cebb13-2fc4-4808-95b9-daeb7e6acc01" providerId="AD" clId="Web-{90C5C827-4036-E663-0D65-8F4707F50D7C}" dt="2024-08-26T15:26:42.101" v="63"/>
          <ac:spMkLst>
            <pc:docMk/>
            <pc:sldMk cId="756175004" sldId="350"/>
            <ac:spMk id="2" creationId="{A43E3E30-0CCC-0FCC-69DC-1C2820744E12}"/>
          </ac:spMkLst>
        </pc:spChg>
        <pc:spChg chg="mod">
          <ac:chgData name="Somak Das" userId="S::sdas@floridapoly.edu::98cebb13-2fc4-4808-95b9-daeb7e6acc01" providerId="AD" clId="Web-{90C5C827-4036-E663-0D65-8F4707F50D7C}" dt="2024-08-26T15:45:28.635" v="736" actId="20577"/>
          <ac:spMkLst>
            <pc:docMk/>
            <pc:sldMk cId="756175004" sldId="350"/>
            <ac:spMk id="3" creationId="{9556065C-AC8D-F8CF-D5A2-F5C7B2A8889E}"/>
          </ac:spMkLst>
        </pc:spChg>
        <pc:spChg chg="del">
          <ac:chgData name="Somak Das" userId="S::sdas@floridapoly.edu::98cebb13-2fc4-4808-95b9-daeb7e6acc01" providerId="AD" clId="Web-{90C5C827-4036-E663-0D65-8F4707F50D7C}" dt="2024-08-26T15:23:59.473" v="47"/>
          <ac:spMkLst>
            <pc:docMk/>
            <pc:sldMk cId="756175004" sldId="350"/>
            <ac:spMk id="5" creationId="{3F1CE5EF-1993-48B6-7353-FC6D457CA39A}"/>
          </ac:spMkLst>
        </pc:spChg>
        <pc:spChg chg="add mod">
          <ac:chgData name="Somak Das" userId="S::sdas@floridapoly.edu::98cebb13-2fc4-4808-95b9-daeb7e6acc01" providerId="AD" clId="Web-{90C5C827-4036-E663-0D65-8F4707F50D7C}" dt="2024-08-26T15:51:30.500" v="798" actId="1076"/>
          <ac:spMkLst>
            <pc:docMk/>
            <pc:sldMk cId="756175004" sldId="350"/>
            <ac:spMk id="8" creationId="{7BE43FA3-19D9-8187-186A-8D385EAF5745}"/>
          </ac:spMkLst>
        </pc:spChg>
        <pc:spChg chg="add mod">
          <ac:chgData name="Somak Das" userId="S::sdas@floridapoly.edu::98cebb13-2fc4-4808-95b9-daeb7e6acc01" providerId="AD" clId="Web-{90C5C827-4036-E663-0D65-8F4707F50D7C}" dt="2024-08-26T15:51:25.203" v="797" actId="1076"/>
          <ac:spMkLst>
            <pc:docMk/>
            <pc:sldMk cId="756175004" sldId="350"/>
            <ac:spMk id="9" creationId="{BE014130-4091-E15F-51D4-C5A46F280418}"/>
          </ac:spMkLst>
        </pc:spChg>
        <pc:spChg chg="add mod">
          <ac:chgData name="Somak Das" userId="S::sdas@floridapoly.edu::98cebb13-2fc4-4808-95b9-daeb7e6acc01" providerId="AD" clId="Web-{90C5C827-4036-E663-0D65-8F4707F50D7C}" dt="2024-08-26T15:51:15.203" v="795" actId="1076"/>
          <ac:spMkLst>
            <pc:docMk/>
            <pc:sldMk cId="756175004" sldId="350"/>
            <ac:spMk id="10" creationId="{21BB2043-E470-9C43-25AA-FC4AFCECBD91}"/>
          </ac:spMkLst>
        </pc:spChg>
        <pc:spChg chg="add mod">
          <ac:chgData name="Somak Das" userId="S::sdas@floridapoly.edu::98cebb13-2fc4-4808-95b9-daeb7e6acc01" providerId="AD" clId="Web-{90C5C827-4036-E663-0D65-8F4707F50D7C}" dt="2024-08-26T15:50:49.218" v="794" actId="1076"/>
          <ac:spMkLst>
            <pc:docMk/>
            <pc:sldMk cId="756175004" sldId="350"/>
            <ac:spMk id="11" creationId="{FC38F92C-8107-D3B8-A935-33EE396CE83D}"/>
          </ac:spMkLst>
        </pc:spChg>
        <pc:spChg chg="add del">
          <ac:chgData name="Somak Das" userId="S::sdas@floridapoly.edu::98cebb13-2fc4-4808-95b9-daeb7e6acc01" providerId="AD" clId="Web-{90C5C827-4036-E663-0D65-8F4707F50D7C}" dt="2024-08-26T15:26:42.101" v="63"/>
          <ac:spMkLst>
            <pc:docMk/>
            <pc:sldMk cId="756175004" sldId="350"/>
            <ac:spMk id="12" creationId="{49B9E8A9-352D-4DCB-9485-C777000D4979}"/>
          </ac:spMkLst>
        </pc:spChg>
        <pc:spChg chg="add mod">
          <ac:chgData name="Somak Das" userId="S::sdas@floridapoly.edu::98cebb13-2fc4-4808-95b9-daeb7e6acc01" providerId="AD" clId="Web-{90C5C827-4036-E663-0D65-8F4707F50D7C}" dt="2024-08-26T15:51:57.079" v="801" actId="20577"/>
          <ac:spMkLst>
            <pc:docMk/>
            <pc:sldMk cId="756175004" sldId="350"/>
            <ac:spMk id="13" creationId="{205D6A8C-7F2C-0A52-039A-8BB58ECAFD16}"/>
          </ac:spMkLst>
        </pc:spChg>
        <pc:spChg chg="add del">
          <ac:chgData name="Somak Das" userId="S::sdas@floridapoly.edu::98cebb13-2fc4-4808-95b9-daeb7e6acc01" providerId="AD" clId="Web-{90C5C827-4036-E663-0D65-8F4707F50D7C}" dt="2024-08-26T15:26:42.101" v="63"/>
          <ac:spMkLst>
            <pc:docMk/>
            <pc:sldMk cId="756175004" sldId="350"/>
            <ac:spMk id="14" creationId="{C2A9B0E5-C2C1-4B85-99A9-117A659D5FE0}"/>
          </ac:spMkLst>
        </pc:spChg>
        <pc:spChg chg="add mod">
          <ac:chgData name="Somak Das" userId="S::sdas@floridapoly.edu::98cebb13-2fc4-4808-95b9-daeb7e6acc01" providerId="AD" clId="Web-{90C5C827-4036-E663-0D65-8F4707F50D7C}" dt="2024-08-26T15:52:14.688" v="803" actId="20577"/>
          <ac:spMkLst>
            <pc:docMk/>
            <pc:sldMk cId="756175004" sldId="350"/>
            <ac:spMk id="15" creationId="{C96283B7-0F28-3B2C-BBE7-E90A954519A5}"/>
          </ac:spMkLst>
        </pc:spChg>
        <pc:spChg chg="add del">
          <ac:chgData name="Somak Das" userId="S::sdas@floridapoly.edu::98cebb13-2fc4-4808-95b9-daeb7e6acc01" providerId="AD" clId="Web-{90C5C827-4036-E663-0D65-8F4707F50D7C}" dt="2024-08-26T15:26:42.101" v="63"/>
          <ac:spMkLst>
            <pc:docMk/>
            <pc:sldMk cId="756175004" sldId="350"/>
            <ac:spMk id="16" creationId="{3A8AEACA-9535-4BE8-A91B-8BE82BA54751}"/>
          </ac:spMkLst>
        </pc:spChg>
        <pc:spChg chg="add mod">
          <ac:chgData name="Somak Das" userId="S::sdas@floridapoly.edu::98cebb13-2fc4-4808-95b9-daeb7e6acc01" providerId="AD" clId="Web-{90C5C827-4036-E663-0D65-8F4707F50D7C}" dt="2024-08-26T15:52:40.611" v="808" actId="1076"/>
          <ac:spMkLst>
            <pc:docMk/>
            <pc:sldMk cId="756175004" sldId="350"/>
            <ac:spMk id="17" creationId="{1B5D2364-A08F-16BF-7B06-D9E560FDEBEE}"/>
          </ac:spMkLst>
        </pc:spChg>
        <pc:spChg chg="add mod">
          <ac:chgData name="Somak Das" userId="S::sdas@floridapoly.edu::98cebb13-2fc4-4808-95b9-daeb7e6acc01" providerId="AD" clId="Web-{90C5C827-4036-E663-0D65-8F4707F50D7C}" dt="2024-08-26T15:52:32.860" v="807" actId="20577"/>
          <ac:spMkLst>
            <pc:docMk/>
            <pc:sldMk cId="756175004" sldId="350"/>
            <ac:spMk id="18" creationId="{2B78BA7D-C89E-70B6-D78F-A9AD326795E2}"/>
          </ac:spMkLst>
        </pc:spChg>
        <pc:spChg chg="add mod">
          <ac:chgData name="Somak Das" userId="S::sdas@floridapoly.edu::98cebb13-2fc4-4808-95b9-daeb7e6acc01" providerId="AD" clId="Web-{90C5C827-4036-E663-0D65-8F4707F50D7C}" dt="2024-08-26T15:52:46.033" v="810" actId="20577"/>
          <ac:spMkLst>
            <pc:docMk/>
            <pc:sldMk cId="756175004" sldId="350"/>
            <ac:spMk id="19" creationId="{99533F32-F2DE-98B6-E7B0-F294B94305F8}"/>
          </ac:spMkLst>
        </pc:spChg>
        <pc:spChg chg="add mod">
          <ac:chgData name="Somak Das" userId="S::sdas@floridapoly.edu::98cebb13-2fc4-4808-95b9-daeb7e6acc01" providerId="AD" clId="Web-{90C5C827-4036-E663-0D65-8F4707F50D7C}" dt="2024-08-26T15:52:51.908" v="812" actId="20577"/>
          <ac:spMkLst>
            <pc:docMk/>
            <pc:sldMk cId="756175004" sldId="350"/>
            <ac:spMk id="20" creationId="{061D2922-AB69-3F6D-D068-8E5DB75A416D}"/>
          </ac:spMkLst>
        </pc:spChg>
        <pc:spChg chg="add del">
          <ac:chgData name="Somak Das" userId="S::sdas@floridapoly.edu::98cebb13-2fc4-4808-95b9-daeb7e6acc01" providerId="AD" clId="Web-{90C5C827-4036-E663-0D65-8F4707F50D7C}" dt="2024-08-26T15:26:42.101" v="63"/>
          <ac:spMkLst>
            <pc:docMk/>
            <pc:sldMk cId="756175004" sldId="350"/>
            <ac:spMk id="21" creationId="{D2B783EE-0239-4717-BBEA-8C9EAC61C824}"/>
          </ac:spMkLst>
        </pc:spChg>
        <pc:spChg chg="add del">
          <ac:chgData name="Somak Das" userId="S::sdas@floridapoly.edu::98cebb13-2fc4-4808-95b9-daeb7e6acc01" providerId="AD" clId="Web-{90C5C827-4036-E663-0D65-8F4707F50D7C}" dt="2024-08-26T15:26:42.101" v="63"/>
          <ac:spMkLst>
            <pc:docMk/>
            <pc:sldMk cId="756175004" sldId="350"/>
            <ac:spMk id="23" creationId="{A7B99495-F43F-4D80-A44F-2CB4764EB90B}"/>
          </ac:spMkLst>
        </pc:spChg>
        <pc:spChg chg="add del">
          <ac:chgData name="Somak Das" userId="S::sdas@floridapoly.edu::98cebb13-2fc4-4808-95b9-daeb7e6acc01" providerId="AD" clId="Web-{90C5C827-4036-E663-0D65-8F4707F50D7C}" dt="2024-08-26T15:26:42.101" v="63"/>
          <ac:spMkLst>
            <pc:docMk/>
            <pc:sldMk cId="756175004" sldId="350"/>
            <ac:spMk id="25" creationId="{70BEB1E7-2F88-40BC-B73D-42E5B6F80BFC}"/>
          </ac:spMkLst>
        </pc:spChg>
        <pc:picChg chg="mod">
          <ac:chgData name="Somak Das" userId="S::sdas@floridapoly.edu::98cebb13-2fc4-4808-95b9-daeb7e6acc01" providerId="AD" clId="Web-{90C5C827-4036-E663-0D65-8F4707F50D7C}" dt="2024-08-26T15:26:50.367" v="64" actId="14100"/>
          <ac:picMkLst>
            <pc:docMk/>
            <pc:sldMk cId="756175004" sldId="350"/>
            <ac:picMk id="6" creationId="{50535E7C-5C90-3DB5-404B-E48DB8C9ECFD}"/>
          </ac:picMkLst>
        </pc:picChg>
        <pc:picChg chg="add mod ord">
          <ac:chgData name="Somak Das" userId="S::sdas@floridapoly.edu::98cebb13-2fc4-4808-95b9-daeb7e6acc01" providerId="AD" clId="Web-{90C5C827-4036-E663-0D65-8F4707F50D7C}" dt="2024-08-26T15:27:24.133" v="68" actId="1076"/>
          <ac:picMkLst>
            <pc:docMk/>
            <pc:sldMk cId="756175004" sldId="350"/>
            <ac:picMk id="7" creationId="{3B66406B-1473-10DB-FDAC-D45A14A22F5B}"/>
          </ac:picMkLst>
        </pc:picChg>
      </pc:sldChg>
      <pc:sldChg chg="addSp delSp modSp add del">
        <pc:chgData name="Somak Das" userId="S::sdas@floridapoly.edu::98cebb13-2fc4-4808-95b9-daeb7e6acc01" providerId="AD" clId="Web-{90C5C827-4036-E663-0D65-8F4707F50D7C}" dt="2024-08-26T15:55:38.301" v="840"/>
        <pc:sldMkLst>
          <pc:docMk/>
          <pc:sldMk cId="3912467275" sldId="351"/>
        </pc:sldMkLst>
        <pc:spChg chg="add del mod">
          <ac:chgData name="Somak Das" userId="S::sdas@floridapoly.edu::98cebb13-2fc4-4808-95b9-daeb7e6acc01" providerId="AD" clId="Web-{90C5C827-4036-E663-0D65-8F4707F50D7C}" dt="2024-08-26T15:54:57.644" v="816"/>
          <ac:spMkLst>
            <pc:docMk/>
            <pc:sldMk cId="3912467275" sldId="351"/>
            <ac:spMk id="7" creationId="{E2B8230D-5DCB-5B2C-CA5B-586474C79E2C}"/>
          </ac:spMkLst>
        </pc:spChg>
        <pc:spChg chg="add del">
          <ac:chgData name="Somak Das" userId="S::sdas@floridapoly.edu::98cebb13-2fc4-4808-95b9-daeb7e6acc01" providerId="AD" clId="Web-{90C5C827-4036-E663-0D65-8F4707F50D7C}" dt="2024-08-26T15:55:38.301" v="840"/>
          <ac:spMkLst>
            <pc:docMk/>
            <pc:sldMk cId="3912467275" sldId="351"/>
            <ac:spMk id="9" creationId="{61FAD2B4-9645-BF40-B6B1-C3518258F7B7}"/>
          </ac:spMkLst>
        </pc:spChg>
        <pc:spChg chg="add del">
          <ac:chgData name="Somak Das" userId="S::sdas@floridapoly.edu::98cebb13-2fc4-4808-95b9-daeb7e6acc01" providerId="AD" clId="Web-{90C5C827-4036-E663-0D65-8F4707F50D7C}" dt="2024-08-26T15:55:38.301" v="839"/>
          <ac:spMkLst>
            <pc:docMk/>
            <pc:sldMk cId="3912467275" sldId="351"/>
            <ac:spMk id="11" creationId="{0D3C8794-F3D9-83CA-B7F0-0F5FE9D64C97}"/>
          </ac:spMkLst>
        </pc:spChg>
        <pc:spChg chg="add del">
          <ac:chgData name="Somak Das" userId="S::sdas@floridapoly.edu::98cebb13-2fc4-4808-95b9-daeb7e6acc01" providerId="AD" clId="Web-{90C5C827-4036-E663-0D65-8F4707F50D7C}" dt="2024-08-26T15:55:38.301" v="838"/>
          <ac:spMkLst>
            <pc:docMk/>
            <pc:sldMk cId="3912467275" sldId="351"/>
            <ac:spMk id="13" creationId="{846CB13D-269D-4B84-5C0A-760235985DBF}"/>
          </ac:spMkLst>
        </pc:spChg>
        <pc:spChg chg="add del">
          <ac:chgData name="Somak Das" userId="S::sdas@floridapoly.edu::98cebb13-2fc4-4808-95b9-daeb7e6acc01" providerId="AD" clId="Web-{90C5C827-4036-E663-0D65-8F4707F50D7C}" dt="2024-08-26T15:55:38.301" v="837"/>
          <ac:spMkLst>
            <pc:docMk/>
            <pc:sldMk cId="3912467275" sldId="351"/>
            <ac:spMk id="15" creationId="{6B22A16F-E790-B1E9-56AB-3918032A17CC}"/>
          </ac:spMkLst>
        </pc:spChg>
        <pc:spChg chg="add del">
          <ac:chgData name="Somak Das" userId="S::sdas@floridapoly.edu::98cebb13-2fc4-4808-95b9-daeb7e6acc01" providerId="AD" clId="Web-{90C5C827-4036-E663-0D65-8F4707F50D7C}" dt="2024-08-26T15:55:38.301" v="836"/>
          <ac:spMkLst>
            <pc:docMk/>
            <pc:sldMk cId="3912467275" sldId="351"/>
            <ac:spMk id="17" creationId="{24BB62C1-C93F-02CC-7FBB-4EEC1818CDBE}"/>
          </ac:spMkLst>
        </pc:spChg>
        <pc:spChg chg="add del">
          <ac:chgData name="Somak Das" userId="S::sdas@floridapoly.edu::98cebb13-2fc4-4808-95b9-daeb7e6acc01" providerId="AD" clId="Web-{90C5C827-4036-E663-0D65-8F4707F50D7C}" dt="2024-08-26T15:55:38.301" v="835"/>
          <ac:spMkLst>
            <pc:docMk/>
            <pc:sldMk cId="3912467275" sldId="351"/>
            <ac:spMk id="19" creationId="{3B5C7F5C-B4D9-3997-E77C-0A0EF62CD67D}"/>
          </ac:spMkLst>
        </pc:spChg>
        <pc:spChg chg="add del">
          <ac:chgData name="Somak Das" userId="S::sdas@floridapoly.edu::98cebb13-2fc4-4808-95b9-daeb7e6acc01" providerId="AD" clId="Web-{90C5C827-4036-E663-0D65-8F4707F50D7C}" dt="2024-08-26T15:55:38.301" v="834"/>
          <ac:spMkLst>
            <pc:docMk/>
            <pc:sldMk cId="3912467275" sldId="351"/>
            <ac:spMk id="21" creationId="{EB5743A8-5CC4-D373-F61E-E47FF1682821}"/>
          </ac:spMkLst>
        </pc:spChg>
        <pc:spChg chg="add del">
          <ac:chgData name="Somak Das" userId="S::sdas@floridapoly.edu::98cebb13-2fc4-4808-95b9-daeb7e6acc01" providerId="AD" clId="Web-{90C5C827-4036-E663-0D65-8F4707F50D7C}" dt="2024-08-26T15:55:38.301" v="833"/>
          <ac:spMkLst>
            <pc:docMk/>
            <pc:sldMk cId="3912467275" sldId="351"/>
            <ac:spMk id="23" creationId="{23DA99BC-97A6-8A14-BDC3-94C92AF5F3C8}"/>
          </ac:spMkLst>
        </pc:spChg>
        <pc:spChg chg="add del">
          <ac:chgData name="Somak Das" userId="S::sdas@floridapoly.edu::98cebb13-2fc4-4808-95b9-daeb7e6acc01" providerId="AD" clId="Web-{90C5C827-4036-E663-0D65-8F4707F50D7C}" dt="2024-08-26T15:55:38.301" v="832"/>
          <ac:spMkLst>
            <pc:docMk/>
            <pc:sldMk cId="3912467275" sldId="351"/>
            <ac:spMk id="25" creationId="{74BFCC3D-B6DB-2605-8B66-306FFE692E12}"/>
          </ac:spMkLst>
        </pc:spChg>
        <pc:spChg chg="add del">
          <ac:chgData name="Somak Das" userId="S::sdas@floridapoly.edu::98cebb13-2fc4-4808-95b9-daeb7e6acc01" providerId="AD" clId="Web-{90C5C827-4036-E663-0D65-8F4707F50D7C}" dt="2024-08-26T15:55:38.301" v="831"/>
          <ac:spMkLst>
            <pc:docMk/>
            <pc:sldMk cId="3912467275" sldId="351"/>
            <ac:spMk id="27" creationId="{693267A5-E70A-9E03-F480-F502EDAA478E}"/>
          </ac:spMkLst>
        </pc:spChg>
        <pc:spChg chg="add del">
          <ac:chgData name="Somak Das" userId="S::sdas@floridapoly.edu::98cebb13-2fc4-4808-95b9-daeb7e6acc01" providerId="AD" clId="Web-{90C5C827-4036-E663-0D65-8F4707F50D7C}" dt="2024-08-26T15:55:38.301" v="830"/>
          <ac:spMkLst>
            <pc:docMk/>
            <pc:sldMk cId="3912467275" sldId="351"/>
            <ac:spMk id="29" creationId="{B16357F3-BDB9-962E-C154-C57318FAB95D}"/>
          </ac:spMkLst>
        </pc:spChg>
      </pc:sldChg>
    </pc:docChg>
  </pc:docChgLst>
  <pc:docChgLst>
    <pc:chgData name="Edwar Romero-Ramirez" userId="92bc0edd-ad5d-44a7-8ba7-72607029cc7a" providerId="ADAL" clId="{2775DB41-4F27-43BB-B6B4-1F63C41083B6}"/>
    <pc:docChg chg="undo redo custSel addSld delSld modSld sldOrd modSection">
      <pc:chgData name="Edwar Romero-Ramirez" userId="92bc0edd-ad5d-44a7-8ba7-72607029cc7a" providerId="ADAL" clId="{2775DB41-4F27-43BB-B6B4-1F63C41083B6}" dt="2024-06-26T04:12:02.075" v="6387" actId="20577"/>
      <pc:docMkLst>
        <pc:docMk/>
      </pc:docMkLst>
      <pc:sldChg chg="modSp mod">
        <pc:chgData name="Edwar Romero-Ramirez" userId="92bc0edd-ad5d-44a7-8ba7-72607029cc7a" providerId="ADAL" clId="{2775DB41-4F27-43BB-B6B4-1F63C41083B6}" dt="2024-05-29T03:27:06.023" v="30" actId="20577"/>
        <pc:sldMkLst>
          <pc:docMk/>
          <pc:sldMk cId="783844113" sldId="256"/>
        </pc:sldMkLst>
        <pc:spChg chg="mod">
          <ac:chgData name="Edwar Romero-Ramirez" userId="92bc0edd-ad5d-44a7-8ba7-72607029cc7a" providerId="ADAL" clId="{2775DB41-4F27-43BB-B6B4-1F63C41083B6}" dt="2024-05-29T03:27:06.023" v="30" actId="20577"/>
          <ac:spMkLst>
            <pc:docMk/>
            <pc:sldMk cId="783844113" sldId="256"/>
            <ac:spMk id="5" creationId="{B0656759-C71E-DE55-C394-61B9D6321BE3}"/>
          </ac:spMkLst>
        </pc:spChg>
      </pc:sldChg>
      <pc:sldChg chg="ord">
        <pc:chgData name="Edwar Romero-Ramirez" userId="92bc0edd-ad5d-44a7-8ba7-72607029cc7a" providerId="ADAL" clId="{2775DB41-4F27-43BB-B6B4-1F63C41083B6}" dt="2024-05-29T03:32:53.137" v="275"/>
        <pc:sldMkLst>
          <pc:docMk/>
          <pc:sldMk cId="1156585679" sldId="301"/>
        </pc:sldMkLst>
      </pc:sldChg>
      <pc:sldChg chg="del">
        <pc:chgData name="Edwar Romero-Ramirez" userId="92bc0edd-ad5d-44a7-8ba7-72607029cc7a" providerId="ADAL" clId="{2775DB41-4F27-43BB-B6B4-1F63C41083B6}" dt="2024-05-29T03:27:22.503" v="31" actId="47"/>
        <pc:sldMkLst>
          <pc:docMk/>
          <pc:sldMk cId="893734018" sldId="302"/>
        </pc:sldMkLst>
      </pc:sldChg>
      <pc:sldChg chg="del">
        <pc:chgData name="Edwar Romero-Ramirez" userId="92bc0edd-ad5d-44a7-8ba7-72607029cc7a" providerId="ADAL" clId="{2775DB41-4F27-43BB-B6B4-1F63C41083B6}" dt="2024-05-29T03:25:53.539" v="0" actId="47"/>
        <pc:sldMkLst>
          <pc:docMk/>
          <pc:sldMk cId="2311734519" sldId="303"/>
        </pc:sldMkLst>
      </pc:sldChg>
      <pc:sldChg chg="del">
        <pc:chgData name="Edwar Romero-Ramirez" userId="92bc0edd-ad5d-44a7-8ba7-72607029cc7a" providerId="ADAL" clId="{2775DB41-4F27-43BB-B6B4-1F63C41083B6}" dt="2024-05-29T03:25:53.539" v="0" actId="47"/>
        <pc:sldMkLst>
          <pc:docMk/>
          <pc:sldMk cId="3178101268" sldId="304"/>
        </pc:sldMkLst>
      </pc:sldChg>
      <pc:sldChg chg="del">
        <pc:chgData name="Edwar Romero-Ramirez" userId="92bc0edd-ad5d-44a7-8ba7-72607029cc7a" providerId="ADAL" clId="{2775DB41-4F27-43BB-B6B4-1F63C41083B6}" dt="2024-05-29T03:25:53.539" v="0" actId="47"/>
        <pc:sldMkLst>
          <pc:docMk/>
          <pc:sldMk cId="1359739653" sldId="305"/>
        </pc:sldMkLst>
      </pc:sldChg>
      <pc:sldChg chg="del">
        <pc:chgData name="Edwar Romero-Ramirez" userId="92bc0edd-ad5d-44a7-8ba7-72607029cc7a" providerId="ADAL" clId="{2775DB41-4F27-43BB-B6B4-1F63C41083B6}" dt="2024-05-29T03:25:53.539" v="0" actId="47"/>
        <pc:sldMkLst>
          <pc:docMk/>
          <pc:sldMk cId="1688011144" sldId="306"/>
        </pc:sldMkLst>
      </pc:sldChg>
      <pc:sldChg chg="del">
        <pc:chgData name="Edwar Romero-Ramirez" userId="92bc0edd-ad5d-44a7-8ba7-72607029cc7a" providerId="ADAL" clId="{2775DB41-4F27-43BB-B6B4-1F63C41083B6}" dt="2024-05-29T03:25:53.539" v="0" actId="47"/>
        <pc:sldMkLst>
          <pc:docMk/>
          <pc:sldMk cId="2027998869" sldId="307"/>
        </pc:sldMkLst>
      </pc:sldChg>
      <pc:sldChg chg="del">
        <pc:chgData name="Edwar Romero-Ramirez" userId="92bc0edd-ad5d-44a7-8ba7-72607029cc7a" providerId="ADAL" clId="{2775DB41-4F27-43BB-B6B4-1F63C41083B6}" dt="2024-05-29T03:26:13.236" v="1" actId="47"/>
        <pc:sldMkLst>
          <pc:docMk/>
          <pc:sldMk cId="3426785550" sldId="308"/>
        </pc:sldMkLst>
      </pc:sldChg>
      <pc:sldChg chg="del">
        <pc:chgData name="Edwar Romero-Ramirez" userId="92bc0edd-ad5d-44a7-8ba7-72607029cc7a" providerId="ADAL" clId="{2775DB41-4F27-43BB-B6B4-1F63C41083B6}" dt="2024-05-29T03:26:13.236" v="1" actId="47"/>
        <pc:sldMkLst>
          <pc:docMk/>
          <pc:sldMk cId="1929763657" sldId="309"/>
        </pc:sldMkLst>
      </pc:sldChg>
      <pc:sldChg chg="del">
        <pc:chgData name="Edwar Romero-Ramirez" userId="92bc0edd-ad5d-44a7-8ba7-72607029cc7a" providerId="ADAL" clId="{2775DB41-4F27-43BB-B6B4-1F63C41083B6}" dt="2024-05-29T03:26:13.236" v="1" actId="47"/>
        <pc:sldMkLst>
          <pc:docMk/>
          <pc:sldMk cId="909868442" sldId="310"/>
        </pc:sldMkLst>
      </pc:sldChg>
      <pc:sldChg chg="del">
        <pc:chgData name="Edwar Romero-Ramirez" userId="92bc0edd-ad5d-44a7-8ba7-72607029cc7a" providerId="ADAL" clId="{2775DB41-4F27-43BB-B6B4-1F63C41083B6}" dt="2024-05-29T03:26:13.236" v="1" actId="47"/>
        <pc:sldMkLst>
          <pc:docMk/>
          <pc:sldMk cId="1943490183" sldId="312"/>
        </pc:sldMkLst>
      </pc:sldChg>
      <pc:sldChg chg="del">
        <pc:chgData name="Edwar Romero-Ramirez" userId="92bc0edd-ad5d-44a7-8ba7-72607029cc7a" providerId="ADAL" clId="{2775DB41-4F27-43BB-B6B4-1F63C41083B6}" dt="2024-05-29T03:26:13.236" v="1" actId="47"/>
        <pc:sldMkLst>
          <pc:docMk/>
          <pc:sldMk cId="3704521440" sldId="313"/>
        </pc:sldMkLst>
      </pc:sldChg>
      <pc:sldChg chg="del">
        <pc:chgData name="Edwar Romero-Ramirez" userId="92bc0edd-ad5d-44a7-8ba7-72607029cc7a" providerId="ADAL" clId="{2775DB41-4F27-43BB-B6B4-1F63C41083B6}" dt="2024-05-29T03:26:13.236" v="1" actId="47"/>
        <pc:sldMkLst>
          <pc:docMk/>
          <pc:sldMk cId="3501145047" sldId="314"/>
        </pc:sldMkLst>
      </pc:sldChg>
      <pc:sldChg chg="del">
        <pc:chgData name="Edwar Romero-Ramirez" userId="92bc0edd-ad5d-44a7-8ba7-72607029cc7a" providerId="ADAL" clId="{2775DB41-4F27-43BB-B6B4-1F63C41083B6}" dt="2024-05-29T03:26:13.236" v="1" actId="47"/>
        <pc:sldMkLst>
          <pc:docMk/>
          <pc:sldMk cId="1119651077" sldId="315"/>
        </pc:sldMkLst>
      </pc:sldChg>
      <pc:sldChg chg="del">
        <pc:chgData name="Edwar Romero-Ramirez" userId="92bc0edd-ad5d-44a7-8ba7-72607029cc7a" providerId="ADAL" clId="{2775DB41-4F27-43BB-B6B4-1F63C41083B6}" dt="2024-05-29T03:26:13.236" v="1" actId="47"/>
        <pc:sldMkLst>
          <pc:docMk/>
          <pc:sldMk cId="1417374558" sldId="316"/>
        </pc:sldMkLst>
      </pc:sldChg>
      <pc:sldChg chg="del">
        <pc:chgData name="Edwar Romero-Ramirez" userId="92bc0edd-ad5d-44a7-8ba7-72607029cc7a" providerId="ADAL" clId="{2775DB41-4F27-43BB-B6B4-1F63C41083B6}" dt="2024-05-29T03:26:13.236" v="1" actId="47"/>
        <pc:sldMkLst>
          <pc:docMk/>
          <pc:sldMk cId="3276884151" sldId="317"/>
        </pc:sldMkLst>
      </pc:sldChg>
      <pc:sldChg chg="del">
        <pc:chgData name="Edwar Romero-Ramirez" userId="92bc0edd-ad5d-44a7-8ba7-72607029cc7a" providerId="ADAL" clId="{2775DB41-4F27-43BB-B6B4-1F63C41083B6}" dt="2024-05-29T03:26:13.236" v="1" actId="47"/>
        <pc:sldMkLst>
          <pc:docMk/>
          <pc:sldMk cId="352256204" sldId="318"/>
        </pc:sldMkLst>
      </pc:sldChg>
      <pc:sldChg chg="del">
        <pc:chgData name="Edwar Romero-Ramirez" userId="92bc0edd-ad5d-44a7-8ba7-72607029cc7a" providerId="ADAL" clId="{2775DB41-4F27-43BB-B6B4-1F63C41083B6}" dt="2024-05-29T03:26:13.236" v="1" actId="47"/>
        <pc:sldMkLst>
          <pc:docMk/>
          <pc:sldMk cId="2730536104" sldId="319"/>
        </pc:sldMkLst>
      </pc:sldChg>
      <pc:sldChg chg="del">
        <pc:chgData name="Edwar Romero-Ramirez" userId="92bc0edd-ad5d-44a7-8ba7-72607029cc7a" providerId="ADAL" clId="{2775DB41-4F27-43BB-B6B4-1F63C41083B6}" dt="2024-05-29T03:26:13.236" v="1" actId="47"/>
        <pc:sldMkLst>
          <pc:docMk/>
          <pc:sldMk cId="3459119917" sldId="320"/>
        </pc:sldMkLst>
      </pc:sldChg>
      <pc:sldChg chg="del">
        <pc:chgData name="Edwar Romero-Ramirez" userId="92bc0edd-ad5d-44a7-8ba7-72607029cc7a" providerId="ADAL" clId="{2775DB41-4F27-43BB-B6B4-1F63C41083B6}" dt="2024-05-29T03:26:13.236" v="1" actId="47"/>
        <pc:sldMkLst>
          <pc:docMk/>
          <pc:sldMk cId="695126728" sldId="321"/>
        </pc:sldMkLst>
      </pc:sldChg>
      <pc:sldChg chg="del">
        <pc:chgData name="Edwar Romero-Ramirez" userId="92bc0edd-ad5d-44a7-8ba7-72607029cc7a" providerId="ADAL" clId="{2775DB41-4F27-43BB-B6B4-1F63C41083B6}" dt="2024-05-29T03:26:13.236" v="1" actId="47"/>
        <pc:sldMkLst>
          <pc:docMk/>
          <pc:sldMk cId="1258505263" sldId="323"/>
        </pc:sldMkLst>
      </pc:sldChg>
      <pc:sldChg chg="del">
        <pc:chgData name="Edwar Romero-Ramirez" userId="92bc0edd-ad5d-44a7-8ba7-72607029cc7a" providerId="ADAL" clId="{2775DB41-4F27-43BB-B6B4-1F63C41083B6}" dt="2024-05-29T03:26:13.236" v="1" actId="47"/>
        <pc:sldMkLst>
          <pc:docMk/>
          <pc:sldMk cId="3163056545" sldId="324"/>
        </pc:sldMkLst>
      </pc:sldChg>
      <pc:sldChg chg="del">
        <pc:chgData name="Edwar Romero-Ramirez" userId="92bc0edd-ad5d-44a7-8ba7-72607029cc7a" providerId="ADAL" clId="{2775DB41-4F27-43BB-B6B4-1F63C41083B6}" dt="2024-05-29T03:32:45.114" v="270" actId="47"/>
        <pc:sldMkLst>
          <pc:docMk/>
          <pc:sldMk cId="443300659" sldId="325"/>
        </pc:sldMkLst>
      </pc:sldChg>
      <pc:sldChg chg="del">
        <pc:chgData name="Edwar Romero-Ramirez" userId="92bc0edd-ad5d-44a7-8ba7-72607029cc7a" providerId="ADAL" clId="{2775DB41-4F27-43BB-B6B4-1F63C41083B6}" dt="2024-05-29T03:32:43.961" v="269" actId="47"/>
        <pc:sldMkLst>
          <pc:docMk/>
          <pc:sldMk cId="408905727" sldId="326"/>
        </pc:sldMkLst>
      </pc:sldChg>
      <pc:sldChg chg="del">
        <pc:chgData name="Edwar Romero-Ramirez" userId="92bc0edd-ad5d-44a7-8ba7-72607029cc7a" providerId="ADAL" clId="{2775DB41-4F27-43BB-B6B4-1F63C41083B6}" dt="2024-05-29T03:27:40.182" v="36" actId="47"/>
        <pc:sldMkLst>
          <pc:docMk/>
          <pc:sldMk cId="1955294139" sldId="327"/>
        </pc:sldMkLst>
      </pc:sldChg>
      <pc:sldChg chg="del">
        <pc:chgData name="Edwar Romero-Ramirez" userId="92bc0edd-ad5d-44a7-8ba7-72607029cc7a" providerId="ADAL" clId="{2775DB41-4F27-43BB-B6B4-1F63C41083B6}" dt="2024-05-29T03:27:40.182" v="36" actId="47"/>
        <pc:sldMkLst>
          <pc:docMk/>
          <pc:sldMk cId="1461250106" sldId="328"/>
        </pc:sldMkLst>
      </pc:sldChg>
      <pc:sldChg chg="del">
        <pc:chgData name="Edwar Romero-Ramirez" userId="92bc0edd-ad5d-44a7-8ba7-72607029cc7a" providerId="ADAL" clId="{2775DB41-4F27-43BB-B6B4-1F63C41083B6}" dt="2024-05-29T03:26:30.138" v="2" actId="47"/>
        <pc:sldMkLst>
          <pc:docMk/>
          <pc:sldMk cId="3028613903" sldId="329"/>
        </pc:sldMkLst>
      </pc:sldChg>
      <pc:sldChg chg="modSp mod ord">
        <pc:chgData name="Edwar Romero-Ramirez" userId="92bc0edd-ad5d-44a7-8ba7-72607029cc7a" providerId="ADAL" clId="{2775DB41-4F27-43BB-B6B4-1F63C41083B6}" dt="2024-05-29T03:32:25.167" v="268" actId="20577"/>
        <pc:sldMkLst>
          <pc:docMk/>
          <pc:sldMk cId="4139804777" sldId="330"/>
        </pc:sldMkLst>
        <pc:spChg chg="mod">
          <ac:chgData name="Edwar Romero-Ramirez" userId="92bc0edd-ad5d-44a7-8ba7-72607029cc7a" providerId="ADAL" clId="{2775DB41-4F27-43BB-B6B4-1F63C41083B6}" dt="2024-05-29T03:27:48.072" v="38" actId="20577"/>
          <ac:spMkLst>
            <pc:docMk/>
            <pc:sldMk cId="4139804777" sldId="330"/>
            <ac:spMk id="2" creationId="{B06250C4-E1A1-1705-FB6B-F7AD559456C6}"/>
          </ac:spMkLst>
        </pc:spChg>
        <pc:spChg chg="mod">
          <ac:chgData name="Edwar Romero-Ramirez" userId="92bc0edd-ad5d-44a7-8ba7-72607029cc7a" providerId="ADAL" clId="{2775DB41-4F27-43BB-B6B4-1F63C41083B6}" dt="2024-05-29T03:32:25.167" v="268" actId="20577"/>
          <ac:spMkLst>
            <pc:docMk/>
            <pc:sldMk cId="4139804777" sldId="330"/>
            <ac:spMk id="3" creationId="{799B180D-4364-B046-CF85-E1C85B403559}"/>
          </ac:spMkLst>
        </pc:spChg>
      </pc:sldChg>
      <pc:sldChg chg="del">
        <pc:chgData name="Edwar Romero-Ramirez" userId="92bc0edd-ad5d-44a7-8ba7-72607029cc7a" providerId="ADAL" clId="{2775DB41-4F27-43BB-B6B4-1F63C41083B6}" dt="2024-05-29T03:26:30.138" v="2" actId="47"/>
        <pc:sldMkLst>
          <pc:docMk/>
          <pc:sldMk cId="1819350113" sldId="331"/>
        </pc:sldMkLst>
      </pc:sldChg>
      <pc:sldChg chg="del">
        <pc:chgData name="Edwar Romero-Ramirez" userId="92bc0edd-ad5d-44a7-8ba7-72607029cc7a" providerId="ADAL" clId="{2775DB41-4F27-43BB-B6B4-1F63C41083B6}" dt="2024-05-29T03:26:30.138" v="2" actId="47"/>
        <pc:sldMkLst>
          <pc:docMk/>
          <pc:sldMk cId="3318097273" sldId="332"/>
        </pc:sldMkLst>
      </pc:sldChg>
      <pc:sldChg chg="del">
        <pc:chgData name="Edwar Romero-Ramirez" userId="92bc0edd-ad5d-44a7-8ba7-72607029cc7a" providerId="ADAL" clId="{2775DB41-4F27-43BB-B6B4-1F63C41083B6}" dt="2024-05-29T03:26:30.138" v="2" actId="47"/>
        <pc:sldMkLst>
          <pc:docMk/>
          <pc:sldMk cId="4059932912" sldId="334"/>
        </pc:sldMkLst>
      </pc:sldChg>
      <pc:sldChg chg="del">
        <pc:chgData name="Edwar Romero-Ramirez" userId="92bc0edd-ad5d-44a7-8ba7-72607029cc7a" providerId="ADAL" clId="{2775DB41-4F27-43BB-B6B4-1F63C41083B6}" dt="2024-05-29T03:26:30.138" v="2" actId="47"/>
        <pc:sldMkLst>
          <pc:docMk/>
          <pc:sldMk cId="3969187543" sldId="335"/>
        </pc:sldMkLst>
      </pc:sldChg>
      <pc:sldChg chg="del">
        <pc:chgData name="Edwar Romero-Ramirez" userId="92bc0edd-ad5d-44a7-8ba7-72607029cc7a" providerId="ADAL" clId="{2775DB41-4F27-43BB-B6B4-1F63C41083B6}" dt="2024-05-29T03:26:30.138" v="2" actId="47"/>
        <pc:sldMkLst>
          <pc:docMk/>
          <pc:sldMk cId="3105858451" sldId="336"/>
        </pc:sldMkLst>
      </pc:sldChg>
      <pc:sldChg chg="del">
        <pc:chgData name="Edwar Romero-Ramirez" userId="92bc0edd-ad5d-44a7-8ba7-72607029cc7a" providerId="ADAL" clId="{2775DB41-4F27-43BB-B6B4-1F63C41083B6}" dt="2024-05-29T03:26:30.138" v="2" actId="47"/>
        <pc:sldMkLst>
          <pc:docMk/>
          <pc:sldMk cId="2503190378" sldId="337"/>
        </pc:sldMkLst>
      </pc:sldChg>
      <pc:sldChg chg="del">
        <pc:chgData name="Edwar Romero-Ramirez" userId="92bc0edd-ad5d-44a7-8ba7-72607029cc7a" providerId="ADAL" clId="{2775DB41-4F27-43BB-B6B4-1F63C41083B6}" dt="2024-05-29T03:33:07.874" v="281" actId="47"/>
        <pc:sldMkLst>
          <pc:docMk/>
          <pc:sldMk cId="2879802739" sldId="338"/>
        </pc:sldMkLst>
      </pc:sldChg>
      <pc:sldChg chg="del">
        <pc:chgData name="Edwar Romero-Ramirez" userId="92bc0edd-ad5d-44a7-8ba7-72607029cc7a" providerId="ADAL" clId="{2775DB41-4F27-43BB-B6B4-1F63C41083B6}" dt="2024-05-29T03:28:06.969" v="41" actId="47"/>
        <pc:sldMkLst>
          <pc:docMk/>
          <pc:sldMk cId="3524815049" sldId="340"/>
        </pc:sldMkLst>
      </pc:sldChg>
      <pc:sldChg chg="modSp del mod">
        <pc:chgData name="Edwar Romero-Ramirez" userId="92bc0edd-ad5d-44a7-8ba7-72607029cc7a" providerId="ADAL" clId="{2775DB41-4F27-43BB-B6B4-1F63C41083B6}" dt="2024-05-29T03:29:01.451" v="61" actId="47"/>
        <pc:sldMkLst>
          <pc:docMk/>
          <pc:sldMk cId="212164913" sldId="341"/>
        </pc:sldMkLst>
        <pc:spChg chg="mod">
          <ac:chgData name="Edwar Romero-Ramirez" userId="92bc0edd-ad5d-44a7-8ba7-72607029cc7a" providerId="ADAL" clId="{2775DB41-4F27-43BB-B6B4-1F63C41083B6}" dt="2024-05-29T03:27:34.348" v="35" actId="20577"/>
          <ac:spMkLst>
            <pc:docMk/>
            <pc:sldMk cId="212164913" sldId="341"/>
            <ac:spMk id="2" creationId="{8183A03B-4721-8219-C04F-4803E1D706FF}"/>
          </ac:spMkLst>
        </pc:spChg>
      </pc:sldChg>
      <pc:sldChg chg="addSp modSp mod modNotesTx">
        <pc:chgData name="Edwar Romero-Ramirez" userId="92bc0edd-ad5d-44a7-8ba7-72607029cc7a" providerId="ADAL" clId="{2775DB41-4F27-43BB-B6B4-1F63C41083B6}" dt="2024-05-29T04:27:27.037" v="1390" actId="20577"/>
        <pc:sldMkLst>
          <pc:docMk/>
          <pc:sldMk cId="2289991728" sldId="342"/>
        </pc:sldMkLst>
        <pc:spChg chg="mod">
          <ac:chgData name="Edwar Romero-Ramirez" userId="92bc0edd-ad5d-44a7-8ba7-72607029cc7a" providerId="ADAL" clId="{2775DB41-4F27-43BB-B6B4-1F63C41083B6}" dt="2024-05-29T03:44:10.083" v="643" actId="20577"/>
          <ac:spMkLst>
            <pc:docMk/>
            <pc:sldMk cId="2289991728" sldId="342"/>
            <ac:spMk id="2" creationId="{4D3BEB11-28D7-C522-E5E9-6807A609E96E}"/>
          </ac:spMkLst>
        </pc:spChg>
        <pc:spChg chg="mod">
          <ac:chgData name="Edwar Romero-Ramirez" userId="92bc0edd-ad5d-44a7-8ba7-72607029cc7a" providerId="ADAL" clId="{2775DB41-4F27-43BB-B6B4-1F63C41083B6}" dt="2024-05-29T03:55:56.773" v="720" actId="14100"/>
          <ac:spMkLst>
            <pc:docMk/>
            <pc:sldMk cId="2289991728" sldId="342"/>
            <ac:spMk id="3" creationId="{78D6B0DC-8DDB-A7DA-E1AC-AD2D78ED7DCB}"/>
          </ac:spMkLst>
        </pc:spChg>
        <pc:spChg chg="add mod">
          <ac:chgData name="Edwar Romero-Ramirez" userId="92bc0edd-ad5d-44a7-8ba7-72607029cc7a" providerId="ADAL" clId="{2775DB41-4F27-43BB-B6B4-1F63C41083B6}" dt="2024-05-29T04:20:58.508" v="883" actId="20577"/>
          <ac:spMkLst>
            <pc:docMk/>
            <pc:sldMk cId="2289991728" sldId="342"/>
            <ac:spMk id="5" creationId="{B96204FE-9C6F-5343-F85F-65A423684DD6}"/>
          </ac:spMkLst>
        </pc:spChg>
        <pc:spChg chg="add mod">
          <ac:chgData name="Edwar Romero-Ramirez" userId="92bc0edd-ad5d-44a7-8ba7-72607029cc7a" providerId="ADAL" clId="{2775DB41-4F27-43BB-B6B4-1F63C41083B6}" dt="2024-05-29T04:20:12.087" v="869" actId="1035"/>
          <ac:spMkLst>
            <pc:docMk/>
            <pc:sldMk cId="2289991728" sldId="342"/>
            <ac:spMk id="6" creationId="{59F31D2D-1E0A-2AD5-0E1B-6A9A84FE5678}"/>
          </ac:spMkLst>
        </pc:spChg>
        <pc:spChg chg="add mod">
          <ac:chgData name="Edwar Romero-Ramirez" userId="92bc0edd-ad5d-44a7-8ba7-72607029cc7a" providerId="ADAL" clId="{2775DB41-4F27-43BB-B6B4-1F63C41083B6}" dt="2024-05-29T04:22:08.599" v="888" actId="17032"/>
          <ac:spMkLst>
            <pc:docMk/>
            <pc:sldMk cId="2289991728" sldId="342"/>
            <ac:spMk id="7" creationId="{1BB92166-AF64-9330-499B-3DD3A9FEB2D6}"/>
          </ac:spMkLst>
        </pc:spChg>
        <pc:spChg chg="add mod">
          <ac:chgData name="Edwar Romero-Ramirez" userId="92bc0edd-ad5d-44a7-8ba7-72607029cc7a" providerId="ADAL" clId="{2775DB41-4F27-43BB-B6B4-1F63C41083B6}" dt="2024-05-29T04:22:16.440" v="893" actId="1038"/>
          <ac:spMkLst>
            <pc:docMk/>
            <pc:sldMk cId="2289991728" sldId="342"/>
            <ac:spMk id="8" creationId="{FD368431-689F-C080-9710-D6A633581BEA}"/>
          </ac:spMkLst>
        </pc:spChg>
        <pc:spChg chg="add mod">
          <ac:chgData name="Edwar Romero-Ramirez" userId="92bc0edd-ad5d-44a7-8ba7-72607029cc7a" providerId="ADAL" clId="{2775DB41-4F27-43BB-B6B4-1F63C41083B6}" dt="2024-05-29T04:22:29.151" v="902" actId="1037"/>
          <ac:spMkLst>
            <pc:docMk/>
            <pc:sldMk cId="2289991728" sldId="342"/>
            <ac:spMk id="9" creationId="{4F1F5C71-9BD7-4BE7-2E98-F91032FE3F53}"/>
          </ac:spMkLst>
        </pc:spChg>
        <pc:spChg chg="add mod">
          <ac:chgData name="Edwar Romero-Ramirez" userId="92bc0edd-ad5d-44a7-8ba7-72607029cc7a" providerId="ADAL" clId="{2775DB41-4F27-43BB-B6B4-1F63C41083B6}" dt="2024-05-29T04:22:36.463" v="906" actId="1037"/>
          <ac:spMkLst>
            <pc:docMk/>
            <pc:sldMk cId="2289991728" sldId="342"/>
            <ac:spMk id="10" creationId="{A707EC8C-E26B-DF9F-5CB5-FD4D70A6A1BA}"/>
          </ac:spMkLst>
        </pc:spChg>
        <pc:spChg chg="add mod">
          <ac:chgData name="Edwar Romero-Ramirez" userId="92bc0edd-ad5d-44a7-8ba7-72607029cc7a" providerId="ADAL" clId="{2775DB41-4F27-43BB-B6B4-1F63C41083B6}" dt="2024-05-29T04:24:08.295" v="1059" actId="17032"/>
          <ac:spMkLst>
            <pc:docMk/>
            <pc:sldMk cId="2289991728" sldId="342"/>
            <ac:spMk id="11" creationId="{D0658B09-856C-5FEC-DDA6-FF4A45529DE8}"/>
          </ac:spMkLst>
        </pc:spChg>
        <pc:spChg chg="add mod">
          <ac:chgData name="Edwar Romero-Ramirez" userId="92bc0edd-ad5d-44a7-8ba7-72607029cc7a" providerId="ADAL" clId="{2775DB41-4F27-43BB-B6B4-1F63C41083B6}" dt="2024-05-29T04:24:15.886" v="1063" actId="1038"/>
          <ac:spMkLst>
            <pc:docMk/>
            <pc:sldMk cId="2289991728" sldId="342"/>
            <ac:spMk id="12" creationId="{8CE11F0D-E556-2600-F436-C4BA1A646F49}"/>
          </ac:spMkLst>
        </pc:spChg>
        <pc:spChg chg="add mod">
          <ac:chgData name="Edwar Romero-Ramirez" userId="92bc0edd-ad5d-44a7-8ba7-72607029cc7a" providerId="ADAL" clId="{2775DB41-4F27-43BB-B6B4-1F63C41083B6}" dt="2024-05-29T04:24:23.873" v="1066" actId="1035"/>
          <ac:spMkLst>
            <pc:docMk/>
            <pc:sldMk cId="2289991728" sldId="342"/>
            <ac:spMk id="13" creationId="{89AF9DC8-0C83-B1FE-F703-C0D1C9E57227}"/>
          </ac:spMkLst>
        </pc:spChg>
        <pc:spChg chg="add mod">
          <ac:chgData name="Edwar Romero-Ramirez" userId="92bc0edd-ad5d-44a7-8ba7-72607029cc7a" providerId="ADAL" clId="{2775DB41-4F27-43BB-B6B4-1F63C41083B6}" dt="2024-05-29T04:24:31.659" v="1073" actId="1038"/>
          <ac:spMkLst>
            <pc:docMk/>
            <pc:sldMk cId="2289991728" sldId="342"/>
            <ac:spMk id="14" creationId="{10B8CD3B-DEEE-32C2-2F5F-F40583F76484}"/>
          </ac:spMkLst>
        </pc:spChg>
        <pc:spChg chg="add mod">
          <ac:chgData name="Edwar Romero-Ramirez" userId="92bc0edd-ad5d-44a7-8ba7-72607029cc7a" providerId="ADAL" clId="{2775DB41-4F27-43BB-B6B4-1F63C41083B6}" dt="2024-05-29T04:24:37.688" v="1079" actId="1036"/>
          <ac:spMkLst>
            <pc:docMk/>
            <pc:sldMk cId="2289991728" sldId="342"/>
            <ac:spMk id="15" creationId="{9E945400-C1D8-DD2A-0700-686F4F50E1E0}"/>
          </ac:spMkLst>
        </pc:spChg>
        <pc:spChg chg="add mod">
          <ac:chgData name="Edwar Romero-Ramirez" userId="92bc0edd-ad5d-44a7-8ba7-72607029cc7a" providerId="ADAL" clId="{2775DB41-4F27-43BB-B6B4-1F63C41083B6}" dt="2024-05-29T04:24:44.435" v="1083" actId="1037"/>
          <ac:spMkLst>
            <pc:docMk/>
            <pc:sldMk cId="2289991728" sldId="342"/>
            <ac:spMk id="16" creationId="{28E29AED-0E93-7FEC-D7B5-0CE8DB131A0E}"/>
          </ac:spMkLst>
        </pc:spChg>
        <pc:spChg chg="add mod">
          <ac:chgData name="Edwar Romero-Ramirez" userId="92bc0edd-ad5d-44a7-8ba7-72607029cc7a" providerId="ADAL" clId="{2775DB41-4F27-43BB-B6B4-1F63C41083B6}" dt="2024-05-29T04:24:50.851" v="1091" actId="1036"/>
          <ac:spMkLst>
            <pc:docMk/>
            <pc:sldMk cId="2289991728" sldId="342"/>
            <ac:spMk id="17" creationId="{94D70FB3-6C0B-849B-A27C-8F1142A02E7C}"/>
          </ac:spMkLst>
        </pc:spChg>
        <pc:spChg chg="add mod">
          <ac:chgData name="Edwar Romero-Ramirez" userId="92bc0edd-ad5d-44a7-8ba7-72607029cc7a" providerId="ADAL" clId="{2775DB41-4F27-43BB-B6B4-1F63C41083B6}" dt="2024-05-29T04:24:59.175" v="1097" actId="1038"/>
          <ac:spMkLst>
            <pc:docMk/>
            <pc:sldMk cId="2289991728" sldId="342"/>
            <ac:spMk id="18" creationId="{C2D16203-EE7A-880C-03DD-780AA06BBE85}"/>
          </ac:spMkLst>
        </pc:spChg>
        <pc:picChg chg="add mod">
          <ac:chgData name="Edwar Romero-Ramirez" userId="92bc0edd-ad5d-44a7-8ba7-72607029cc7a" providerId="ADAL" clId="{2775DB41-4F27-43BB-B6B4-1F63C41083B6}" dt="2024-05-29T04:20:12.087" v="869" actId="1035"/>
          <ac:picMkLst>
            <pc:docMk/>
            <pc:sldMk cId="2289991728" sldId="342"/>
            <ac:picMk id="2050" creationId="{F0000F2B-3F9A-7DCF-159C-00F49788EE61}"/>
          </ac:picMkLst>
        </pc:picChg>
      </pc:sldChg>
      <pc:sldChg chg="del">
        <pc:chgData name="Edwar Romero-Ramirez" userId="92bc0edd-ad5d-44a7-8ba7-72607029cc7a" providerId="ADAL" clId="{2775DB41-4F27-43BB-B6B4-1F63C41083B6}" dt="2024-05-29T03:26:30.138" v="2" actId="47"/>
        <pc:sldMkLst>
          <pc:docMk/>
          <pc:sldMk cId="2940990303" sldId="343"/>
        </pc:sldMkLst>
      </pc:sldChg>
      <pc:sldChg chg="addSp delSp modSp add mod modNotesTx">
        <pc:chgData name="Edwar Romero-Ramirez" userId="92bc0edd-ad5d-44a7-8ba7-72607029cc7a" providerId="ADAL" clId="{2775DB41-4F27-43BB-B6B4-1F63C41083B6}" dt="2024-06-15T03:09:06.209" v="4087" actId="20577"/>
        <pc:sldMkLst>
          <pc:docMk/>
          <pc:sldMk cId="3665023349" sldId="343"/>
        </pc:sldMkLst>
        <pc:spChg chg="mod">
          <ac:chgData name="Edwar Romero-Ramirez" userId="92bc0edd-ad5d-44a7-8ba7-72607029cc7a" providerId="ADAL" clId="{2775DB41-4F27-43BB-B6B4-1F63C41083B6}" dt="2024-05-29T03:44:15.507" v="645" actId="20577"/>
          <ac:spMkLst>
            <pc:docMk/>
            <pc:sldMk cId="3665023349" sldId="343"/>
            <ac:spMk id="2" creationId="{4D3BEB11-28D7-C522-E5E9-6807A609E96E}"/>
          </ac:spMkLst>
        </pc:spChg>
        <pc:spChg chg="mod">
          <ac:chgData name="Edwar Romero-Ramirez" userId="92bc0edd-ad5d-44a7-8ba7-72607029cc7a" providerId="ADAL" clId="{2775DB41-4F27-43BB-B6B4-1F63C41083B6}" dt="2024-06-15T03:09:06.209" v="4087" actId="20577"/>
          <ac:spMkLst>
            <pc:docMk/>
            <pc:sldMk cId="3665023349" sldId="343"/>
            <ac:spMk id="3" creationId="{78D6B0DC-8DDB-A7DA-E1AC-AD2D78ED7DCB}"/>
          </ac:spMkLst>
        </pc:spChg>
        <pc:spChg chg="add del mod">
          <ac:chgData name="Edwar Romero-Ramirez" userId="92bc0edd-ad5d-44a7-8ba7-72607029cc7a" providerId="ADAL" clId="{2775DB41-4F27-43BB-B6B4-1F63C41083B6}" dt="2024-06-15T02:16:46.927" v="2695" actId="478"/>
          <ac:spMkLst>
            <pc:docMk/>
            <pc:sldMk cId="3665023349" sldId="343"/>
            <ac:spMk id="8" creationId="{629B7065-D9F5-3140-4B22-BD0743AD000C}"/>
          </ac:spMkLst>
        </pc:spChg>
        <pc:spChg chg="add mod">
          <ac:chgData name="Edwar Romero-Ramirez" userId="92bc0edd-ad5d-44a7-8ba7-72607029cc7a" providerId="ADAL" clId="{2775DB41-4F27-43BB-B6B4-1F63C41083B6}" dt="2024-06-15T03:06:26.883" v="3954" actId="6549"/>
          <ac:spMkLst>
            <pc:docMk/>
            <pc:sldMk cId="3665023349" sldId="343"/>
            <ac:spMk id="9" creationId="{5DD5144A-4474-2479-FA5D-0FB5B8C4C171}"/>
          </ac:spMkLst>
        </pc:spChg>
        <pc:spChg chg="add mod">
          <ac:chgData name="Edwar Romero-Ramirez" userId="92bc0edd-ad5d-44a7-8ba7-72607029cc7a" providerId="ADAL" clId="{2775DB41-4F27-43BB-B6B4-1F63C41083B6}" dt="2024-06-15T02:34:12.677" v="3163" actId="1076"/>
          <ac:spMkLst>
            <pc:docMk/>
            <pc:sldMk cId="3665023349" sldId="343"/>
            <ac:spMk id="10" creationId="{0276F1E8-2449-BCC1-6357-841D80B71EA8}"/>
          </ac:spMkLst>
        </pc:spChg>
        <pc:spChg chg="add del mod">
          <ac:chgData name="Edwar Romero-Ramirez" userId="92bc0edd-ad5d-44a7-8ba7-72607029cc7a" providerId="ADAL" clId="{2775DB41-4F27-43BB-B6B4-1F63C41083B6}" dt="2024-06-15T03:01:56.651" v="3693" actId="478"/>
          <ac:spMkLst>
            <pc:docMk/>
            <pc:sldMk cId="3665023349" sldId="343"/>
            <ac:spMk id="15" creationId="{216BFA64-3032-6100-5E2A-946FC81C6E09}"/>
          </ac:spMkLst>
        </pc:spChg>
        <pc:spChg chg="add mod">
          <ac:chgData name="Edwar Romero-Ramirez" userId="92bc0edd-ad5d-44a7-8ba7-72607029cc7a" providerId="ADAL" clId="{2775DB41-4F27-43BB-B6B4-1F63C41083B6}" dt="2024-06-15T02:34:21.564" v="3165" actId="1076"/>
          <ac:spMkLst>
            <pc:docMk/>
            <pc:sldMk cId="3665023349" sldId="343"/>
            <ac:spMk id="17" creationId="{2E4E6A32-1D8A-B594-4757-83C24109F215}"/>
          </ac:spMkLst>
        </pc:spChg>
        <pc:picChg chg="add mod modCrop">
          <ac:chgData name="Edwar Romero-Ramirez" userId="92bc0edd-ad5d-44a7-8ba7-72607029cc7a" providerId="ADAL" clId="{2775DB41-4F27-43BB-B6B4-1F63C41083B6}" dt="2024-06-15T02:34:18.499" v="3164" actId="1076"/>
          <ac:picMkLst>
            <pc:docMk/>
            <pc:sldMk cId="3665023349" sldId="343"/>
            <ac:picMk id="5" creationId="{63AC7670-6DC5-7960-AC16-50AC8F8E2B9B}"/>
          </ac:picMkLst>
        </pc:picChg>
        <pc:picChg chg="add mod modCrop">
          <ac:chgData name="Edwar Romero-Ramirez" userId="92bc0edd-ad5d-44a7-8ba7-72607029cc7a" providerId="ADAL" clId="{2775DB41-4F27-43BB-B6B4-1F63C41083B6}" dt="2024-06-15T02:34:12.677" v="3163" actId="1076"/>
          <ac:picMkLst>
            <pc:docMk/>
            <pc:sldMk cId="3665023349" sldId="343"/>
            <ac:picMk id="6" creationId="{DA05F2B8-F03B-B63B-4AA2-4E906B0FA76F}"/>
          </ac:picMkLst>
        </pc:picChg>
        <pc:picChg chg="add del mod modCrop">
          <ac:chgData name="Edwar Romero-Ramirez" userId="92bc0edd-ad5d-44a7-8ba7-72607029cc7a" providerId="ADAL" clId="{2775DB41-4F27-43BB-B6B4-1F63C41083B6}" dt="2024-06-15T03:01:54.604" v="3692" actId="478"/>
          <ac:picMkLst>
            <pc:docMk/>
            <pc:sldMk cId="3665023349" sldId="343"/>
            <ac:picMk id="12" creationId="{34DABB26-E85B-E3AA-5B48-DA322D7BCAE3}"/>
          </ac:picMkLst>
        </pc:picChg>
        <pc:picChg chg="add del mod modCrop">
          <ac:chgData name="Edwar Romero-Ramirez" userId="92bc0edd-ad5d-44a7-8ba7-72607029cc7a" providerId="ADAL" clId="{2775DB41-4F27-43BB-B6B4-1F63C41083B6}" dt="2024-06-15T03:01:53.332" v="3691" actId="478"/>
          <ac:picMkLst>
            <pc:docMk/>
            <pc:sldMk cId="3665023349" sldId="343"/>
            <ac:picMk id="13" creationId="{5237F4B0-22FF-5564-DA6C-E106786C82A3}"/>
          </ac:picMkLst>
        </pc:picChg>
        <pc:picChg chg="add del mod">
          <ac:chgData name="Edwar Romero-Ramirez" userId="92bc0edd-ad5d-44a7-8ba7-72607029cc7a" providerId="ADAL" clId="{2775DB41-4F27-43BB-B6B4-1F63C41083B6}" dt="2024-06-15T03:05:52.235" v="3942" actId="21"/>
          <ac:picMkLst>
            <pc:docMk/>
            <pc:sldMk cId="3665023349" sldId="343"/>
            <ac:picMk id="18" creationId="{5999A00D-1619-2FC4-B16D-B95335D02139}"/>
          </ac:picMkLst>
        </pc:picChg>
        <pc:picChg chg="add mod">
          <ac:chgData name="Edwar Romero-Ramirez" userId="92bc0edd-ad5d-44a7-8ba7-72607029cc7a" providerId="ADAL" clId="{2775DB41-4F27-43BB-B6B4-1F63C41083B6}" dt="2024-06-15T03:05:56.748" v="3945"/>
          <ac:picMkLst>
            <pc:docMk/>
            <pc:sldMk cId="3665023349" sldId="343"/>
            <ac:picMk id="19" creationId="{5999A00D-1619-2FC4-B16D-B95335D02139}"/>
          </ac:picMkLst>
        </pc:picChg>
        <pc:picChg chg="add mod">
          <ac:chgData name="Edwar Romero-Ramirez" userId="92bc0edd-ad5d-44a7-8ba7-72607029cc7a" providerId="ADAL" clId="{2775DB41-4F27-43BB-B6B4-1F63C41083B6}" dt="2024-06-15T03:08:29.774" v="4066" actId="1076"/>
          <ac:picMkLst>
            <pc:docMk/>
            <pc:sldMk cId="3665023349" sldId="343"/>
            <ac:picMk id="20" creationId="{8ACD7155-55E9-9155-2A93-FD0C051A52EC}"/>
          </ac:picMkLst>
        </pc:picChg>
      </pc:sldChg>
      <pc:sldChg chg="modSp add mod">
        <pc:chgData name="Edwar Romero-Ramirez" userId="92bc0edd-ad5d-44a7-8ba7-72607029cc7a" providerId="ADAL" clId="{2775DB41-4F27-43BB-B6B4-1F63C41083B6}" dt="2024-05-29T03:44:19.105" v="647" actId="20577"/>
        <pc:sldMkLst>
          <pc:docMk/>
          <pc:sldMk cId="1865576695" sldId="344"/>
        </pc:sldMkLst>
        <pc:spChg chg="mod">
          <ac:chgData name="Edwar Romero-Ramirez" userId="92bc0edd-ad5d-44a7-8ba7-72607029cc7a" providerId="ADAL" clId="{2775DB41-4F27-43BB-B6B4-1F63C41083B6}" dt="2024-05-29T03:44:19.105" v="647" actId="20577"/>
          <ac:spMkLst>
            <pc:docMk/>
            <pc:sldMk cId="1865576695" sldId="344"/>
            <ac:spMk id="2" creationId="{4D3BEB11-28D7-C522-E5E9-6807A609E96E}"/>
          </ac:spMkLst>
        </pc:spChg>
      </pc:sldChg>
      <pc:sldChg chg="del">
        <pc:chgData name="Edwar Romero-Ramirez" userId="92bc0edd-ad5d-44a7-8ba7-72607029cc7a" providerId="ADAL" clId="{2775DB41-4F27-43BB-B6B4-1F63C41083B6}" dt="2024-05-29T03:26:30.138" v="2" actId="47"/>
        <pc:sldMkLst>
          <pc:docMk/>
          <pc:sldMk cId="2471293605" sldId="344"/>
        </pc:sldMkLst>
      </pc:sldChg>
      <pc:sldChg chg="modSp add mod">
        <pc:chgData name="Edwar Romero-Ramirez" userId="92bc0edd-ad5d-44a7-8ba7-72607029cc7a" providerId="ADAL" clId="{2775DB41-4F27-43BB-B6B4-1F63C41083B6}" dt="2024-05-29T03:44:24.775" v="649" actId="20577"/>
        <pc:sldMkLst>
          <pc:docMk/>
          <pc:sldMk cId="2642871710" sldId="345"/>
        </pc:sldMkLst>
        <pc:spChg chg="mod">
          <ac:chgData name="Edwar Romero-Ramirez" userId="92bc0edd-ad5d-44a7-8ba7-72607029cc7a" providerId="ADAL" clId="{2775DB41-4F27-43BB-B6B4-1F63C41083B6}" dt="2024-05-29T03:44:24.775" v="649" actId="20577"/>
          <ac:spMkLst>
            <pc:docMk/>
            <pc:sldMk cId="2642871710" sldId="345"/>
            <ac:spMk id="2" creationId="{4D3BEB11-28D7-C522-E5E9-6807A609E96E}"/>
          </ac:spMkLst>
        </pc:spChg>
      </pc:sldChg>
      <pc:sldChg chg="del">
        <pc:chgData name="Edwar Romero-Ramirez" userId="92bc0edd-ad5d-44a7-8ba7-72607029cc7a" providerId="ADAL" clId="{2775DB41-4F27-43BB-B6B4-1F63C41083B6}" dt="2024-05-29T03:26:30.138" v="2" actId="47"/>
        <pc:sldMkLst>
          <pc:docMk/>
          <pc:sldMk cId="3343131389" sldId="345"/>
        </pc:sldMkLst>
      </pc:sldChg>
      <pc:sldChg chg="add">
        <pc:chgData name="Edwar Romero-Ramirez" userId="92bc0edd-ad5d-44a7-8ba7-72607029cc7a" providerId="ADAL" clId="{2775DB41-4F27-43BB-B6B4-1F63C41083B6}" dt="2024-05-29T03:32:51.288" v="273" actId="2890"/>
        <pc:sldMkLst>
          <pc:docMk/>
          <pc:sldMk cId="3509818843" sldId="346"/>
        </pc:sldMkLst>
      </pc:sldChg>
      <pc:sldChg chg="add ord">
        <pc:chgData name="Edwar Romero-Ramirez" userId="92bc0edd-ad5d-44a7-8ba7-72607029cc7a" providerId="ADAL" clId="{2775DB41-4F27-43BB-B6B4-1F63C41083B6}" dt="2024-05-29T03:33:01.584" v="280"/>
        <pc:sldMkLst>
          <pc:docMk/>
          <pc:sldMk cId="3564918759" sldId="347"/>
        </pc:sldMkLst>
      </pc:sldChg>
      <pc:sldChg chg="modSp new mod">
        <pc:chgData name="Edwar Romero-Ramirez" userId="92bc0edd-ad5d-44a7-8ba7-72607029cc7a" providerId="ADAL" clId="{2775DB41-4F27-43BB-B6B4-1F63C41083B6}" dt="2024-06-14T02:50:36.792" v="1434" actId="207"/>
        <pc:sldMkLst>
          <pc:docMk/>
          <pc:sldMk cId="1970439454" sldId="348"/>
        </pc:sldMkLst>
        <pc:spChg chg="mod">
          <ac:chgData name="Edwar Romero-Ramirez" userId="92bc0edd-ad5d-44a7-8ba7-72607029cc7a" providerId="ADAL" clId="{2775DB41-4F27-43BB-B6B4-1F63C41083B6}" dt="2024-05-29T03:34:05.928" v="323" actId="14100"/>
          <ac:spMkLst>
            <pc:docMk/>
            <pc:sldMk cId="1970439454" sldId="348"/>
            <ac:spMk id="2" creationId="{D8FC10D9-B21A-86E8-C7F2-EC270636ABF2}"/>
          </ac:spMkLst>
        </pc:spChg>
        <pc:spChg chg="mod">
          <ac:chgData name="Edwar Romero-Ramirez" userId="92bc0edd-ad5d-44a7-8ba7-72607029cc7a" providerId="ADAL" clId="{2775DB41-4F27-43BB-B6B4-1F63C41083B6}" dt="2024-06-14T02:50:36.792" v="1434" actId="207"/>
          <ac:spMkLst>
            <pc:docMk/>
            <pc:sldMk cId="1970439454" sldId="348"/>
            <ac:spMk id="3" creationId="{F285B28E-72AD-AF1D-30A6-84208CFFAB4E}"/>
          </ac:spMkLst>
        </pc:spChg>
      </pc:sldChg>
      <pc:sldChg chg="modSp mod">
        <pc:chgData name="Edwar Romero-Ramirez" userId="92bc0edd-ad5d-44a7-8ba7-72607029cc7a" providerId="ADAL" clId="{2775DB41-4F27-43BB-B6B4-1F63C41083B6}" dt="2024-06-15T03:09:47.001" v="4088" actId="207"/>
        <pc:sldMkLst>
          <pc:docMk/>
          <pc:sldMk cId="756175004" sldId="350"/>
        </pc:sldMkLst>
        <pc:spChg chg="mod">
          <ac:chgData name="Edwar Romero-Ramirez" userId="92bc0edd-ad5d-44a7-8ba7-72607029cc7a" providerId="ADAL" clId="{2775DB41-4F27-43BB-B6B4-1F63C41083B6}" dt="2024-06-15T03:09:47.001" v="4088" actId="207"/>
          <ac:spMkLst>
            <pc:docMk/>
            <pc:sldMk cId="756175004" sldId="350"/>
            <ac:spMk id="3" creationId="{9556065C-AC8D-F8CF-D5A2-F5C7B2A8889E}"/>
          </ac:spMkLst>
        </pc:spChg>
      </pc:sldChg>
      <pc:sldChg chg="modSp mod modNotesTx">
        <pc:chgData name="Edwar Romero-Ramirez" userId="92bc0edd-ad5d-44a7-8ba7-72607029cc7a" providerId="ADAL" clId="{2775DB41-4F27-43BB-B6B4-1F63C41083B6}" dt="2024-06-14T02:58:35.280" v="1542" actId="114"/>
        <pc:sldMkLst>
          <pc:docMk/>
          <pc:sldMk cId="2838901669" sldId="353"/>
        </pc:sldMkLst>
        <pc:spChg chg="mod">
          <ac:chgData name="Edwar Romero-Ramirez" userId="92bc0edd-ad5d-44a7-8ba7-72607029cc7a" providerId="ADAL" clId="{2775DB41-4F27-43BB-B6B4-1F63C41083B6}" dt="2024-06-14T02:57:07.654" v="1438" actId="20577"/>
          <ac:spMkLst>
            <pc:docMk/>
            <pc:sldMk cId="2838901669" sldId="353"/>
            <ac:spMk id="3" creationId="{9556065C-AC8D-F8CF-D5A2-F5C7B2A8889E}"/>
          </ac:spMkLst>
        </pc:spChg>
      </pc:sldChg>
      <pc:sldChg chg="modSp mod">
        <pc:chgData name="Edwar Romero-Ramirez" userId="92bc0edd-ad5d-44a7-8ba7-72607029cc7a" providerId="ADAL" clId="{2775DB41-4F27-43BB-B6B4-1F63C41083B6}" dt="2024-06-14T02:57:31.475" v="1439" actId="207"/>
        <pc:sldMkLst>
          <pc:docMk/>
          <pc:sldMk cId="3245362616" sldId="354"/>
        </pc:sldMkLst>
        <pc:spChg chg="mod">
          <ac:chgData name="Edwar Romero-Ramirez" userId="92bc0edd-ad5d-44a7-8ba7-72607029cc7a" providerId="ADAL" clId="{2775DB41-4F27-43BB-B6B4-1F63C41083B6}" dt="2024-06-14T02:57:31.475" v="1439" actId="207"/>
          <ac:spMkLst>
            <pc:docMk/>
            <pc:sldMk cId="3245362616" sldId="354"/>
            <ac:spMk id="3" creationId="{9556065C-AC8D-F8CF-D5A2-F5C7B2A8889E}"/>
          </ac:spMkLst>
        </pc:spChg>
      </pc:sldChg>
      <pc:sldChg chg="modSp mod">
        <pc:chgData name="Edwar Romero-Ramirez" userId="92bc0edd-ad5d-44a7-8ba7-72607029cc7a" providerId="ADAL" clId="{2775DB41-4F27-43BB-B6B4-1F63C41083B6}" dt="2024-06-14T03:04:15.059" v="1646" actId="6549"/>
        <pc:sldMkLst>
          <pc:docMk/>
          <pc:sldMk cId="4183556849" sldId="355"/>
        </pc:sldMkLst>
        <pc:spChg chg="mod">
          <ac:chgData name="Edwar Romero-Ramirez" userId="92bc0edd-ad5d-44a7-8ba7-72607029cc7a" providerId="ADAL" clId="{2775DB41-4F27-43BB-B6B4-1F63C41083B6}" dt="2024-06-14T03:04:15.059" v="1646" actId="6549"/>
          <ac:spMkLst>
            <pc:docMk/>
            <pc:sldMk cId="4183556849" sldId="355"/>
            <ac:spMk id="3" creationId="{9556065C-AC8D-F8CF-D5A2-F5C7B2A8889E}"/>
          </ac:spMkLst>
        </pc:spChg>
        <pc:picChg chg="mod modCrop">
          <ac:chgData name="Edwar Romero-Ramirez" userId="92bc0edd-ad5d-44a7-8ba7-72607029cc7a" providerId="ADAL" clId="{2775DB41-4F27-43BB-B6B4-1F63C41083B6}" dt="2024-06-14T03:00:36.146" v="1545" actId="732"/>
          <ac:picMkLst>
            <pc:docMk/>
            <pc:sldMk cId="4183556849" sldId="355"/>
            <ac:picMk id="17" creationId="{81A7133B-4EF4-6F2E-F115-3E1B669ABF10}"/>
          </ac:picMkLst>
        </pc:picChg>
      </pc:sldChg>
      <pc:sldChg chg="addSp delSp modSp new mod">
        <pc:chgData name="Edwar Romero-Ramirez" userId="92bc0edd-ad5d-44a7-8ba7-72607029cc7a" providerId="ADAL" clId="{2775DB41-4F27-43BB-B6B4-1F63C41083B6}" dt="2024-06-14T02:49:41.120" v="1431" actId="207"/>
        <pc:sldMkLst>
          <pc:docMk/>
          <pc:sldMk cId="1929717596" sldId="356"/>
        </pc:sldMkLst>
        <pc:spChg chg="mod">
          <ac:chgData name="Edwar Romero-Ramirez" userId="92bc0edd-ad5d-44a7-8ba7-72607029cc7a" providerId="ADAL" clId="{2775DB41-4F27-43BB-B6B4-1F63C41083B6}" dt="2024-06-14T02:48:34.928" v="1406" actId="20577"/>
          <ac:spMkLst>
            <pc:docMk/>
            <pc:sldMk cId="1929717596" sldId="356"/>
            <ac:spMk id="2" creationId="{47F9B0D7-DC7B-A8D6-DEB3-9C2055028689}"/>
          </ac:spMkLst>
        </pc:spChg>
        <pc:spChg chg="add del mod">
          <ac:chgData name="Edwar Romero-Ramirez" userId="92bc0edd-ad5d-44a7-8ba7-72607029cc7a" providerId="ADAL" clId="{2775DB41-4F27-43BB-B6B4-1F63C41083B6}" dt="2024-06-14T02:49:41.120" v="1431" actId="207"/>
          <ac:spMkLst>
            <pc:docMk/>
            <pc:sldMk cId="1929717596" sldId="356"/>
            <ac:spMk id="3" creationId="{EEA82FBA-2EB2-5C2F-0014-4EC7486CBC03}"/>
          </ac:spMkLst>
        </pc:spChg>
        <pc:graphicFrameChg chg="add mod">
          <ac:chgData name="Edwar Romero-Ramirez" userId="92bc0edd-ad5d-44a7-8ba7-72607029cc7a" providerId="ADAL" clId="{2775DB41-4F27-43BB-B6B4-1F63C41083B6}" dt="2024-06-14T02:47:45.476" v="1393"/>
          <ac:graphicFrameMkLst>
            <pc:docMk/>
            <pc:sldMk cId="1929717596" sldId="356"/>
            <ac:graphicFrameMk id="4" creationId="{BAD53806-382E-B003-BA2D-D7AC26C87728}"/>
          </ac:graphicFrameMkLst>
        </pc:graphicFrameChg>
        <pc:graphicFrameChg chg="add mod">
          <ac:chgData name="Edwar Romero-Ramirez" userId="92bc0edd-ad5d-44a7-8ba7-72607029cc7a" providerId="ADAL" clId="{2775DB41-4F27-43BB-B6B4-1F63C41083B6}" dt="2024-06-14T02:47:50.405" v="1395"/>
          <ac:graphicFrameMkLst>
            <pc:docMk/>
            <pc:sldMk cId="1929717596" sldId="356"/>
            <ac:graphicFrameMk id="5" creationId="{11877124-BC56-B63D-A3CC-3BC1363DEF85}"/>
          </ac:graphicFrameMkLst>
        </pc:graphicFrameChg>
        <pc:graphicFrameChg chg="add mod">
          <ac:chgData name="Edwar Romero-Ramirez" userId="92bc0edd-ad5d-44a7-8ba7-72607029cc7a" providerId="ADAL" clId="{2775DB41-4F27-43BB-B6B4-1F63C41083B6}" dt="2024-06-14T02:47:56.372" v="1397"/>
          <ac:graphicFrameMkLst>
            <pc:docMk/>
            <pc:sldMk cId="1929717596" sldId="356"/>
            <ac:graphicFrameMk id="6" creationId="{0EEBDA16-F3A0-5DBA-443C-F2E68EDA8D86}"/>
          </ac:graphicFrameMkLst>
        </pc:graphicFrameChg>
      </pc:sldChg>
      <pc:sldChg chg="addSp delSp modSp add mod">
        <pc:chgData name="Edwar Romero-Ramirez" userId="92bc0edd-ad5d-44a7-8ba7-72607029cc7a" providerId="ADAL" clId="{2775DB41-4F27-43BB-B6B4-1F63C41083B6}" dt="2024-06-14T03:20:16.457" v="2214" actId="20577"/>
        <pc:sldMkLst>
          <pc:docMk/>
          <pc:sldMk cId="413745526" sldId="357"/>
        </pc:sldMkLst>
        <pc:spChg chg="mod">
          <ac:chgData name="Edwar Romero-Ramirez" userId="92bc0edd-ad5d-44a7-8ba7-72607029cc7a" providerId="ADAL" clId="{2775DB41-4F27-43BB-B6B4-1F63C41083B6}" dt="2024-06-14T03:20:16.457" v="2214" actId="20577"/>
          <ac:spMkLst>
            <pc:docMk/>
            <pc:sldMk cId="413745526" sldId="357"/>
            <ac:spMk id="3" creationId="{9556065C-AC8D-F8CF-D5A2-F5C7B2A8889E}"/>
          </ac:spMkLst>
        </pc:spChg>
        <pc:picChg chg="add mod">
          <ac:chgData name="Edwar Romero-Ramirez" userId="92bc0edd-ad5d-44a7-8ba7-72607029cc7a" providerId="ADAL" clId="{2775DB41-4F27-43BB-B6B4-1F63C41083B6}" dt="2024-06-14T03:00:44.461" v="1547"/>
          <ac:picMkLst>
            <pc:docMk/>
            <pc:sldMk cId="413745526" sldId="357"/>
            <ac:picMk id="4" creationId="{270FBBD8-074C-B728-4DF2-2B107CEE27C1}"/>
          </ac:picMkLst>
        </pc:picChg>
        <pc:picChg chg="del">
          <ac:chgData name="Edwar Romero-Ramirez" userId="92bc0edd-ad5d-44a7-8ba7-72607029cc7a" providerId="ADAL" clId="{2775DB41-4F27-43BB-B6B4-1F63C41083B6}" dt="2024-06-14T03:00:44.048" v="1546" actId="478"/>
          <ac:picMkLst>
            <pc:docMk/>
            <pc:sldMk cId="413745526" sldId="357"/>
            <ac:picMk id="17" creationId="{81A7133B-4EF4-6F2E-F115-3E1B669ABF10}"/>
          </ac:picMkLst>
        </pc:picChg>
      </pc:sldChg>
      <pc:sldChg chg="addSp modSp add mod ord">
        <pc:chgData name="Edwar Romero-Ramirez" userId="92bc0edd-ad5d-44a7-8ba7-72607029cc7a" providerId="ADAL" clId="{2775DB41-4F27-43BB-B6B4-1F63C41083B6}" dt="2024-06-14T03:29:53.003" v="2426" actId="1076"/>
        <pc:sldMkLst>
          <pc:docMk/>
          <pc:sldMk cId="798543756" sldId="358"/>
        </pc:sldMkLst>
        <pc:spChg chg="mod">
          <ac:chgData name="Edwar Romero-Ramirez" userId="92bc0edd-ad5d-44a7-8ba7-72607029cc7a" providerId="ADAL" clId="{2775DB41-4F27-43BB-B6B4-1F63C41083B6}" dt="2024-06-14T03:29:36.410" v="2422"/>
          <ac:spMkLst>
            <pc:docMk/>
            <pc:sldMk cId="798543756" sldId="358"/>
            <ac:spMk id="3" creationId="{9556065C-AC8D-F8CF-D5A2-F5C7B2A8889E}"/>
          </ac:spMkLst>
        </pc:spChg>
        <pc:picChg chg="add mod">
          <ac:chgData name="Edwar Romero-Ramirez" userId="92bc0edd-ad5d-44a7-8ba7-72607029cc7a" providerId="ADAL" clId="{2775DB41-4F27-43BB-B6B4-1F63C41083B6}" dt="2024-06-14T03:29:53.003" v="2426" actId="1076"/>
          <ac:picMkLst>
            <pc:docMk/>
            <pc:sldMk cId="798543756" sldId="358"/>
            <ac:picMk id="7" creationId="{D8BAB4E6-0C87-FC94-6BD8-7E8EA6A9D509}"/>
          </ac:picMkLst>
        </pc:picChg>
      </pc:sldChg>
      <pc:sldChg chg="addSp delSp modSp add mod">
        <pc:chgData name="Edwar Romero-Ramirez" userId="92bc0edd-ad5d-44a7-8ba7-72607029cc7a" providerId="ADAL" clId="{2775DB41-4F27-43BB-B6B4-1F63C41083B6}" dt="2024-06-14T03:48:29.981" v="2606" actId="1076"/>
        <pc:sldMkLst>
          <pc:docMk/>
          <pc:sldMk cId="1580297987" sldId="359"/>
        </pc:sldMkLst>
        <pc:spChg chg="mod">
          <ac:chgData name="Edwar Romero-Ramirez" userId="92bc0edd-ad5d-44a7-8ba7-72607029cc7a" providerId="ADAL" clId="{2775DB41-4F27-43BB-B6B4-1F63C41083B6}" dt="2024-06-14T03:33:40.234" v="2480" actId="20577"/>
          <ac:spMkLst>
            <pc:docMk/>
            <pc:sldMk cId="1580297987" sldId="359"/>
            <ac:spMk id="2" creationId="{A43E3E30-0CCC-0FCC-69DC-1C2820744E12}"/>
          </ac:spMkLst>
        </pc:spChg>
        <pc:spChg chg="del">
          <ac:chgData name="Edwar Romero-Ramirez" userId="92bc0edd-ad5d-44a7-8ba7-72607029cc7a" providerId="ADAL" clId="{2775DB41-4F27-43BB-B6B4-1F63C41083B6}" dt="2024-06-14T03:32:33.777" v="2448" actId="478"/>
          <ac:spMkLst>
            <pc:docMk/>
            <pc:sldMk cId="1580297987" sldId="359"/>
            <ac:spMk id="3" creationId="{9556065C-AC8D-F8CF-D5A2-F5C7B2A8889E}"/>
          </ac:spMkLst>
        </pc:spChg>
        <pc:spChg chg="del">
          <ac:chgData name="Edwar Romero-Ramirez" userId="92bc0edd-ad5d-44a7-8ba7-72607029cc7a" providerId="ADAL" clId="{2775DB41-4F27-43BB-B6B4-1F63C41083B6}" dt="2024-06-14T03:32:40.572" v="2451" actId="478"/>
          <ac:spMkLst>
            <pc:docMk/>
            <pc:sldMk cId="1580297987" sldId="359"/>
            <ac:spMk id="5" creationId="{3F1CE5EF-1993-48B6-7353-FC6D457CA39A}"/>
          </ac:spMkLst>
        </pc:spChg>
        <pc:spChg chg="add del mod">
          <ac:chgData name="Edwar Romero-Ramirez" userId="92bc0edd-ad5d-44a7-8ba7-72607029cc7a" providerId="ADAL" clId="{2775DB41-4F27-43BB-B6B4-1F63C41083B6}" dt="2024-06-14T03:32:36.516" v="2449" actId="478"/>
          <ac:spMkLst>
            <pc:docMk/>
            <pc:sldMk cId="1580297987" sldId="359"/>
            <ac:spMk id="8" creationId="{429671A8-C79C-771E-5C8A-4C1A3A22F982}"/>
          </ac:spMkLst>
        </pc:spChg>
        <pc:spChg chg="add mod">
          <ac:chgData name="Edwar Romero-Ramirez" userId="92bc0edd-ad5d-44a7-8ba7-72607029cc7a" providerId="ADAL" clId="{2775DB41-4F27-43BB-B6B4-1F63C41083B6}" dt="2024-06-14T03:45:21.474" v="2594" actId="255"/>
          <ac:spMkLst>
            <pc:docMk/>
            <pc:sldMk cId="1580297987" sldId="359"/>
            <ac:spMk id="11" creationId="{3150CDA9-F3E0-DBDC-345D-E6EED776FA29}"/>
          </ac:spMkLst>
        </pc:spChg>
        <pc:spChg chg="add mod">
          <ac:chgData name="Edwar Romero-Ramirez" userId="92bc0edd-ad5d-44a7-8ba7-72607029cc7a" providerId="ADAL" clId="{2775DB41-4F27-43BB-B6B4-1F63C41083B6}" dt="2024-06-14T03:48:29.981" v="2606" actId="1076"/>
          <ac:spMkLst>
            <pc:docMk/>
            <pc:sldMk cId="1580297987" sldId="359"/>
            <ac:spMk id="12" creationId="{4BB7780D-4490-CE9E-60DA-94C0FD0ECB9C}"/>
          </ac:spMkLst>
        </pc:spChg>
        <pc:picChg chg="mod modCrop">
          <ac:chgData name="Edwar Romero-Ramirez" userId="92bc0edd-ad5d-44a7-8ba7-72607029cc7a" providerId="ADAL" clId="{2775DB41-4F27-43BB-B6B4-1F63C41083B6}" dt="2024-06-14T03:45:30.495" v="2603" actId="1038"/>
          <ac:picMkLst>
            <pc:docMk/>
            <pc:sldMk cId="1580297987" sldId="359"/>
            <ac:picMk id="6" creationId="{50535E7C-5C90-3DB5-404B-E48DB8C9ECFD}"/>
          </ac:picMkLst>
        </pc:picChg>
        <pc:picChg chg="mod modCrop">
          <ac:chgData name="Edwar Romero-Ramirez" userId="92bc0edd-ad5d-44a7-8ba7-72607029cc7a" providerId="ADAL" clId="{2775DB41-4F27-43BB-B6B4-1F63C41083B6}" dt="2024-06-14T03:45:35.533" v="2604" actId="1076"/>
          <ac:picMkLst>
            <pc:docMk/>
            <pc:sldMk cId="1580297987" sldId="359"/>
            <ac:picMk id="7" creationId="{D8BAB4E6-0C87-FC94-6BD8-7E8EA6A9D509}"/>
          </ac:picMkLst>
        </pc:picChg>
        <pc:picChg chg="add mod">
          <ac:chgData name="Edwar Romero-Ramirez" userId="92bc0edd-ad5d-44a7-8ba7-72607029cc7a" providerId="ADAL" clId="{2775DB41-4F27-43BB-B6B4-1F63C41083B6}" dt="2024-06-14T03:33:23.668" v="2465" actId="14100"/>
          <ac:picMkLst>
            <pc:docMk/>
            <pc:sldMk cId="1580297987" sldId="359"/>
            <ac:picMk id="10" creationId="{B58DDEFC-158E-BB6C-48FE-02111463751B}"/>
          </ac:picMkLst>
        </pc:picChg>
        <pc:picChg chg="del">
          <ac:chgData name="Edwar Romero-Ramirez" userId="92bc0edd-ad5d-44a7-8ba7-72607029cc7a" providerId="ADAL" clId="{2775DB41-4F27-43BB-B6B4-1F63C41083B6}" dt="2024-06-14T03:32:38.833" v="2450" actId="478"/>
          <ac:picMkLst>
            <pc:docMk/>
            <pc:sldMk cId="1580297987" sldId="359"/>
            <ac:picMk id="17" creationId="{81A7133B-4EF4-6F2E-F115-3E1B669ABF10}"/>
          </ac:picMkLst>
        </pc:picChg>
      </pc:sldChg>
      <pc:sldChg chg="addSp delSp modSp add mod">
        <pc:chgData name="Edwar Romero-Ramirez" userId="92bc0edd-ad5d-44a7-8ba7-72607029cc7a" providerId="ADAL" clId="{2775DB41-4F27-43BB-B6B4-1F63C41083B6}" dt="2024-06-14T04:27:14.086" v="2651" actId="20577"/>
        <pc:sldMkLst>
          <pc:docMk/>
          <pc:sldMk cId="2501000224" sldId="360"/>
        </pc:sldMkLst>
        <pc:spChg chg="mod">
          <ac:chgData name="Edwar Romero-Ramirez" userId="92bc0edd-ad5d-44a7-8ba7-72607029cc7a" providerId="ADAL" clId="{2775DB41-4F27-43BB-B6B4-1F63C41083B6}" dt="2024-06-14T04:27:14.086" v="2651" actId="20577"/>
          <ac:spMkLst>
            <pc:docMk/>
            <pc:sldMk cId="2501000224" sldId="360"/>
            <ac:spMk id="2" creationId="{A43E3E30-0CCC-0FCC-69DC-1C2820744E12}"/>
          </ac:spMkLst>
        </pc:spChg>
        <pc:spChg chg="add">
          <ac:chgData name="Edwar Romero-Ramirez" userId="92bc0edd-ad5d-44a7-8ba7-72607029cc7a" providerId="ADAL" clId="{2775DB41-4F27-43BB-B6B4-1F63C41083B6}" dt="2024-06-14T04:16:15.823" v="2616"/>
          <ac:spMkLst>
            <pc:docMk/>
            <pc:sldMk cId="2501000224" sldId="360"/>
            <ac:spMk id="5" creationId="{C79FBF0A-4FC4-8D24-EBBA-00C6E169B8A0}"/>
          </ac:spMkLst>
        </pc:spChg>
        <pc:spChg chg="add">
          <ac:chgData name="Edwar Romero-Ramirez" userId="92bc0edd-ad5d-44a7-8ba7-72607029cc7a" providerId="ADAL" clId="{2775DB41-4F27-43BB-B6B4-1F63C41083B6}" dt="2024-06-14T04:16:32.862" v="2619"/>
          <ac:spMkLst>
            <pc:docMk/>
            <pc:sldMk cId="2501000224" sldId="360"/>
            <ac:spMk id="8" creationId="{145037C8-5139-0878-F567-9EE60927B874}"/>
          </ac:spMkLst>
        </pc:spChg>
        <pc:spChg chg="add del mod">
          <ac:chgData name="Edwar Romero-Ramirez" userId="92bc0edd-ad5d-44a7-8ba7-72607029cc7a" providerId="ADAL" clId="{2775DB41-4F27-43BB-B6B4-1F63C41083B6}" dt="2024-06-14T04:17:36.355" v="2635" actId="478"/>
          <ac:spMkLst>
            <pc:docMk/>
            <pc:sldMk cId="2501000224" sldId="360"/>
            <ac:spMk id="9" creationId="{81F71202-A835-375B-3B6F-02D21F6C8DDF}"/>
          </ac:spMkLst>
        </pc:spChg>
        <pc:spChg chg="del">
          <ac:chgData name="Edwar Romero-Ramirez" userId="92bc0edd-ad5d-44a7-8ba7-72607029cc7a" providerId="ADAL" clId="{2775DB41-4F27-43BB-B6B4-1F63C41083B6}" dt="2024-06-14T04:10:37.574" v="2611" actId="478"/>
          <ac:spMkLst>
            <pc:docMk/>
            <pc:sldMk cId="2501000224" sldId="360"/>
            <ac:spMk id="11" creationId="{3150CDA9-F3E0-DBDC-345D-E6EED776FA29}"/>
          </ac:spMkLst>
        </pc:spChg>
        <pc:spChg chg="del">
          <ac:chgData name="Edwar Romero-Ramirez" userId="92bc0edd-ad5d-44a7-8ba7-72607029cc7a" providerId="ADAL" clId="{2775DB41-4F27-43BB-B6B4-1F63C41083B6}" dt="2024-06-14T04:10:32.558" v="2609" actId="478"/>
          <ac:spMkLst>
            <pc:docMk/>
            <pc:sldMk cId="2501000224" sldId="360"/>
            <ac:spMk id="12" creationId="{4BB7780D-4490-CE9E-60DA-94C0FD0ECB9C}"/>
          </ac:spMkLst>
        </pc:spChg>
        <pc:picChg chg="add mod">
          <ac:chgData name="Edwar Romero-Ramirez" userId="92bc0edd-ad5d-44a7-8ba7-72607029cc7a" providerId="ADAL" clId="{2775DB41-4F27-43BB-B6B4-1F63C41083B6}" dt="2024-06-14T04:17:39.661" v="2636" actId="1076"/>
          <ac:picMkLst>
            <pc:docMk/>
            <pc:sldMk cId="2501000224" sldId="360"/>
            <ac:picMk id="4" creationId="{2F80A794-EBFE-9BB3-45D9-E64FBFCC7AEB}"/>
          </ac:picMkLst>
        </pc:picChg>
        <pc:picChg chg="del">
          <ac:chgData name="Edwar Romero-Ramirez" userId="92bc0edd-ad5d-44a7-8ba7-72607029cc7a" providerId="ADAL" clId="{2775DB41-4F27-43BB-B6B4-1F63C41083B6}" dt="2024-06-14T04:10:35.727" v="2610" actId="478"/>
          <ac:picMkLst>
            <pc:docMk/>
            <pc:sldMk cId="2501000224" sldId="360"/>
            <ac:picMk id="6" creationId="{50535E7C-5C90-3DB5-404B-E48DB8C9ECFD}"/>
          </ac:picMkLst>
        </pc:picChg>
        <pc:picChg chg="del">
          <ac:chgData name="Edwar Romero-Ramirez" userId="92bc0edd-ad5d-44a7-8ba7-72607029cc7a" providerId="ADAL" clId="{2775DB41-4F27-43BB-B6B4-1F63C41083B6}" dt="2024-06-14T04:10:30.510" v="2608" actId="478"/>
          <ac:picMkLst>
            <pc:docMk/>
            <pc:sldMk cId="2501000224" sldId="360"/>
            <ac:picMk id="7" creationId="{D8BAB4E6-0C87-FC94-6BD8-7E8EA6A9D509}"/>
          </ac:picMkLst>
        </pc:picChg>
        <pc:picChg chg="del">
          <ac:chgData name="Edwar Romero-Ramirez" userId="92bc0edd-ad5d-44a7-8ba7-72607029cc7a" providerId="ADAL" clId="{2775DB41-4F27-43BB-B6B4-1F63C41083B6}" dt="2024-06-14T04:10:38.269" v="2612" actId="478"/>
          <ac:picMkLst>
            <pc:docMk/>
            <pc:sldMk cId="2501000224" sldId="360"/>
            <ac:picMk id="10" creationId="{B58DDEFC-158E-BB6C-48FE-02111463751B}"/>
          </ac:picMkLst>
        </pc:picChg>
      </pc:sldChg>
      <pc:sldChg chg="addSp delSp modSp add mod modNotesTx">
        <pc:chgData name="Edwar Romero-Ramirez" userId="92bc0edd-ad5d-44a7-8ba7-72607029cc7a" providerId="ADAL" clId="{2775DB41-4F27-43BB-B6B4-1F63C41083B6}" dt="2024-06-15T03:10:51.655" v="4107"/>
        <pc:sldMkLst>
          <pc:docMk/>
          <pc:sldMk cId="4026378510" sldId="366"/>
        </pc:sldMkLst>
        <pc:spChg chg="mod">
          <ac:chgData name="Edwar Romero-Ramirez" userId="92bc0edd-ad5d-44a7-8ba7-72607029cc7a" providerId="ADAL" clId="{2775DB41-4F27-43BB-B6B4-1F63C41083B6}" dt="2024-06-15T03:10:51.655" v="4107"/>
          <ac:spMkLst>
            <pc:docMk/>
            <pc:sldMk cId="4026378510" sldId="366"/>
            <ac:spMk id="2" creationId="{4D3BEB11-28D7-C522-E5E9-6807A609E96E}"/>
          </ac:spMkLst>
        </pc:spChg>
        <pc:spChg chg="mod">
          <ac:chgData name="Edwar Romero-Ramirez" userId="92bc0edd-ad5d-44a7-8ba7-72607029cc7a" providerId="ADAL" clId="{2775DB41-4F27-43BB-B6B4-1F63C41083B6}" dt="2024-06-15T02:59:34.047" v="3686" actId="114"/>
          <ac:spMkLst>
            <pc:docMk/>
            <pc:sldMk cId="4026378510" sldId="366"/>
            <ac:spMk id="3" creationId="{78D6B0DC-8DDB-A7DA-E1AC-AD2D78ED7DCB}"/>
          </ac:spMkLst>
        </pc:spChg>
        <pc:spChg chg="mod">
          <ac:chgData name="Edwar Romero-Ramirez" userId="92bc0edd-ad5d-44a7-8ba7-72607029cc7a" providerId="ADAL" clId="{2775DB41-4F27-43BB-B6B4-1F63C41083B6}" dt="2024-06-15T03:06:36.917" v="3956" actId="6549"/>
          <ac:spMkLst>
            <pc:docMk/>
            <pc:sldMk cId="4026378510" sldId="366"/>
            <ac:spMk id="9" creationId="{5DD5144A-4474-2479-FA5D-0FB5B8C4C171}"/>
          </ac:spMkLst>
        </pc:spChg>
        <pc:spChg chg="del mod">
          <ac:chgData name="Edwar Romero-Ramirez" userId="92bc0edd-ad5d-44a7-8ba7-72607029cc7a" providerId="ADAL" clId="{2775DB41-4F27-43BB-B6B4-1F63C41083B6}" dt="2024-06-15T02:37:02.826" v="3222" actId="478"/>
          <ac:spMkLst>
            <pc:docMk/>
            <pc:sldMk cId="4026378510" sldId="366"/>
            <ac:spMk id="15" creationId="{216BFA64-3032-6100-5E2A-946FC81C6E09}"/>
          </ac:spMkLst>
        </pc:spChg>
        <pc:picChg chg="add mod modCrop">
          <ac:chgData name="Edwar Romero-Ramirez" userId="92bc0edd-ad5d-44a7-8ba7-72607029cc7a" providerId="ADAL" clId="{2775DB41-4F27-43BB-B6B4-1F63C41083B6}" dt="2024-06-15T02:39:34.807" v="3308" actId="1076"/>
          <ac:picMkLst>
            <pc:docMk/>
            <pc:sldMk cId="4026378510" sldId="366"/>
            <ac:picMk id="7" creationId="{6F6976E1-4066-78FF-0D38-8CC5E311648F}"/>
          </ac:picMkLst>
        </pc:picChg>
        <pc:picChg chg="add mod">
          <ac:chgData name="Edwar Romero-Ramirez" userId="92bc0edd-ad5d-44a7-8ba7-72607029cc7a" providerId="ADAL" clId="{2775DB41-4F27-43BB-B6B4-1F63C41083B6}" dt="2024-06-15T02:41:55.390" v="3358" actId="1076"/>
          <ac:picMkLst>
            <pc:docMk/>
            <pc:sldMk cId="4026378510" sldId="366"/>
            <ac:picMk id="11" creationId="{EB78B041-4A74-9EC8-D506-FE9FCCD95E04}"/>
          </ac:picMkLst>
        </pc:picChg>
        <pc:picChg chg="del mod">
          <ac:chgData name="Edwar Romero-Ramirez" userId="92bc0edd-ad5d-44a7-8ba7-72607029cc7a" providerId="ADAL" clId="{2775DB41-4F27-43BB-B6B4-1F63C41083B6}" dt="2024-06-15T02:37:00.486" v="3220" actId="478"/>
          <ac:picMkLst>
            <pc:docMk/>
            <pc:sldMk cId="4026378510" sldId="366"/>
            <ac:picMk id="12" creationId="{34DABB26-E85B-E3AA-5B48-DA322D7BCAE3}"/>
          </ac:picMkLst>
        </pc:picChg>
        <pc:picChg chg="del mod">
          <ac:chgData name="Edwar Romero-Ramirez" userId="92bc0edd-ad5d-44a7-8ba7-72607029cc7a" providerId="ADAL" clId="{2775DB41-4F27-43BB-B6B4-1F63C41083B6}" dt="2024-06-15T02:36:59.012" v="3219" actId="478"/>
          <ac:picMkLst>
            <pc:docMk/>
            <pc:sldMk cId="4026378510" sldId="366"/>
            <ac:picMk id="13" creationId="{5237F4B0-22FF-5564-DA6C-E106786C82A3}"/>
          </ac:picMkLst>
        </pc:picChg>
        <pc:picChg chg="add mod">
          <ac:chgData name="Edwar Romero-Ramirez" userId="92bc0edd-ad5d-44a7-8ba7-72607029cc7a" providerId="ADAL" clId="{2775DB41-4F27-43BB-B6B4-1F63C41083B6}" dt="2024-06-15T02:43:15.120" v="3400" actId="1076"/>
          <ac:picMkLst>
            <pc:docMk/>
            <pc:sldMk cId="4026378510" sldId="366"/>
            <ac:picMk id="16" creationId="{4F334977-0BD6-6E1B-2299-19AAB5F0A57B}"/>
          </ac:picMkLst>
        </pc:picChg>
        <pc:picChg chg="add mod">
          <ac:chgData name="Edwar Romero-Ramirez" userId="92bc0edd-ad5d-44a7-8ba7-72607029cc7a" providerId="ADAL" clId="{2775DB41-4F27-43BB-B6B4-1F63C41083B6}" dt="2024-06-15T02:45:52.725" v="3543" actId="1076"/>
          <ac:picMkLst>
            <pc:docMk/>
            <pc:sldMk cId="4026378510" sldId="366"/>
            <ac:picMk id="19" creationId="{0844BCAD-81F9-95B7-7CAA-A81B4B0E2DB6}"/>
          </ac:picMkLst>
        </pc:picChg>
        <pc:picChg chg="add mod modCrop">
          <ac:chgData name="Edwar Romero-Ramirez" userId="92bc0edd-ad5d-44a7-8ba7-72607029cc7a" providerId="ADAL" clId="{2775DB41-4F27-43BB-B6B4-1F63C41083B6}" dt="2024-06-15T02:57:17.177" v="3679" actId="1076"/>
          <ac:picMkLst>
            <pc:docMk/>
            <pc:sldMk cId="4026378510" sldId="366"/>
            <ac:picMk id="21" creationId="{4B1B8C37-C76B-0073-5B46-78B84567EA7A}"/>
          </ac:picMkLst>
        </pc:picChg>
      </pc:sldChg>
      <pc:sldChg chg="modSp add mod">
        <pc:chgData name="Edwar Romero-Ramirez" userId="92bc0edd-ad5d-44a7-8ba7-72607029cc7a" providerId="ADAL" clId="{2775DB41-4F27-43BB-B6B4-1F63C41083B6}" dt="2024-06-15T03:01:14.011" v="3689" actId="207"/>
        <pc:sldMkLst>
          <pc:docMk/>
          <pc:sldMk cId="3756043976" sldId="367"/>
        </pc:sldMkLst>
        <pc:spChg chg="mod">
          <ac:chgData name="Edwar Romero-Ramirez" userId="92bc0edd-ad5d-44a7-8ba7-72607029cc7a" providerId="ADAL" clId="{2775DB41-4F27-43BB-B6B4-1F63C41083B6}" dt="2024-06-15T03:01:14.011" v="3689" actId="207"/>
          <ac:spMkLst>
            <pc:docMk/>
            <pc:sldMk cId="3756043976" sldId="367"/>
            <ac:spMk id="3" creationId="{EEA82FBA-2EB2-5C2F-0014-4EC7486CBC03}"/>
          </ac:spMkLst>
        </pc:spChg>
      </pc:sldChg>
      <pc:sldChg chg="modSp add mod">
        <pc:chgData name="Edwar Romero-Ramirez" userId="92bc0edd-ad5d-44a7-8ba7-72607029cc7a" providerId="ADAL" clId="{2775DB41-4F27-43BB-B6B4-1F63C41083B6}" dt="2024-06-15T03:10:40.104" v="4106" actId="20577"/>
        <pc:sldMkLst>
          <pc:docMk/>
          <pc:sldMk cId="3985552435" sldId="368"/>
        </pc:sldMkLst>
        <pc:spChg chg="mod">
          <ac:chgData name="Edwar Romero-Ramirez" userId="92bc0edd-ad5d-44a7-8ba7-72607029cc7a" providerId="ADAL" clId="{2775DB41-4F27-43BB-B6B4-1F63C41083B6}" dt="2024-06-15T03:10:40.104" v="4106" actId="20577"/>
          <ac:spMkLst>
            <pc:docMk/>
            <pc:sldMk cId="3985552435" sldId="368"/>
            <ac:spMk id="2" creationId="{4D3BEB11-28D7-C522-E5E9-6807A609E96E}"/>
          </ac:spMkLst>
        </pc:spChg>
        <pc:spChg chg="mod">
          <ac:chgData name="Edwar Romero-Ramirez" userId="92bc0edd-ad5d-44a7-8ba7-72607029cc7a" providerId="ADAL" clId="{2775DB41-4F27-43BB-B6B4-1F63C41083B6}" dt="2024-06-15T03:06:33.001" v="3955" actId="6549"/>
          <ac:spMkLst>
            <pc:docMk/>
            <pc:sldMk cId="3985552435" sldId="368"/>
            <ac:spMk id="9" creationId="{5DD5144A-4474-2479-FA5D-0FB5B8C4C171}"/>
          </ac:spMkLst>
        </pc:spChg>
      </pc:sldChg>
      <pc:sldChg chg="addSp modSp new mod modNotesTx">
        <pc:chgData name="Edwar Romero-Ramirez" userId="92bc0edd-ad5d-44a7-8ba7-72607029cc7a" providerId="ADAL" clId="{2775DB41-4F27-43BB-B6B4-1F63C41083B6}" dt="2024-06-15T03:17:56.341" v="4519" actId="20577"/>
        <pc:sldMkLst>
          <pc:docMk/>
          <pc:sldMk cId="2079027889" sldId="369"/>
        </pc:sldMkLst>
        <pc:spChg chg="mod">
          <ac:chgData name="Edwar Romero-Ramirez" userId="92bc0edd-ad5d-44a7-8ba7-72607029cc7a" providerId="ADAL" clId="{2775DB41-4F27-43BB-B6B4-1F63C41083B6}" dt="2024-06-15T03:11:06.254" v="4119" actId="20577"/>
          <ac:spMkLst>
            <pc:docMk/>
            <pc:sldMk cId="2079027889" sldId="369"/>
            <ac:spMk id="2" creationId="{759D9DBF-9C2C-417C-A23D-83C897A4DDC9}"/>
          </ac:spMkLst>
        </pc:spChg>
        <pc:spChg chg="mod">
          <ac:chgData name="Edwar Romero-Ramirez" userId="92bc0edd-ad5d-44a7-8ba7-72607029cc7a" providerId="ADAL" clId="{2775DB41-4F27-43BB-B6B4-1F63C41083B6}" dt="2024-06-15T03:16:51.814" v="4409" actId="20577"/>
          <ac:spMkLst>
            <pc:docMk/>
            <pc:sldMk cId="2079027889" sldId="369"/>
            <ac:spMk id="3" creationId="{10AD0E58-93FB-6A47-493C-616E6D59704E}"/>
          </ac:spMkLst>
        </pc:spChg>
        <pc:spChg chg="add mod">
          <ac:chgData name="Edwar Romero-Ramirez" userId="92bc0edd-ad5d-44a7-8ba7-72607029cc7a" providerId="ADAL" clId="{2775DB41-4F27-43BB-B6B4-1F63C41083B6}" dt="2024-06-15T03:11:25.446" v="4120"/>
          <ac:spMkLst>
            <pc:docMk/>
            <pc:sldMk cId="2079027889" sldId="369"/>
            <ac:spMk id="6" creationId="{87932B86-8520-EC02-CE45-7F86CE4E4327}"/>
          </ac:spMkLst>
        </pc:spChg>
        <pc:spChg chg="add mod">
          <ac:chgData name="Edwar Romero-Ramirez" userId="92bc0edd-ad5d-44a7-8ba7-72607029cc7a" providerId="ADAL" clId="{2775DB41-4F27-43BB-B6B4-1F63C41083B6}" dt="2024-06-15T03:11:25.446" v="4120"/>
          <ac:spMkLst>
            <pc:docMk/>
            <pc:sldMk cId="2079027889" sldId="369"/>
            <ac:spMk id="7" creationId="{D16AFA21-6D25-2976-5E6B-A0ED945A9809}"/>
          </ac:spMkLst>
        </pc:spChg>
        <pc:spChg chg="add mod">
          <ac:chgData name="Edwar Romero-Ramirez" userId="92bc0edd-ad5d-44a7-8ba7-72607029cc7a" providerId="ADAL" clId="{2775DB41-4F27-43BB-B6B4-1F63C41083B6}" dt="2024-06-15T03:11:25.446" v="4120"/>
          <ac:spMkLst>
            <pc:docMk/>
            <pc:sldMk cId="2079027889" sldId="369"/>
            <ac:spMk id="8" creationId="{C50EF145-7639-DABE-9E0E-C2DD0841793A}"/>
          </ac:spMkLst>
        </pc:spChg>
        <pc:picChg chg="add mod">
          <ac:chgData name="Edwar Romero-Ramirez" userId="92bc0edd-ad5d-44a7-8ba7-72607029cc7a" providerId="ADAL" clId="{2775DB41-4F27-43BB-B6B4-1F63C41083B6}" dt="2024-06-15T03:11:25.446" v="4120"/>
          <ac:picMkLst>
            <pc:docMk/>
            <pc:sldMk cId="2079027889" sldId="369"/>
            <ac:picMk id="4" creationId="{30EA1868-5C0A-F0E1-934D-046727971184}"/>
          </ac:picMkLst>
        </pc:picChg>
        <pc:picChg chg="add mod">
          <ac:chgData name="Edwar Romero-Ramirez" userId="92bc0edd-ad5d-44a7-8ba7-72607029cc7a" providerId="ADAL" clId="{2775DB41-4F27-43BB-B6B4-1F63C41083B6}" dt="2024-06-15T03:11:25.446" v="4120"/>
          <ac:picMkLst>
            <pc:docMk/>
            <pc:sldMk cId="2079027889" sldId="369"/>
            <ac:picMk id="5" creationId="{41223042-EA55-1905-E8F5-A3F03A655388}"/>
          </ac:picMkLst>
        </pc:picChg>
        <pc:picChg chg="add mod">
          <ac:chgData name="Edwar Romero-Ramirez" userId="92bc0edd-ad5d-44a7-8ba7-72607029cc7a" providerId="ADAL" clId="{2775DB41-4F27-43BB-B6B4-1F63C41083B6}" dt="2024-06-15T03:16:26.336" v="4399" actId="1076"/>
          <ac:picMkLst>
            <pc:docMk/>
            <pc:sldMk cId="2079027889" sldId="369"/>
            <ac:picMk id="9" creationId="{FA24FF5C-1E27-EF8D-1247-D801F07A3A86}"/>
          </ac:picMkLst>
        </pc:picChg>
        <pc:picChg chg="add mod">
          <ac:chgData name="Edwar Romero-Ramirez" userId="92bc0edd-ad5d-44a7-8ba7-72607029cc7a" providerId="ADAL" clId="{2775DB41-4F27-43BB-B6B4-1F63C41083B6}" dt="2024-06-15T03:16:24.884" v="4398" actId="1076"/>
          <ac:picMkLst>
            <pc:docMk/>
            <pc:sldMk cId="2079027889" sldId="369"/>
            <ac:picMk id="10" creationId="{36811DD9-DD55-2B88-0E59-03FBDEBA3E88}"/>
          </ac:picMkLst>
        </pc:picChg>
        <pc:picChg chg="add mod">
          <ac:chgData name="Edwar Romero-Ramirez" userId="92bc0edd-ad5d-44a7-8ba7-72607029cc7a" providerId="ADAL" clId="{2775DB41-4F27-43BB-B6B4-1F63C41083B6}" dt="2024-06-15T03:16:29.143" v="4400" actId="1076"/>
          <ac:picMkLst>
            <pc:docMk/>
            <pc:sldMk cId="2079027889" sldId="369"/>
            <ac:picMk id="11" creationId="{68E480E0-FA87-048B-6A65-3BDB885AEE62}"/>
          </ac:picMkLst>
        </pc:picChg>
        <pc:picChg chg="add mod">
          <ac:chgData name="Edwar Romero-Ramirez" userId="92bc0edd-ad5d-44a7-8ba7-72607029cc7a" providerId="ADAL" clId="{2775DB41-4F27-43BB-B6B4-1F63C41083B6}" dt="2024-06-15T03:16:37.150" v="4403" actId="1076"/>
          <ac:picMkLst>
            <pc:docMk/>
            <pc:sldMk cId="2079027889" sldId="369"/>
            <ac:picMk id="12" creationId="{496A5813-B92D-B3F7-9F44-0A2FBF8ACB36}"/>
          </ac:picMkLst>
        </pc:picChg>
        <pc:picChg chg="add mod">
          <ac:chgData name="Edwar Romero-Ramirez" userId="92bc0edd-ad5d-44a7-8ba7-72607029cc7a" providerId="ADAL" clId="{2775DB41-4F27-43BB-B6B4-1F63C41083B6}" dt="2024-06-15T03:16:34.886" v="4402" actId="1076"/>
          <ac:picMkLst>
            <pc:docMk/>
            <pc:sldMk cId="2079027889" sldId="369"/>
            <ac:picMk id="13" creationId="{72FDCAA7-B1B0-CD47-E511-D98BFE6F87C3}"/>
          </ac:picMkLst>
        </pc:picChg>
      </pc:sldChg>
      <pc:sldChg chg="addSp delSp modSp add mod">
        <pc:chgData name="Edwar Romero-Ramirez" userId="92bc0edd-ad5d-44a7-8ba7-72607029cc7a" providerId="ADAL" clId="{2775DB41-4F27-43BB-B6B4-1F63C41083B6}" dt="2024-06-15T03:30:45.296" v="4787" actId="1076"/>
        <pc:sldMkLst>
          <pc:docMk/>
          <pc:sldMk cId="124241174" sldId="370"/>
        </pc:sldMkLst>
        <pc:spChg chg="mod">
          <ac:chgData name="Edwar Romero-Ramirez" userId="92bc0edd-ad5d-44a7-8ba7-72607029cc7a" providerId="ADAL" clId="{2775DB41-4F27-43BB-B6B4-1F63C41083B6}" dt="2024-06-15T03:30:36.768" v="4786" actId="20577"/>
          <ac:spMkLst>
            <pc:docMk/>
            <pc:sldMk cId="124241174" sldId="370"/>
            <ac:spMk id="3" creationId="{10AD0E58-93FB-6A47-493C-616E6D59704E}"/>
          </ac:spMkLst>
        </pc:spChg>
        <pc:picChg chg="add del mod">
          <ac:chgData name="Edwar Romero-Ramirez" userId="92bc0edd-ad5d-44a7-8ba7-72607029cc7a" providerId="ADAL" clId="{2775DB41-4F27-43BB-B6B4-1F63C41083B6}" dt="2024-06-15T03:30:45.296" v="4787" actId="1076"/>
          <ac:picMkLst>
            <pc:docMk/>
            <pc:sldMk cId="124241174" sldId="370"/>
            <ac:picMk id="9" creationId="{FA24FF5C-1E27-EF8D-1247-D801F07A3A86}"/>
          </ac:picMkLst>
        </pc:picChg>
        <pc:picChg chg="add del mod">
          <ac:chgData name="Edwar Romero-Ramirez" userId="92bc0edd-ad5d-44a7-8ba7-72607029cc7a" providerId="ADAL" clId="{2775DB41-4F27-43BB-B6B4-1F63C41083B6}" dt="2024-06-15T03:30:45.296" v="4787" actId="1076"/>
          <ac:picMkLst>
            <pc:docMk/>
            <pc:sldMk cId="124241174" sldId="370"/>
            <ac:picMk id="10" creationId="{36811DD9-DD55-2B88-0E59-03FBDEBA3E88}"/>
          </ac:picMkLst>
        </pc:picChg>
        <pc:picChg chg="add del mod">
          <ac:chgData name="Edwar Romero-Ramirez" userId="92bc0edd-ad5d-44a7-8ba7-72607029cc7a" providerId="ADAL" clId="{2775DB41-4F27-43BB-B6B4-1F63C41083B6}" dt="2024-06-15T03:30:45.296" v="4787" actId="1076"/>
          <ac:picMkLst>
            <pc:docMk/>
            <pc:sldMk cId="124241174" sldId="370"/>
            <ac:picMk id="11" creationId="{68E480E0-FA87-048B-6A65-3BDB885AEE62}"/>
          </ac:picMkLst>
        </pc:picChg>
        <pc:picChg chg="del">
          <ac:chgData name="Edwar Romero-Ramirez" userId="92bc0edd-ad5d-44a7-8ba7-72607029cc7a" providerId="ADAL" clId="{2775DB41-4F27-43BB-B6B4-1F63C41083B6}" dt="2024-06-15T03:26:55.413" v="4583" actId="478"/>
          <ac:picMkLst>
            <pc:docMk/>
            <pc:sldMk cId="124241174" sldId="370"/>
            <ac:picMk id="12" creationId="{496A5813-B92D-B3F7-9F44-0A2FBF8ACB36}"/>
          </ac:picMkLst>
        </pc:picChg>
        <pc:picChg chg="del">
          <ac:chgData name="Edwar Romero-Ramirez" userId="92bc0edd-ad5d-44a7-8ba7-72607029cc7a" providerId="ADAL" clId="{2775DB41-4F27-43BB-B6B4-1F63C41083B6}" dt="2024-06-15T03:26:38.762" v="4579" actId="478"/>
          <ac:picMkLst>
            <pc:docMk/>
            <pc:sldMk cId="124241174" sldId="370"/>
            <ac:picMk id="13" creationId="{72FDCAA7-B1B0-CD47-E511-D98BFE6F87C3}"/>
          </ac:picMkLst>
        </pc:picChg>
        <pc:picChg chg="add mod">
          <ac:chgData name="Edwar Romero-Ramirez" userId="92bc0edd-ad5d-44a7-8ba7-72607029cc7a" providerId="ADAL" clId="{2775DB41-4F27-43BB-B6B4-1F63C41083B6}" dt="2024-06-15T03:30:45.296" v="4787" actId="1076"/>
          <ac:picMkLst>
            <pc:docMk/>
            <pc:sldMk cId="124241174" sldId="370"/>
            <ac:picMk id="15" creationId="{8302A4BB-BEF3-78C0-548F-1C00B9EB3CB8}"/>
          </ac:picMkLst>
        </pc:picChg>
      </pc:sldChg>
      <pc:sldChg chg="addSp delSp modSp add mod">
        <pc:chgData name="Edwar Romero-Ramirez" userId="92bc0edd-ad5d-44a7-8ba7-72607029cc7a" providerId="ADAL" clId="{2775DB41-4F27-43BB-B6B4-1F63C41083B6}" dt="2024-06-15T03:41:10.196" v="5145"/>
        <pc:sldMkLst>
          <pc:docMk/>
          <pc:sldMk cId="3451763861" sldId="371"/>
        </pc:sldMkLst>
        <pc:spChg chg="mod">
          <ac:chgData name="Edwar Romero-Ramirez" userId="92bc0edd-ad5d-44a7-8ba7-72607029cc7a" providerId="ADAL" clId="{2775DB41-4F27-43BB-B6B4-1F63C41083B6}" dt="2024-06-15T03:41:10.196" v="5145"/>
          <ac:spMkLst>
            <pc:docMk/>
            <pc:sldMk cId="3451763861" sldId="371"/>
            <ac:spMk id="3" creationId="{10AD0E58-93FB-6A47-493C-616E6D59704E}"/>
          </ac:spMkLst>
        </pc:spChg>
        <pc:picChg chg="add mod">
          <ac:chgData name="Edwar Romero-Ramirez" userId="92bc0edd-ad5d-44a7-8ba7-72607029cc7a" providerId="ADAL" clId="{2775DB41-4F27-43BB-B6B4-1F63C41083B6}" dt="2024-06-15T03:33:57.188" v="4792" actId="14100"/>
          <ac:picMkLst>
            <pc:docMk/>
            <pc:sldMk cId="3451763861" sldId="371"/>
            <ac:picMk id="13" creationId="{F36E6851-5402-2467-4E42-4E509206A285}"/>
          </ac:picMkLst>
        </pc:picChg>
        <pc:picChg chg="del">
          <ac:chgData name="Edwar Romero-Ramirez" userId="92bc0edd-ad5d-44a7-8ba7-72607029cc7a" providerId="ADAL" clId="{2775DB41-4F27-43BB-B6B4-1F63C41083B6}" dt="2024-06-15T03:33:50.510" v="4789" actId="478"/>
          <ac:picMkLst>
            <pc:docMk/>
            <pc:sldMk cId="3451763861" sldId="371"/>
            <ac:picMk id="15" creationId="{8302A4BB-BEF3-78C0-548F-1C00B9EB3CB8}"/>
          </ac:picMkLst>
        </pc:picChg>
      </pc:sldChg>
      <pc:sldChg chg="modSp add mod ord">
        <pc:chgData name="Edwar Romero-Ramirez" userId="92bc0edd-ad5d-44a7-8ba7-72607029cc7a" providerId="ADAL" clId="{2775DB41-4F27-43BB-B6B4-1F63C41083B6}" dt="2024-06-15T03:46:20.025" v="5340"/>
        <pc:sldMkLst>
          <pc:docMk/>
          <pc:sldMk cId="869483577" sldId="372"/>
        </pc:sldMkLst>
        <pc:spChg chg="mod">
          <ac:chgData name="Edwar Romero-Ramirez" userId="92bc0edd-ad5d-44a7-8ba7-72607029cc7a" providerId="ADAL" clId="{2775DB41-4F27-43BB-B6B4-1F63C41083B6}" dt="2024-06-15T03:46:20.025" v="5340"/>
          <ac:spMkLst>
            <pc:docMk/>
            <pc:sldMk cId="869483577" sldId="372"/>
            <ac:spMk id="3" creationId="{10AD0E58-93FB-6A47-493C-616E6D59704E}"/>
          </ac:spMkLst>
        </pc:spChg>
      </pc:sldChg>
      <pc:sldChg chg="addSp delSp modSp add mod">
        <pc:chgData name="Edwar Romero-Ramirez" userId="92bc0edd-ad5d-44a7-8ba7-72607029cc7a" providerId="ADAL" clId="{2775DB41-4F27-43BB-B6B4-1F63C41083B6}" dt="2024-06-15T03:51:45.384" v="5407" actId="1076"/>
        <pc:sldMkLst>
          <pc:docMk/>
          <pc:sldMk cId="3182590695" sldId="373"/>
        </pc:sldMkLst>
        <pc:spChg chg="mod">
          <ac:chgData name="Edwar Romero-Ramirez" userId="92bc0edd-ad5d-44a7-8ba7-72607029cc7a" providerId="ADAL" clId="{2775DB41-4F27-43BB-B6B4-1F63C41083B6}" dt="2024-06-15T03:46:57.482" v="5398" actId="20577"/>
          <ac:spMkLst>
            <pc:docMk/>
            <pc:sldMk cId="3182590695" sldId="373"/>
            <ac:spMk id="3" creationId="{10AD0E58-93FB-6A47-493C-616E6D59704E}"/>
          </ac:spMkLst>
        </pc:spChg>
        <pc:picChg chg="add del mod">
          <ac:chgData name="Edwar Romero-Ramirez" userId="92bc0edd-ad5d-44a7-8ba7-72607029cc7a" providerId="ADAL" clId="{2775DB41-4F27-43BB-B6B4-1F63C41083B6}" dt="2024-06-15T03:51:30.003" v="5402" actId="478"/>
          <ac:picMkLst>
            <pc:docMk/>
            <pc:sldMk cId="3182590695" sldId="373"/>
            <ac:picMk id="13" creationId="{DD26467C-D49D-A8D6-9410-5725440C084F}"/>
          </ac:picMkLst>
        </pc:picChg>
        <pc:picChg chg="add mod">
          <ac:chgData name="Edwar Romero-Ramirez" userId="92bc0edd-ad5d-44a7-8ba7-72607029cc7a" providerId="ADAL" clId="{2775DB41-4F27-43BB-B6B4-1F63C41083B6}" dt="2024-06-15T03:51:45.384" v="5407" actId="1076"/>
          <ac:picMkLst>
            <pc:docMk/>
            <pc:sldMk cId="3182590695" sldId="373"/>
            <ac:picMk id="16" creationId="{3EDE6D08-50D5-0D43-BF0F-F0C4A669C3FF}"/>
          </ac:picMkLst>
        </pc:picChg>
      </pc:sldChg>
      <pc:sldChg chg="modSp new del mod">
        <pc:chgData name="Edwar Romero-Ramirez" userId="92bc0edd-ad5d-44a7-8ba7-72607029cc7a" providerId="ADAL" clId="{2775DB41-4F27-43BB-B6B4-1F63C41083B6}" dt="2024-06-15T03:52:09.801" v="5412" actId="680"/>
        <pc:sldMkLst>
          <pc:docMk/>
          <pc:sldMk cId="197614011" sldId="374"/>
        </pc:sldMkLst>
        <pc:spChg chg="mod">
          <ac:chgData name="Edwar Romero-Ramirez" userId="92bc0edd-ad5d-44a7-8ba7-72607029cc7a" providerId="ADAL" clId="{2775DB41-4F27-43BB-B6B4-1F63C41083B6}" dt="2024-06-15T03:52:08.784" v="5411" actId="20577"/>
          <ac:spMkLst>
            <pc:docMk/>
            <pc:sldMk cId="197614011" sldId="374"/>
            <ac:spMk id="2" creationId="{F01E102C-77FB-0918-66F6-42863244027D}"/>
          </ac:spMkLst>
        </pc:spChg>
      </pc:sldChg>
      <pc:sldChg chg="modSp add mod">
        <pc:chgData name="Edwar Romero-Ramirez" userId="92bc0edd-ad5d-44a7-8ba7-72607029cc7a" providerId="ADAL" clId="{2775DB41-4F27-43BB-B6B4-1F63C41083B6}" dt="2024-06-15T03:53:34.138" v="5503" actId="20577"/>
        <pc:sldMkLst>
          <pc:docMk/>
          <pc:sldMk cId="1169307009" sldId="374"/>
        </pc:sldMkLst>
        <pc:spChg chg="mod">
          <ac:chgData name="Edwar Romero-Ramirez" userId="92bc0edd-ad5d-44a7-8ba7-72607029cc7a" providerId="ADAL" clId="{2775DB41-4F27-43BB-B6B4-1F63C41083B6}" dt="2024-06-15T03:52:23.715" v="5436" actId="20577"/>
          <ac:spMkLst>
            <pc:docMk/>
            <pc:sldMk cId="1169307009" sldId="374"/>
            <ac:spMk id="2" creationId="{759D9DBF-9C2C-417C-A23D-83C897A4DDC9}"/>
          </ac:spMkLst>
        </pc:spChg>
        <pc:spChg chg="mod">
          <ac:chgData name="Edwar Romero-Ramirez" userId="92bc0edd-ad5d-44a7-8ba7-72607029cc7a" providerId="ADAL" clId="{2775DB41-4F27-43BB-B6B4-1F63C41083B6}" dt="2024-06-15T03:53:34.138" v="5503" actId="20577"/>
          <ac:spMkLst>
            <pc:docMk/>
            <pc:sldMk cId="1169307009" sldId="374"/>
            <ac:spMk id="3" creationId="{10AD0E58-93FB-6A47-493C-616E6D59704E}"/>
          </ac:spMkLst>
        </pc:spChg>
        <pc:picChg chg="mod">
          <ac:chgData name="Edwar Romero-Ramirez" userId="92bc0edd-ad5d-44a7-8ba7-72607029cc7a" providerId="ADAL" clId="{2775DB41-4F27-43BB-B6B4-1F63C41083B6}" dt="2024-06-15T03:53:12.971" v="5456" actId="1076"/>
          <ac:picMkLst>
            <pc:docMk/>
            <pc:sldMk cId="1169307009" sldId="374"/>
            <ac:picMk id="16" creationId="{3EDE6D08-50D5-0D43-BF0F-F0C4A669C3FF}"/>
          </ac:picMkLst>
        </pc:picChg>
      </pc:sldChg>
      <pc:sldChg chg="addSp delSp modSp mod">
        <pc:chgData name="Edwar Romero-Ramirez" userId="92bc0edd-ad5d-44a7-8ba7-72607029cc7a" providerId="ADAL" clId="{2775DB41-4F27-43BB-B6B4-1F63C41083B6}" dt="2024-06-26T03:45:00.667" v="5510" actId="1076"/>
        <pc:sldMkLst>
          <pc:docMk/>
          <pc:sldMk cId="1345516017" sldId="379"/>
        </pc:sldMkLst>
        <pc:picChg chg="del">
          <ac:chgData name="Edwar Romero-Ramirez" userId="92bc0edd-ad5d-44a7-8ba7-72607029cc7a" providerId="ADAL" clId="{2775DB41-4F27-43BB-B6B4-1F63C41083B6}" dt="2024-06-26T03:44:29.037" v="5504" actId="478"/>
          <ac:picMkLst>
            <pc:docMk/>
            <pc:sldMk cId="1345516017" sldId="379"/>
            <ac:picMk id="14" creationId="{D00639C3-5122-C304-E110-5216E1F218F7}"/>
          </ac:picMkLst>
        </pc:picChg>
        <pc:picChg chg="add mod ord">
          <ac:chgData name="Edwar Romero-Ramirez" userId="92bc0edd-ad5d-44a7-8ba7-72607029cc7a" providerId="ADAL" clId="{2775DB41-4F27-43BB-B6B4-1F63C41083B6}" dt="2024-06-26T03:45:00.667" v="5510" actId="1076"/>
          <ac:picMkLst>
            <pc:docMk/>
            <pc:sldMk cId="1345516017" sldId="379"/>
            <ac:picMk id="15" creationId="{EF949108-39EF-0723-6FA0-758A606BEACF}"/>
          </ac:picMkLst>
        </pc:picChg>
      </pc:sldChg>
      <pc:sldChg chg="addSp delSp modSp add mod modNotesTx">
        <pc:chgData name="Edwar Romero-Ramirez" userId="92bc0edd-ad5d-44a7-8ba7-72607029cc7a" providerId="ADAL" clId="{2775DB41-4F27-43BB-B6B4-1F63C41083B6}" dt="2024-06-26T03:52:42.935" v="5648" actId="20577"/>
        <pc:sldMkLst>
          <pc:docMk/>
          <pc:sldMk cId="1122387926" sldId="380"/>
        </pc:sldMkLst>
        <pc:spChg chg="mod">
          <ac:chgData name="Edwar Romero-Ramirez" userId="92bc0edd-ad5d-44a7-8ba7-72607029cc7a" providerId="ADAL" clId="{2775DB41-4F27-43BB-B6B4-1F63C41083B6}" dt="2024-06-26T03:46:27.859" v="5528" actId="113"/>
          <ac:spMkLst>
            <pc:docMk/>
            <pc:sldMk cId="1122387926" sldId="380"/>
            <ac:spMk id="2" creationId="{759D9DBF-9C2C-417C-A23D-83C897A4DDC9}"/>
          </ac:spMkLst>
        </pc:spChg>
        <pc:spChg chg="mod">
          <ac:chgData name="Edwar Romero-Ramirez" userId="92bc0edd-ad5d-44a7-8ba7-72607029cc7a" providerId="ADAL" clId="{2775DB41-4F27-43BB-B6B4-1F63C41083B6}" dt="2024-06-26T03:52:22.350" v="5646"/>
          <ac:spMkLst>
            <pc:docMk/>
            <pc:sldMk cId="1122387926" sldId="380"/>
            <ac:spMk id="3" creationId="{10AD0E58-93FB-6A47-493C-616E6D59704E}"/>
          </ac:spMkLst>
        </pc:spChg>
        <pc:spChg chg="del">
          <ac:chgData name="Edwar Romero-Ramirez" userId="92bc0edd-ad5d-44a7-8ba7-72607029cc7a" providerId="ADAL" clId="{2775DB41-4F27-43BB-B6B4-1F63C41083B6}" dt="2024-06-26T03:47:57.940" v="5549" actId="478"/>
          <ac:spMkLst>
            <pc:docMk/>
            <pc:sldMk cId="1122387926" sldId="380"/>
            <ac:spMk id="6" creationId="{87932B86-8520-EC02-CE45-7F86CE4E4327}"/>
          </ac:spMkLst>
        </pc:spChg>
        <pc:spChg chg="del">
          <ac:chgData name="Edwar Romero-Ramirez" userId="92bc0edd-ad5d-44a7-8ba7-72607029cc7a" providerId="ADAL" clId="{2775DB41-4F27-43BB-B6B4-1F63C41083B6}" dt="2024-06-26T03:47:52.218" v="5545" actId="478"/>
          <ac:spMkLst>
            <pc:docMk/>
            <pc:sldMk cId="1122387926" sldId="380"/>
            <ac:spMk id="7" creationId="{D16AFA21-6D25-2976-5E6B-A0ED945A9809}"/>
          </ac:spMkLst>
        </pc:spChg>
        <pc:spChg chg="del mod">
          <ac:chgData name="Edwar Romero-Ramirez" userId="92bc0edd-ad5d-44a7-8ba7-72607029cc7a" providerId="ADAL" clId="{2775DB41-4F27-43BB-B6B4-1F63C41083B6}" dt="2024-06-26T03:47:55.419" v="5547" actId="478"/>
          <ac:spMkLst>
            <pc:docMk/>
            <pc:sldMk cId="1122387926" sldId="380"/>
            <ac:spMk id="8" creationId="{C50EF145-7639-DABE-9E0E-C2DD0841793A}"/>
          </ac:spMkLst>
        </pc:spChg>
        <pc:picChg chg="del">
          <ac:chgData name="Edwar Romero-Ramirez" userId="92bc0edd-ad5d-44a7-8ba7-72607029cc7a" providerId="ADAL" clId="{2775DB41-4F27-43BB-B6B4-1F63C41083B6}" dt="2024-06-26T03:47:58.446" v="5550" actId="478"/>
          <ac:picMkLst>
            <pc:docMk/>
            <pc:sldMk cId="1122387926" sldId="380"/>
            <ac:picMk id="4" creationId="{30EA1868-5C0A-F0E1-934D-046727971184}"/>
          </ac:picMkLst>
        </pc:picChg>
        <pc:picChg chg="del">
          <ac:chgData name="Edwar Romero-Ramirez" userId="92bc0edd-ad5d-44a7-8ba7-72607029cc7a" providerId="ADAL" clId="{2775DB41-4F27-43BB-B6B4-1F63C41083B6}" dt="2024-06-26T03:47:56.131" v="5548" actId="478"/>
          <ac:picMkLst>
            <pc:docMk/>
            <pc:sldMk cId="1122387926" sldId="380"/>
            <ac:picMk id="5" creationId="{41223042-EA55-1905-E8F5-A3F03A655388}"/>
          </ac:picMkLst>
        </pc:picChg>
        <pc:picChg chg="del">
          <ac:chgData name="Edwar Romero-Ramirez" userId="92bc0edd-ad5d-44a7-8ba7-72607029cc7a" providerId="ADAL" clId="{2775DB41-4F27-43BB-B6B4-1F63C41083B6}" dt="2024-06-26T03:47:06.689" v="5532" actId="478"/>
          <ac:picMkLst>
            <pc:docMk/>
            <pc:sldMk cId="1122387926" sldId="380"/>
            <ac:picMk id="9" creationId="{9F69BC43-398D-9BFC-149B-04AD59E69085}"/>
          </ac:picMkLst>
        </pc:picChg>
        <pc:picChg chg="del">
          <ac:chgData name="Edwar Romero-Ramirez" userId="92bc0edd-ad5d-44a7-8ba7-72607029cc7a" providerId="ADAL" clId="{2775DB41-4F27-43BB-B6B4-1F63C41083B6}" dt="2024-06-26T03:47:07.487" v="5533" actId="478"/>
          <ac:picMkLst>
            <pc:docMk/>
            <pc:sldMk cId="1122387926" sldId="380"/>
            <ac:picMk id="10" creationId="{6F18252A-F3F1-5583-7513-D72BCC4D94F3}"/>
          </ac:picMkLst>
        </pc:picChg>
        <pc:picChg chg="del">
          <ac:chgData name="Edwar Romero-Ramirez" userId="92bc0edd-ad5d-44a7-8ba7-72607029cc7a" providerId="ADAL" clId="{2775DB41-4F27-43BB-B6B4-1F63C41083B6}" dt="2024-06-26T03:47:08.248" v="5534" actId="478"/>
          <ac:picMkLst>
            <pc:docMk/>
            <pc:sldMk cId="1122387926" sldId="380"/>
            <ac:picMk id="11" creationId="{97343BB2-9917-8019-B25E-EE9A1EE61458}"/>
          </ac:picMkLst>
        </pc:picChg>
        <pc:picChg chg="del">
          <ac:chgData name="Edwar Romero-Ramirez" userId="92bc0edd-ad5d-44a7-8ba7-72607029cc7a" providerId="ADAL" clId="{2775DB41-4F27-43BB-B6B4-1F63C41083B6}" dt="2024-06-26T03:47:08.830" v="5535" actId="478"/>
          <ac:picMkLst>
            <pc:docMk/>
            <pc:sldMk cId="1122387926" sldId="380"/>
            <ac:picMk id="12" creationId="{E28413AD-7FC6-C6B6-75B1-4E8C41C2F902}"/>
          </ac:picMkLst>
        </pc:picChg>
        <pc:picChg chg="add mod modCrop">
          <ac:chgData name="Edwar Romero-Ramirez" userId="92bc0edd-ad5d-44a7-8ba7-72607029cc7a" providerId="ADAL" clId="{2775DB41-4F27-43BB-B6B4-1F63C41083B6}" dt="2024-06-26T03:50:38.509" v="5567" actId="1076"/>
          <ac:picMkLst>
            <pc:docMk/>
            <pc:sldMk cId="1122387926" sldId="380"/>
            <ac:picMk id="14" creationId="{4FBCDCD0-1BE5-50CB-4AE2-1B4739B05EA7}"/>
          </ac:picMkLst>
        </pc:picChg>
        <pc:picChg chg="del">
          <ac:chgData name="Edwar Romero-Ramirez" userId="92bc0edd-ad5d-44a7-8ba7-72607029cc7a" providerId="ADAL" clId="{2775DB41-4F27-43BB-B6B4-1F63C41083B6}" dt="2024-06-26T03:46:55.409" v="5529" actId="478"/>
          <ac:picMkLst>
            <pc:docMk/>
            <pc:sldMk cId="1122387926" sldId="380"/>
            <ac:picMk id="15" creationId="{EF949108-39EF-0723-6FA0-758A606BEACF}"/>
          </ac:picMkLst>
        </pc:picChg>
      </pc:sldChg>
      <pc:sldChg chg="addSp delSp modSp add mod ord">
        <pc:chgData name="Edwar Romero-Ramirez" userId="92bc0edd-ad5d-44a7-8ba7-72607029cc7a" providerId="ADAL" clId="{2775DB41-4F27-43BB-B6B4-1F63C41083B6}" dt="2024-06-26T04:03:06.218" v="5709" actId="20577"/>
        <pc:sldMkLst>
          <pc:docMk/>
          <pc:sldMk cId="508060794" sldId="381"/>
        </pc:sldMkLst>
        <pc:spChg chg="mod">
          <ac:chgData name="Edwar Romero-Ramirez" userId="92bc0edd-ad5d-44a7-8ba7-72607029cc7a" providerId="ADAL" clId="{2775DB41-4F27-43BB-B6B4-1F63C41083B6}" dt="2024-06-26T04:03:06.218" v="5709" actId="20577"/>
          <ac:spMkLst>
            <pc:docMk/>
            <pc:sldMk cId="508060794" sldId="381"/>
            <ac:spMk id="2" creationId="{759D9DBF-9C2C-417C-A23D-83C897A4DDC9}"/>
          </ac:spMkLst>
        </pc:spChg>
        <pc:spChg chg="mod">
          <ac:chgData name="Edwar Romero-Ramirez" userId="92bc0edd-ad5d-44a7-8ba7-72607029cc7a" providerId="ADAL" clId="{2775DB41-4F27-43BB-B6B4-1F63C41083B6}" dt="2024-06-26T04:01:32.628" v="5664" actId="1076"/>
          <ac:spMkLst>
            <pc:docMk/>
            <pc:sldMk cId="508060794" sldId="381"/>
            <ac:spMk id="6" creationId="{87932B86-8520-EC02-CE45-7F86CE4E4327}"/>
          </ac:spMkLst>
        </pc:spChg>
        <pc:spChg chg="mod">
          <ac:chgData name="Edwar Romero-Ramirez" userId="92bc0edd-ad5d-44a7-8ba7-72607029cc7a" providerId="ADAL" clId="{2775DB41-4F27-43BB-B6B4-1F63C41083B6}" dt="2024-06-26T04:01:24.906" v="5663" actId="1076"/>
          <ac:spMkLst>
            <pc:docMk/>
            <pc:sldMk cId="508060794" sldId="381"/>
            <ac:spMk id="7" creationId="{D16AFA21-6D25-2976-5E6B-A0ED945A9809}"/>
          </ac:spMkLst>
        </pc:spChg>
        <pc:spChg chg="del">
          <ac:chgData name="Edwar Romero-Ramirez" userId="92bc0edd-ad5d-44a7-8ba7-72607029cc7a" providerId="ADAL" clId="{2775DB41-4F27-43BB-B6B4-1F63C41083B6}" dt="2024-06-26T04:01:21.219" v="5662" actId="478"/>
          <ac:spMkLst>
            <pc:docMk/>
            <pc:sldMk cId="508060794" sldId="381"/>
            <ac:spMk id="8" creationId="{C50EF145-7639-DABE-9E0E-C2DD0841793A}"/>
          </ac:spMkLst>
        </pc:spChg>
        <pc:picChg chg="mod">
          <ac:chgData name="Edwar Romero-Ramirez" userId="92bc0edd-ad5d-44a7-8ba7-72607029cc7a" providerId="ADAL" clId="{2775DB41-4F27-43BB-B6B4-1F63C41083B6}" dt="2024-06-26T04:01:32.628" v="5664" actId="1076"/>
          <ac:picMkLst>
            <pc:docMk/>
            <pc:sldMk cId="508060794" sldId="381"/>
            <ac:picMk id="4" creationId="{30EA1868-5C0A-F0E1-934D-046727971184}"/>
          </ac:picMkLst>
        </pc:picChg>
        <pc:picChg chg="mod">
          <ac:chgData name="Edwar Romero-Ramirez" userId="92bc0edd-ad5d-44a7-8ba7-72607029cc7a" providerId="ADAL" clId="{2775DB41-4F27-43BB-B6B4-1F63C41083B6}" dt="2024-06-26T04:01:24.906" v="5663" actId="1076"/>
          <ac:picMkLst>
            <pc:docMk/>
            <pc:sldMk cId="508060794" sldId="381"/>
            <ac:picMk id="5" creationId="{41223042-EA55-1905-E8F5-A3F03A655388}"/>
          </ac:picMkLst>
        </pc:picChg>
        <pc:picChg chg="del">
          <ac:chgData name="Edwar Romero-Ramirez" userId="92bc0edd-ad5d-44a7-8ba7-72607029cc7a" providerId="ADAL" clId="{2775DB41-4F27-43BB-B6B4-1F63C41083B6}" dt="2024-06-26T04:00:31.159" v="5653" actId="478"/>
          <ac:picMkLst>
            <pc:docMk/>
            <pc:sldMk cId="508060794" sldId="381"/>
            <ac:picMk id="9" creationId="{9F69BC43-398D-9BFC-149B-04AD59E69085}"/>
          </ac:picMkLst>
        </pc:picChg>
        <pc:picChg chg="del">
          <ac:chgData name="Edwar Romero-Ramirez" userId="92bc0edd-ad5d-44a7-8ba7-72607029cc7a" providerId="ADAL" clId="{2775DB41-4F27-43BB-B6B4-1F63C41083B6}" dt="2024-06-26T04:00:32.395" v="5654" actId="478"/>
          <ac:picMkLst>
            <pc:docMk/>
            <pc:sldMk cId="508060794" sldId="381"/>
            <ac:picMk id="10" creationId="{6F18252A-F3F1-5583-7513-D72BCC4D94F3}"/>
          </ac:picMkLst>
        </pc:picChg>
        <pc:picChg chg="del">
          <ac:chgData name="Edwar Romero-Ramirez" userId="92bc0edd-ad5d-44a7-8ba7-72607029cc7a" providerId="ADAL" clId="{2775DB41-4F27-43BB-B6B4-1F63C41083B6}" dt="2024-06-26T04:00:33.029" v="5655" actId="478"/>
          <ac:picMkLst>
            <pc:docMk/>
            <pc:sldMk cId="508060794" sldId="381"/>
            <ac:picMk id="11" creationId="{97343BB2-9917-8019-B25E-EE9A1EE61458}"/>
          </ac:picMkLst>
        </pc:picChg>
        <pc:picChg chg="del">
          <ac:chgData name="Edwar Romero-Ramirez" userId="92bc0edd-ad5d-44a7-8ba7-72607029cc7a" providerId="ADAL" clId="{2775DB41-4F27-43BB-B6B4-1F63C41083B6}" dt="2024-06-26T04:00:33.655" v="5656" actId="478"/>
          <ac:picMkLst>
            <pc:docMk/>
            <pc:sldMk cId="508060794" sldId="381"/>
            <ac:picMk id="12" creationId="{E28413AD-7FC6-C6B6-75B1-4E8C41C2F902}"/>
          </ac:picMkLst>
        </pc:picChg>
        <pc:picChg chg="add del mod">
          <ac:chgData name="Edwar Romero-Ramirez" userId="92bc0edd-ad5d-44a7-8ba7-72607029cc7a" providerId="ADAL" clId="{2775DB41-4F27-43BB-B6B4-1F63C41083B6}" dt="2024-06-26T04:02:35.648" v="5670" actId="478"/>
          <ac:picMkLst>
            <pc:docMk/>
            <pc:sldMk cId="508060794" sldId="381"/>
            <ac:picMk id="14" creationId="{A8AA307A-4C42-A239-1488-21090D5D024E}"/>
          </ac:picMkLst>
        </pc:picChg>
        <pc:picChg chg="del">
          <ac:chgData name="Edwar Romero-Ramirez" userId="92bc0edd-ad5d-44a7-8ba7-72607029cc7a" providerId="ADAL" clId="{2775DB41-4F27-43BB-B6B4-1F63C41083B6}" dt="2024-06-26T04:00:29.538" v="5652" actId="478"/>
          <ac:picMkLst>
            <pc:docMk/>
            <pc:sldMk cId="508060794" sldId="381"/>
            <ac:picMk id="15" creationId="{EF949108-39EF-0723-6FA0-758A606BEACF}"/>
          </ac:picMkLst>
        </pc:picChg>
        <pc:picChg chg="add mod">
          <ac:chgData name="Edwar Romero-Ramirez" userId="92bc0edd-ad5d-44a7-8ba7-72607029cc7a" providerId="ADAL" clId="{2775DB41-4F27-43BB-B6B4-1F63C41083B6}" dt="2024-06-26T04:01:49.464" v="5668"/>
          <ac:picMkLst>
            <pc:docMk/>
            <pc:sldMk cId="508060794" sldId="381"/>
            <ac:picMk id="17" creationId="{64CC5F12-01BA-5863-14CA-02CAC4AC27FD}"/>
          </ac:picMkLst>
        </pc:picChg>
        <pc:picChg chg="add mod">
          <ac:chgData name="Edwar Romero-Ramirez" userId="92bc0edd-ad5d-44a7-8ba7-72607029cc7a" providerId="ADAL" clId="{2775DB41-4F27-43BB-B6B4-1F63C41083B6}" dt="2024-06-26T04:02:48.242" v="5674" actId="14100"/>
          <ac:picMkLst>
            <pc:docMk/>
            <pc:sldMk cId="508060794" sldId="381"/>
            <ac:picMk id="19" creationId="{9665060D-7706-5C9F-7BCB-3B16CAA4ED05}"/>
          </ac:picMkLst>
        </pc:picChg>
      </pc:sldChg>
      <pc:sldChg chg="modSp new mod">
        <pc:chgData name="Edwar Romero-Ramirez" userId="92bc0edd-ad5d-44a7-8ba7-72607029cc7a" providerId="ADAL" clId="{2775DB41-4F27-43BB-B6B4-1F63C41083B6}" dt="2024-06-26T04:12:02.075" v="6387" actId="20577"/>
        <pc:sldMkLst>
          <pc:docMk/>
          <pc:sldMk cId="3501253409" sldId="382"/>
        </pc:sldMkLst>
        <pc:spChg chg="mod">
          <ac:chgData name="Edwar Romero-Ramirez" userId="92bc0edd-ad5d-44a7-8ba7-72607029cc7a" providerId="ADAL" clId="{2775DB41-4F27-43BB-B6B4-1F63C41083B6}" dt="2024-06-26T04:05:20.271" v="5839" actId="20577"/>
          <ac:spMkLst>
            <pc:docMk/>
            <pc:sldMk cId="3501253409" sldId="382"/>
            <ac:spMk id="2" creationId="{4F0A8E79-03FE-EACF-9DA8-F7893317CBF5}"/>
          </ac:spMkLst>
        </pc:spChg>
        <pc:spChg chg="mod">
          <ac:chgData name="Edwar Romero-Ramirez" userId="92bc0edd-ad5d-44a7-8ba7-72607029cc7a" providerId="ADAL" clId="{2775DB41-4F27-43BB-B6B4-1F63C41083B6}" dt="2024-06-26T04:12:02.075" v="6387" actId="20577"/>
          <ac:spMkLst>
            <pc:docMk/>
            <pc:sldMk cId="3501253409" sldId="382"/>
            <ac:spMk id="3" creationId="{7A7D4FA8-22CA-802D-31E6-84727B447A5C}"/>
          </ac:spMkLst>
        </pc:spChg>
      </pc:sldChg>
    </pc:docChg>
  </pc:docChgLst>
  <pc:docChgLst>
    <pc:chgData name="Somak Das" userId="S::sdas@floridapoly.edu::98cebb13-2fc4-4808-95b9-daeb7e6acc01" providerId="AD" clId="Web-{9F7835E1-82E8-9B44-F68C-F391976B3730}"/>
    <pc:docChg chg="modSld">
      <pc:chgData name="Somak Das" userId="S::sdas@floridapoly.edu::98cebb13-2fc4-4808-95b9-daeb7e6acc01" providerId="AD" clId="Web-{9F7835E1-82E8-9B44-F68C-F391976B3730}" dt="2024-08-22T17:22:12.317" v="5" actId="1076"/>
      <pc:docMkLst>
        <pc:docMk/>
      </pc:docMkLst>
      <pc:sldChg chg="addSp modSp mod setBg">
        <pc:chgData name="Somak Das" userId="S::sdas@floridapoly.edu::98cebb13-2fc4-4808-95b9-daeb7e6acc01" providerId="AD" clId="Web-{9F7835E1-82E8-9B44-F68C-F391976B3730}" dt="2024-08-22T17:22:12.317" v="5" actId="1076"/>
        <pc:sldMkLst>
          <pc:docMk/>
          <pc:sldMk cId="1929717596" sldId="356"/>
        </pc:sldMkLst>
        <pc:spChg chg="mod">
          <ac:chgData name="Somak Das" userId="S::sdas@floridapoly.edu::98cebb13-2fc4-4808-95b9-daeb7e6acc01" providerId="AD" clId="Web-{9F7835E1-82E8-9B44-F68C-F391976B3730}" dt="2024-08-22T17:21:50.800" v="1" actId="1076"/>
          <ac:spMkLst>
            <pc:docMk/>
            <pc:sldMk cId="1929717596" sldId="356"/>
            <ac:spMk id="2" creationId="{47F9B0D7-DC7B-A8D6-DEB3-9C2055028689}"/>
          </ac:spMkLst>
        </pc:spChg>
        <pc:spChg chg="mod">
          <ac:chgData name="Somak Das" userId="S::sdas@floridapoly.edu::98cebb13-2fc4-4808-95b9-daeb7e6acc01" providerId="AD" clId="Web-{9F7835E1-82E8-9B44-F68C-F391976B3730}" dt="2024-08-22T17:22:12.317" v="5" actId="1076"/>
          <ac:spMkLst>
            <pc:docMk/>
            <pc:sldMk cId="1929717596" sldId="356"/>
            <ac:spMk id="3" creationId="{EEA82FBA-2EB2-5C2F-0014-4EC7486CBC03}"/>
          </ac:spMkLst>
        </pc:spChg>
        <pc:spChg chg="add">
          <ac:chgData name="Somak Das" userId="S::sdas@floridapoly.edu::98cebb13-2fc4-4808-95b9-daeb7e6acc01" providerId="AD" clId="Web-{9F7835E1-82E8-9B44-F68C-F391976B3730}" dt="2024-08-22T17:21:43.769" v="0"/>
          <ac:spMkLst>
            <pc:docMk/>
            <pc:sldMk cId="1929717596" sldId="356"/>
            <ac:spMk id="9" creationId="{F944E337-3E5D-4A1F-A5A1-2057F25B8A7B}"/>
          </ac:spMkLst>
        </pc:spChg>
        <pc:spChg chg="add">
          <ac:chgData name="Somak Das" userId="S::sdas@floridapoly.edu::98cebb13-2fc4-4808-95b9-daeb7e6acc01" providerId="AD" clId="Web-{9F7835E1-82E8-9B44-F68C-F391976B3730}" dt="2024-08-22T17:21:43.769" v="0"/>
          <ac:spMkLst>
            <pc:docMk/>
            <pc:sldMk cId="1929717596" sldId="356"/>
            <ac:spMk id="11" creationId="{4DA50D69-7CF7-4844-B844-A2B821C77F24}"/>
          </ac:spMkLst>
        </pc:spChg>
        <pc:picChg chg="add">
          <ac:chgData name="Somak Das" userId="S::sdas@floridapoly.edu::98cebb13-2fc4-4808-95b9-daeb7e6acc01" providerId="AD" clId="Web-{9F7835E1-82E8-9B44-F68C-F391976B3730}" dt="2024-08-22T17:21:43.769" v="0"/>
          <ac:picMkLst>
            <pc:docMk/>
            <pc:sldMk cId="1929717596" sldId="356"/>
            <ac:picMk id="7" creationId="{1CB58910-6405-3123-D703-F2AE1DD4F36D}"/>
          </ac:picMkLst>
        </pc:picChg>
      </pc:sldChg>
    </pc:docChg>
  </pc:docChgLst>
  <pc:docChgLst>
    <pc:chgData name="Somak Das" userId="S::sdas@floridapoly.edu::98cebb13-2fc4-4808-95b9-daeb7e6acc01" providerId="AD" clId="Web-{8B4D33D5-5563-3AAA-28BF-A305A3E2A62D}"/>
    <pc:docChg chg="modSld">
      <pc:chgData name="Somak Das" userId="S::sdas@floridapoly.edu::98cebb13-2fc4-4808-95b9-daeb7e6acc01" providerId="AD" clId="Web-{8B4D33D5-5563-3AAA-28BF-A305A3E2A62D}" dt="2024-08-27T17:37:15.475" v="41" actId="20577"/>
      <pc:docMkLst>
        <pc:docMk/>
      </pc:docMkLst>
      <pc:sldChg chg="modSp">
        <pc:chgData name="Somak Das" userId="S::sdas@floridapoly.edu::98cebb13-2fc4-4808-95b9-daeb7e6acc01" providerId="AD" clId="Web-{8B4D33D5-5563-3AAA-28BF-A305A3E2A62D}" dt="2024-08-27T17:17:46.785" v="8" actId="20577"/>
        <pc:sldMkLst>
          <pc:docMk/>
          <pc:sldMk cId="1970439454" sldId="348"/>
        </pc:sldMkLst>
        <pc:spChg chg="mod">
          <ac:chgData name="Somak Das" userId="S::sdas@floridapoly.edu::98cebb13-2fc4-4808-95b9-daeb7e6acc01" providerId="AD" clId="Web-{8B4D33D5-5563-3AAA-28BF-A305A3E2A62D}" dt="2024-08-27T17:17:46.785" v="8" actId="20577"/>
          <ac:spMkLst>
            <pc:docMk/>
            <pc:sldMk cId="1970439454" sldId="348"/>
            <ac:spMk id="3" creationId="{F285B28E-72AD-AF1D-30A6-84208CFFAB4E}"/>
          </ac:spMkLst>
        </pc:spChg>
      </pc:sldChg>
      <pc:sldChg chg="modSp">
        <pc:chgData name="Somak Das" userId="S::sdas@floridapoly.edu::98cebb13-2fc4-4808-95b9-daeb7e6acc01" providerId="AD" clId="Web-{8B4D33D5-5563-3AAA-28BF-A305A3E2A62D}" dt="2024-08-27T17:34:47.815" v="25" actId="20577"/>
        <pc:sldMkLst>
          <pc:docMk/>
          <pc:sldMk cId="450661816" sldId="349"/>
        </pc:sldMkLst>
        <pc:spChg chg="mod">
          <ac:chgData name="Somak Das" userId="S::sdas@floridapoly.edu::98cebb13-2fc4-4808-95b9-daeb7e6acc01" providerId="AD" clId="Web-{8B4D33D5-5563-3AAA-28BF-A305A3E2A62D}" dt="2024-08-27T17:34:47.815" v="25" actId="20577"/>
          <ac:spMkLst>
            <pc:docMk/>
            <pc:sldMk cId="450661816" sldId="349"/>
            <ac:spMk id="3" creationId="{9556065C-AC8D-F8CF-D5A2-F5C7B2A8889E}"/>
          </ac:spMkLst>
        </pc:spChg>
      </pc:sldChg>
      <pc:sldChg chg="modSp">
        <pc:chgData name="Somak Das" userId="S::sdas@floridapoly.edu::98cebb13-2fc4-4808-95b9-daeb7e6acc01" providerId="AD" clId="Web-{8B4D33D5-5563-3AAA-28BF-A305A3E2A62D}" dt="2024-08-27T17:37:15.475" v="41" actId="20577"/>
        <pc:sldMkLst>
          <pc:docMk/>
          <pc:sldMk cId="756175004" sldId="350"/>
        </pc:sldMkLst>
        <pc:spChg chg="mod">
          <ac:chgData name="Somak Das" userId="S::sdas@floridapoly.edu::98cebb13-2fc4-4808-95b9-daeb7e6acc01" providerId="AD" clId="Web-{8B4D33D5-5563-3AAA-28BF-A305A3E2A62D}" dt="2024-08-27T17:37:15.475" v="41" actId="20577"/>
          <ac:spMkLst>
            <pc:docMk/>
            <pc:sldMk cId="756175004" sldId="350"/>
            <ac:spMk id="3" creationId="{9556065C-AC8D-F8CF-D5A2-F5C7B2A8889E}"/>
          </ac:spMkLst>
        </pc:spChg>
      </pc:sldChg>
    </pc:docChg>
  </pc:docChgLst>
  <pc:docChgLst>
    <pc:chgData name="Somak Das" userId="S::sdas@floridapoly.edu::98cebb13-2fc4-4808-95b9-daeb7e6acc01" providerId="AD" clId="Web-{6D3A69C3-C2B6-B34F-54C6-FD308810F652}"/>
    <pc:docChg chg="addSld delSld modSld modSection">
      <pc:chgData name="Somak Das" userId="S::sdas@floridapoly.edu::98cebb13-2fc4-4808-95b9-daeb7e6acc01" providerId="AD" clId="Web-{6D3A69C3-C2B6-B34F-54C6-FD308810F652}" dt="2024-08-28T05:28:59.578" v="1360" actId="1076"/>
      <pc:docMkLst>
        <pc:docMk/>
      </pc:docMkLst>
      <pc:sldChg chg="modSp">
        <pc:chgData name="Somak Das" userId="S::sdas@floridapoly.edu::98cebb13-2fc4-4808-95b9-daeb7e6acc01" providerId="AD" clId="Web-{6D3A69C3-C2B6-B34F-54C6-FD308810F652}" dt="2024-08-28T04:53:25.790" v="1156" actId="20577"/>
        <pc:sldMkLst>
          <pc:docMk/>
          <pc:sldMk cId="3245362616" sldId="354"/>
        </pc:sldMkLst>
        <pc:spChg chg="mod">
          <ac:chgData name="Somak Das" userId="S::sdas@floridapoly.edu::98cebb13-2fc4-4808-95b9-daeb7e6acc01" providerId="AD" clId="Web-{6D3A69C3-C2B6-B34F-54C6-FD308810F652}" dt="2024-08-28T04:53:25.790" v="1156" actId="20577"/>
          <ac:spMkLst>
            <pc:docMk/>
            <pc:sldMk cId="3245362616" sldId="354"/>
            <ac:spMk id="3" creationId="{9556065C-AC8D-F8CF-D5A2-F5C7B2A8889E}"/>
          </ac:spMkLst>
        </pc:spChg>
        <pc:spChg chg="mod">
          <ac:chgData name="Somak Das" userId="S::sdas@floridapoly.edu::98cebb13-2fc4-4808-95b9-daeb7e6acc01" providerId="AD" clId="Web-{6D3A69C3-C2B6-B34F-54C6-FD308810F652}" dt="2024-08-28T04:53:15.321" v="1135" actId="1076"/>
          <ac:spMkLst>
            <pc:docMk/>
            <pc:sldMk cId="3245362616" sldId="354"/>
            <ac:spMk id="4" creationId="{11EE0B85-E429-8E8F-8471-C8730B66B3F1}"/>
          </ac:spMkLst>
        </pc:spChg>
        <pc:spChg chg="mod">
          <ac:chgData name="Somak Das" userId="S::sdas@floridapoly.edu::98cebb13-2fc4-4808-95b9-daeb7e6acc01" providerId="AD" clId="Web-{6D3A69C3-C2B6-B34F-54C6-FD308810F652}" dt="2024-08-28T04:53:15.337" v="1136" actId="1076"/>
          <ac:spMkLst>
            <pc:docMk/>
            <pc:sldMk cId="3245362616" sldId="354"/>
            <ac:spMk id="7" creationId="{C0C27DB5-DBAC-F6B2-48B7-EB391F83B449}"/>
          </ac:spMkLst>
        </pc:spChg>
        <pc:spChg chg="mod">
          <ac:chgData name="Somak Das" userId="S::sdas@floridapoly.edu::98cebb13-2fc4-4808-95b9-daeb7e6acc01" providerId="AD" clId="Web-{6D3A69C3-C2B6-B34F-54C6-FD308810F652}" dt="2024-08-28T04:53:15.353" v="1137" actId="1076"/>
          <ac:spMkLst>
            <pc:docMk/>
            <pc:sldMk cId="3245362616" sldId="354"/>
            <ac:spMk id="8" creationId="{26CBE47B-50B1-FB44-38B3-98A2FD157F6D}"/>
          </ac:spMkLst>
        </pc:spChg>
        <pc:spChg chg="mod">
          <ac:chgData name="Somak Das" userId="S::sdas@floridapoly.edu::98cebb13-2fc4-4808-95b9-daeb7e6acc01" providerId="AD" clId="Web-{6D3A69C3-C2B6-B34F-54C6-FD308810F652}" dt="2024-08-28T04:53:15.368" v="1138" actId="1076"/>
          <ac:spMkLst>
            <pc:docMk/>
            <pc:sldMk cId="3245362616" sldId="354"/>
            <ac:spMk id="9" creationId="{01C7816C-C07B-B55B-220A-C69E96BCCDD5}"/>
          </ac:spMkLst>
        </pc:spChg>
        <pc:spChg chg="mod">
          <ac:chgData name="Somak Das" userId="S::sdas@floridapoly.edu::98cebb13-2fc4-4808-95b9-daeb7e6acc01" providerId="AD" clId="Web-{6D3A69C3-C2B6-B34F-54C6-FD308810F652}" dt="2024-08-28T04:53:15.462" v="1146" actId="1076"/>
          <ac:spMkLst>
            <pc:docMk/>
            <pc:sldMk cId="3245362616" sldId="354"/>
            <ac:spMk id="14" creationId="{C5BFBF85-0D62-63CD-F1CE-D5A29506FC24}"/>
          </ac:spMkLst>
        </pc:spChg>
        <pc:spChg chg="mod">
          <ac:chgData name="Somak Das" userId="S::sdas@floridapoly.edu::98cebb13-2fc4-4808-95b9-daeb7e6acc01" providerId="AD" clId="Web-{6D3A69C3-C2B6-B34F-54C6-FD308810F652}" dt="2024-08-28T04:53:15.478" v="1147" actId="1076"/>
          <ac:spMkLst>
            <pc:docMk/>
            <pc:sldMk cId="3245362616" sldId="354"/>
            <ac:spMk id="16" creationId="{C0044535-F2D8-FFA7-8BBB-DE028AA40203}"/>
          </ac:spMkLst>
        </pc:spChg>
        <pc:spChg chg="mod">
          <ac:chgData name="Somak Das" userId="S::sdas@floridapoly.edu::98cebb13-2fc4-4808-95b9-daeb7e6acc01" providerId="AD" clId="Web-{6D3A69C3-C2B6-B34F-54C6-FD308810F652}" dt="2024-08-28T04:53:15.431" v="1144" actId="1076"/>
          <ac:spMkLst>
            <pc:docMk/>
            <pc:sldMk cId="3245362616" sldId="354"/>
            <ac:spMk id="20" creationId="{4BC6DF06-8AAC-9C87-F081-6F01BB8FC70D}"/>
          </ac:spMkLst>
        </pc:spChg>
        <pc:spChg chg="mod">
          <ac:chgData name="Somak Das" userId="S::sdas@floridapoly.edu::98cebb13-2fc4-4808-95b9-daeb7e6acc01" providerId="AD" clId="Web-{6D3A69C3-C2B6-B34F-54C6-FD308810F652}" dt="2024-08-28T04:53:15.446" v="1145" actId="1076"/>
          <ac:spMkLst>
            <pc:docMk/>
            <pc:sldMk cId="3245362616" sldId="354"/>
            <ac:spMk id="21" creationId="{B8EBE528-E30A-1B10-7528-3111E7BFCDC8}"/>
          </ac:spMkLst>
        </pc:spChg>
        <pc:spChg chg="mod">
          <ac:chgData name="Somak Das" userId="S::sdas@floridapoly.edu::98cebb13-2fc4-4808-95b9-daeb7e6acc01" providerId="AD" clId="Web-{6D3A69C3-C2B6-B34F-54C6-FD308810F652}" dt="2024-08-28T04:53:15.509" v="1150" actId="1076"/>
          <ac:spMkLst>
            <pc:docMk/>
            <pc:sldMk cId="3245362616" sldId="354"/>
            <ac:spMk id="22" creationId="{65CFFE8E-DD44-2774-3479-74F482CA0062}"/>
          </ac:spMkLst>
        </pc:spChg>
        <pc:spChg chg="mod">
          <ac:chgData name="Somak Das" userId="S::sdas@floridapoly.edu::98cebb13-2fc4-4808-95b9-daeb7e6acc01" providerId="AD" clId="Web-{6D3A69C3-C2B6-B34F-54C6-FD308810F652}" dt="2024-08-28T04:53:15.540" v="1152" actId="1076"/>
          <ac:spMkLst>
            <pc:docMk/>
            <pc:sldMk cId="3245362616" sldId="354"/>
            <ac:spMk id="25" creationId="{2D310DAF-EFD1-9019-43CC-9571589460FC}"/>
          </ac:spMkLst>
        </pc:spChg>
        <pc:cxnChg chg="mod">
          <ac:chgData name="Somak Das" userId="S::sdas@floridapoly.edu::98cebb13-2fc4-4808-95b9-daeb7e6acc01" providerId="AD" clId="Web-{6D3A69C3-C2B6-B34F-54C6-FD308810F652}" dt="2024-08-28T04:53:15.384" v="1139" actId="1076"/>
          <ac:cxnSpMkLst>
            <pc:docMk/>
            <pc:sldMk cId="3245362616" sldId="354"/>
            <ac:cxnSpMk id="10" creationId="{503D687C-C993-EF97-6802-C239BBAA4D2A}"/>
          </ac:cxnSpMkLst>
        </pc:cxnChg>
        <pc:cxnChg chg="mod">
          <ac:chgData name="Somak Das" userId="S::sdas@floridapoly.edu::98cebb13-2fc4-4808-95b9-daeb7e6acc01" providerId="AD" clId="Web-{6D3A69C3-C2B6-B34F-54C6-FD308810F652}" dt="2024-08-28T04:53:15.384" v="1140" actId="1076"/>
          <ac:cxnSpMkLst>
            <pc:docMk/>
            <pc:sldMk cId="3245362616" sldId="354"/>
            <ac:cxnSpMk id="12" creationId="{CAEFFA5A-E422-8A8A-76DE-590689BC5379}"/>
          </ac:cxnSpMkLst>
        </pc:cxnChg>
        <pc:cxnChg chg="mod">
          <ac:chgData name="Somak Das" userId="S::sdas@floridapoly.edu::98cebb13-2fc4-4808-95b9-daeb7e6acc01" providerId="AD" clId="Web-{6D3A69C3-C2B6-B34F-54C6-FD308810F652}" dt="2024-08-28T04:53:15.399" v="1141" actId="1076"/>
          <ac:cxnSpMkLst>
            <pc:docMk/>
            <pc:sldMk cId="3245362616" sldId="354"/>
            <ac:cxnSpMk id="13" creationId="{F2D651C0-46B1-7958-D9CC-828337C30633}"/>
          </ac:cxnSpMkLst>
        </pc:cxnChg>
        <pc:cxnChg chg="mod">
          <ac:chgData name="Somak Das" userId="S::sdas@floridapoly.edu::98cebb13-2fc4-4808-95b9-daeb7e6acc01" providerId="AD" clId="Web-{6D3A69C3-C2B6-B34F-54C6-FD308810F652}" dt="2024-08-28T04:53:15.415" v="1142" actId="1076"/>
          <ac:cxnSpMkLst>
            <pc:docMk/>
            <pc:sldMk cId="3245362616" sldId="354"/>
            <ac:cxnSpMk id="15" creationId="{D1C3ECE3-B524-4114-85FD-591FF270C481}"/>
          </ac:cxnSpMkLst>
        </pc:cxnChg>
        <pc:cxnChg chg="mod">
          <ac:chgData name="Somak Das" userId="S::sdas@floridapoly.edu::98cebb13-2fc4-4808-95b9-daeb7e6acc01" providerId="AD" clId="Web-{6D3A69C3-C2B6-B34F-54C6-FD308810F652}" dt="2024-08-28T04:53:15.478" v="1148" actId="1076"/>
          <ac:cxnSpMkLst>
            <pc:docMk/>
            <pc:sldMk cId="3245362616" sldId="354"/>
            <ac:cxnSpMk id="17" creationId="{B134A02D-1B50-CBEA-EDB7-3B32EC54EF71}"/>
          </ac:cxnSpMkLst>
        </pc:cxnChg>
        <pc:cxnChg chg="mod">
          <ac:chgData name="Somak Das" userId="S::sdas@floridapoly.edu::98cebb13-2fc4-4808-95b9-daeb7e6acc01" providerId="AD" clId="Web-{6D3A69C3-C2B6-B34F-54C6-FD308810F652}" dt="2024-08-28T04:53:15.493" v="1149" actId="1076"/>
          <ac:cxnSpMkLst>
            <pc:docMk/>
            <pc:sldMk cId="3245362616" sldId="354"/>
            <ac:cxnSpMk id="18" creationId="{E25FB93D-36B5-D3F2-74B4-DA53042EA434}"/>
          </ac:cxnSpMkLst>
        </pc:cxnChg>
        <pc:cxnChg chg="mod">
          <ac:chgData name="Somak Das" userId="S::sdas@floridapoly.edu::98cebb13-2fc4-4808-95b9-daeb7e6acc01" providerId="AD" clId="Web-{6D3A69C3-C2B6-B34F-54C6-FD308810F652}" dt="2024-08-28T04:53:15.415" v="1143" actId="1076"/>
          <ac:cxnSpMkLst>
            <pc:docMk/>
            <pc:sldMk cId="3245362616" sldId="354"/>
            <ac:cxnSpMk id="19" creationId="{8F6395DD-847B-0D38-3590-B34123BF4B43}"/>
          </ac:cxnSpMkLst>
        </pc:cxnChg>
        <pc:cxnChg chg="mod">
          <ac:chgData name="Somak Das" userId="S::sdas@floridapoly.edu::98cebb13-2fc4-4808-95b9-daeb7e6acc01" providerId="AD" clId="Web-{6D3A69C3-C2B6-B34F-54C6-FD308810F652}" dt="2024-08-28T04:53:15.524" v="1151" actId="1076"/>
          <ac:cxnSpMkLst>
            <pc:docMk/>
            <pc:sldMk cId="3245362616" sldId="354"/>
            <ac:cxnSpMk id="24" creationId="{E29897B8-D0C3-B19F-9A71-3D8BC1685F54}"/>
          </ac:cxnSpMkLst>
        </pc:cxnChg>
        <pc:cxnChg chg="mod">
          <ac:chgData name="Somak Das" userId="S::sdas@floridapoly.edu::98cebb13-2fc4-4808-95b9-daeb7e6acc01" providerId="AD" clId="Web-{6D3A69C3-C2B6-B34F-54C6-FD308810F652}" dt="2024-08-28T04:53:15.540" v="1153" actId="1076"/>
          <ac:cxnSpMkLst>
            <pc:docMk/>
            <pc:sldMk cId="3245362616" sldId="354"/>
            <ac:cxnSpMk id="26" creationId="{0E8C6F32-1D77-E2BF-F103-33C4B4B41B74}"/>
          </ac:cxnSpMkLst>
        </pc:cxnChg>
      </pc:sldChg>
      <pc:sldChg chg="addSp delSp modSp mod modClrScheme chgLayout">
        <pc:chgData name="Somak Das" userId="S::sdas@floridapoly.edu::98cebb13-2fc4-4808-95b9-daeb7e6acc01" providerId="AD" clId="Web-{6D3A69C3-C2B6-B34F-54C6-FD308810F652}" dt="2024-08-28T04:35:32.363" v="911" actId="20577"/>
        <pc:sldMkLst>
          <pc:docMk/>
          <pc:sldMk cId="413745526" sldId="357"/>
        </pc:sldMkLst>
        <pc:spChg chg="del">
          <ac:chgData name="Somak Das" userId="S::sdas@floridapoly.edu::98cebb13-2fc4-4808-95b9-daeb7e6acc01" providerId="AD" clId="Web-{6D3A69C3-C2B6-B34F-54C6-FD308810F652}" dt="2024-08-28T03:02:51.488" v="106"/>
          <ac:spMkLst>
            <pc:docMk/>
            <pc:sldMk cId="413745526" sldId="357"/>
            <ac:spMk id="2" creationId="{A43E3E30-0CCC-0FCC-69DC-1C2820744E12}"/>
          </ac:spMkLst>
        </pc:spChg>
        <pc:spChg chg="del">
          <ac:chgData name="Somak Das" userId="S::sdas@floridapoly.edu::98cebb13-2fc4-4808-95b9-daeb7e6acc01" providerId="AD" clId="Web-{6D3A69C3-C2B6-B34F-54C6-FD308810F652}" dt="2024-08-28T02:51:18.233" v="0"/>
          <ac:spMkLst>
            <pc:docMk/>
            <pc:sldMk cId="413745526" sldId="357"/>
            <ac:spMk id="3" creationId="{9556065C-AC8D-F8CF-D5A2-F5C7B2A8889E}"/>
          </ac:spMkLst>
        </pc:spChg>
        <pc:spChg chg="add mod ord">
          <ac:chgData name="Somak Das" userId="S::sdas@floridapoly.edu::98cebb13-2fc4-4808-95b9-daeb7e6acc01" providerId="AD" clId="Web-{6D3A69C3-C2B6-B34F-54C6-FD308810F652}" dt="2024-08-28T04:35:32.363" v="911" actId="20577"/>
          <ac:spMkLst>
            <pc:docMk/>
            <pc:sldMk cId="413745526" sldId="357"/>
            <ac:spMk id="5" creationId="{1D3DCBB2-C9EE-959F-234A-10AAE3BACC96}"/>
          </ac:spMkLst>
        </pc:spChg>
        <pc:spChg chg="del">
          <ac:chgData name="Somak Das" userId="S::sdas@floridapoly.edu::98cebb13-2fc4-4808-95b9-daeb7e6acc01" providerId="AD" clId="Web-{6D3A69C3-C2B6-B34F-54C6-FD308810F652}" dt="2024-08-28T02:53:27.627" v="55"/>
          <ac:spMkLst>
            <pc:docMk/>
            <pc:sldMk cId="413745526" sldId="357"/>
            <ac:spMk id="7" creationId="{14E4FBE0-2519-8375-AFC4-AD168790B03E}"/>
          </ac:spMkLst>
        </pc:spChg>
        <pc:spChg chg="add del mod">
          <ac:chgData name="Somak Das" userId="S::sdas@floridapoly.edu::98cebb13-2fc4-4808-95b9-daeb7e6acc01" providerId="AD" clId="Web-{6D3A69C3-C2B6-B34F-54C6-FD308810F652}" dt="2024-08-28T03:02:55.082" v="107"/>
          <ac:spMkLst>
            <pc:docMk/>
            <pc:sldMk cId="413745526" sldId="357"/>
            <ac:spMk id="17" creationId="{13508E8F-8940-B711-0E6B-4B00CB1BA833}"/>
          </ac:spMkLst>
        </pc:spChg>
        <pc:spChg chg="add del mod">
          <ac:chgData name="Somak Das" userId="S::sdas@floridapoly.edu::98cebb13-2fc4-4808-95b9-daeb7e6acc01" providerId="AD" clId="Web-{6D3A69C3-C2B6-B34F-54C6-FD308810F652}" dt="2024-08-28T03:52:06.703" v="431"/>
          <ac:spMkLst>
            <pc:docMk/>
            <pc:sldMk cId="413745526" sldId="357"/>
            <ac:spMk id="18" creationId="{FF628EFE-A5EF-5E6F-0E45-8BAFCAC480D2}"/>
          </ac:spMkLst>
        </pc:spChg>
        <pc:spChg chg="add del mod">
          <ac:chgData name="Somak Das" userId="S::sdas@floridapoly.edu::98cebb13-2fc4-4808-95b9-daeb7e6acc01" providerId="AD" clId="Web-{6D3A69C3-C2B6-B34F-54C6-FD308810F652}" dt="2024-08-28T03:51:59.813" v="430"/>
          <ac:spMkLst>
            <pc:docMk/>
            <pc:sldMk cId="413745526" sldId="357"/>
            <ac:spMk id="19" creationId="{D6EFD680-E186-4C66-094A-9F623F8A3073}"/>
          </ac:spMkLst>
        </pc:spChg>
        <pc:spChg chg="add mod">
          <ac:chgData name="Somak Das" userId="S::sdas@floridapoly.edu::98cebb13-2fc4-4808-95b9-daeb7e6acc01" providerId="AD" clId="Web-{6D3A69C3-C2B6-B34F-54C6-FD308810F652}" dt="2024-08-28T03:12:20.848" v="188" actId="20577"/>
          <ac:spMkLst>
            <pc:docMk/>
            <pc:sldMk cId="413745526" sldId="357"/>
            <ac:spMk id="20" creationId="{973406FD-4B99-A262-DB85-1FDD82942419}"/>
          </ac:spMkLst>
        </pc:spChg>
        <pc:spChg chg="add mod">
          <ac:chgData name="Somak Das" userId="S::sdas@floridapoly.edu::98cebb13-2fc4-4808-95b9-daeb7e6acc01" providerId="AD" clId="Web-{6D3A69C3-C2B6-B34F-54C6-FD308810F652}" dt="2024-08-28T03:12:09.114" v="186" actId="20577"/>
          <ac:spMkLst>
            <pc:docMk/>
            <pc:sldMk cId="413745526" sldId="357"/>
            <ac:spMk id="21" creationId="{77F6172F-5EEF-0278-1FBA-23D375DABBAF}"/>
          </ac:spMkLst>
        </pc:spChg>
        <pc:spChg chg="add del mod">
          <ac:chgData name="Somak Das" userId="S::sdas@floridapoly.edu::98cebb13-2fc4-4808-95b9-daeb7e6acc01" providerId="AD" clId="Web-{6D3A69C3-C2B6-B34F-54C6-FD308810F652}" dt="2024-08-28T03:51:43.968" v="426"/>
          <ac:spMkLst>
            <pc:docMk/>
            <pc:sldMk cId="413745526" sldId="357"/>
            <ac:spMk id="22" creationId="{143F981F-2BD9-B4C6-F297-DFE172DD38E2}"/>
          </ac:spMkLst>
        </pc:spChg>
        <pc:spChg chg="add del mod">
          <ac:chgData name="Somak Das" userId="S::sdas@floridapoly.edu::98cebb13-2fc4-4808-95b9-daeb7e6acc01" providerId="AD" clId="Web-{6D3A69C3-C2B6-B34F-54C6-FD308810F652}" dt="2024-08-28T03:51:48.047" v="427"/>
          <ac:spMkLst>
            <pc:docMk/>
            <pc:sldMk cId="413745526" sldId="357"/>
            <ac:spMk id="23" creationId="{B742EB51-6B4C-001B-BEFD-293518B5B430}"/>
          </ac:spMkLst>
        </pc:spChg>
        <pc:spChg chg="add mod">
          <ac:chgData name="Somak Das" userId="S::sdas@floridapoly.edu::98cebb13-2fc4-4808-95b9-daeb7e6acc01" providerId="AD" clId="Web-{6D3A69C3-C2B6-B34F-54C6-FD308810F652}" dt="2024-08-28T04:05:51.665" v="568" actId="1076"/>
          <ac:spMkLst>
            <pc:docMk/>
            <pc:sldMk cId="413745526" sldId="357"/>
            <ac:spMk id="24" creationId="{8B103066-B3FF-8701-85DD-5CC12504A011}"/>
          </ac:spMkLst>
        </pc:spChg>
        <pc:spChg chg="add mod">
          <ac:chgData name="Somak Das" userId="S::sdas@floridapoly.edu::98cebb13-2fc4-4808-95b9-daeb7e6acc01" providerId="AD" clId="Web-{6D3A69C3-C2B6-B34F-54C6-FD308810F652}" dt="2024-08-28T04:05:57.572" v="569" actId="1076"/>
          <ac:spMkLst>
            <pc:docMk/>
            <pc:sldMk cId="413745526" sldId="357"/>
            <ac:spMk id="25" creationId="{C6C01D54-939C-CC76-933C-8D62D932E17A}"/>
          </ac:spMkLst>
        </pc:spChg>
        <pc:picChg chg="mod">
          <ac:chgData name="Somak Das" userId="S::sdas@floridapoly.edu::98cebb13-2fc4-4808-95b9-daeb7e6acc01" providerId="AD" clId="Web-{6D3A69C3-C2B6-B34F-54C6-FD308810F652}" dt="2024-08-28T03:48:20.369" v="417" actId="1076"/>
          <ac:picMkLst>
            <pc:docMk/>
            <pc:sldMk cId="413745526" sldId="357"/>
            <ac:picMk id="6" creationId="{50535E7C-5C90-3DB5-404B-E48DB8C9ECFD}"/>
          </ac:picMkLst>
        </pc:picChg>
        <pc:picChg chg="add mod">
          <ac:chgData name="Somak Das" userId="S::sdas@floridapoly.edu::98cebb13-2fc4-4808-95b9-daeb7e6acc01" providerId="AD" clId="Web-{6D3A69C3-C2B6-B34F-54C6-FD308810F652}" dt="2024-08-28T03:47:17.914" v="405" actId="1076"/>
          <ac:picMkLst>
            <pc:docMk/>
            <pc:sldMk cId="413745526" sldId="357"/>
            <ac:picMk id="26" creationId="{05CCB9CF-70EB-1A66-DB70-9AFDB8AB328A}"/>
          </ac:picMkLst>
        </pc:picChg>
        <pc:picChg chg="add mod">
          <ac:chgData name="Somak Das" userId="S::sdas@floridapoly.edu::98cebb13-2fc4-4808-95b9-daeb7e6acc01" providerId="AD" clId="Web-{6D3A69C3-C2B6-B34F-54C6-FD308810F652}" dt="2024-08-28T03:47:06.741" v="403" actId="1076"/>
          <ac:picMkLst>
            <pc:docMk/>
            <pc:sldMk cId="413745526" sldId="357"/>
            <ac:picMk id="27" creationId="{A1179090-0590-B3EF-1906-EF2F90C3277A}"/>
          </ac:picMkLst>
        </pc:picChg>
        <pc:cxnChg chg="add mod">
          <ac:chgData name="Somak Das" userId="S::sdas@floridapoly.edu::98cebb13-2fc4-4808-95b9-daeb7e6acc01" providerId="AD" clId="Web-{6D3A69C3-C2B6-B34F-54C6-FD308810F652}" dt="2024-08-28T03:05:26.992" v="131" actId="1076"/>
          <ac:cxnSpMkLst>
            <pc:docMk/>
            <pc:sldMk cId="413745526" sldId="357"/>
            <ac:cxnSpMk id="8" creationId="{5A27EAF3-99FB-2892-7B02-2CC5FE712524}"/>
          </ac:cxnSpMkLst>
        </pc:cxnChg>
        <pc:cxnChg chg="add mod">
          <ac:chgData name="Somak Das" userId="S::sdas@floridapoly.edu::98cebb13-2fc4-4808-95b9-daeb7e6acc01" providerId="AD" clId="Web-{6D3A69C3-C2B6-B34F-54C6-FD308810F652}" dt="2024-08-28T03:06:57.589" v="144" actId="1076"/>
          <ac:cxnSpMkLst>
            <pc:docMk/>
            <pc:sldMk cId="413745526" sldId="357"/>
            <ac:cxnSpMk id="9" creationId="{6FEB3F56-CFC9-AB0F-5B92-76BAA28B65F0}"/>
          </ac:cxnSpMkLst>
        </pc:cxnChg>
        <pc:cxnChg chg="add del mod">
          <ac:chgData name="Somak Das" userId="S::sdas@floridapoly.edu::98cebb13-2fc4-4808-95b9-daeb7e6acc01" providerId="AD" clId="Web-{6D3A69C3-C2B6-B34F-54C6-FD308810F652}" dt="2024-08-28T03:51:52.469" v="428"/>
          <ac:cxnSpMkLst>
            <pc:docMk/>
            <pc:sldMk cId="413745526" sldId="357"/>
            <ac:cxnSpMk id="10" creationId="{A27B11EF-3D75-966C-C109-C6DC620A3973}"/>
          </ac:cxnSpMkLst>
        </pc:cxnChg>
        <pc:cxnChg chg="add del mod">
          <ac:chgData name="Somak Das" userId="S::sdas@floridapoly.edu::98cebb13-2fc4-4808-95b9-daeb7e6acc01" providerId="AD" clId="Web-{6D3A69C3-C2B6-B34F-54C6-FD308810F652}" dt="2024-08-28T03:52:15.469" v="433"/>
          <ac:cxnSpMkLst>
            <pc:docMk/>
            <pc:sldMk cId="413745526" sldId="357"/>
            <ac:cxnSpMk id="11" creationId="{FE2A5B5E-2A3C-1812-C2B2-CA8A313940D8}"/>
          </ac:cxnSpMkLst>
        </pc:cxnChg>
        <pc:cxnChg chg="add del mod">
          <ac:chgData name="Somak Das" userId="S::sdas@floridapoly.edu::98cebb13-2fc4-4808-95b9-daeb7e6acc01" providerId="AD" clId="Web-{6D3A69C3-C2B6-B34F-54C6-FD308810F652}" dt="2024-08-28T03:51:55.750" v="429"/>
          <ac:cxnSpMkLst>
            <pc:docMk/>
            <pc:sldMk cId="413745526" sldId="357"/>
            <ac:cxnSpMk id="12" creationId="{81ACD88F-BA77-5739-E07E-CF52EF17AFFB}"/>
          </ac:cxnSpMkLst>
        </pc:cxnChg>
        <pc:cxnChg chg="add del mod">
          <ac:chgData name="Somak Das" userId="S::sdas@floridapoly.edu::98cebb13-2fc4-4808-95b9-daeb7e6acc01" providerId="AD" clId="Web-{6D3A69C3-C2B6-B34F-54C6-FD308810F652}" dt="2024-08-28T03:52:12.766" v="432"/>
          <ac:cxnSpMkLst>
            <pc:docMk/>
            <pc:sldMk cId="413745526" sldId="357"/>
            <ac:cxnSpMk id="13" creationId="{D5391560-73F2-5DFA-D950-49DFEA2B4CE3}"/>
          </ac:cxnSpMkLst>
        </pc:cxnChg>
        <pc:cxnChg chg="add mod">
          <ac:chgData name="Somak Das" userId="S::sdas@floridapoly.edu::98cebb13-2fc4-4808-95b9-daeb7e6acc01" providerId="AD" clId="Web-{6D3A69C3-C2B6-B34F-54C6-FD308810F652}" dt="2024-08-28T03:08:07.669" v="153"/>
          <ac:cxnSpMkLst>
            <pc:docMk/>
            <pc:sldMk cId="413745526" sldId="357"/>
            <ac:cxnSpMk id="14" creationId="{F7CD3FE5-046C-D861-D5C6-16FA8295292C}"/>
          </ac:cxnSpMkLst>
        </pc:cxnChg>
        <pc:cxnChg chg="add mod">
          <ac:chgData name="Somak Das" userId="S::sdas@floridapoly.edu::98cebb13-2fc4-4808-95b9-daeb7e6acc01" providerId="AD" clId="Web-{6D3A69C3-C2B6-B34F-54C6-FD308810F652}" dt="2024-08-28T03:09:26.406" v="161" actId="1076"/>
          <ac:cxnSpMkLst>
            <pc:docMk/>
            <pc:sldMk cId="413745526" sldId="357"/>
            <ac:cxnSpMk id="15" creationId="{AFA6EFA6-37FC-0131-4B46-4EDB70B986AD}"/>
          </ac:cxnSpMkLst>
        </pc:cxnChg>
        <pc:cxnChg chg="add mod">
          <ac:chgData name="Somak Das" userId="S::sdas@floridapoly.edu::98cebb13-2fc4-4808-95b9-daeb7e6acc01" providerId="AD" clId="Web-{6D3A69C3-C2B6-B34F-54C6-FD308810F652}" dt="2024-08-28T04:06:33.088" v="574"/>
          <ac:cxnSpMkLst>
            <pc:docMk/>
            <pc:sldMk cId="413745526" sldId="357"/>
            <ac:cxnSpMk id="28" creationId="{CD5179B5-C8C4-8C6F-746A-9CC2F1EF0E10}"/>
          </ac:cxnSpMkLst>
        </pc:cxnChg>
        <pc:cxnChg chg="add mod">
          <ac:chgData name="Somak Das" userId="S::sdas@floridapoly.edu::98cebb13-2fc4-4808-95b9-daeb7e6acc01" providerId="AD" clId="Web-{6D3A69C3-C2B6-B34F-54C6-FD308810F652}" dt="2024-08-28T04:06:48.792" v="577" actId="14100"/>
          <ac:cxnSpMkLst>
            <pc:docMk/>
            <pc:sldMk cId="413745526" sldId="357"/>
            <ac:cxnSpMk id="29" creationId="{211F9953-F411-DB66-725C-E543681B10D2}"/>
          </ac:cxnSpMkLst>
        </pc:cxnChg>
      </pc:sldChg>
      <pc:sldChg chg="modSp del">
        <pc:chgData name="Somak Das" userId="S::sdas@floridapoly.edu::98cebb13-2fc4-4808-95b9-daeb7e6acc01" providerId="AD" clId="Web-{6D3A69C3-C2B6-B34F-54C6-FD308810F652}" dt="2024-08-28T04:54:20.527" v="1167"/>
        <pc:sldMkLst>
          <pc:docMk/>
          <pc:sldMk cId="798543756" sldId="358"/>
        </pc:sldMkLst>
        <pc:spChg chg="mod">
          <ac:chgData name="Somak Das" userId="S::sdas@floridapoly.edu::98cebb13-2fc4-4808-95b9-daeb7e6acc01" providerId="AD" clId="Web-{6D3A69C3-C2B6-B34F-54C6-FD308810F652}" dt="2024-08-28T04:42:51.364" v="975" actId="20577"/>
          <ac:spMkLst>
            <pc:docMk/>
            <pc:sldMk cId="798543756" sldId="358"/>
            <ac:spMk id="2" creationId="{A43E3E30-0CCC-0FCC-69DC-1C2820744E12}"/>
          </ac:spMkLst>
        </pc:spChg>
      </pc:sldChg>
      <pc:sldChg chg="del">
        <pc:chgData name="Somak Das" userId="S::sdas@floridapoly.edu::98cebb13-2fc4-4808-95b9-daeb7e6acc01" providerId="AD" clId="Web-{6D3A69C3-C2B6-B34F-54C6-FD308810F652}" dt="2024-08-28T04:54:28.996" v="1168"/>
        <pc:sldMkLst>
          <pc:docMk/>
          <pc:sldMk cId="2501000224" sldId="360"/>
        </pc:sldMkLst>
      </pc:sldChg>
      <pc:sldChg chg="del">
        <pc:chgData name="Somak Das" userId="S::sdas@floridapoly.edu::98cebb13-2fc4-4808-95b9-daeb7e6acc01" providerId="AD" clId="Web-{6D3A69C3-C2B6-B34F-54C6-FD308810F652}" dt="2024-08-28T04:54:35.668" v="1169"/>
        <pc:sldMkLst>
          <pc:docMk/>
          <pc:sldMk cId="1231324176" sldId="362"/>
        </pc:sldMkLst>
      </pc:sldChg>
      <pc:sldChg chg="del">
        <pc:chgData name="Somak Das" userId="S::sdas@floridapoly.edu::98cebb13-2fc4-4808-95b9-daeb7e6acc01" providerId="AD" clId="Web-{6D3A69C3-C2B6-B34F-54C6-FD308810F652}" dt="2024-08-28T04:54:38.558" v="1170"/>
        <pc:sldMkLst>
          <pc:docMk/>
          <pc:sldMk cId="2203140714" sldId="364"/>
        </pc:sldMkLst>
      </pc:sldChg>
      <pc:sldChg chg="modSp">
        <pc:chgData name="Somak Das" userId="S::sdas@floridapoly.edu::98cebb13-2fc4-4808-95b9-daeb7e6acc01" providerId="AD" clId="Web-{6D3A69C3-C2B6-B34F-54C6-FD308810F652}" dt="2024-08-28T04:49:10.860" v="1077" actId="14100"/>
        <pc:sldMkLst>
          <pc:docMk/>
          <pc:sldMk cId="1746890718" sldId="388"/>
        </pc:sldMkLst>
        <pc:spChg chg="mod">
          <ac:chgData name="Somak Das" userId="S::sdas@floridapoly.edu::98cebb13-2fc4-4808-95b9-daeb7e6acc01" providerId="AD" clId="Web-{6D3A69C3-C2B6-B34F-54C6-FD308810F652}" dt="2024-08-28T04:48:57.500" v="1074" actId="20577"/>
          <ac:spMkLst>
            <pc:docMk/>
            <pc:sldMk cId="1746890718" sldId="388"/>
            <ac:spMk id="3" creationId="{9556065C-AC8D-F8CF-D5A2-F5C7B2A8889E}"/>
          </ac:spMkLst>
        </pc:spChg>
        <pc:spChg chg="mod">
          <ac:chgData name="Somak Das" userId="S::sdas@floridapoly.edu::98cebb13-2fc4-4808-95b9-daeb7e6acc01" providerId="AD" clId="Web-{6D3A69C3-C2B6-B34F-54C6-FD308810F652}" dt="2024-08-28T04:49:00.219" v="1075" actId="1076"/>
          <ac:spMkLst>
            <pc:docMk/>
            <pc:sldMk cId="1746890718" sldId="388"/>
            <ac:spMk id="4" creationId="{879460E3-E1E9-966E-736A-F8006564153D}"/>
          </ac:spMkLst>
        </pc:spChg>
        <pc:cxnChg chg="mod">
          <ac:chgData name="Somak Das" userId="S::sdas@floridapoly.edu::98cebb13-2fc4-4808-95b9-daeb7e6acc01" providerId="AD" clId="Web-{6D3A69C3-C2B6-B34F-54C6-FD308810F652}" dt="2024-08-28T04:49:10.860" v="1077" actId="14100"/>
          <ac:cxnSpMkLst>
            <pc:docMk/>
            <pc:sldMk cId="1746890718" sldId="388"/>
            <ac:cxnSpMk id="5" creationId="{F8B0671C-AC08-4C5F-ED27-E8408FC067DC}"/>
          </ac:cxnSpMkLst>
        </pc:cxnChg>
      </pc:sldChg>
      <pc:sldChg chg="addSp delSp modSp add del">
        <pc:chgData name="Somak Das" userId="S::sdas@floridapoly.edu::98cebb13-2fc4-4808-95b9-daeb7e6acc01" providerId="AD" clId="Web-{6D3A69C3-C2B6-B34F-54C6-FD308810F652}" dt="2024-08-28T04:42:07.129" v="971"/>
        <pc:sldMkLst>
          <pc:docMk/>
          <pc:sldMk cId="2197864155" sldId="389"/>
        </pc:sldMkLst>
        <pc:spChg chg="del mod">
          <ac:chgData name="Somak Das" userId="S::sdas@floridapoly.edu::98cebb13-2fc4-4808-95b9-daeb7e6acc01" providerId="AD" clId="Web-{6D3A69C3-C2B6-B34F-54C6-FD308810F652}" dt="2024-08-28T04:24:42.074" v="825"/>
          <ac:spMkLst>
            <pc:docMk/>
            <pc:sldMk cId="2197864155" sldId="389"/>
            <ac:spMk id="3" creationId="{9556065C-AC8D-F8CF-D5A2-F5C7B2A8889E}"/>
          </ac:spMkLst>
        </pc:spChg>
        <pc:spChg chg="add mod">
          <ac:chgData name="Somak Das" userId="S::sdas@floridapoly.edu::98cebb13-2fc4-4808-95b9-daeb7e6acc01" providerId="AD" clId="Web-{6D3A69C3-C2B6-B34F-54C6-FD308810F652}" dt="2024-08-28T04:24:36.121" v="824" actId="20577"/>
          <ac:spMkLst>
            <pc:docMk/>
            <pc:sldMk cId="2197864155" sldId="389"/>
            <ac:spMk id="4" creationId="{C15125E9-5F56-5B41-85DB-6C59EA2B93D7}"/>
          </ac:spMkLst>
        </pc:spChg>
        <pc:spChg chg="del">
          <ac:chgData name="Somak Das" userId="S::sdas@floridapoly.edu::98cebb13-2fc4-4808-95b9-daeb7e6acc01" providerId="AD" clId="Web-{6D3A69C3-C2B6-B34F-54C6-FD308810F652}" dt="2024-08-28T04:24:59.512" v="828"/>
          <ac:spMkLst>
            <pc:docMk/>
            <pc:sldMk cId="2197864155" sldId="389"/>
            <ac:spMk id="7" creationId="{14E4FBE0-2519-8375-AFC4-AD168790B03E}"/>
          </ac:spMkLst>
        </pc:spChg>
        <pc:spChg chg="add del mod">
          <ac:chgData name="Somak Das" userId="S::sdas@floridapoly.edu::98cebb13-2fc4-4808-95b9-daeb7e6acc01" providerId="AD" clId="Web-{6D3A69C3-C2B6-B34F-54C6-FD308810F652}" dt="2024-08-28T04:24:52.465" v="827"/>
          <ac:spMkLst>
            <pc:docMk/>
            <pc:sldMk cId="2197864155" sldId="389"/>
            <ac:spMk id="8" creationId="{742C98B6-E9CE-7834-8FD9-354FED56FC91}"/>
          </ac:spMkLst>
        </pc:spChg>
        <pc:picChg chg="del">
          <ac:chgData name="Somak Das" userId="S::sdas@floridapoly.edu::98cebb13-2fc4-4808-95b9-daeb7e6acc01" providerId="AD" clId="Web-{6D3A69C3-C2B6-B34F-54C6-FD308810F652}" dt="2024-08-28T04:25:10.840" v="829"/>
          <ac:picMkLst>
            <pc:docMk/>
            <pc:sldMk cId="2197864155" sldId="389"/>
            <ac:picMk id="6" creationId="{50535E7C-5C90-3DB5-404B-E48DB8C9ECFD}"/>
          </ac:picMkLst>
        </pc:picChg>
      </pc:sldChg>
      <pc:sldChg chg="addSp delSp modSp add replId">
        <pc:chgData name="Somak Das" userId="S::sdas@floridapoly.edu::98cebb13-2fc4-4808-95b9-daeb7e6acc01" providerId="AD" clId="Web-{6D3A69C3-C2B6-B34F-54C6-FD308810F652}" dt="2024-08-28T04:35:20.909" v="905" actId="20577"/>
        <pc:sldMkLst>
          <pc:docMk/>
          <pc:sldMk cId="1585075032" sldId="390"/>
        </pc:sldMkLst>
        <pc:spChg chg="add mod">
          <ac:chgData name="Somak Das" userId="S::sdas@floridapoly.edu::98cebb13-2fc4-4808-95b9-daeb7e6acc01" providerId="AD" clId="Web-{6D3A69C3-C2B6-B34F-54C6-FD308810F652}" dt="2024-08-28T03:58:25.715" v="520" actId="20577"/>
          <ac:spMkLst>
            <pc:docMk/>
            <pc:sldMk cId="1585075032" sldId="390"/>
            <ac:spMk id="2" creationId="{4E9EEF31-1D52-AB2D-CD28-D9869BC22C65}"/>
          </ac:spMkLst>
        </pc:spChg>
        <pc:spChg chg="add">
          <ac:chgData name="Somak Das" userId="S::sdas@floridapoly.edu::98cebb13-2fc4-4808-95b9-daeb7e6acc01" providerId="AD" clId="Web-{6D3A69C3-C2B6-B34F-54C6-FD308810F652}" dt="2024-08-28T04:08:51.420" v="578"/>
          <ac:spMkLst>
            <pc:docMk/>
            <pc:sldMk cId="1585075032" sldId="390"/>
            <ac:spMk id="4" creationId="{2115B345-357D-2BBC-A17B-FB7664D6C708}"/>
          </ac:spMkLst>
        </pc:spChg>
        <pc:spChg chg="mod">
          <ac:chgData name="Somak Das" userId="S::sdas@floridapoly.edu::98cebb13-2fc4-4808-95b9-daeb7e6acc01" providerId="AD" clId="Web-{6D3A69C3-C2B6-B34F-54C6-FD308810F652}" dt="2024-08-28T04:35:20.909" v="905" actId="20577"/>
          <ac:spMkLst>
            <pc:docMk/>
            <pc:sldMk cId="1585075032" sldId="390"/>
            <ac:spMk id="5" creationId="{1D3DCBB2-C9EE-959F-234A-10AAE3BACC96}"/>
          </ac:spMkLst>
        </pc:spChg>
        <pc:spChg chg="add del">
          <ac:chgData name="Somak Das" userId="S::sdas@floridapoly.edu::98cebb13-2fc4-4808-95b9-daeb7e6acc01" providerId="AD" clId="Web-{6D3A69C3-C2B6-B34F-54C6-FD308810F652}" dt="2024-08-28T04:09:05.843" v="584"/>
          <ac:spMkLst>
            <pc:docMk/>
            <pc:sldMk cId="1585075032" sldId="390"/>
            <ac:spMk id="16" creationId="{D0C3B865-F14E-BFC4-CCC0-1C3F8CACD671}"/>
          </ac:spMkLst>
        </pc:spChg>
        <pc:spChg chg="mod">
          <ac:chgData name="Somak Das" userId="S::sdas@floridapoly.edu::98cebb13-2fc4-4808-95b9-daeb7e6acc01" providerId="AD" clId="Web-{6D3A69C3-C2B6-B34F-54C6-FD308810F652}" dt="2024-08-28T04:04:23.194" v="557" actId="14100"/>
          <ac:spMkLst>
            <pc:docMk/>
            <pc:sldMk cId="1585075032" sldId="390"/>
            <ac:spMk id="22" creationId="{143F981F-2BD9-B4C6-F297-DFE172DD38E2}"/>
          </ac:spMkLst>
        </pc:spChg>
        <pc:spChg chg="mod">
          <ac:chgData name="Somak Das" userId="S::sdas@floridapoly.edu::98cebb13-2fc4-4808-95b9-daeb7e6acc01" providerId="AD" clId="Web-{6D3A69C3-C2B6-B34F-54C6-FD308810F652}" dt="2024-08-28T04:10:04.032" v="596" actId="1076"/>
          <ac:spMkLst>
            <pc:docMk/>
            <pc:sldMk cId="1585075032" sldId="390"/>
            <ac:spMk id="23" creationId="{B742EB51-6B4C-001B-BEFD-293518B5B430}"/>
          </ac:spMkLst>
        </pc:spChg>
        <pc:spChg chg="del">
          <ac:chgData name="Somak Das" userId="S::sdas@floridapoly.edu::98cebb13-2fc4-4808-95b9-daeb7e6acc01" providerId="AD" clId="Web-{6D3A69C3-C2B6-B34F-54C6-FD308810F652}" dt="2024-08-28T04:08:58.718" v="582"/>
          <ac:spMkLst>
            <pc:docMk/>
            <pc:sldMk cId="1585075032" sldId="390"/>
            <ac:spMk id="24" creationId="{8B103066-B3FF-8701-85DD-5CC12504A011}"/>
          </ac:spMkLst>
        </pc:spChg>
        <pc:spChg chg="add del">
          <ac:chgData name="Somak Das" userId="S::sdas@floridapoly.edu::98cebb13-2fc4-4808-95b9-daeb7e6acc01" providerId="AD" clId="Web-{6D3A69C3-C2B6-B34F-54C6-FD308810F652}" dt="2024-08-28T04:09:30.093" v="589"/>
          <ac:spMkLst>
            <pc:docMk/>
            <pc:sldMk cId="1585075032" sldId="390"/>
            <ac:spMk id="25" creationId="{C6C01D54-939C-CC76-933C-8D62D932E17A}"/>
          </ac:spMkLst>
        </pc:spChg>
        <pc:spChg chg="add mod">
          <ac:chgData name="Somak Das" userId="S::sdas@floridapoly.edu::98cebb13-2fc4-4808-95b9-daeb7e6acc01" providerId="AD" clId="Web-{6D3A69C3-C2B6-B34F-54C6-FD308810F652}" dt="2024-08-28T04:12:52.115" v="663" actId="20577"/>
          <ac:spMkLst>
            <pc:docMk/>
            <pc:sldMk cId="1585075032" sldId="390"/>
            <ac:spMk id="33" creationId="{FBD8A620-50C0-136B-0E62-B778088BF0A9}"/>
          </ac:spMkLst>
        </pc:spChg>
        <pc:picChg chg="add del">
          <ac:chgData name="Somak Das" userId="S::sdas@floridapoly.edu::98cebb13-2fc4-4808-95b9-daeb7e6acc01" providerId="AD" clId="Web-{6D3A69C3-C2B6-B34F-54C6-FD308810F652}" dt="2024-08-28T04:09:19.343" v="587"/>
          <ac:picMkLst>
            <pc:docMk/>
            <pc:sldMk cId="1585075032" sldId="390"/>
            <ac:picMk id="6" creationId="{50535E7C-5C90-3DB5-404B-E48DB8C9ECFD}"/>
          </ac:picMkLst>
        </pc:picChg>
        <pc:picChg chg="del mod">
          <ac:chgData name="Somak Das" userId="S::sdas@floridapoly.edu::98cebb13-2fc4-4808-95b9-daeb7e6acc01" providerId="AD" clId="Web-{6D3A69C3-C2B6-B34F-54C6-FD308810F652}" dt="2024-08-28T03:53:56.504" v="461"/>
          <ac:picMkLst>
            <pc:docMk/>
            <pc:sldMk cId="1585075032" sldId="390"/>
            <ac:picMk id="26" creationId="{05CCB9CF-70EB-1A66-DB70-9AFDB8AB328A}"/>
          </ac:picMkLst>
        </pc:picChg>
        <pc:picChg chg="del mod">
          <ac:chgData name="Somak Das" userId="S::sdas@floridapoly.edu::98cebb13-2fc4-4808-95b9-daeb7e6acc01" providerId="AD" clId="Web-{6D3A69C3-C2B6-B34F-54C6-FD308810F652}" dt="2024-08-28T03:53:59.894" v="462"/>
          <ac:picMkLst>
            <pc:docMk/>
            <pc:sldMk cId="1585075032" sldId="390"/>
            <ac:picMk id="27" creationId="{A1179090-0590-B3EF-1906-EF2F90C3277A}"/>
          </ac:picMkLst>
        </pc:picChg>
        <pc:cxnChg chg="add mod">
          <ac:chgData name="Somak Das" userId="S::sdas@floridapoly.edu::98cebb13-2fc4-4808-95b9-daeb7e6acc01" providerId="AD" clId="Web-{6D3A69C3-C2B6-B34F-54C6-FD308810F652}" dt="2024-08-28T04:10:17.282" v="598" actId="14100"/>
          <ac:cxnSpMkLst>
            <pc:docMk/>
            <pc:sldMk cId="1585075032" sldId="390"/>
            <ac:cxnSpMk id="28" creationId="{5E267761-44BA-F362-2C68-2983DDEA2254}"/>
          </ac:cxnSpMkLst>
        </pc:cxnChg>
        <pc:cxnChg chg="add">
          <ac:chgData name="Somak Das" userId="S::sdas@floridapoly.edu::98cebb13-2fc4-4808-95b9-daeb7e6acc01" providerId="AD" clId="Web-{6D3A69C3-C2B6-B34F-54C6-FD308810F652}" dt="2024-08-28T04:08:51.452" v="581"/>
          <ac:cxnSpMkLst>
            <pc:docMk/>
            <pc:sldMk cId="1585075032" sldId="390"/>
            <ac:cxnSpMk id="30" creationId="{510F70A1-26D3-0825-7C9B-DE1B07B20C49}"/>
          </ac:cxnSpMkLst>
        </pc:cxnChg>
        <pc:cxnChg chg="add mod">
          <ac:chgData name="Somak Das" userId="S::sdas@floridapoly.edu::98cebb13-2fc4-4808-95b9-daeb7e6acc01" providerId="AD" clId="Web-{6D3A69C3-C2B6-B34F-54C6-FD308810F652}" dt="2024-08-28T04:10:08.782" v="597" actId="14100"/>
          <ac:cxnSpMkLst>
            <pc:docMk/>
            <pc:sldMk cId="1585075032" sldId="390"/>
            <ac:cxnSpMk id="31" creationId="{5F3A7493-D524-FE56-4731-42188424CFCB}"/>
          </ac:cxnSpMkLst>
        </pc:cxnChg>
        <pc:cxnChg chg="add mod">
          <ac:chgData name="Somak Das" userId="S::sdas@floridapoly.edu::98cebb13-2fc4-4808-95b9-daeb7e6acc01" providerId="AD" clId="Web-{6D3A69C3-C2B6-B34F-54C6-FD308810F652}" dt="2024-08-28T04:09:58.266" v="595" actId="14100"/>
          <ac:cxnSpMkLst>
            <pc:docMk/>
            <pc:sldMk cId="1585075032" sldId="390"/>
            <ac:cxnSpMk id="32" creationId="{7C9EAFB5-644A-07CD-26DB-DA622A582E23}"/>
          </ac:cxnSpMkLst>
        </pc:cxnChg>
      </pc:sldChg>
      <pc:sldChg chg="addSp delSp modSp add replId">
        <pc:chgData name="Somak Das" userId="S::sdas@floridapoly.edu::98cebb13-2fc4-4808-95b9-daeb7e6acc01" providerId="AD" clId="Web-{6D3A69C3-C2B6-B34F-54C6-FD308810F652}" dt="2024-08-28T04:51:45.100" v="1118" actId="20577"/>
        <pc:sldMkLst>
          <pc:docMk/>
          <pc:sldMk cId="2868495445" sldId="391"/>
        </pc:sldMkLst>
        <pc:spChg chg="del">
          <ac:chgData name="Somak Das" userId="S::sdas@floridapoly.edu::98cebb13-2fc4-4808-95b9-daeb7e6acc01" providerId="AD" clId="Web-{6D3A69C3-C2B6-B34F-54C6-FD308810F652}" dt="2024-08-28T04:27:08.109" v="846"/>
          <ac:spMkLst>
            <pc:docMk/>
            <pc:sldMk cId="2868495445" sldId="391"/>
            <ac:spMk id="2" creationId="{4E9EEF31-1D52-AB2D-CD28-D9869BC22C65}"/>
          </ac:spMkLst>
        </pc:spChg>
        <pc:spChg chg="mod">
          <ac:chgData name="Somak Das" userId="S::sdas@floridapoly.edu::98cebb13-2fc4-4808-95b9-daeb7e6acc01" providerId="AD" clId="Web-{6D3A69C3-C2B6-B34F-54C6-FD308810F652}" dt="2024-08-28T04:41:55.113" v="970" actId="20577"/>
          <ac:spMkLst>
            <pc:docMk/>
            <pc:sldMk cId="2868495445" sldId="391"/>
            <ac:spMk id="5" creationId="{1D3DCBB2-C9EE-959F-234A-10AAE3BACC96}"/>
          </ac:spMkLst>
        </pc:spChg>
        <pc:spChg chg="add mod">
          <ac:chgData name="Somak Das" userId="S::sdas@floridapoly.edu::98cebb13-2fc4-4808-95b9-daeb7e6acc01" providerId="AD" clId="Web-{6D3A69C3-C2B6-B34F-54C6-FD308810F652}" dt="2024-08-28T04:51:45.100" v="1118" actId="20577"/>
          <ac:spMkLst>
            <pc:docMk/>
            <pc:sldMk cId="2868495445" sldId="391"/>
            <ac:spMk id="7" creationId="{BC80D94F-020D-C5BE-3AEC-E3F0E0FEA989}"/>
          </ac:spMkLst>
        </pc:spChg>
        <pc:spChg chg="del">
          <ac:chgData name="Somak Das" userId="S::sdas@floridapoly.edu::98cebb13-2fc4-4808-95b9-daeb7e6acc01" providerId="AD" clId="Web-{6D3A69C3-C2B6-B34F-54C6-FD308810F652}" dt="2024-08-28T04:26:40.437" v="831"/>
          <ac:spMkLst>
            <pc:docMk/>
            <pc:sldMk cId="2868495445" sldId="391"/>
            <ac:spMk id="33" creationId="{FBD8A620-50C0-136B-0E62-B778088BF0A9}"/>
          </ac:spMkLst>
        </pc:spChg>
      </pc:sldChg>
      <pc:sldChg chg="addSp delSp modSp add mod replId modClrScheme delDesignElem chgLayout">
        <pc:chgData name="Somak Das" userId="S::sdas@floridapoly.edu::98cebb13-2fc4-4808-95b9-daeb7e6acc01" providerId="AD" clId="Web-{6D3A69C3-C2B6-B34F-54C6-FD308810F652}" dt="2024-08-28T04:57:58.081" v="1227" actId="20577"/>
        <pc:sldMkLst>
          <pc:docMk/>
          <pc:sldMk cId="3801865385" sldId="392"/>
        </pc:sldMkLst>
        <pc:spChg chg="mod ord">
          <ac:chgData name="Somak Das" userId="S::sdas@floridapoly.edu::98cebb13-2fc4-4808-95b9-daeb7e6acc01" providerId="AD" clId="Web-{6D3A69C3-C2B6-B34F-54C6-FD308810F652}" dt="2024-08-28T04:54:10.604" v="1166" actId="20577"/>
          <ac:spMkLst>
            <pc:docMk/>
            <pc:sldMk cId="3801865385" sldId="392"/>
            <ac:spMk id="2" creationId="{A43E3E30-0CCC-0FCC-69DC-1C2820744E12}"/>
          </ac:spMkLst>
        </pc:spChg>
        <pc:spChg chg="mod ord">
          <ac:chgData name="Somak Das" userId="S::sdas@floridapoly.edu::98cebb13-2fc4-4808-95b9-daeb7e6acc01" providerId="AD" clId="Web-{6D3A69C3-C2B6-B34F-54C6-FD308810F652}" dt="2024-08-28T04:52:13.101" v="1130" actId="20577"/>
          <ac:spMkLst>
            <pc:docMk/>
            <pc:sldMk cId="3801865385" sldId="392"/>
            <ac:spMk id="3" creationId="{9556065C-AC8D-F8CF-D5A2-F5C7B2A8889E}"/>
          </ac:spMkLst>
        </pc:spChg>
        <pc:spChg chg="del">
          <ac:chgData name="Somak Das" userId="S::sdas@floridapoly.edu::98cebb13-2fc4-4808-95b9-daeb7e6acc01" providerId="AD" clId="Web-{6D3A69C3-C2B6-B34F-54C6-FD308810F652}" dt="2024-08-28T04:44:33.352" v="995"/>
          <ac:spMkLst>
            <pc:docMk/>
            <pc:sldMk cId="3801865385" sldId="392"/>
            <ac:spMk id="4" creationId="{879460E3-E1E9-966E-736A-F8006564153D}"/>
          </ac:spMkLst>
        </pc:spChg>
        <pc:spChg chg="del">
          <ac:chgData name="Somak Das" userId="S::sdas@floridapoly.edu::98cebb13-2fc4-4808-95b9-daeb7e6acc01" providerId="AD" clId="Web-{6D3A69C3-C2B6-B34F-54C6-FD308810F652}" dt="2024-08-28T04:44:24.695" v="993"/>
          <ac:spMkLst>
            <pc:docMk/>
            <pc:sldMk cId="3801865385" sldId="392"/>
            <ac:spMk id="6" creationId="{B6515CFD-CE83-1088-7D9C-3A38FB8ADB94}"/>
          </ac:spMkLst>
        </pc:spChg>
        <pc:spChg chg="add">
          <ac:chgData name="Somak Das" userId="S::sdas@floridapoly.edu::98cebb13-2fc4-4808-95b9-daeb7e6acc01" providerId="AD" clId="Web-{6D3A69C3-C2B6-B34F-54C6-FD308810F652}" dt="2024-08-28T04:45:47.229" v="1010"/>
          <ac:spMkLst>
            <pc:docMk/>
            <pc:sldMk cId="3801865385" sldId="392"/>
            <ac:spMk id="7" creationId="{100EDD19-6802-4EC3-95CE-CFFAB042CFD6}"/>
          </ac:spMkLst>
        </pc:spChg>
        <pc:spChg chg="del">
          <ac:chgData name="Somak Das" userId="S::sdas@floridapoly.edu::98cebb13-2fc4-4808-95b9-daeb7e6acc01" providerId="AD" clId="Web-{6D3A69C3-C2B6-B34F-54C6-FD308810F652}" dt="2024-08-28T04:44:33.352" v="996"/>
          <ac:spMkLst>
            <pc:docMk/>
            <pc:sldMk cId="3801865385" sldId="392"/>
            <ac:spMk id="8" creationId="{100EDD19-6802-4EC3-95CE-CFFAB042CFD6}"/>
          </ac:spMkLst>
        </pc:spChg>
        <pc:spChg chg="add">
          <ac:chgData name="Somak Das" userId="S::sdas@floridapoly.edu::98cebb13-2fc4-4808-95b9-daeb7e6acc01" providerId="AD" clId="Web-{6D3A69C3-C2B6-B34F-54C6-FD308810F652}" dt="2024-08-28T04:45:47.229" v="1010"/>
          <ac:spMkLst>
            <pc:docMk/>
            <pc:sldMk cId="3801865385" sldId="392"/>
            <ac:spMk id="9" creationId="{DB17E863-922E-4C26-BD64-E8FD41D28661}"/>
          </ac:spMkLst>
        </pc:spChg>
        <pc:spChg chg="del">
          <ac:chgData name="Somak Das" userId="S::sdas@floridapoly.edu::98cebb13-2fc4-4808-95b9-daeb7e6acc01" providerId="AD" clId="Web-{6D3A69C3-C2B6-B34F-54C6-FD308810F652}" dt="2024-08-28T04:45:42.932" v="1009"/>
          <ac:spMkLst>
            <pc:docMk/>
            <pc:sldMk cId="3801865385" sldId="392"/>
            <ac:spMk id="10" creationId="{DB17E863-922E-4C26-BD64-E8FD41D28661}"/>
          </ac:spMkLst>
        </pc:spChg>
        <pc:spChg chg="add mod">
          <ac:chgData name="Somak Das" userId="S::sdas@floridapoly.edu::98cebb13-2fc4-4808-95b9-daeb7e6acc01" providerId="AD" clId="Web-{6D3A69C3-C2B6-B34F-54C6-FD308810F652}" dt="2024-08-28T04:57:58.081" v="1227" actId="20577"/>
          <ac:spMkLst>
            <pc:docMk/>
            <pc:sldMk cId="3801865385" sldId="392"/>
            <ac:spMk id="11" creationId="{14A3B0C7-3984-6CC6-384D-7AFE5521A871}"/>
          </ac:spMkLst>
        </pc:spChg>
        <pc:cxnChg chg="del">
          <ac:chgData name="Somak Das" userId="S::sdas@floridapoly.edu::98cebb13-2fc4-4808-95b9-daeb7e6acc01" providerId="AD" clId="Web-{6D3A69C3-C2B6-B34F-54C6-FD308810F652}" dt="2024-08-28T04:44:33.352" v="994"/>
          <ac:cxnSpMkLst>
            <pc:docMk/>
            <pc:sldMk cId="3801865385" sldId="392"/>
            <ac:cxnSpMk id="5" creationId="{F8B0671C-AC08-4C5F-ED27-E8408FC067DC}"/>
          </ac:cxnSpMkLst>
        </pc:cxnChg>
      </pc:sldChg>
      <pc:sldChg chg="addSp modSp new">
        <pc:chgData name="Somak Das" userId="S::sdas@floridapoly.edu::98cebb13-2fc4-4808-95b9-daeb7e6acc01" providerId="AD" clId="Web-{6D3A69C3-C2B6-B34F-54C6-FD308810F652}" dt="2024-08-28T05:28:59.578" v="1360" actId="1076"/>
        <pc:sldMkLst>
          <pc:docMk/>
          <pc:sldMk cId="608172697" sldId="393"/>
        </pc:sldMkLst>
        <pc:spChg chg="add mod ord">
          <ac:chgData name="Somak Das" userId="S::sdas@floridapoly.edu::98cebb13-2fc4-4808-95b9-daeb7e6acc01" providerId="AD" clId="Web-{6D3A69C3-C2B6-B34F-54C6-FD308810F652}" dt="2024-08-28T05:27:44.539" v="1343"/>
          <ac:spMkLst>
            <pc:docMk/>
            <pc:sldMk cId="608172697" sldId="393"/>
            <ac:spMk id="13" creationId="{52671995-9740-098B-046C-A3432A3F369B}"/>
          </ac:spMkLst>
        </pc:spChg>
        <pc:picChg chg="add mod">
          <ac:chgData name="Somak Das" userId="S::sdas@floridapoly.edu::98cebb13-2fc4-4808-95b9-daeb7e6acc01" providerId="AD" clId="Web-{6D3A69C3-C2B6-B34F-54C6-FD308810F652}" dt="2024-08-28T05:25:04.815" v="1268" actId="1076"/>
          <ac:picMkLst>
            <pc:docMk/>
            <pc:sldMk cId="608172697" sldId="393"/>
            <ac:picMk id="2" creationId="{F24CA17A-1816-62C0-2300-11937C74D7A0}"/>
          </ac:picMkLst>
        </pc:picChg>
        <pc:picChg chg="add mod">
          <ac:chgData name="Somak Das" userId="S::sdas@floridapoly.edu::98cebb13-2fc4-4808-95b9-daeb7e6acc01" providerId="AD" clId="Web-{6D3A69C3-C2B6-B34F-54C6-FD308810F652}" dt="2024-08-28T05:25:04.830" v="1269" actId="1076"/>
          <ac:picMkLst>
            <pc:docMk/>
            <pc:sldMk cId="608172697" sldId="393"/>
            <ac:picMk id="3" creationId="{CFE0BFA9-C7AA-97C3-43CA-3DBE319581B6}"/>
          </ac:picMkLst>
        </pc:picChg>
        <pc:picChg chg="add mod">
          <ac:chgData name="Somak Das" userId="S::sdas@floridapoly.edu::98cebb13-2fc4-4808-95b9-daeb7e6acc01" providerId="AD" clId="Web-{6D3A69C3-C2B6-B34F-54C6-FD308810F652}" dt="2024-08-28T05:25:04.862" v="1270" actId="1076"/>
          <ac:picMkLst>
            <pc:docMk/>
            <pc:sldMk cId="608172697" sldId="393"/>
            <ac:picMk id="4" creationId="{413D4302-E02D-FDD1-72D1-AD112B410FF9}"/>
          </ac:picMkLst>
        </pc:picChg>
        <pc:picChg chg="add mod">
          <ac:chgData name="Somak Das" userId="S::sdas@floridapoly.edu::98cebb13-2fc4-4808-95b9-daeb7e6acc01" providerId="AD" clId="Web-{6D3A69C3-C2B6-B34F-54C6-FD308810F652}" dt="2024-08-28T05:25:04.893" v="1271" actId="1076"/>
          <ac:picMkLst>
            <pc:docMk/>
            <pc:sldMk cId="608172697" sldId="393"/>
            <ac:picMk id="5" creationId="{B5F00481-EB0E-BDFA-7B96-030E7B3039B5}"/>
          </ac:picMkLst>
        </pc:picChg>
        <pc:picChg chg="add mod">
          <ac:chgData name="Somak Das" userId="S::sdas@floridapoly.edu::98cebb13-2fc4-4808-95b9-daeb7e6acc01" providerId="AD" clId="Web-{6D3A69C3-C2B6-B34F-54C6-FD308810F652}" dt="2024-08-28T05:25:04.909" v="1272" actId="1076"/>
          <ac:picMkLst>
            <pc:docMk/>
            <pc:sldMk cId="608172697" sldId="393"/>
            <ac:picMk id="6" creationId="{D256C11E-5C33-F7AE-8018-E487C29370FC}"/>
          </ac:picMkLst>
        </pc:picChg>
        <pc:picChg chg="add mod">
          <ac:chgData name="Somak Das" userId="S::sdas@floridapoly.edu::98cebb13-2fc4-4808-95b9-daeb7e6acc01" providerId="AD" clId="Web-{6D3A69C3-C2B6-B34F-54C6-FD308810F652}" dt="2024-08-28T05:28:57" v="1359" actId="1076"/>
          <ac:picMkLst>
            <pc:docMk/>
            <pc:sldMk cId="608172697" sldId="393"/>
            <ac:picMk id="7" creationId="{C8580A23-D3AF-5B5F-BC9A-C26ABB63E3C4}"/>
          </ac:picMkLst>
        </pc:picChg>
        <pc:picChg chg="add mod">
          <ac:chgData name="Somak Das" userId="S::sdas@floridapoly.edu::98cebb13-2fc4-4808-95b9-daeb7e6acc01" providerId="AD" clId="Web-{6D3A69C3-C2B6-B34F-54C6-FD308810F652}" dt="2024-08-28T05:28:59.578" v="1360" actId="1076"/>
          <ac:picMkLst>
            <pc:docMk/>
            <pc:sldMk cId="608172697" sldId="393"/>
            <ac:picMk id="8" creationId="{00C8AE71-7D76-4D9D-A48F-AE731DFDE0EE}"/>
          </ac:picMkLst>
        </pc:picChg>
        <pc:picChg chg="add mod">
          <ac:chgData name="Somak Das" userId="S::sdas@floridapoly.edu::98cebb13-2fc4-4808-95b9-daeb7e6acc01" providerId="AD" clId="Web-{6D3A69C3-C2B6-B34F-54C6-FD308810F652}" dt="2024-08-28T05:28:44.765" v="1357" actId="1076"/>
          <ac:picMkLst>
            <pc:docMk/>
            <pc:sldMk cId="608172697" sldId="393"/>
            <ac:picMk id="9" creationId="{61B446C9-D1AB-9157-1F8D-AD4BAFB34949}"/>
          </ac:picMkLst>
        </pc:picChg>
        <pc:picChg chg="add mod">
          <ac:chgData name="Somak Das" userId="S::sdas@floridapoly.edu::98cebb13-2fc4-4808-95b9-daeb7e6acc01" providerId="AD" clId="Web-{6D3A69C3-C2B6-B34F-54C6-FD308810F652}" dt="2024-08-28T05:28:38.249" v="1356" actId="1076"/>
          <ac:picMkLst>
            <pc:docMk/>
            <pc:sldMk cId="608172697" sldId="393"/>
            <ac:picMk id="10" creationId="{C54EF7D8-0984-71D4-4D8F-810BFDF62A79}"/>
          </ac:picMkLst>
        </pc:picChg>
        <pc:picChg chg="add mod">
          <ac:chgData name="Somak Das" userId="S::sdas@floridapoly.edu::98cebb13-2fc4-4808-95b9-daeb7e6acc01" providerId="AD" clId="Web-{6D3A69C3-C2B6-B34F-54C6-FD308810F652}" dt="2024-08-28T05:28:18.467" v="1352" actId="1076"/>
          <ac:picMkLst>
            <pc:docMk/>
            <pc:sldMk cId="608172697" sldId="393"/>
            <ac:picMk id="11" creationId="{4E6E9A45-D9AD-6D5A-9029-6D4652411873}"/>
          </ac:picMkLst>
        </pc:picChg>
        <pc:picChg chg="add mod">
          <ac:chgData name="Somak Das" userId="S::sdas@floridapoly.edu::98cebb13-2fc4-4808-95b9-daeb7e6acc01" providerId="AD" clId="Web-{6D3A69C3-C2B6-B34F-54C6-FD308810F652}" dt="2024-08-28T05:28:30.780" v="1355" actId="1076"/>
          <ac:picMkLst>
            <pc:docMk/>
            <pc:sldMk cId="608172697" sldId="393"/>
            <ac:picMk id="12" creationId="{D7BD84B3-F789-31C2-960F-AB84A9D6B2F4}"/>
          </ac:picMkLst>
        </pc:pic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33E98C0-83BA-4E91-A3BF-F79A7061D083}" type="doc">
      <dgm:prSet loTypeId="urn:microsoft.com/office/officeart/2005/8/layout/vList2" loCatId="list" qsTypeId="urn:microsoft.com/office/officeart/2005/8/quickstyle/simple4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1E1299BB-EBF6-458B-BF9E-1B466D7FC577}">
      <dgm:prSet/>
      <dgm:spPr/>
      <dgm:t>
        <a:bodyPr/>
        <a:lstStyle/>
        <a:p>
          <a:r>
            <a:rPr lang="en-US"/>
            <a:t>Go to Canvas and complete </a:t>
          </a:r>
          <a:r>
            <a:rPr lang="en-US" b="1"/>
            <a:t>In-Class Assignment 01.</a:t>
          </a:r>
          <a:endParaRPr lang="en-US"/>
        </a:p>
      </dgm:t>
    </dgm:pt>
    <dgm:pt modelId="{0C4E5548-0304-446F-891A-4562831B6B69}" type="parTrans" cxnId="{D8C4A6E8-4F88-4343-9A90-89DA8A4D47FB}">
      <dgm:prSet/>
      <dgm:spPr/>
      <dgm:t>
        <a:bodyPr/>
        <a:lstStyle/>
        <a:p>
          <a:endParaRPr lang="en-US"/>
        </a:p>
      </dgm:t>
    </dgm:pt>
    <dgm:pt modelId="{BF5784B7-752E-4C53-8378-BF660ED2AE00}" type="sibTrans" cxnId="{D8C4A6E8-4F88-4343-9A90-89DA8A4D47FB}">
      <dgm:prSet/>
      <dgm:spPr/>
      <dgm:t>
        <a:bodyPr/>
        <a:lstStyle/>
        <a:p>
          <a:endParaRPr lang="en-US"/>
        </a:p>
      </dgm:t>
    </dgm:pt>
    <dgm:pt modelId="{888063FB-42BB-4DC5-9F13-A57311D9F420}">
      <dgm:prSet/>
      <dgm:spPr/>
      <dgm:t>
        <a:bodyPr/>
        <a:lstStyle/>
        <a:p>
          <a:r>
            <a:rPr lang="en-US"/>
            <a:t>Due: End of the class</a:t>
          </a:r>
        </a:p>
      </dgm:t>
    </dgm:pt>
    <dgm:pt modelId="{25AA89B2-6759-441D-82E2-DE490AE2806A}" type="parTrans" cxnId="{E26E99BD-E21E-459B-BD08-229AB5B60031}">
      <dgm:prSet/>
      <dgm:spPr/>
      <dgm:t>
        <a:bodyPr/>
        <a:lstStyle/>
        <a:p>
          <a:endParaRPr lang="en-US"/>
        </a:p>
      </dgm:t>
    </dgm:pt>
    <dgm:pt modelId="{C05A008A-F828-4CF6-8837-B65830E29EF8}" type="sibTrans" cxnId="{E26E99BD-E21E-459B-BD08-229AB5B60031}">
      <dgm:prSet/>
      <dgm:spPr/>
      <dgm:t>
        <a:bodyPr/>
        <a:lstStyle/>
        <a:p>
          <a:endParaRPr lang="en-US"/>
        </a:p>
      </dgm:t>
    </dgm:pt>
    <dgm:pt modelId="{AD23A672-479E-4AC4-A27F-F806E996A1A7}">
      <dgm:prSet/>
      <dgm:spPr/>
      <dgm:t>
        <a:bodyPr/>
        <a:lstStyle/>
        <a:p>
          <a:r>
            <a:rPr lang="en-US" dirty="0"/>
            <a:t>September 5</a:t>
          </a:r>
          <a:r>
            <a:rPr lang="en-US" baseline="30000" dirty="0"/>
            <a:t>th</a:t>
          </a:r>
          <a:r>
            <a:rPr lang="en-US" dirty="0"/>
            <a:t>, 3:20 PM.</a:t>
          </a:r>
        </a:p>
      </dgm:t>
    </dgm:pt>
    <dgm:pt modelId="{F6AF7B59-A811-4C40-BA23-1D5A8A1F0A31}" type="parTrans" cxnId="{8E89CDA3-5DD5-4D82-85C0-2838D108B62B}">
      <dgm:prSet/>
      <dgm:spPr/>
      <dgm:t>
        <a:bodyPr/>
        <a:lstStyle/>
        <a:p>
          <a:endParaRPr lang="en-US"/>
        </a:p>
      </dgm:t>
    </dgm:pt>
    <dgm:pt modelId="{FFA71CE9-223C-4915-91DC-5051748475CB}" type="sibTrans" cxnId="{8E89CDA3-5DD5-4D82-85C0-2838D108B62B}">
      <dgm:prSet/>
      <dgm:spPr/>
      <dgm:t>
        <a:bodyPr/>
        <a:lstStyle/>
        <a:p>
          <a:endParaRPr lang="en-US"/>
        </a:p>
      </dgm:t>
    </dgm:pt>
    <dgm:pt modelId="{2FE70E47-48C0-384B-8D74-7BE37ECA29C7}" type="pres">
      <dgm:prSet presAssocID="{233E98C0-83BA-4E91-A3BF-F79A7061D083}" presName="linear" presStyleCnt="0">
        <dgm:presLayoutVars>
          <dgm:animLvl val="lvl"/>
          <dgm:resizeHandles val="exact"/>
        </dgm:presLayoutVars>
      </dgm:prSet>
      <dgm:spPr/>
    </dgm:pt>
    <dgm:pt modelId="{9F413AD5-8D99-404E-B19F-103DD2327AC6}" type="pres">
      <dgm:prSet presAssocID="{1E1299BB-EBF6-458B-BF9E-1B466D7FC577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432ED4E4-2FE4-B941-A1EA-EE1B9ED974C9}" type="pres">
      <dgm:prSet presAssocID="{BF5784B7-752E-4C53-8378-BF660ED2AE00}" presName="spacer" presStyleCnt="0"/>
      <dgm:spPr/>
    </dgm:pt>
    <dgm:pt modelId="{62C824AD-ED5E-254E-A1DE-72C456EF4201}" type="pres">
      <dgm:prSet presAssocID="{888063FB-42BB-4DC5-9F13-A57311D9F420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54FF1E6D-5CBC-B44F-9C29-588A815BA18F}" type="pres">
      <dgm:prSet presAssocID="{888063FB-42BB-4DC5-9F13-A57311D9F420}" presName="childText" presStyleLbl="revTx" presStyleIdx="0" presStyleCnt="1">
        <dgm:presLayoutVars>
          <dgm:bulletEnabled val="1"/>
        </dgm:presLayoutVars>
      </dgm:prSet>
      <dgm:spPr/>
    </dgm:pt>
  </dgm:ptLst>
  <dgm:cxnLst>
    <dgm:cxn modelId="{FD8DDE55-D000-1A49-B7BF-E2504893FB59}" type="presOf" srcId="{888063FB-42BB-4DC5-9F13-A57311D9F420}" destId="{62C824AD-ED5E-254E-A1DE-72C456EF4201}" srcOrd="0" destOrd="0" presId="urn:microsoft.com/office/officeart/2005/8/layout/vList2"/>
    <dgm:cxn modelId="{EA965276-3EB4-6B4C-B862-5C6A0AA5F83A}" type="presOf" srcId="{233E98C0-83BA-4E91-A3BF-F79A7061D083}" destId="{2FE70E47-48C0-384B-8D74-7BE37ECA29C7}" srcOrd="0" destOrd="0" presId="urn:microsoft.com/office/officeart/2005/8/layout/vList2"/>
    <dgm:cxn modelId="{07B6C658-5590-1345-BE7C-5AE566289C55}" type="presOf" srcId="{1E1299BB-EBF6-458B-BF9E-1B466D7FC577}" destId="{9F413AD5-8D99-404E-B19F-103DD2327AC6}" srcOrd="0" destOrd="0" presId="urn:microsoft.com/office/officeart/2005/8/layout/vList2"/>
    <dgm:cxn modelId="{4F75818F-FA64-C94A-815A-550DC45CB71B}" type="presOf" srcId="{AD23A672-479E-4AC4-A27F-F806E996A1A7}" destId="{54FF1E6D-5CBC-B44F-9C29-588A815BA18F}" srcOrd="0" destOrd="0" presId="urn:microsoft.com/office/officeart/2005/8/layout/vList2"/>
    <dgm:cxn modelId="{8E89CDA3-5DD5-4D82-85C0-2838D108B62B}" srcId="{888063FB-42BB-4DC5-9F13-A57311D9F420}" destId="{AD23A672-479E-4AC4-A27F-F806E996A1A7}" srcOrd="0" destOrd="0" parTransId="{F6AF7B59-A811-4C40-BA23-1D5A8A1F0A31}" sibTransId="{FFA71CE9-223C-4915-91DC-5051748475CB}"/>
    <dgm:cxn modelId="{E26E99BD-E21E-459B-BD08-229AB5B60031}" srcId="{233E98C0-83BA-4E91-A3BF-F79A7061D083}" destId="{888063FB-42BB-4DC5-9F13-A57311D9F420}" srcOrd="1" destOrd="0" parTransId="{25AA89B2-6759-441D-82E2-DE490AE2806A}" sibTransId="{C05A008A-F828-4CF6-8837-B65830E29EF8}"/>
    <dgm:cxn modelId="{D8C4A6E8-4F88-4343-9A90-89DA8A4D47FB}" srcId="{233E98C0-83BA-4E91-A3BF-F79A7061D083}" destId="{1E1299BB-EBF6-458B-BF9E-1B466D7FC577}" srcOrd="0" destOrd="0" parTransId="{0C4E5548-0304-446F-891A-4562831B6B69}" sibTransId="{BF5784B7-752E-4C53-8378-BF660ED2AE00}"/>
    <dgm:cxn modelId="{CA0ABC51-12EF-E043-900C-08812C7C3D5A}" type="presParOf" srcId="{2FE70E47-48C0-384B-8D74-7BE37ECA29C7}" destId="{9F413AD5-8D99-404E-B19F-103DD2327AC6}" srcOrd="0" destOrd="0" presId="urn:microsoft.com/office/officeart/2005/8/layout/vList2"/>
    <dgm:cxn modelId="{20E5F536-25C3-0741-BB35-837FF6AA23BF}" type="presParOf" srcId="{2FE70E47-48C0-384B-8D74-7BE37ECA29C7}" destId="{432ED4E4-2FE4-B941-A1EA-EE1B9ED974C9}" srcOrd="1" destOrd="0" presId="urn:microsoft.com/office/officeart/2005/8/layout/vList2"/>
    <dgm:cxn modelId="{F256DB2A-105D-BB47-B098-326C50B4EA34}" type="presParOf" srcId="{2FE70E47-48C0-384B-8D74-7BE37ECA29C7}" destId="{62C824AD-ED5E-254E-A1DE-72C456EF4201}" srcOrd="2" destOrd="0" presId="urn:microsoft.com/office/officeart/2005/8/layout/vList2"/>
    <dgm:cxn modelId="{48808C1C-5B3E-544A-9A24-86FA380004F3}" type="presParOf" srcId="{2FE70E47-48C0-384B-8D74-7BE37ECA29C7}" destId="{54FF1E6D-5CBC-B44F-9C29-588A815BA18F}" srcOrd="3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F413AD5-8D99-404E-B19F-103DD2327AC6}">
      <dsp:nvSpPr>
        <dsp:cNvPr id="0" name=""/>
        <dsp:cNvSpPr/>
      </dsp:nvSpPr>
      <dsp:spPr>
        <a:xfrm>
          <a:off x="0" y="598459"/>
          <a:ext cx="6666833" cy="1710540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63830" tIns="163830" rIns="163830" bIns="163830" numCol="1" spcCol="1270" anchor="ctr" anchorCtr="0">
          <a:noAutofit/>
        </a:bodyPr>
        <a:lstStyle/>
        <a:p>
          <a:pPr marL="0" lvl="0" indent="0" algn="l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300" kern="1200"/>
            <a:t>Go to Canvas and complete </a:t>
          </a:r>
          <a:r>
            <a:rPr lang="en-US" sz="4300" b="1" kern="1200"/>
            <a:t>In-Class Assignment 01.</a:t>
          </a:r>
          <a:endParaRPr lang="en-US" sz="4300" kern="1200"/>
        </a:p>
      </dsp:txBody>
      <dsp:txXfrm>
        <a:off x="83502" y="681961"/>
        <a:ext cx="6499829" cy="1543536"/>
      </dsp:txXfrm>
    </dsp:sp>
    <dsp:sp modelId="{62C824AD-ED5E-254E-A1DE-72C456EF4201}">
      <dsp:nvSpPr>
        <dsp:cNvPr id="0" name=""/>
        <dsp:cNvSpPr/>
      </dsp:nvSpPr>
      <dsp:spPr>
        <a:xfrm>
          <a:off x="0" y="2432839"/>
          <a:ext cx="6666833" cy="1710540"/>
        </a:xfrm>
        <a:prstGeom prst="roundRect">
          <a:avLst/>
        </a:prstGeom>
        <a:gradFill rotWithShape="0">
          <a:gsLst>
            <a:gs pos="0">
              <a:schemeClr val="accent5">
                <a:hueOff val="-6758543"/>
                <a:satOff val="-17419"/>
                <a:lumOff val="-11765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6758543"/>
                <a:satOff val="-17419"/>
                <a:lumOff val="-11765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6758543"/>
                <a:satOff val="-17419"/>
                <a:lumOff val="-11765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63830" tIns="163830" rIns="163830" bIns="163830" numCol="1" spcCol="1270" anchor="ctr" anchorCtr="0">
          <a:noAutofit/>
        </a:bodyPr>
        <a:lstStyle/>
        <a:p>
          <a:pPr marL="0" lvl="0" indent="0" algn="l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300" kern="1200"/>
            <a:t>Due: End of the class</a:t>
          </a:r>
        </a:p>
      </dsp:txBody>
      <dsp:txXfrm>
        <a:off x="83502" y="2516341"/>
        <a:ext cx="6499829" cy="1543536"/>
      </dsp:txXfrm>
    </dsp:sp>
    <dsp:sp modelId="{54FF1E6D-5CBC-B44F-9C29-588A815BA18F}">
      <dsp:nvSpPr>
        <dsp:cNvPr id="0" name=""/>
        <dsp:cNvSpPr/>
      </dsp:nvSpPr>
      <dsp:spPr>
        <a:xfrm>
          <a:off x="0" y="4143380"/>
          <a:ext cx="6666833" cy="7120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1672" tIns="54610" rIns="305816" bIns="54610" numCol="1" spcCol="1270" anchor="t" anchorCtr="0">
          <a:noAutofit/>
        </a:bodyPr>
        <a:lstStyle/>
        <a:p>
          <a:pPr marL="285750" lvl="1" indent="-285750" algn="l" defTabSz="1511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3400" kern="1200" dirty="0"/>
            <a:t>September 5</a:t>
          </a:r>
          <a:r>
            <a:rPr lang="en-US" sz="3400" kern="1200" baseline="30000" dirty="0"/>
            <a:t>th</a:t>
          </a:r>
          <a:r>
            <a:rPr lang="en-US" sz="3400" kern="1200" dirty="0"/>
            <a:t>, 3:20 PM.</a:t>
          </a:r>
        </a:p>
      </dsp:txBody>
      <dsp:txXfrm>
        <a:off x="0" y="4143380"/>
        <a:ext cx="6666833" cy="71208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AEFA44-FC82-4FD3-8E70-6975CC294005}" type="datetimeFigureOut">
              <a:rPr lang="en-US" smtClean="0"/>
              <a:t>9/5/2024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1D2D350-243F-4AD4-99B8-F2BB4966E3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22641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B91FB7-7536-BF12-4637-A8EA5879115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69BBF39-EE22-7124-B442-B832FD7FDC4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725FC4-9671-E472-7700-236D24B6D9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DBE606-D488-4694-9CFE-BB71045E3BF9}" type="datetimeFigureOut">
              <a:rPr lang="en-US" smtClean="0"/>
              <a:t>9/5/2024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C79A7E-0740-6BE5-DA36-5071724B76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745C71-5DB8-7886-2EAF-899EA9C3B8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C4099B-9400-4C61-A042-52C3EC2FD7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58254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7CF955-52FF-FAE4-362C-A8A9CC4FE6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48287C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F6E18C-1611-97F4-DEA3-B4E26E0715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A6C4FD-6F62-D9A4-8559-1E1F9A3938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DBE606-D488-4694-9CFE-BB71045E3BF9}" type="datetimeFigureOut">
              <a:rPr lang="en-US" smtClean="0"/>
              <a:t>9/5/2024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1D4377-8B0E-42F2-738E-0761697518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58649" y="6441129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F35B07-8008-E5D1-AD36-C1C18B4215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360565" y="6441721"/>
            <a:ext cx="2456077" cy="365125"/>
          </a:xfrm>
        </p:spPr>
        <p:txBody>
          <a:bodyPr/>
          <a:lstStyle/>
          <a:p>
            <a:fld id="{80C4099B-9400-4C61-A042-52C3EC2FD70A}" type="slidenum">
              <a:rPr lang="en-US" smtClean="0"/>
              <a:t>‹#›</a:t>
            </a:fld>
            <a:endParaRPr lang="en-US"/>
          </a:p>
        </p:txBody>
      </p:sp>
      <p:pic>
        <p:nvPicPr>
          <p:cNvPr id="11" name="Picture 10" descr="A close-up of a logo&#10;&#10;Description automatically generated">
            <a:extLst>
              <a:ext uri="{FF2B5EF4-FFF2-40B4-BE49-F238E27FC236}">
                <a16:creationId xmlns:a16="http://schemas.microsoft.com/office/drawing/2014/main" id="{1A9E0DC6-21EB-C0B1-1F05-7DCDBE310FF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94" t="15816" r="7415" b="20199"/>
          <a:stretch/>
        </p:blipFill>
        <p:spPr>
          <a:xfrm>
            <a:off x="9903759" y="6288808"/>
            <a:ext cx="2167566" cy="569192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782A340-504E-6FDF-9963-50F7C61F6EAF}"/>
              </a:ext>
            </a:extLst>
          </p:cNvPr>
          <p:cNvCxnSpPr/>
          <p:nvPr userDrawn="1"/>
        </p:nvCxnSpPr>
        <p:spPr>
          <a:xfrm flipV="1">
            <a:off x="0" y="898598"/>
            <a:ext cx="12192000" cy="87361"/>
          </a:xfrm>
          <a:prstGeom prst="line">
            <a:avLst/>
          </a:prstGeom>
          <a:ln w="38100">
            <a:solidFill>
              <a:srgbClr val="2E1B4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038400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561E18-3A24-A6D3-4BAE-8ECEADFEDA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6E0EC1-686D-6A31-0CA3-FE2A2EEE34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C046E3-615A-C97D-3C22-9DC8F8B8E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DBE606-D488-4694-9CFE-BB71045E3BF9}" type="datetimeFigureOut">
              <a:rPr lang="en-US" smtClean="0"/>
              <a:t>9/5/2024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1BBC48-0CF6-7485-7130-7689104E62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7BAAC9-6E8E-91EB-59A0-143A0C42B5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C4099B-9400-4C61-A042-52C3EC2FD7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52314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D7CC8-B849-CBA6-4D3D-BC9791C1D8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EED290-053F-C3BA-19FC-E501A865025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7621F4F-0D23-F25C-F445-0A563B48AB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43F285-AF8F-AD8E-2504-5F5DB8D747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DBE606-D488-4694-9CFE-BB71045E3BF9}" type="datetimeFigureOut">
              <a:rPr lang="en-US" smtClean="0"/>
              <a:t>9/5/2024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EFA2BB-4CA9-C6B7-81E0-6378EB46FE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749711-7E11-6211-A8F5-E6DFF59ED1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C4099B-9400-4C61-A042-52C3EC2FD7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10837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61F910-7649-8423-B4C3-2355676B5C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4E24A4-329E-A028-DF06-7658979254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05413DB-666D-B81A-9797-C71849F5CE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CDEBECB-F2CB-9EBB-A572-63D7891BF8C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E78F9BC-9FF9-49AA-6603-86D4AC99175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CEB13BC-3456-28FB-E64F-A2DC5690F5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DBE606-D488-4694-9CFE-BB71045E3BF9}" type="datetimeFigureOut">
              <a:rPr lang="en-US" smtClean="0"/>
              <a:t>9/5/2024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068B58F-AD1F-6F22-E0AC-BC12FE211C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9A5FE92-AC01-3FD6-5984-1CCCD20218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C4099B-9400-4C61-A042-52C3EC2FD7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74797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849463-487F-2509-F7DA-0DE6686935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6314BAB-5647-EC2E-FBAB-3AED790388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DBE606-D488-4694-9CFE-BB71045E3BF9}" type="datetimeFigureOut">
              <a:rPr lang="en-US" smtClean="0"/>
              <a:t>9/5/2024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5CBAF56-71A6-64A4-087F-9988AC82A5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EF8ED76-0D68-F61C-D6E0-245DF77D10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C4099B-9400-4C61-A042-52C3EC2FD7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40047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307E715-1F29-A7E9-2FBB-915080188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DBE606-D488-4694-9CFE-BB71045E3BF9}" type="datetimeFigureOut">
              <a:rPr lang="en-US" smtClean="0"/>
              <a:t>9/5/2024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6D91AAA-6CB5-5BFD-AD96-4B11B8616D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A06CEE-9491-D4EB-96D1-C1006FD33A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C4099B-9400-4C61-A042-52C3EC2FD7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96677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FE2A07-AE3C-08D4-BFB9-98E0657C53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8CFB2D-979D-6235-2532-3012E01AFD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0EAB6F5-28A1-EA02-FA8D-54465ABCB5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05CF1C-EB26-DB22-35C3-AB5193A7BD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DBE606-D488-4694-9CFE-BB71045E3BF9}" type="datetimeFigureOut">
              <a:rPr lang="en-US" smtClean="0"/>
              <a:t>9/5/2024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50F8AE1-D56A-A6CE-62FD-9DDB136390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EBF09FD-F97B-4270-5BBE-CA2E7D46BC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C4099B-9400-4C61-A042-52C3EC2FD7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62036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8B45D0-9538-F56C-2992-9FB9796455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43249CD-1FA4-8698-B37B-9A5F5908DE7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6E87E4C-1F84-5B80-0DD7-E6884E86CD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523B03D-EA21-A54C-C90E-19AB7F77F6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DBE606-D488-4694-9CFE-BB71045E3BF9}" type="datetimeFigureOut">
              <a:rPr lang="en-US" smtClean="0"/>
              <a:t>9/5/2024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085FFA-AF6A-B51C-F047-7133663ADD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FD6704-EB99-241C-9BCA-60E6B8DF6A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C4099B-9400-4C61-A042-52C3EC2FD7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02302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792919-9408-162D-FB7D-B69FDCB970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2C6E3D3-40A4-C262-1E28-BF24624E5D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F6D948-D5B7-2F69-CC1E-DDA8DA7977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DBE606-D488-4694-9CFE-BB71045E3BF9}" type="datetimeFigureOut">
              <a:rPr lang="en-US" smtClean="0"/>
              <a:t>9/5/2024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F1FB21-12C7-D6EB-35A2-83AA23F253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2C1B04-26BF-7E1E-FCCA-017110CF7F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C4099B-9400-4C61-A042-52C3EC2FD7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07258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4798119-B148-F62C-2F9C-63B12019E2F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B1C57A1-25FD-267B-3238-757DE1AEF92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36CDA3-726F-A33B-9F2A-F1B0ADD0FE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DBE606-D488-4694-9CFE-BB71045E3BF9}" type="datetimeFigureOut">
              <a:rPr lang="en-US" smtClean="0"/>
              <a:t>9/5/2024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E62D2A-10AE-A406-35E9-FA6FF913BA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5DA98F-F2DD-ECDB-52C8-504CAB285F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C4099B-9400-4C61-A042-52C3EC2FD7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21725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F21CA29-173F-692A-76D1-1E4164A8DA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2503" y="136525"/>
            <a:ext cx="11741865" cy="9413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14C159-F847-86AC-71F1-B151F2E27A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72503" y="1180848"/>
            <a:ext cx="11741865" cy="51472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6DEE09-26AC-0038-EE93-E62469DB5A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72503" y="642695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DBE606-D488-4694-9CFE-BB71045E3BF9}" type="datetimeFigureOut">
              <a:rPr lang="en-US" smtClean="0"/>
              <a:t>9/5/2024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4107BB-9C64-FB62-D540-C8C15EA1FE2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68884" y="645118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26F82F-67E0-4219-83DD-37D70FB753B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71168" y="644112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C4099B-9400-4C61-A042-52C3EC2FD7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9163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532D8E"/>
          </a:solidFill>
          <a:latin typeface="Arial Black" panose="020B0A0402010202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mathworks.com/help/matlab/ref/fprintf.html?searchHighlight=fprintf&amp;s_tid=srchtitle_support_results_1_fprintf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53A61C-9EA9-6B5C-168E-36495669031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177C49E-495F-9BE5-982B-4EE28D8647C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03A91DEA-A578-1C25-E401-D5C2592620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66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9" descr="A logo with white text&#10;&#10;Description automatically generated">
            <a:extLst>
              <a:ext uri="{FF2B5EF4-FFF2-40B4-BE49-F238E27FC236}">
                <a16:creationId xmlns:a16="http://schemas.microsoft.com/office/drawing/2014/main" id="{48783612-A086-6017-2B13-66153B4401B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59353" y="4429919"/>
            <a:ext cx="2867668" cy="2288985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86649F24-8FCC-CDEB-B4C7-3B4C1F0F6A52}"/>
              </a:ext>
            </a:extLst>
          </p:cNvPr>
          <p:cNvSpPr txBox="1">
            <a:spLocks/>
          </p:cNvSpPr>
          <p:nvPr/>
        </p:nvSpPr>
        <p:spPr>
          <a:xfrm>
            <a:off x="264979" y="-1448555"/>
            <a:ext cx="10753089" cy="685800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defRPr/>
            </a:pPr>
            <a:r>
              <a:rPr lang="en-US" sz="7200" b="1" dirty="0"/>
              <a:t>IDS 1721 </a:t>
            </a:r>
          </a:p>
          <a:p>
            <a:pPr algn="l">
              <a:defRPr/>
            </a:pPr>
            <a:r>
              <a:rPr lang="en-US" sz="7200" b="1" dirty="0"/>
              <a:t>Computing and Problem Solving for STEM</a:t>
            </a:r>
          </a:p>
          <a:p>
            <a:pPr algn="l">
              <a:defRPr/>
            </a:pPr>
            <a:br>
              <a:rPr lang="en-US" sz="7200" b="1" dirty="0"/>
            </a:br>
            <a:r>
              <a:rPr lang="en-US" sz="6500" b="1" dirty="0">
                <a:solidFill>
                  <a:srgbClr val="7030A0"/>
                </a:solidFill>
              </a:rPr>
              <a:t>Exam 01 - Review</a:t>
            </a:r>
            <a:endParaRPr lang="en-US" sz="6500" b="1" dirty="0">
              <a:solidFill>
                <a:srgbClr val="7030A0"/>
              </a:solidFill>
              <a:ea typeface="Calibri Light"/>
              <a:cs typeface="Calibri Light"/>
            </a:endParaRPr>
          </a:p>
        </p:txBody>
      </p:sp>
    </p:spTree>
    <p:extLst>
      <p:ext uri="{BB962C8B-B14F-4D97-AF65-F5344CB8AC3E}">
        <p14:creationId xmlns:p14="http://schemas.microsoft.com/office/powerpoint/2010/main" val="7838441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5" name="Rectangle 54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Freeform: Shape 56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1F267F9-0C34-DF9A-EDCA-C46E66DAD0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Exam 01 - Review </a:t>
            </a:r>
          </a:p>
        </p:txBody>
      </p:sp>
      <p:sp>
        <p:nvSpPr>
          <p:cNvPr id="59" name="Arc 58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1FD7F5-1BFE-AD74-05AB-8F3DAAE923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27598" y="1043709"/>
            <a:ext cx="6906491" cy="5246255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2700" dirty="0"/>
              <a:t>Review chapter 1 content, posted lecture slides, homework, and in class activity for Exam 01. Get familiar with:</a:t>
            </a:r>
          </a:p>
          <a:p>
            <a:pPr marL="514350" indent="-514350">
              <a:buAutoNum type="arabicPeriod"/>
            </a:pPr>
            <a:r>
              <a:rPr lang="en-US" sz="2700" dirty="0"/>
              <a:t>Appropriate variable names</a:t>
            </a:r>
          </a:p>
          <a:p>
            <a:pPr marL="514350" indent="-514350">
              <a:buFont typeface="Arial" panose="020B0604020202020204" pitchFamily="34" charset="0"/>
              <a:buAutoNum type="arabicPeriod"/>
            </a:pPr>
            <a:r>
              <a:rPr lang="en-US" sz="2700" dirty="0"/>
              <a:t>Understand </a:t>
            </a:r>
            <a:r>
              <a:rPr lang="en-US" sz="2700" dirty="0" err="1"/>
              <a:t>fprintf</a:t>
            </a:r>
            <a:r>
              <a:rPr lang="en-US" sz="2700" dirty="0"/>
              <a:t> function and character</a:t>
            </a:r>
          </a:p>
          <a:p>
            <a:pPr marL="514350" indent="-514350">
              <a:buFont typeface="Arial" panose="020B0604020202020204" pitchFamily="34" charset="0"/>
              <a:buAutoNum type="arabicPeriod"/>
            </a:pPr>
            <a:r>
              <a:rPr lang="en-US" sz="2700" dirty="0"/>
              <a:t>Pseudocode and Flow charts</a:t>
            </a:r>
          </a:p>
          <a:p>
            <a:pPr marL="514350" indent="-514350">
              <a:buFont typeface="Arial" panose="020B0604020202020204" pitchFamily="34" charset="0"/>
              <a:buAutoNum type="arabicPeriod"/>
            </a:pPr>
            <a:r>
              <a:rPr lang="en-US" sz="2700" dirty="0"/>
              <a:t>If-else-if conditions</a:t>
            </a:r>
          </a:p>
          <a:p>
            <a:pPr marL="514350" indent="-514350">
              <a:buAutoNum type="arabicPeriod"/>
            </a:pPr>
            <a:r>
              <a:rPr lang="en-US" sz="2700" dirty="0"/>
              <a:t>Boolean operators: &amp;&amp; and ||</a:t>
            </a:r>
          </a:p>
          <a:p>
            <a:pPr marL="514350" indent="-514350">
              <a:buAutoNum type="arabicPeriod"/>
            </a:pPr>
            <a:r>
              <a:rPr lang="en-US" sz="2700" dirty="0"/>
              <a:t>Calculating error</a:t>
            </a:r>
          </a:p>
          <a:p>
            <a:pPr marL="514350" indent="-514350">
              <a:buAutoNum type="arabicPeriod"/>
            </a:pPr>
            <a:r>
              <a:rPr lang="en-US" sz="2700" dirty="0"/>
              <a:t>f</a:t>
            </a:r>
            <a:r>
              <a:rPr lang="en-US" sz="2700"/>
              <a:t>loor</a:t>
            </a:r>
            <a:r>
              <a:rPr lang="en-US" sz="2700" dirty="0"/>
              <a:t>, sin, cos etc.</a:t>
            </a:r>
          </a:p>
        </p:txBody>
      </p:sp>
    </p:spTree>
    <p:extLst>
      <p:ext uri="{BB962C8B-B14F-4D97-AF65-F5344CB8AC3E}">
        <p14:creationId xmlns:p14="http://schemas.microsoft.com/office/powerpoint/2010/main" val="22471063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338F7E1-3A44-D301-DC8F-C21F284E6F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US" sz="2800">
                <a:solidFill>
                  <a:srgbClr val="FFFFFF"/>
                </a:solidFill>
              </a:rPr>
              <a:t>Exam 01 Announcement on Canvas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070E02-3AFE-D330-9511-D1445A928D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pPr marL="971550" lvl="1" indent="-514350">
              <a:buFont typeface="+mj-lt"/>
              <a:buAutoNum type="arabicPeriod"/>
            </a:pPr>
            <a:r>
              <a:rPr lang="en-US" sz="2600"/>
              <a:t>Exam day: September 9, 2024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sz="2600"/>
              <a:t>Exam time: 6:00 pm – 7:30 pm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sz="2600"/>
              <a:t>Location: IST 1002/1003, 1067/1068, 1065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sz="2600"/>
              <a:t>Bring a Laptop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sz="2600"/>
              <a:t>Calculator: TI-30XIIS or TI-30XS Multiview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sz="2600"/>
              <a:t>Take the 0-point quiz to test the lockdown browser</a:t>
            </a:r>
          </a:p>
          <a:p>
            <a:pPr marL="457200" lvl="1" indent="0">
              <a:buNone/>
            </a:pPr>
            <a:endParaRPr lang="en-US" sz="2600"/>
          </a:p>
          <a:p>
            <a:pPr marL="457200" lvl="1" indent="0">
              <a:buNone/>
            </a:pPr>
            <a:r>
              <a:rPr lang="en-US" sz="2600" b="1" i="0">
                <a:effectLst/>
                <a:latin typeface="LatoWeb"/>
              </a:rPr>
              <a:t>It is your responsibility that the laptop:</a:t>
            </a:r>
            <a:br>
              <a:rPr lang="en-US" sz="2600" b="1" i="0">
                <a:effectLst/>
                <a:latin typeface="LatoWeb"/>
              </a:rPr>
            </a:br>
            <a:br>
              <a:rPr lang="en-US" sz="2600"/>
            </a:br>
            <a:r>
              <a:rPr lang="en-US" sz="2600" b="0" i="0">
                <a:effectLst/>
                <a:latin typeface="LatoWeb"/>
              </a:rPr>
              <a:t>1) Can access Canvas using a web-browser</a:t>
            </a:r>
            <a:br>
              <a:rPr lang="en-US" sz="2600"/>
            </a:br>
            <a:r>
              <a:rPr lang="en-US" sz="2600" b="0" i="0">
                <a:effectLst/>
                <a:latin typeface="LatoWeb"/>
              </a:rPr>
              <a:t>2) Has lockdown browser installed</a:t>
            </a:r>
            <a:br>
              <a:rPr lang="en-US" sz="2600"/>
            </a:br>
            <a:r>
              <a:rPr lang="en-US" sz="2600" b="0" i="0">
                <a:effectLst/>
                <a:latin typeface="LatoWeb"/>
              </a:rPr>
              <a:t>3) Has an adapter or is fully charged throughout the 90 mins exam</a:t>
            </a:r>
            <a:endParaRPr lang="en-US" sz="2600"/>
          </a:p>
        </p:txBody>
      </p:sp>
    </p:spTree>
    <p:extLst>
      <p:ext uri="{BB962C8B-B14F-4D97-AF65-F5344CB8AC3E}">
        <p14:creationId xmlns:p14="http://schemas.microsoft.com/office/powerpoint/2010/main" val="5235049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3" name="Rectangle 32">
            <a:extLst>
              <a:ext uri="{FF2B5EF4-FFF2-40B4-BE49-F238E27FC236}">
                <a16:creationId xmlns:a16="http://schemas.microsoft.com/office/drawing/2014/main" id="{2550BE34-C2B8-49B8-8519-67A8CAD51A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34" name="Rectangle 33">
            <a:extLst>
              <a:ext uri="{FF2B5EF4-FFF2-40B4-BE49-F238E27FC236}">
                <a16:creationId xmlns:a16="http://schemas.microsoft.com/office/drawing/2014/main" id="{A7457DD9-5A45-400A-AB4B-4B4EDECA25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4416" y="365125"/>
            <a:ext cx="11167447" cy="2089317"/>
          </a:xfrm>
          <a:prstGeom prst="rect">
            <a:avLst/>
          </a:prstGeom>
          <a:ln w="12700">
            <a:solidFill>
              <a:srgbClr val="DEDEDE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FFA31BE-8927-84E2-8A26-F4D10D84CC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6746" y="586822"/>
            <a:ext cx="3560252" cy="1645920"/>
          </a:xfrm>
        </p:spPr>
        <p:txBody>
          <a:bodyPr>
            <a:normAutofit/>
          </a:bodyPr>
          <a:lstStyle/>
          <a:p>
            <a:r>
              <a:rPr lang="en-US" sz="3200">
                <a:cs typeface="Calibri Light"/>
              </a:rPr>
              <a:t>Rules for Variable Names:</a:t>
            </a:r>
            <a:endParaRPr lang="en-US" sz="320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441CF7D6-A660-431A-B0BB-140A0D5556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0408" y="1057739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0570A85B-3810-4F95-97B0-CBF4CCDB38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243541" y="1400638"/>
            <a:ext cx="14630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64F085-BC7F-B2FE-6999-2AB64DDD1C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51164" y="586822"/>
            <a:ext cx="6002636" cy="164592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1500">
                <a:ea typeface="+mn-lt"/>
                <a:cs typeface="+mn-lt"/>
              </a:rPr>
              <a:t>Variables </a:t>
            </a:r>
            <a:r>
              <a:rPr lang="en-US" sz="1500" i="1">
                <a:ea typeface="+mn-lt"/>
                <a:cs typeface="+mn-lt"/>
              </a:rPr>
              <a:t>must</a:t>
            </a:r>
            <a:r>
              <a:rPr lang="en-US" sz="1500">
                <a:ea typeface="+mn-lt"/>
                <a:cs typeface="+mn-lt"/>
              </a:rPr>
              <a:t> start with a letter.</a:t>
            </a:r>
            <a:endParaRPr lang="en-US" sz="1500">
              <a:cs typeface="Calibri" panose="020F0502020204030204"/>
            </a:endParaRPr>
          </a:p>
          <a:p>
            <a:r>
              <a:rPr lang="en-US" sz="1500">
                <a:ea typeface="+mn-lt"/>
                <a:cs typeface="+mn-lt"/>
              </a:rPr>
              <a:t>Variables can contain letters, numbers, and underscores only -- so no other special characters (! @ # $ % ^ &amp; * -- ALL NOT ALLOWED).</a:t>
            </a:r>
            <a:endParaRPr lang="en-US" sz="1500">
              <a:cs typeface="Calibri" panose="020F0502020204030204"/>
            </a:endParaRPr>
          </a:p>
          <a:p>
            <a:r>
              <a:rPr lang="en-US" sz="1500">
                <a:ea typeface="+mn-lt"/>
                <a:cs typeface="+mn-lt"/>
              </a:rPr>
              <a:t>Spaces are also NOT allowed.</a:t>
            </a:r>
            <a:endParaRPr lang="en-US" sz="1500">
              <a:cs typeface="Calibri"/>
            </a:endParaRPr>
          </a:p>
          <a:p>
            <a:r>
              <a:rPr lang="en-US" sz="1500">
                <a:ea typeface="+mn-lt"/>
                <a:cs typeface="+mn-lt"/>
              </a:rPr>
              <a:t>Length of variables can go from 1 – 63 characters.</a:t>
            </a:r>
            <a:endParaRPr lang="en-US" sz="1500">
              <a:cs typeface="Calibri"/>
            </a:endParaRPr>
          </a:p>
          <a:p>
            <a:endParaRPr lang="en-US" sz="1500">
              <a:cs typeface="Calibri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FB432426-1A60-1F6E-D220-E2F8D215C9F5}"/>
              </a:ext>
            </a:extLst>
          </p:cNvPr>
          <p:cNvGraphicFramePr>
            <a:graphicFrameLocks noGrp="1"/>
          </p:cNvGraphicFramePr>
          <p:nvPr/>
        </p:nvGraphicFramePr>
        <p:xfrm>
          <a:off x="1183403" y="2734056"/>
          <a:ext cx="9913586" cy="3483864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5438295">
                  <a:extLst>
                    <a:ext uri="{9D8B030D-6E8A-4147-A177-3AD203B41FA5}">
                      <a16:colId xmlns:a16="http://schemas.microsoft.com/office/drawing/2014/main" val="632635830"/>
                    </a:ext>
                  </a:extLst>
                </a:gridCol>
                <a:gridCol w="4475291">
                  <a:extLst>
                    <a:ext uri="{9D8B030D-6E8A-4147-A177-3AD203B41FA5}">
                      <a16:colId xmlns:a16="http://schemas.microsoft.com/office/drawing/2014/main" val="4134093106"/>
                    </a:ext>
                  </a:extLst>
                </a:gridCol>
              </a:tblGrid>
              <a:tr h="580644">
                <a:tc>
                  <a:txBody>
                    <a:bodyPr/>
                    <a:lstStyle/>
                    <a:p>
                      <a:pPr marL="0" rtl="0" fontAlgn="t" latinLnBrk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600" b="1">
                          <a:effectLst/>
                        </a:rPr>
                        <a:t>Valid</a:t>
                      </a:r>
                      <a:endParaRPr lang="en-US" sz="26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31965" marR="131965" marT="65982" marB="65982"/>
                </a:tc>
                <a:tc>
                  <a:txBody>
                    <a:bodyPr/>
                    <a:lstStyle/>
                    <a:p>
                      <a:pPr marL="0" rtl="0" fontAlgn="t" latinLnBrk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600" b="1">
                          <a:effectLst/>
                        </a:rPr>
                        <a:t>Not Valid</a:t>
                      </a:r>
                      <a:endParaRPr lang="en-US" sz="26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31965" marR="131965" marT="65982" marB="65982"/>
                </a:tc>
                <a:extLst>
                  <a:ext uri="{0D108BD9-81ED-4DB2-BD59-A6C34878D82A}">
                    <a16:rowId xmlns:a16="http://schemas.microsoft.com/office/drawing/2014/main" val="379897717"/>
                  </a:ext>
                </a:extLst>
              </a:tr>
              <a:tr h="580644">
                <a:tc>
                  <a:txBody>
                    <a:bodyPr/>
                    <a:lstStyle/>
                    <a:p>
                      <a:pPr marL="0" rtl="0" fontAlgn="t" latinLnBrk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600">
                          <a:effectLst/>
                        </a:rPr>
                        <a:t>x</a:t>
                      </a:r>
                      <a:endParaRPr lang="en-US" sz="26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31965" marR="131965" marT="65982" marB="65982"/>
                </a:tc>
                <a:tc>
                  <a:txBody>
                    <a:bodyPr/>
                    <a:lstStyle/>
                    <a:p>
                      <a:pPr marL="0" rtl="0" fontAlgn="t" latinLnBrk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600">
                          <a:effectLst/>
                        </a:rPr>
                        <a:t>1x</a:t>
                      </a:r>
                      <a:endParaRPr lang="en-US" sz="26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31965" marR="131965" marT="65982" marB="65982"/>
                </a:tc>
                <a:extLst>
                  <a:ext uri="{0D108BD9-81ED-4DB2-BD59-A6C34878D82A}">
                    <a16:rowId xmlns:a16="http://schemas.microsoft.com/office/drawing/2014/main" val="2532411389"/>
                  </a:ext>
                </a:extLst>
              </a:tr>
              <a:tr h="580644">
                <a:tc>
                  <a:txBody>
                    <a:bodyPr/>
                    <a:lstStyle/>
                    <a:p>
                      <a:pPr marL="0" rtl="0" fontAlgn="t" latinLnBrk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600">
                          <a:effectLst/>
                        </a:rPr>
                        <a:t>yz453</a:t>
                      </a:r>
                      <a:endParaRPr lang="en-US" sz="26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31965" marR="131965" marT="65982" marB="65982"/>
                </a:tc>
                <a:tc>
                  <a:txBody>
                    <a:bodyPr/>
                    <a:lstStyle/>
                    <a:p>
                      <a:pPr marL="0" rtl="0" fontAlgn="t" latinLnBrk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600">
                          <a:effectLst/>
                        </a:rPr>
                        <a:t>$d4</a:t>
                      </a:r>
                      <a:endParaRPr lang="en-US" sz="26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31965" marR="131965" marT="65982" marB="65982"/>
                </a:tc>
                <a:extLst>
                  <a:ext uri="{0D108BD9-81ED-4DB2-BD59-A6C34878D82A}">
                    <a16:rowId xmlns:a16="http://schemas.microsoft.com/office/drawing/2014/main" val="2572413890"/>
                  </a:ext>
                </a:extLst>
              </a:tr>
              <a:tr h="580644">
                <a:tc>
                  <a:txBody>
                    <a:bodyPr/>
                    <a:lstStyle/>
                    <a:p>
                      <a:pPr marL="0" rtl="0" fontAlgn="t" latinLnBrk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600">
                          <a:effectLst/>
                        </a:rPr>
                        <a:t>Vel_1</a:t>
                      </a:r>
                      <a:endParaRPr lang="en-US" sz="26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31965" marR="131965" marT="65982" marB="65982"/>
                </a:tc>
                <a:tc>
                  <a:txBody>
                    <a:bodyPr/>
                    <a:lstStyle/>
                    <a:p>
                      <a:pPr marL="0" rtl="0" fontAlgn="t" latinLnBrk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600">
                          <a:effectLst/>
                        </a:rPr>
                        <a:t>accel 3432</a:t>
                      </a:r>
                      <a:endParaRPr lang="en-US" sz="26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31965" marR="131965" marT="65982" marB="65982"/>
                </a:tc>
                <a:extLst>
                  <a:ext uri="{0D108BD9-81ED-4DB2-BD59-A6C34878D82A}">
                    <a16:rowId xmlns:a16="http://schemas.microsoft.com/office/drawing/2014/main" val="2124927642"/>
                  </a:ext>
                </a:extLst>
              </a:tr>
              <a:tr h="580644">
                <a:tc>
                  <a:txBody>
                    <a:bodyPr/>
                    <a:lstStyle/>
                    <a:p>
                      <a:pPr marL="0" rtl="0" fontAlgn="t" latinLnBrk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600">
                          <a:effectLst/>
                        </a:rPr>
                        <a:t>FoRce_2</a:t>
                      </a:r>
                      <a:endParaRPr lang="en-US" sz="26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31965" marR="131965" marT="65982" marB="65982"/>
                </a:tc>
                <a:tc>
                  <a:txBody>
                    <a:bodyPr/>
                    <a:lstStyle/>
                    <a:p>
                      <a:pPr marL="0" rtl="0" fontAlgn="t" latinLnBrk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600">
                          <a:effectLst/>
                        </a:rPr>
                        <a:t>Three ^_@</a:t>
                      </a:r>
                      <a:endParaRPr lang="en-US" sz="26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31965" marR="131965" marT="65982" marB="65982"/>
                </a:tc>
                <a:extLst>
                  <a:ext uri="{0D108BD9-81ED-4DB2-BD59-A6C34878D82A}">
                    <a16:rowId xmlns:a16="http://schemas.microsoft.com/office/drawing/2014/main" val="478035323"/>
                  </a:ext>
                </a:extLst>
              </a:tr>
              <a:tr h="580644">
                <a:tc>
                  <a:txBody>
                    <a:bodyPr/>
                    <a:lstStyle/>
                    <a:p>
                      <a:pPr marL="0" rtl="0" fontAlgn="t" latinLnBrk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600">
                          <a:effectLst/>
                        </a:rPr>
                        <a:t>ReallyLongName_12_22</a:t>
                      </a:r>
                      <a:endParaRPr lang="en-US" sz="26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31965" marR="131965" marT="65982" marB="65982"/>
                </a:tc>
                <a:tc>
                  <a:txBody>
                    <a:bodyPr/>
                    <a:lstStyle/>
                    <a:p>
                      <a:pPr marL="0" rtl="0" fontAlgn="t" latinLnBrk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600">
                          <a:effectLst/>
                        </a:rPr>
                        <a:t>custom var name</a:t>
                      </a:r>
                      <a:endParaRPr lang="en-US" sz="26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31965" marR="131965" marT="65982" marB="65982"/>
                </a:tc>
                <a:extLst>
                  <a:ext uri="{0D108BD9-81ED-4DB2-BD59-A6C34878D82A}">
                    <a16:rowId xmlns:a16="http://schemas.microsoft.com/office/drawing/2014/main" val="351542915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580760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F589A9-4836-4EB3-1BA0-67AEFA4007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828" y="-3851"/>
            <a:ext cx="11183525" cy="874008"/>
          </a:xfrm>
          <a:solidFill>
            <a:schemeClr val="accent2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r>
              <a:rPr lang="en-US" dirty="0"/>
              <a:t>The </a:t>
            </a:r>
            <a:r>
              <a:rPr lang="en-US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fprintf</a:t>
            </a:r>
            <a:r>
              <a:rPr lang="en-US" dirty="0"/>
              <a:t> function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ABD422-90D7-DBE6-52C4-C2EAC4F9D0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17063" y="973529"/>
            <a:ext cx="7171130" cy="85781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800" dirty="0"/>
              <a:t>The </a:t>
            </a:r>
            <a:r>
              <a:rPr lang="en-US" sz="1800" b="1" dirty="0" err="1">
                <a:solidFill>
                  <a:srgbClr val="CC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fprintf</a:t>
            </a:r>
            <a:r>
              <a:rPr lang="en-US" sz="1800" dirty="0"/>
              <a:t> command also includes a string (text). The string is a message with special character to the display format for result: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019D579-4E0E-E7F8-B83A-7858FBC7647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8920" b="8920"/>
          <a:stretch/>
        </p:blipFill>
        <p:spPr>
          <a:xfrm>
            <a:off x="153690" y="3572019"/>
            <a:ext cx="7409187" cy="46825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1020548-078D-8349-C249-2B77866CD47F}"/>
              </a:ext>
            </a:extLst>
          </p:cNvPr>
          <p:cNvSpPr txBox="1"/>
          <p:nvPr/>
        </p:nvSpPr>
        <p:spPr>
          <a:xfrm>
            <a:off x="1656272" y="4386527"/>
            <a:ext cx="3855683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solidFill>
                  <a:srgbClr val="CC00FF"/>
                </a:solidFill>
              </a:rPr>
              <a:t>Output string with text formatting</a:t>
            </a:r>
          </a:p>
        </p:txBody>
      </p:sp>
      <p:sp>
        <p:nvSpPr>
          <p:cNvPr id="7" name="Left Brace 6">
            <a:extLst>
              <a:ext uri="{FF2B5EF4-FFF2-40B4-BE49-F238E27FC236}">
                <a16:creationId xmlns:a16="http://schemas.microsoft.com/office/drawing/2014/main" id="{101EC57D-5F0F-6C86-8D70-5974EE7556D2}"/>
              </a:ext>
            </a:extLst>
          </p:cNvPr>
          <p:cNvSpPr/>
          <p:nvPr/>
        </p:nvSpPr>
        <p:spPr>
          <a:xfrm rot="16200000">
            <a:off x="3637294" y="1971734"/>
            <a:ext cx="341335" cy="4520241"/>
          </a:xfrm>
          <a:prstGeom prst="leftBrace">
            <a:avLst/>
          </a:prstGeom>
          <a:ln w="28575">
            <a:solidFill>
              <a:srgbClr val="CC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24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EC80B1A-2E3F-EB44-5216-4B51089BF9A5}"/>
              </a:ext>
            </a:extLst>
          </p:cNvPr>
          <p:cNvSpPr txBox="1"/>
          <p:nvPr/>
        </p:nvSpPr>
        <p:spPr>
          <a:xfrm>
            <a:off x="5479516" y="4423839"/>
            <a:ext cx="312887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/>
              <a:t>Variables from the formatting</a:t>
            </a:r>
          </a:p>
        </p:txBody>
      </p:sp>
      <p:sp>
        <p:nvSpPr>
          <p:cNvPr id="9" name="Left Brace 8">
            <a:extLst>
              <a:ext uri="{FF2B5EF4-FFF2-40B4-BE49-F238E27FC236}">
                <a16:creationId xmlns:a16="http://schemas.microsoft.com/office/drawing/2014/main" id="{97E339D7-F284-0CA4-712D-E3DB7DA97B91}"/>
              </a:ext>
            </a:extLst>
          </p:cNvPr>
          <p:cNvSpPr/>
          <p:nvPr/>
        </p:nvSpPr>
        <p:spPr>
          <a:xfrm rot="16200000">
            <a:off x="6809746" y="3742695"/>
            <a:ext cx="339345" cy="980307"/>
          </a:xfrm>
          <a:prstGeom prst="leftBrac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96D4FA2-EAA2-E820-4227-1A8F6A93867A}"/>
              </a:ext>
            </a:extLst>
          </p:cNvPr>
          <p:cNvSpPr txBox="1"/>
          <p:nvPr/>
        </p:nvSpPr>
        <p:spPr>
          <a:xfrm>
            <a:off x="26463" y="1964599"/>
            <a:ext cx="242396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chemeClr val="accent1"/>
                </a:solidFill>
              </a:rPr>
              <a:t>format for </a:t>
            </a:r>
            <a:r>
              <a:rPr lang="en-US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</a:t>
            </a:r>
            <a:r>
              <a:rPr lang="en-US" dirty="0">
                <a:solidFill>
                  <a:schemeClr val="accent1"/>
                </a:solidFill>
              </a:rPr>
              <a:t> (up to 5 digits with total characters and at 3 decimal places)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AC6D8717-55FD-2A4F-2429-41F37672673E}"/>
              </a:ext>
            </a:extLst>
          </p:cNvPr>
          <p:cNvCxnSpPr>
            <a:cxnSpLocks/>
          </p:cNvCxnSpPr>
          <p:nvPr/>
        </p:nvCxnSpPr>
        <p:spPr>
          <a:xfrm>
            <a:off x="1988563" y="3076270"/>
            <a:ext cx="1152780" cy="460824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419F5159-506D-4748-7545-AEC277357591}"/>
              </a:ext>
            </a:extLst>
          </p:cNvPr>
          <p:cNvSpPr txBox="1"/>
          <p:nvPr/>
        </p:nvSpPr>
        <p:spPr>
          <a:xfrm>
            <a:off x="2297891" y="1962579"/>
            <a:ext cx="244863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f = float (decimal floating point for real numbers)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01C921AD-0152-1092-29C9-FADA9AC8F2F0}"/>
              </a:ext>
            </a:extLst>
          </p:cNvPr>
          <p:cNvCxnSpPr>
            <a:cxnSpLocks/>
          </p:cNvCxnSpPr>
          <p:nvPr/>
        </p:nvCxnSpPr>
        <p:spPr>
          <a:xfrm flipH="1">
            <a:off x="3595542" y="2989103"/>
            <a:ext cx="1" cy="537576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89DA733F-FC3F-4D94-CFE9-3A54014E62A3}"/>
              </a:ext>
            </a:extLst>
          </p:cNvPr>
          <p:cNvSpPr txBox="1"/>
          <p:nvPr/>
        </p:nvSpPr>
        <p:spPr>
          <a:xfrm>
            <a:off x="7027867" y="1744802"/>
            <a:ext cx="193704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solidFill>
                  <a:schemeClr val="accent6">
                    <a:lumMod val="75000"/>
                  </a:schemeClr>
                </a:solidFill>
              </a:rPr>
              <a:t>e = exponent for scientific notation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05E84D25-62F9-AB77-18A3-76FB5C89E037}"/>
              </a:ext>
            </a:extLst>
          </p:cNvPr>
          <p:cNvCxnSpPr>
            <a:cxnSpLocks/>
          </p:cNvCxnSpPr>
          <p:nvPr/>
        </p:nvCxnSpPr>
        <p:spPr>
          <a:xfrm flipH="1">
            <a:off x="5691673" y="2757837"/>
            <a:ext cx="1642387" cy="814182"/>
          </a:xfrm>
          <a:prstGeom prst="straightConnector1">
            <a:avLst/>
          </a:prstGeom>
          <a:ln w="1905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83EE55A2-02DA-D5B1-CE9B-A8D3F8A8F71E}"/>
              </a:ext>
            </a:extLst>
          </p:cNvPr>
          <p:cNvSpPr txBox="1"/>
          <p:nvPr/>
        </p:nvSpPr>
        <p:spPr>
          <a:xfrm>
            <a:off x="4451149" y="1887064"/>
            <a:ext cx="258700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rgbClr val="7030A0"/>
                </a:solidFill>
              </a:rPr>
              <a:t>format for </a:t>
            </a:r>
            <a:r>
              <a:rPr lang="en-US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lang="en-US" dirty="0">
                <a:solidFill>
                  <a:schemeClr val="accent1"/>
                </a:solidFill>
              </a:rPr>
              <a:t> </a:t>
            </a:r>
            <a:r>
              <a:rPr lang="en-US" dirty="0">
                <a:solidFill>
                  <a:srgbClr val="7030A0"/>
                </a:solidFill>
              </a:rPr>
              <a:t>(up to 10 digits with total  characters and at 3 decimal places)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2CED6E5C-7ED4-3030-522B-88CE5657D60E}"/>
              </a:ext>
            </a:extLst>
          </p:cNvPr>
          <p:cNvCxnSpPr>
            <a:cxnSpLocks/>
          </p:cNvCxnSpPr>
          <p:nvPr/>
        </p:nvCxnSpPr>
        <p:spPr>
          <a:xfrm flipH="1">
            <a:off x="5202522" y="2989103"/>
            <a:ext cx="1" cy="537576"/>
          </a:xfrm>
          <a:prstGeom prst="straightConnector1">
            <a:avLst/>
          </a:prstGeom>
          <a:ln w="1905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4BBEA49F-100A-4DD4-67BE-E871A5266CC2}"/>
              </a:ext>
            </a:extLst>
          </p:cNvPr>
          <p:cNvSpPr txBox="1"/>
          <p:nvPr/>
        </p:nvSpPr>
        <p:spPr>
          <a:xfrm>
            <a:off x="8829338" y="1728250"/>
            <a:ext cx="193704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\n</a:t>
            </a:r>
            <a:r>
              <a:rPr lang="en-US" sz="2400" dirty="0">
                <a:solidFill>
                  <a:schemeClr val="tx2"/>
                </a:solidFill>
              </a:rPr>
              <a:t> carriage return for new line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C6BB4041-A260-6781-FA8C-B59CC64E947F}"/>
              </a:ext>
            </a:extLst>
          </p:cNvPr>
          <p:cNvCxnSpPr>
            <a:cxnSpLocks/>
          </p:cNvCxnSpPr>
          <p:nvPr/>
        </p:nvCxnSpPr>
        <p:spPr>
          <a:xfrm flipH="1">
            <a:off x="6096000" y="2801188"/>
            <a:ext cx="2995782" cy="770831"/>
          </a:xfrm>
          <a:prstGeom prst="straightConnector1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8" name="Picture 27">
            <a:extLst>
              <a:ext uri="{FF2B5EF4-FFF2-40B4-BE49-F238E27FC236}">
                <a16:creationId xmlns:a16="http://schemas.microsoft.com/office/drawing/2014/main" id="{E30A6C39-F12E-D49A-9592-DBDCDB62AC5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6099" b="6099"/>
          <a:stretch/>
        </p:blipFill>
        <p:spPr>
          <a:xfrm>
            <a:off x="7996389" y="3670453"/>
            <a:ext cx="4163010" cy="318506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44872F1D-4F6F-0F60-32DB-300BC3AC328B}"/>
              </a:ext>
            </a:extLst>
          </p:cNvPr>
          <p:cNvSpPr txBox="1"/>
          <p:nvPr/>
        </p:nvSpPr>
        <p:spPr>
          <a:xfrm>
            <a:off x="8079671" y="4626340"/>
            <a:ext cx="412641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solidFill>
                  <a:schemeClr val="accent2">
                    <a:lumMod val="75000"/>
                  </a:schemeClr>
                </a:solidFill>
              </a:rPr>
              <a:t>Output string</a:t>
            </a:r>
          </a:p>
        </p:txBody>
      </p:sp>
      <p:sp>
        <p:nvSpPr>
          <p:cNvPr id="34" name="Left Brace 33">
            <a:extLst>
              <a:ext uri="{FF2B5EF4-FFF2-40B4-BE49-F238E27FC236}">
                <a16:creationId xmlns:a16="http://schemas.microsoft.com/office/drawing/2014/main" id="{DA5183DD-C2E5-DB13-07D3-1876A28D9CC6}"/>
              </a:ext>
            </a:extLst>
          </p:cNvPr>
          <p:cNvSpPr/>
          <p:nvPr/>
        </p:nvSpPr>
        <p:spPr>
          <a:xfrm rot="16200000">
            <a:off x="9841844" y="2338593"/>
            <a:ext cx="339346" cy="4030256"/>
          </a:xfrm>
          <a:prstGeom prst="leftBrace">
            <a:avLst/>
          </a:prstGeom>
          <a:ln w="28575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A8B2207-87EE-0F91-F22E-B4D03006BD7F}"/>
              </a:ext>
            </a:extLst>
          </p:cNvPr>
          <p:cNvSpPr txBox="1"/>
          <p:nvPr/>
        </p:nvSpPr>
        <p:spPr>
          <a:xfrm>
            <a:off x="3910040" y="5758079"/>
            <a:ext cx="416963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Documentation for </a:t>
            </a:r>
            <a:r>
              <a:rPr lang="en-US" sz="1200" b="1" dirty="0" err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fprintf</a:t>
            </a:r>
            <a:r>
              <a:rPr lang="en-US" sz="1200" dirty="0"/>
              <a:t> command can be found at </a:t>
            </a:r>
            <a:r>
              <a:rPr lang="en-US" sz="1200" dirty="0">
                <a:hlinkClick r:id="rId4"/>
              </a:rPr>
              <a:t>https://www.mathworks.com/help/matlab/ref/fprintf.html?searchHighlight=fprintf&amp;s_tid=srchtitle_support_results_1_fprintf</a:t>
            </a:r>
            <a:br>
              <a:rPr lang="en-US" sz="1200" dirty="0"/>
            </a:b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4456103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 animBg="1"/>
      <p:bldP spid="8" grpId="0"/>
      <p:bldP spid="9" grpId="0" animBg="1"/>
      <p:bldP spid="11" grpId="0"/>
      <p:bldP spid="14" grpId="0"/>
      <p:bldP spid="18" grpId="0"/>
      <p:bldP spid="21" grpId="0"/>
      <p:bldP spid="25" grpId="0"/>
      <p:bldP spid="33" grpId="0"/>
      <p:bldP spid="34" grpId="0" animBg="1"/>
      <p:bldP spid="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854AE9-80C2-AE4A-399E-7A06AE4CA1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3400">
                <a:solidFill>
                  <a:srgbClr val="FFFFFF"/>
                </a:solidFill>
              </a:rPr>
              <a:t>In class Assignment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73998B0-1F47-B42B-695A-7902A6D75F2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75075915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7504000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27549951-b4c8-463d-bb1c-37ba9fa5011d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C10169E449BAB4194FF93B3DC6AA39B" ma:contentTypeVersion="18" ma:contentTypeDescription="Create a new document." ma:contentTypeScope="" ma:versionID="ee23bc84fadcc75d7bffa7eb3a4e035e">
  <xsd:schema xmlns:xsd="http://www.w3.org/2001/XMLSchema" xmlns:xs="http://www.w3.org/2001/XMLSchema" xmlns:p="http://schemas.microsoft.com/office/2006/metadata/properties" xmlns:ns3="27549951-b4c8-463d-bb1c-37ba9fa5011d" xmlns:ns4="f3abb6a0-0fa6-461f-9cf7-f66e5063ba35" targetNamespace="http://schemas.microsoft.com/office/2006/metadata/properties" ma:root="true" ma:fieldsID="1300603326c85639cebd1bf88d2f0d19" ns3:_="" ns4:_="">
    <xsd:import namespace="27549951-b4c8-463d-bb1c-37ba9fa5011d"/>
    <xsd:import namespace="f3abb6a0-0fa6-461f-9cf7-f66e5063ba35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OCR" minOccurs="0"/>
                <xsd:element ref="ns3:MediaServiceDateTaken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Location" minOccurs="0"/>
                <xsd:element ref="ns3:MediaServiceEventHashCode" minOccurs="0"/>
                <xsd:element ref="ns3:MediaServiceGenerationTime" minOccurs="0"/>
                <xsd:element ref="ns3:MediaServiceAutoKeyPoints" minOccurs="0"/>
                <xsd:element ref="ns3:MediaServiceKeyPoints" minOccurs="0"/>
                <xsd:element ref="ns3:MediaLengthInSeconds" minOccurs="0"/>
                <xsd:element ref="ns3:_activity" minOccurs="0"/>
                <xsd:element ref="ns3:MediaServiceObjectDetectorVersions" minOccurs="0"/>
                <xsd:element ref="ns3:MediaServiceSystemTag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7549951-b4c8-463d-bb1c-37ba9fa5011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MediaServiceAutoTags" ma:internalName="MediaServiceAutoTags" ma:readOnly="true">
      <xsd:simpleType>
        <xsd:restriction base="dms:Text"/>
      </xsd:simpleType>
    </xsd:element>
    <xsd:element name="MediaServiceOCR" ma:index="11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6" nillable="true" ma:displayName="MediaServiceLocation" ma:internalName="MediaServiceLocation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9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0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1" nillable="true" ma:displayName="Length (seconds)" ma:internalName="MediaLengthInSeconds" ma:readOnly="true">
      <xsd:simpleType>
        <xsd:restriction base="dms:Unknown"/>
      </xsd:simpleType>
    </xsd:element>
    <xsd:element name="_activity" ma:index="22" nillable="true" ma:displayName="_activity" ma:hidden="true" ma:internalName="_activity">
      <xsd:simpleType>
        <xsd:restriction base="dms:Note"/>
      </xsd:simpleType>
    </xsd:element>
    <xsd:element name="MediaServiceObjectDetectorVersions" ma:index="23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24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3abb6a0-0fa6-461f-9cf7-f66e5063ba35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5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A6334C67-DDE1-4044-BF0C-50193A697728}">
  <ds:schemaRefs>
    <ds:schemaRef ds:uri="27549951-b4c8-463d-bb1c-37ba9fa5011d"/>
    <ds:schemaRef ds:uri="f3abb6a0-0fa6-461f-9cf7-f66e5063ba35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8E400357-F2B7-4FCB-BA9C-B7937106037D}">
  <ds:schemaRefs>
    <ds:schemaRef ds:uri="27549951-b4c8-463d-bb1c-37ba9fa5011d"/>
    <ds:schemaRef ds:uri="f3abb6a0-0fa6-461f-9cf7-f66e5063ba3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0/xmlns/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EBE8C3F6-2B37-450C-8636-87BA99B9F76A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475</TotalTime>
  <Words>179</Words>
  <Application>Microsoft Office PowerPoint</Application>
  <PresentationFormat>Widescreen</PresentationFormat>
  <Paragraphs>25</Paragraphs>
  <Slides>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Office Theme</vt:lpstr>
      <vt:lpstr>PowerPoint Presentation</vt:lpstr>
      <vt:lpstr>Exam 01 - Review </vt:lpstr>
      <vt:lpstr>Exam 01 Announcement on Canvas</vt:lpstr>
      <vt:lpstr>Rules for Variable Names:</vt:lpstr>
      <vt:lpstr>The fprintf function</vt:lpstr>
      <vt:lpstr>In class Assignment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IDS 1721 - Florida Poly</dc:title>
  <dc:creator>Edwar Romero-Ramirez</dc:creator>
  <cp:lastModifiedBy>Somak Das</cp:lastModifiedBy>
  <cp:revision>701</cp:revision>
  <dcterms:created xsi:type="dcterms:W3CDTF">2023-12-16T22:48:18Z</dcterms:created>
  <dcterms:modified xsi:type="dcterms:W3CDTF">2024-09-05T16:49:34Z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0x0101006C10169E449BAB4194FF93B3DC6AA39B</vt:lpwstr>
  </property>
</Properties>
</file>
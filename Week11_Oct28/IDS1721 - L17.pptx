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73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1" r:id="rId17"/>
    <p:sldId id="330" r:id="rId18"/>
    <p:sldId id="332" r:id="rId19"/>
    <p:sldId id="333" r:id="rId20"/>
    <p:sldId id="334" r:id="rId21"/>
    <p:sldId id="335" r:id="rId22"/>
    <p:sldId id="336" r:id="rId23"/>
    <p:sldId id="337" r:id="rId2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7E79"/>
    <a:srgbClr val="FF8AD8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9C810-58BF-5E49-8D7E-253134051485}" v="9" dt="2024-10-23T15:42:16.350"/>
    <p1510:client id="{9E016A9F-BA0C-F0F4-14A9-2CBB678B839C}" v="1" dt="2024-10-23T15:48:04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73"/>
    <p:restoredTop sz="90890"/>
  </p:normalViewPr>
  <p:slideViewPr>
    <p:cSldViewPr snapToGrid="0">
      <p:cViewPr varScale="1">
        <p:scale>
          <a:sx n="115" d="100"/>
          <a:sy n="115" d="100"/>
        </p:scale>
        <p:origin x="140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32" d="100"/>
          <a:sy n="132" d="100"/>
        </p:scale>
        <p:origin x="260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0AF9C810-58BF-5E49-8D7E-253134051485}"/>
    <pc:docChg chg="addSld delSld modSld">
      <pc:chgData name="Somak Das" userId="S::sdas@floridapoly.edu::98cebb13-2fc4-4808-95b9-daeb7e6acc01" providerId="AD" clId="Web-{0AF9C810-58BF-5E49-8D7E-253134051485}" dt="2024-10-23T15:42:13.303" v="7" actId="20577"/>
      <pc:docMkLst>
        <pc:docMk/>
      </pc:docMkLst>
      <pc:sldChg chg="del">
        <pc:chgData name="Somak Das" userId="S::sdas@floridapoly.edu::98cebb13-2fc4-4808-95b9-daeb7e6acc01" providerId="AD" clId="Web-{0AF9C810-58BF-5E49-8D7E-253134051485}" dt="2024-10-23T15:41:55.694" v="1"/>
        <pc:sldMkLst>
          <pc:docMk/>
          <pc:sldMk cId="2977094656" sldId="256"/>
        </pc:sldMkLst>
      </pc:sldChg>
      <pc:sldChg chg="modSp add">
        <pc:chgData name="Somak Das" userId="S::sdas@floridapoly.edu::98cebb13-2fc4-4808-95b9-daeb7e6acc01" providerId="AD" clId="Web-{0AF9C810-58BF-5E49-8D7E-253134051485}" dt="2024-10-23T15:42:13.303" v="7" actId="20577"/>
        <pc:sldMkLst>
          <pc:docMk/>
          <pc:sldMk cId="615294533" sldId="373"/>
        </pc:sldMkLst>
        <pc:spChg chg="mod">
          <ac:chgData name="Somak Das" userId="S::sdas@floridapoly.edu::98cebb13-2fc4-4808-95b9-daeb7e6acc01" providerId="AD" clId="Web-{0AF9C810-58BF-5E49-8D7E-253134051485}" dt="2024-10-23T15:42:13.303" v="7" actId="20577"/>
          <ac:spMkLst>
            <pc:docMk/>
            <pc:sldMk cId="615294533" sldId="373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9E016A9F-BA0C-F0F4-14A9-2CBB678B839C}"/>
    <pc:docChg chg="delSld">
      <pc:chgData name="Somak Das" userId="S::sdas@floridapoly.edu::98cebb13-2fc4-4808-95b9-daeb7e6acc01" providerId="AD" clId="Web-{9E016A9F-BA0C-F0F4-14A9-2CBB678B839C}" dt="2024-10-23T15:48:04.636" v="0"/>
      <pc:docMkLst>
        <pc:docMk/>
      </pc:docMkLst>
      <pc:sldChg chg="del">
        <pc:chgData name="Somak Das" userId="S::sdas@floridapoly.edu::98cebb13-2fc4-4808-95b9-daeb7e6acc01" providerId="AD" clId="Web-{9E016A9F-BA0C-F0F4-14A9-2CBB678B839C}" dt="2024-10-23T15:48:04.636" v="0"/>
        <pc:sldMkLst>
          <pc:docMk/>
          <pc:sldMk cId="764644985" sldId="31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636070-3825-2B44-BF93-0058A892E5FF}" type="doc">
      <dgm:prSet loTypeId="urn:microsoft.com/office/officeart/2005/8/layout/process5" loCatId="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0B02C93-F0A7-7B42-BB15-FE29A7F308F9}">
      <dgm:prSet phldrT="[Text]"/>
      <dgm:spPr/>
      <dgm:t>
        <a:bodyPr/>
        <a:lstStyle/>
        <a:p>
          <a:r>
            <a:rPr lang="en-US" dirty="0"/>
            <a:t>Initialize Variables</a:t>
          </a:r>
        </a:p>
      </dgm:t>
    </dgm:pt>
    <dgm:pt modelId="{CCEEF430-367F-B14B-8CDB-CE33070E67CA}" type="parTrans" cxnId="{22EBE942-F3F8-7B40-B2CB-36530BCA03C8}">
      <dgm:prSet/>
      <dgm:spPr/>
      <dgm:t>
        <a:bodyPr/>
        <a:lstStyle/>
        <a:p>
          <a:endParaRPr lang="en-US"/>
        </a:p>
      </dgm:t>
    </dgm:pt>
    <dgm:pt modelId="{8A4BEA38-B7EE-384B-A53C-1FFF1F640503}" type="sibTrans" cxnId="{22EBE942-F3F8-7B40-B2CB-36530BCA03C8}">
      <dgm:prSet/>
      <dgm:spPr/>
      <dgm:t>
        <a:bodyPr/>
        <a:lstStyle/>
        <a:p>
          <a:endParaRPr lang="en-US"/>
        </a:p>
      </dgm:t>
    </dgm:pt>
    <dgm:pt modelId="{4F3E244A-0D93-A84B-8FE5-FE9F0462AEA9}">
      <dgm:prSet phldrT="[Text]"/>
      <dgm:spPr/>
      <dgm:t>
        <a:bodyPr/>
        <a:lstStyle/>
        <a:p>
          <a:r>
            <a:rPr lang="en-US" dirty="0"/>
            <a:t>Initial x and y positions</a:t>
          </a:r>
        </a:p>
      </dgm:t>
    </dgm:pt>
    <dgm:pt modelId="{1C43B00E-FE74-8C4F-B4F5-04082402AD38}" type="parTrans" cxnId="{29636B26-9EC3-1A4A-BA2A-12BA164D83BC}">
      <dgm:prSet/>
      <dgm:spPr/>
      <dgm:t>
        <a:bodyPr/>
        <a:lstStyle/>
        <a:p>
          <a:endParaRPr lang="en-US"/>
        </a:p>
      </dgm:t>
    </dgm:pt>
    <dgm:pt modelId="{1C5C5693-B969-EB44-9D91-87DB898C430F}" type="sibTrans" cxnId="{29636B26-9EC3-1A4A-BA2A-12BA164D83BC}">
      <dgm:prSet/>
      <dgm:spPr/>
      <dgm:t>
        <a:bodyPr/>
        <a:lstStyle/>
        <a:p>
          <a:endParaRPr lang="en-US"/>
        </a:p>
      </dgm:t>
    </dgm:pt>
    <dgm:pt modelId="{AF479633-1372-A344-86F9-888A097F0AAC}">
      <dgm:prSet phldrT="[Text]"/>
      <dgm:spPr/>
      <dgm:t>
        <a:bodyPr/>
        <a:lstStyle/>
        <a:p>
          <a:r>
            <a:rPr lang="en-US" dirty="0"/>
            <a:t>Determine Final time of flight</a:t>
          </a:r>
        </a:p>
      </dgm:t>
    </dgm:pt>
    <dgm:pt modelId="{EA4B708D-EAC0-4541-9F9F-9DF43114BCB6}" type="parTrans" cxnId="{1BDAB29C-9AB5-1E44-880D-5B6CC13E4C66}">
      <dgm:prSet/>
      <dgm:spPr/>
      <dgm:t>
        <a:bodyPr/>
        <a:lstStyle/>
        <a:p>
          <a:endParaRPr lang="en-US"/>
        </a:p>
      </dgm:t>
    </dgm:pt>
    <dgm:pt modelId="{D9FA85D3-6858-E842-B9C3-8C4FD03A08EC}" type="sibTrans" cxnId="{1BDAB29C-9AB5-1E44-880D-5B6CC13E4C66}">
      <dgm:prSet/>
      <dgm:spPr/>
      <dgm:t>
        <a:bodyPr/>
        <a:lstStyle/>
        <a:p>
          <a:endParaRPr lang="en-US"/>
        </a:p>
      </dgm:t>
    </dgm:pt>
    <dgm:pt modelId="{6CE22A53-ED56-984A-B921-25816A24566B}">
      <dgm:prSet phldrT="[Text]"/>
      <dgm:spPr/>
      <dgm:t>
        <a:bodyPr/>
        <a:lstStyle/>
        <a:p>
          <a:r>
            <a:rPr lang="en-US" dirty="0"/>
            <a:t>Use the quadratic formula to determine the total time of flight</a:t>
          </a:r>
        </a:p>
      </dgm:t>
    </dgm:pt>
    <dgm:pt modelId="{9825A316-FD66-6C4F-8058-CE2EB41AE240}" type="parTrans" cxnId="{FF4BD762-23E8-4940-8F85-FF0B5739E36B}">
      <dgm:prSet/>
      <dgm:spPr/>
      <dgm:t>
        <a:bodyPr/>
        <a:lstStyle/>
        <a:p>
          <a:endParaRPr lang="en-US"/>
        </a:p>
      </dgm:t>
    </dgm:pt>
    <dgm:pt modelId="{7932762C-E271-F54B-B040-7E49CB452C97}" type="sibTrans" cxnId="{FF4BD762-23E8-4940-8F85-FF0B5739E36B}">
      <dgm:prSet/>
      <dgm:spPr/>
      <dgm:t>
        <a:bodyPr/>
        <a:lstStyle/>
        <a:p>
          <a:endParaRPr lang="en-US"/>
        </a:p>
      </dgm:t>
    </dgm:pt>
    <dgm:pt modelId="{F84C47EC-EE04-0246-9E40-60C702BD3B57}">
      <dgm:prSet phldrT="[Text]"/>
      <dgm:spPr/>
      <dgm:t>
        <a:bodyPr/>
        <a:lstStyle/>
        <a:p>
          <a:r>
            <a:rPr lang="en-US" dirty="0"/>
            <a:t>Create equally spaced time vector </a:t>
          </a:r>
        </a:p>
      </dgm:t>
    </dgm:pt>
    <dgm:pt modelId="{EF257B12-0F3F-3840-976E-D6A5171AADA0}" type="parTrans" cxnId="{BB4B4FC8-7265-BC48-B1C5-C548B63DF437}">
      <dgm:prSet/>
      <dgm:spPr/>
      <dgm:t>
        <a:bodyPr/>
        <a:lstStyle/>
        <a:p>
          <a:endParaRPr lang="en-US"/>
        </a:p>
      </dgm:t>
    </dgm:pt>
    <dgm:pt modelId="{66A14E79-9E33-FE42-BAA8-B0EA1907737C}" type="sibTrans" cxnId="{BB4B4FC8-7265-BC48-B1C5-C548B63DF437}">
      <dgm:prSet/>
      <dgm:spPr/>
      <dgm:t>
        <a:bodyPr/>
        <a:lstStyle/>
        <a:p>
          <a:endParaRPr lang="en-US"/>
        </a:p>
      </dgm:t>
    </dgm:pt>
    <dgm:pt modelId="{2CD21375-9C06-EC4F-9350-D07CB6B6BDFC}">
      <dgm:prSet phldrT="[Text]"/>
      <dgm:spPr/>
      <dgm:t>
        <a:bodyPr/>
        <a:lstStyle/>
        <a:p>
          <a:r>
            <a:rPr lang="en-US" dirty="0"/>
            <a:t>Use the final time to create this vector via the </a:t>
          </a:r>
          <a:r>
            <a:rPr lang="en-US" dirty="0">
              <a:latin typeface="Consolas" panose="020B0609020204030204" pitchFamily="49" charset="0"/>
              <a:cs typeface="Consolas" panose="020B0609020204030204" pitchFamily="49" charset="0"/>
            </a:rPr>
            <a:t>linspace</a:t>
          </a:r>
          <a:r>
            <a:rPr lang="en-US" dirty="0"/>
            <a:t> function</a:t>
          </a:r>
        </a:p>
      </dgm:t>
    </dgm:pt>
    <dgm:pt modelId="{6D75256E-87DF-AE4C-9372-2B7408EDA33E}" type="parTrans" cxnId="{7B8353EA-79F6-4C4A-A161-E470FCF47329}">
      <dgm:prSet/>
      <dgm:spPr/>
      <dgm:t>
        <a:bodyPr/>
        <a:lstStyle/>
        <a:p>
          <a:endParaRPr lang="en-US"/>
        </a:p>
      </dgm:t>
    </dgm:pt>
    <dgm:pt modelId="{36561107-247E-1D47-A7E5-234E8438E664}" type="sibTrans" cxnId="{7B8353EA-79F6-4C4A-A161-E470FCF47329}">
      <dgm:prSet/>
      <dgm:spPr/>
      <dgm:t>
        <a:bodyPr/>
        <a:lstStyle/>
        <a:p>
          <a:endParaRPr lang="en-US"/>
        </a:p>
      </dgm:t>
    </dgm:pt>
    <dgm:pt modelId="{97F726D5-4823-AB44-8ED4-905FB0648FF9}">
      <dgm:prSet phldrT="[Text]"/>
      <dgm:spPr/>
      <dgm:t>
        <a:bodyPr/>
        <a:lstStyle/>
        <a:p>
          <a:r>
            <a:rPr lang="en-US" dirty="0"/>
            <a:t>Define acceleration due to gravity</a:t>
          </a:r>
        </a:p>
      </dgm:t>
    </dgm:pt>
    <dgm:pt modelId="{5A390E35-84F6-3147-988F-B3F4F1058F68}" type="parTrans" cxnId="{95511FDE-743F-9A40-B629-40C297E2E695}">
      <dgm:prSet/>
      <dgm:spPr/>
      <dgm:t>
        <a:bodyPr/>
        <a:lstStyle/>
        <a:p>
          <a:endParaRPr lang="en-US"/>
        </a:p>
      </dgm:t>
    </dgm:pt>
    <dgm:pt modelId="{985A1A3D-7950-FB4F-BA62-D01A87E7CE3D}" type="sibTrans" cxnId="{95511FDE-743F-9A40-B629-40C297E2E695}">
      <dgm:prSet/>
      <dgm:spPr/>
      <dgm:t>
        <a:bodyPr/>
        <a:lstStyle/>
        <a:p>
          <a:endParaRPr lang="en-US"/>
        </a:p>
      </dgm:t>
    </dgm:pt>
    <dgm:pt modelId="{0454965A-8CEC-254A-8E00-28DF548D9BA5}">
      <dgm:prSet phldrT="[Text]"/>
      <dgm:spPr/>
      <dgm:t>
        <a:bodyPr/>
        <a:lstStyle/>
        <a:p>
          <a:r>
            <a:rPr lang="en-US" dirty="0"/>
            <a:t>Define initial velocity and angle (in degrees)</a:t>
          </a:r>
        </a:p>
      </dgm:t>
    </dgm:pt>
    <dgm:pt modelId="{FA6BAF5F-0F5C-A549-8427-5C2A5FB680E1}" type="parTrans" cxnId="{A70F09E7-2242-BA4E-BFC0-1C1F3EAD3898}">
      <dgm:prSet/>
      <dgm:spPr/>
      <dgm:t>
        <a:bodyPr/>
        <a:lstStyle/>
        <a:p>
          <a:endParaRPr lang="en-US"/>
        </a:p>
      </dgm:t>
    </dgm:pt>
    <dgm:pt modelId="{05403EC2-5875-A340-9FAE-748EE08AF2CE}" type="sibTrans" cxnId="{A70F09E7-2242-BA4E-BFC0-1C1F3EAD3898}">
      <dgm:prSet/>
      <dgm:spPr/>
      <dgm:t>
        <a:bodyPr/>
        <a:lstStyle/>
        <a:p>
          <a:endParaRPr lang="en-US"/>
        </a:p>
      </dgm:t>
    </dgm:pt>
    <dgm:pt modelId="{2ED9893B-AF08-094C-B7C2-178DC82009BB}">
      <dgm:prSet phldrT="[Text]"/>
      <dgm:spPr/>
      <dgm:t>
        <a:bodyPr/>
        <a:lstStyle/>
        <a:p>
          <a:r>
            <a:rPr lang="en-US" dirty="0"/>
            <a:t>Compute x and y position using kinematic equations</a:t>
          </a:r>
        </a:p>
      </dgm:t>
    </dgm:pt>
    <dgm:pt modelId="{73632FDB-0189-E345-AE8A-843E2115395B}" type="parTrans" cxnId="{17E185A2-43DC-4948-9382-B326D12A4CC2}">
      <dgm:prSet/>
      <dgm:spPr/>
      <dgm:t>
        <a:bodyPr/>
        <a:lstStyle/>
        <a:p>
          <a:endParaRPr lang="en-US"/>
        </a:p>
      </dgm:t>
    </dgm:pt>
    <dgm:pt modelId="{FCB712B2-FCEE-C145-AB37-7C80622C5DC5}" type="sibTrans" cxnId="{17E185A2-43DC-4948-9382-B326D12A4CC2}">
      <dgm:prSet/>
      <dgm:spPr/>
      <dgm:t>
        <a:bodyPr/>
        <a:lstStyle/>
        <a:p>
          <a:endParaRPr lang="en-US"/>
        </a:p>
      </dgm:t>
    </dgm:pt>
    <dgm:pt modelId="{79D6DA0D-AC44-4D46-99FB-4F5818DF50D6}">
      <dgm:prSet phldrT="[Text]"/>
      <dgm:spPr/>
      <dgm:t>
        <a:bodyPr/>
        <a:lstStyle/>
        <a:p>
          <a:r>
            <a:rPr lang="en-US" dirty="0"/>
            <a:t>Also compute the max range and max height</a:t>
          </a:r>
        </a:p>
      </dgm:t>
    </dgm:pt>
    <dgm:pt modelId="{C404813E-BE9F-D542-8E05-2A4410E6ED62}" type="parTrans" cxnId="{4754632E-3F2C-E245-8CDD-30CE50842ECA}">
      <dgm:prSet/>
      <dgm:spPr/>
      <dgm:t>
        <a:bodyPr/>
        <a:lstStyle/>
        <a:p>
          <a:endParaRPr lang="en-US"/>
        </a:p>
      </dgm:t>
    </dgm:pt>
    <dgm:pt modelId="{7C19FD09-0DCD-1D41-B3A3-088D7C2F9B3C}" type="sibTrans" cxnId="{4754632E-3F2C-E245-8CDD-30CE50842ECA}">
      <dgm:prSet/>
      <dgm:spPr/>
      <dgm:t>
        <a:bodyPr/>
        <a:lstStyle/>
        <a:p>
          <a:endParaRPr lang="en-US"/>
        </a:p>
      </dgm:t>
    </dgm:pt>
    <dgm:pt modelId="{0031A398-C740-AC40-A9DF-D90AC0AC0A7D}">
      <dgm:prSet phldrT="[Text]"/>
      <dgm:spPr/>
      <dgm:t>
        <a:bodyPr/>
        <a:lstStyle/>
        <a:p>
          <a:r>
            <a:rPr lang="en-US" dirty="0"/>
            <a:t>Visualize trajectory </a:t>
          </a:r>
        </a:p>
      </dgm:t>
    </dgm:pt>
    <dgm:pt modelId="{3EE08277-5F3E-DE4C-915D-D7D1A3749DC0}" type="parTrans" cxnId="{D18635F2-C343-0B4A-BA96-530E9655F821}">
      <dgm:prSet/>
      <dgm:spPr/>
      <dgm:t>
        <a:bodyPr/>
        <a:lstStyle/>
        <a:p>
          <a:endParaRPr lang="en-US"/>
        </a:p>
      </dgm:t>
    </dgm:pt>
    <dgm:pt modelId="{A1E09FCD-A8B2-234C-AB55-14B20FCF5395}" type="sibTrans" cxnId="{D18635F2-C343-0B4A-BA96-530E9655F821}">
      <dgm:prSet/>
      <dgm:spPr/>
      <dgm:t>
        <a:bodyPr/>
        <a:lstStyle/>
        <a:p>
          <a:endParaRPr lang="en-US"/>
        </a:p>
      </dgm:t>
    </dgm:pt>
    <dgm:pt modelId="{C99CE4EB-31AC-E14F-9891-55C39700B957}">
      <dgm:prSet phldrT="[Text]"/>
      <dgm:spPr/>
      <dgm:t>
        <a:bodyPr/>
        <a:lstStyle/>
        <a:p>
          <a:r>
            <a:rPr lang="en-US" dirty="0"/>
            <a:t>Graph x and y</a:t>
          </a:r>
        </a:p>
      </dgm:t>
    </dgm:pt>
    <dgm:pt modelId="{C3FFFD26-6F5B-9841-A5AC-B6785524E065}" type="parTrans" cxnId="{0A2EF9B2-16DF-8E45-B858-26B91E7C94AA}">
      <dgm:prSet/>
      <dgm:spPr/>
      <dgm:t>
        <a:bodyPr/>
        <a:lstStyle/>
        <a:p>
          <a:endParaRPr lang="en-US"/>
        </a:p>
      </dgm:t>
    </dgm:pt>
    <dgm:pt modelId="{A8D5F7CC-BE5E-6F44-9D59-A1F2E7033DB2}" type="sibTrans" cxnId="{0A2EF9B2-16DF-8E45-B858-26B91E7C94AA}">
      <dgm:prSet/>
      <dgm:spPr/>
      <dgm:t>
        <a:bodyPr/>
        <a:lstStyle/>
        <a:p>
          <a:endParaRPr lang="en-US"/>
        </a:p>
      </dgm:t>
    </dgm:pt>
    <dgm:pt modelId="{2B0F5D4B-242F-0444-999C-5B3D1C0DDB41}">
      <dgm:prSet phldrT="[Text]"/>
      <dgm:spPr/>
      <dgm:t>
        <a:bodyPr/>
        <a:lstStyle/>
        <a:p>
          <a:r>
            <a:rPr lang="en-US" dirty="0"/>
            <a:t>Annotate plot (axis labels, grid, etc.)</a:t>
          </a:r>
        </a:p>
      </dgm:t>
    </dgm:pt>
    <dgm:pt modelId="{85E495A2-DCF5-C442-A64C-475BA9E1DA2F}" type="parTrans" cxnId="{35CC1A6C-4F28-3B48-8C42-1C473D949DE9}">
      <dgm:prSet/>
      <dgm:spPr/>
      <dgm:t>
        <a:bodyPr/>
        <a:lstStyle/>
        <a:p>
          <a:endParaRPr lang="en-US"/>
        </a:p>
      </dgm:t>
    </dgm:pt>
    <dgm:pt modelId="{7D564D30-9571-8C4A-AC1D-8FAC039DF59C}" type="sibTrans" cxnId="{35CC1A6C-4F28-3B48-8C42-1C473D949DE9}">
      <dgm:prSet/>
      <dgm:spPr/>
      <dgm:t>
        <a:bodyPr/>
        <a:lstStyle/>
        <a:p>
          <a:endParaRPr lang="en-US"/>
        </a:p>
      </dgm:t>
    </dgm:pt>
    <dgm:pt modelId="{FA13FBDC-DFF4-004D-9E99-A851202F40D2}" type="pres">
      <dgm:prSet presAssocID="{10636070-3825-2B44-BF93-0058A892E5FF}" presName="diagram" presStyleCnt="0">
        <dgm:presLayoutVars>
          <dgm:dir/>
          <dgm:resizeHandles val="exact"/>
        </dgm:presLayoutVars>
      </dgm:prSet>
      <dgm:spPr/>
    </dgm:pt>
    <dgm:pt modelId="{36B080B4-1429-E444-9589-C61E5D960E67}" type="pres">
      <dgm:prSet presAssocID="{20B02C93-F0A7-7B42-BB15-FE29A7F308F9}" presName="node" presStyleLbl="node1" presStyleIdx="0" presStyleCnt="5">
        <dgm:presLayoutVars>
          <dgm:bulletEnabled val="1"/>
        </dgm:presLayoutVars>
      </dgm:prSet>
      <dgm:spPr/>
    </dgm:pt>
    <dgm:pt modelId="{9889FEC1-5F31-8E41-9789-4478295DBADD}" type="pres">
      <dgm:prSet presAssocID="{8A4BEA38-B7EE-384B-A53C-1FFF1F640503}" presName="sibTrans" presStyleLbl="sibTrans2D1" presStyleIdx="0" presStyleCnt="4"/>
      <dgm:spPr/>
    </dgm:pt>
    <dgm:pt modelId="{65A14E4C-DA45-3140-A2A2-6B9FF61EBFE0}" type="pres">
      <dgm:prSet presAssocID="{8A4BEA38-B7EE-384B-A53C-1FFF1F640503}" presName="connectorText" presStyleLbl="sibTrans2D1" presStyleIdx="0" presStyleCnt="4"/>
      <dgm:spPr/>
    </dgm:pt>
    <dgm:pt modelId="{BD20B564-865D-7647-94CC-E43524A4DF84}" type="pres">
      <dgm:prSet presAssocID="{AF479633-1372-A344-86F9-888A097F0AAC}" presName="node" presStyleLbl="node1" presStyleIdx="1" presStyleCnt="5">
        <dgm:presLayoutVars>
          <dgm:bulletEnabled val="1"/>
        </dgm:presLayoutVars>
      </dgm:prSet>
      <dgm:spPr/>
    </dgm:pt>
    <dgm:pt modelId="{6D6958CA-6566-084D-9B9A-D99A39B901E9}" type="pres">
      <dgm:prSet presAssocID="{D9FA85D3-6858-E842-B9C3-8C4FD03A08EC}" presName="sibTrans" presStyleLbl="sibTrans2D1" presStyleIdx="1" presStyleCnt="4"/>
      <dgm:spPr/>
    </dgm:pt>
    <dgm:pt modelId="{036BE0C9-12AA-5B42-9003-E948F11222F3}" type="pres">
      <dgm:prSet presAssocID="{D9FA85D3-6858-E842-B9C3-8C4FD03A08EC}" presName="connectorText" presStyleLbl="sibTrans2D1" presStyleIdx="1" presStyleCnt="4"/>
      <dgm:spPr/>
    </dgm:pt>
    <dgm:pt modelId="{2576DB42-5D3A-5A4C-99E4-275E1822855B}" type="pres">
      <dgm:prSet presAssocID="{F84C47EC-EE04-0246-9E40-60C702BD3B57}" presName="node" presStyleLbl="node1" presStyleIdx="2" presStyleCnt="5">
        <dgm:presLayoutVars>
          <dgm:bulletEnabled val="1"/>
        </dgm:presLayoutVars>
      </dgm:prSet>
      <dgm:spPr/>
    </dgm:pt>
    <dgm:pt modelId="{EC12C181-FEED-4F4B-9E5B-93349E42B088}" type="pres">
      <dgm:prSet presAssocID="{66A14E79-9E33-FE42-BAA8-B0EA1907737C}" presName="sibTrans" presStyleLbl="sibTrans2D1" presStyleIdx="2" presStyleCnt="4"/>
      <dgm:spPr/>
    </dgm:pt>
    <dgm:pt modelId="{970854A1-9C0C-B845-AFB5-B15ECF2E8BBE}" type="pres">
      <dgm:prSet presAssocID="{66A14E79-9E33-FE42-BAA8-B0EA1907737C}" presName="connectorText" presStyleLbl="sibTrans2D1" presStyleIdx="2" presStyleCnt="4"/>
      <dgm:spPr/>
    </dgm:pt>
    <dgm:pt modelId="{D46A15D9-A036-5A47-AB53-FBDD8DE833AC}" type="pres">
      <dgm:prSet presAssocID="{2ED9893B-AF08-094C-B7C2-178DC82009BB}" presName="node" presStyleLbl="node1" presStyleIdx="3" presStyleCnt="5">
        <dgm:presLayoutVars>
          <dgm:bulletEnabled val="1"/>
        </dgm:presLayoutVars>
      </dgm:prSet>
      <dgm:spPr/>
    </dgm:pt>
    <dgm:pt modelId="{C1F81E92-2552-6D4D-95A8-B875A4743230}" type="pres">
      <dgm:prSet presAssocID="{FCB712B2-FCEE-C145-AB37-7C80622C5DC5}" presName="sibTrans" presStyleLbl="sibTrans2D1" presStyleIdx="3" presStyleCnt="4"/>
      <dgm:spPr/>
    </dgm:pt>
    <dgm:pt modelId="{63CD9985-0093-F444-8E5D-635F1C467F95}" type="pres">
      <dgm:prSet presAssocID="{FCB712B2-FCEE-C145-AB37-7C80622C5DC5}" presName="connectorText" presStyleLbl="sibTrans2D1" presStyleIdx="3" presStyleCnt="4"/>
      <dgm:spPr/>
    </dgm:pt>
    <dgm:pt modelId="{9A77AA1C-D40F-ED44-B185-D06219A50D2F}" type="pres">
      <dgm:prSet presAssocID="{0031A398-C740-AC40-A9DF-D90AC0AC0A7D}" presName="node" presStyleLbl="node1" presStyleIdx="4" presStyleCnt="5">
        <dgm:presLayoutVars>
          <dgm:bulletEnabled val="1"/>
        </dgm:presLayoutVars>
      </dgm:prSet>
      <dgm:spPr/>
    </dgm:pt>
  </dgm:ptLst>
  <dgm:cxnLst>
    <dgm:cxn modelId="{CF16E212-A3CE-4B4E-8833-FA8E8F325856}" type="presOf" srcId="{FCB712B2-FCEE-C145-AB37-7C80622C5DC5}" destId="{63CD9985-0093-F444-8E5D-635F1C467F95}" srcOrd="1" destOrd="0" presId="urn:microsoft.com/office/officeart/2005/8/layout/process5"/>
    <dgm:cxn modelId="{E3797B21-2CFF-A74A-B834-4878587F7969}" type="presOf" srcId="{D9FA85D3-6858-E842-B9C3-8C4FD03A08EC}" destId="{6D6958CA-6566-084D-9B9A-D99A39B901E9}" srcOrd="0" destOrd="0" presId="urn:microsoft.com/office/officeart/2005/8/layout/process5"/>
    <dgm:cxn modelId="{6D0B1122-E729-D945-8D9B-9399A1CE1591}" type="presOf" srcId="{6CE22A53-ED56-984A-B921-25816A24566B}" destId="{BD20B564-865D-7647-94CC-E43524A4DF84}" srcOrd="0" destOrd="1" presId="urn:microsoft.com/office/officeart/2005/8/layout/process5"/>
    <dgm:cxn modelId="{29636B26-9EC3-1A4A-BA2A-12BA164D83BC}" srcId="{20B02C93-F0A7-7B42-BB15-FE29A7F308F9}" destId="{4F3E244A-0D93-A84B-8FE5-FE9F0462AEA9}" srcOrd="0" destOrd="0" parTransId="{1C43B00E-FE74-8C4F-B4F5-04082402AD38}" sibTransId="{1C5C5693-B969-EB44-9D91-87DB898C430F}"/>
    <dgm:cxn modelId="{55854F29-C7F1-1943-93CE-D62AD933617B}" type="presOf" srcId="{8A4BEA38-B7EE-384B-A53C-1FFF1F640503}" destId="{65A14E4C-DA45-3140-A2A2-6B9FF61EBFE0}" srcOrd="1" destOrd="0" presId="urn:microsoft.com/office/officeart/2005/8/layout/process5"/>
    <dgm:cxn modelId="{2048192B-5A66-574B-A5CA-B5CD537F2870}" type="presOf" srcId="{2CD21375-9C06-EC4F-9350-D07CB6B6BDFC}" destId="{2576DB42-5D3A-5A4C-99E4-275E1822855B}" srcOrd="0" destOrd="1" presId="urn:microsoft.com/office/officeart/2005/8/layout/process5"/>
    <dgm:cxn modelId="{4754632E-3F2C-E245-8CDD-30CE50842ECA}" srcId="{2ED9893B-AF08-094C-B7C2-178DC82009BB}" destId="{79D6DA0D-AC44-4D46-99FB-4F5818DF50D6}" srcOrd="0" destOrd="0" parTransId="{C404813E-BE9F-D542-8E05-2A4410E6ED62}" sibTransId="{7C19FD09-0DCD-1D41-B3A3-088D7C2F9B3C}"/>
    <dgm:cxn modelId="{79CACD3E-B146-FD44-AB7E-895C4923D3E7}" type="presOf" srcId="{0454965A-8CEC-254A-8E00-28DF548D9BA5}" destId="{36B080B4-1429-E444-9589-C61E5D960E67}" srcOrd="0" destOrd="3" presId="urn:microsoft.com/office/officeart/2005/8/layout/process5"/>
    <dgm:cxn modelId="{F8B94760-BEC7-3A44-959D-BE28D94D6987}" type="presOf" srcId="{4F3E244A-0D93-A84B-8FE5-FE9F0462AEA9}" destId="{36B080B4-1429-E444-9589-C61E5D960E67}" srcOrd="0" destOrd="1" presId="urn:microsoft.com/office/officeart/2005/8/layout/process5"/>
    <dgm:cxn modelId="{FF4BD762-23E8-4940-8F85-FF0B5739E36B}" srcId="{AF479633-1372-A344-86F9-888A097F0AAC}" destId="{6CE22A53-ED56-984A-B921-25816A24566B}" srcOrd="0" destOrd="0" parTransId="{9825A316-FD66-6C4F-8058-CE2EB41AE240}" sibTransId="{7932762C-E271-F54B-B040-7E49CB452C97}"/>
    <dgm:cxn modelId="{22EBE942-F3F8-7B40-B2CB-36530BCA03C8}" srcId="{10636070-3825-2B44-BF93-0058A892E5FF}" destId="{20B02C93-F0A7-7B42-BB15-FE29A7F308F9}" srcOrd="0" destOrd="0" parTransId="{CCEEF430-367F-B14B-8CDB-CE33070E67CA}" sibTransId="{8A4BEA38-B7EE-384B-A53C-1FFF1F640503}"/>
    <dgm:cxn modelId="{9D85EF64-925A-EB4B-B920-DFB24E931C5C}" type="presOf" srcId="{8A4BEA38-B7EE-384B-A53C-1FFF1F640503}" destId="{9889FEC1-5F31-8E41-9789-4478295DBADD}" srcOrd="0" destOrd="0" presId="urn:microsoft.com/office/officeart/2005/8/layout/process5"/>
    <dgm:cxn modelId="{35CC1A6C-4F28-3B48-8C42-1C473D949DE9}" srcId="{0031A398-C740-AC40-A9DF-D90AC0AC0A7D}" destId="{2B0F5D4B-242F-0444-999C-5B3D1C0DDB41}" srcOrd="1" destOrd="0" parTransId="{85E495A2-DCF5-C442-A64C-475BA9E1DA2F}" sibTransId="{7D564D30-9571-8C4A-AC1D-8FAC039DF59C}"/>
    <dgm:cxn modelId="{D6BE1771-1826-6E4E-90D3-FCEE81A35013}" type="presOf" srcId="{66A14E79-9E33-FE42-BAA8-B0EA1907737C}" destId="{970854A1-9C0C-B845-AFB5-B15ECF2E8BBE}" srcOrd="1" destOrd="0" presId="urn:microsoft.com/office/officeart/2005/8/layout/process5"/>
    <dgm:cxn modelId="{1C79D759-039B-C64F-A33B-C889DE430D05}" type="presOf" srcId="{79D6DA0D-AC44-4D46-99FB-4F5818DF50D6}" destId="{D46A15D9-A036-5A47-AB53-FBDD8DE833AC}" srcOrd="0" destOrd="1" presId="urn:microsoft.com/office/officeart/2005/8/layout/process5"/>
    <dgm:cxn modelId="{43648D8E-3DAB-B34A-B16A-6A44604872F4}" type="presOf" srcId="{F84C47EC-EE04-0246-9E40-60C702BD3B57}" destId="{2576DB42-5D3A-5A4C-99E4-275E1822855B}" srcOrd="0" destOrd="0" presId="urn:microsoft.com/office/officeart/2005/8/layout/process5"/>
    <dgm:cxn modelId="{B6860196-3AA8-0F4C-889A-20E397AAB778}" type="presOf" srcId="{FCB712B2-FCEE-C145-AB37-7C80622C5DC5}" destId="{C1F81E92-2552-6D4D-95A8-B875A4743230}" srcOrd="0" destOrd="0" presId="urn:microsoft.com/office/officeart/2005/8/layout/process5"/>
    <dgm:cxn modelId="{1BDAB29C-9AB5-1E44-880D-5B6CC13E4C66}" srcId="{10636070-3825-2B44-BF93-0058A892E5FF}" destId="{AF479633-1372-A344-86F9-888A097F0AAC}" srcOrd="1" destOrd="0" parTransId="{EA4B708D-EAC0-4541-9F9F-9DF43114BCB6}" sibTransId="{D9FA85D3-6858-E842-B9C3-8C4FD03A08EC}"/>
    <dgm:cxn modelId="{17E185A2-43DC-4948-9382-B326D12A4CC2}" srcId="{10636070-3825-2B44-BF93-0058A892E5FF}" destId="{2ED9893B-AF08-094C-B7C2-178DC82009BB}" srcOrd="3" destOrd="0" parTransId="{73632FDB-0189-E345-AE8A-843E2115395B}" sibTransId="{FCB712B2-FCEE-C145-AB37-7C80622C5DC5}"/>
    <dgm:cxn modelId="{C2BBEAA9-8EF4-CD4A-BC57-58FD3536204D}" type="presOf" srcId="{2ED9893B-AF08-094C-B7C2-178DC82009BB}" destId="{D46A15D9-A036-5A47-AB53-FBDD8DE833AC}" srcOrd="0" destOrd="0" presId="urn:microsoft.com/office/officeart/2005/8/layout/process5"/>
    <dgm:cxn modelId="{0A2EF9B2-16DF-8E45-B858-26B91E7C94AA}" srcId="{0031A398-C740-AC40-A9DF-D90AC0AC0A7D}" destId="{C99CE4EB-31AC-E14F-9891-55C39700B957}" srcOrd="0" destOrd="0" parTransId="{C3FFFD26-6F5B-9841-A5AC-B6785524E065}" sibTransId="{A8D5F7CC-BE5E-6F44-9D59-A1F2E7033DB2}"/>
    <dgm:cxn modelId="{3ED297B3-F157-424C-A479-686E9410294D}" type="presOf" srcId="{C99CE4EB-31AC-E14F-9891-55C39700B957}" destId="{9A77AA1C-D40F-ED44-B185-D06219A50D2F}" srcOrd="0" destOrd="1" presId="urn:microsoft.com/office/officeart/2005/8/layout/process5"/>
    <dgm:cxn modelId="{DAE358B8-6A2F-8B4D-85E4-65B73B28081F}" type="presOf" srcId="{10636070-3825-2B44-BF93-0058A892E5FF}" destId="{FA13FBDC-DFF4-004D-9E99-A851202F40D2}" srcOrd="0" destOrd="0" presId="urn:microsoft.com/office/officeart/2005/8/layout/process5"/>
    <dgm:cxn modelId="{D26BB8BE-BEC1-F444-AB3C-BEE17A18BEAB}" type="presOf" srcId="{AF479633-1372-A344-86F9-888A097F0AAC}" destId="{BD20B564-865D-7647-94CC-E43524A4DF84}" srcOrd="0" destOrd="0" presId="urn:microsoft.com/office/officeart/2005/8/layout/process5"/>
    <dgm:cxn modelId="{BB4B4FC8-7265-BC48-B1C5-C548B63DF437}" srcId="{10636070-3825-2B44-BF93-0058A892E5FF}" destId="{F84C47EC-EE04-0246-9E40-60C702BD3B57}" srcOrd="2" destOrd="0" parTransId="{EF257B12-0F3F-3840-976E-D6A5171AADA0}" sibTransId="{66A14E79-9E33-FE42-BAA8-B0EA1907737C}"/>
    <dgm:cxn modelId="{D521AFCE-BCCF-F44B-B6BC-2780D4E4C8EA}" type="presOf" srcId="{D9FA85D3-6858-E842-B9C3-8C4FD03A08EC}" destId="{036BE0C9-12AA-5B42-9003-E948F11222F3}" srcOrd="1" destOrd="0" presId="urn:microsoft.com/office/officeart/2005/8/layout/process5"/>
    <dgm:cxn modelId="{A08611D8-2691-104D-81B1-2D67CAD33203}" type="presOf" srcId="{0031A398-C740-AC40-A9DF-D90AC0AC0A7D}" destId="{9A77AA1C-D40F-ED44-B185-D06219A50D2F}" srcOrd="0" destOrd="0" presId="urn:microsoft.com/office/officeart/2005/8/layout/process5"/>
    <dgm:cxn modelId="{CB99EBD8-960E-E244-B9DF-F710872EE831}" type="presOf" srcId="{2B0F5D4B-242F-0444-999C-5B3D1C0DDB41}" destId="{9A77AA1C-D40F-ED44-B185-D06219A50D2F}" srcOrd="0" destOrd="2" presId="urn:microsoft.com/office/officeart/2005/8/layout/process5"/>
    <dgm:cxn modelId="{67D68ADA-E260-2F44-8A96-6075E5105E3C}" type="presOf" srcId="{97F726D5-4823-AB44-8ED4-905FB0648FF9}" destId="{36B080B4-1429-E444-9589-C61E5D960E67}" srcOrd="0" destOrd="2" presId="urn:microsoft.com/office/officeart/2005/8/layout/process5"/>
    <dgm:cxn modelId="{95511FDE-743F-9A40-B629-40C297E2E695}" srcId="{20B02C93-F0A7-7B42-BB15-FE29A7F308F9}" destId="{97F726D5-4823-AB44-8ED4-905FB0648FF9}" srcOrd="1" destOrd="0" parTransId="{5A390E35-84F6-3147-988F-B3F4F1058F68}" sibTransId="{985A1A3D-7950-FB4F-BA62-D01A87E7CE3D}"/>
    <dgm:cxn modelId="{A70F09E7-2242-BA4E-BFC0-1C1F3EAD3898}" srcId="{20B02C93-F0A7-7B42-BB15-FE29A7F308F9}" destId="{0454965A-8CEC-254A-8E00-28DF548D9BA5}" srcOrd="2" destOrd="0" parTransId="{FA6BAF5F-0F5C-A549-8427-5C2A5FB680E1}" sibTransId="{05403EC2-5875-A340-9FAE-748EE08AF2CE}"/>
    <dgm:cxn modelId="{7B8353EA-79F6-4C4A-A161-E470FCF47329}" srcId="{F84C47EC-EE04-0246-9E40-60C702BD3B57}" destId="{2CD21375-9C06-EC4F-9350-D07CB6B6BDFC}" srcOrd="0" destOrd="0" parTransId="{6D75256E-87DF-AE4C-9372-2B7408EDA33E}" sibTransId="{36561107-247E-1D47-A7E5-234E8438E664}"/>
    <dgm:cxn modelId="{D18635F2-C343-0B4A-BA96-530E9655F821}" srcId="{10636070-3825-2B44-BF93-0058A892E5FF}" destId="{0031A398-C740-AC40-A9DF-D90AC0AC0A7D}" srcOrd="4" destOrd="0" parTransId="{3EE08277-5F3E-DE4C-915D-D7D1A3749DC0}" sibTransId="{A1E09FCD-A8B2-234C-AB55-14B20FCF5395}"/>
    <dgm:cxn modelId="{E41A6BF8-C372-4B4A-970B-29EDC9A0B748}" type="presOf" srcId="{66A14E79-9E33-FE42-BAA8-B0EA1907737C}" destId="{EC12C181-FEED-4F4B-9E5B-93349E42B088}" srcOrd="0" destOrd="0" presId="urn:microsoft.com/office/officeart/2005/8/layout/process5"/>
    <dgm:cxn modelId="{F06269FA-E740-A844-98A2-CEFB113874E6}" type="presOf" srcId="{20B02C93-F0A7-7B42-BB15-FE29A7F308F9}" destId="{36B080B4-1429-E444-9589-C61E5D960E67}" srcOrd="0" destOrd="0" presId="urn:microsoft.com/office/officeart/2005/8/layout/process5"/>
    <dgm:cxn modelId="{175B292E-535B-F240-A3EA-B7F6E28DFBBB}" type="presParOf" srcId="{FA13FBDC-DFF4-004D-9E99-A851202F40D2}" destId="{36B080B4-1429-E444-9589-C61E5D960E67}" srcOrd="0" destOrd="0" presId="urn:microsoft.com/office/officeart/2005/8/layout/process5"/>
    <dgm:cxn modelId="{1F1E55B1-C72F-024A-BD98-1736D69F03A0}" type="presParOf" srcId="{FA13FBDC-DFF4-004D-9E99-A851202F40D2}" destId="{9889FEC1-5F31-8E41-9789-4478295DBADD}" srcOrd="1" destOrd="0" presId="urn:microsoft.com/office/officeart/2005/8/layout/process5"/>
    <dgm:cxn modelId="{FCB5AEA9-CCBD-2941-BB77-D550F02290BC}" type="presParOf" srcId="{9889FEC1-5F31-8E41-9789-4478295DBADD}" destId="{65A14E4C-DA45-3140-A2A2-6B9FF61EBFE0}" srcOrd="0" destOrd="0" presId="urn:microsoft.com/office/officeart/2005/8/layout/process5"/>
    <dgm:cxn modelId="{169D2AF9-9C2F-4B4B-8BD2-19471C1C437B}" type="presParOf" srcId="{FA13FBDC-DFF4-004D-9E99-A851202F40D2}" destId="{BD20B564-865D-7647-94CC-E43524A4DF84}" srcOrd="2" destOrd="0" presId="urn:microsoft.com/office/officeart/2005/8/layout/process5"/>
    <dgm:cxn modelId="{3AF56512-D4E9-834D-BEC8-E8A16C2B89F8}" type="presParOf" srcId="{FA13FBDC-DFF4-004D-9E99-A851202F40D2}" destId="{6D6958CA-6566-084D-9B9A-D99A39B901E9}" srcOrd="3" destOrd="0" presId="urn:microsoft.com/office/officeart/2005/8/layout/process5"/>
    <dgm:cxn modelId="{31BF4D19-7ACF-9F4B-83BB-02DCD3C49D14}" type="presParOf" srcId="{6D6958CA-6566-084D-9B9A-D99A39B901E9}" destId="{036BE0C9-12AA-5B42-9003-E948F11222F3}" srcOrd="0" destOrd="0" presId="urn:microsoft.com/office/officeart/2005/8/layout/process5"/>
    <dgm:cxn modelId="{E22D44EA-88AB-E249-8D93-FFFBFB219A56}" type="presParOf" srcId="{FA13FBDC-DFF4-004D-9E99-A851202F40D2}" destId="{2576DB42-5D3A-5A4C-99E4-275E1822855B}" srcOrd="4" destOrd="0" presId="urn:microsoft.com/office/officeart/2005/8/layout/process5"/>
    <dgm:cxn modelId="{37B2E6D8-8FF2-DF46-ABC6-4006BA50FE68}" type="presParOf" srcId="{FA13FBDC-DFF4-004D-9E99-A851202F40D2}" destId="{EC12C181-FEED-4F4B-9E5B-93349E42B088}" srcOrd="5" destOrd="0" presId="urn:microsoft.com/office/officeart/2005/8/layout/process5"/>
    <dgm:cxn modelId="{DDBFBA8A-59EE-7949-A222-65855D90A7CF}" type="presParOf" srcId="{EC12C181-FEED-4F4B-9E5B-93349E42B088}" destId="{970854A1-9C0C-B845-AFB5-B15ECF2E8BBE}" srcOrd="0" destOrd="0" presId="urn:microsoft.com/office/officeart/2005/8/layout/process5"/>
    <dgm:cxn modelId="{8B6469FC-B826-BF46-98EC-4D1EA2CD51F2}" type="presParOf" srcId="{FA13FBDC-DFF4-004D-9E99-A851202F40D2}" destId="{D46A15D9-A036-5A47-AB53-FBDD8DE833AC}" srcOrd="6" destOrd="0" presId="urn:microsoft.com/office/officeart/2005/8/layout/process5"/>
    <dgm:cxn modelId="{64BC7516-5218-C944-BCDB-FF83903755ED}" type="presParOf" srcId="{FA13FBDC-DFF4-004D-9E99-A851202F40D2}" destId="{C1F81E92-2552-6D4D-95A8-B875A4743230}" srcOrd="7" destOrd="0" presId="urn:microsoft.com/office/officeart/2005/8/layout/process5"/>
    <dgm:cxn modelId="{79C5CCC5-5141-0B4B-BF58-BE7B929B93E3}" type="presParOf" srcId="{C1F81E92-2552-6D4D-95A8-B875A4743230}" destId="{63CD9985-0093-F444-8E5D-635F1C467F95}" srcOrd="0" destOrd="0" presId="urn:microsoft.com/office/officeart/2005/8/layout/process5"/>
    <dgm:cxn modelId="{4B112F20-2C90-CE48-971A-40F6ABEFE10D}" type="presParOf" srcId="{FA13FBDC-DFF4-004D-9E99-A851202F40D2}" destId="{9A77AA1C-D40F-ED44-B185-D06219A50D2F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636070-3825-2B44-BF93-0058A892E5FF}" type="doc">
      <dgm:prSet loTypeId="urn:microsoft.com/office/officeart/2005/8/layout/process5" loCatId="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0B02C93-F0A7-7B42-BB15-FE29A7F308F9}">
      <dgm:prSet phldrT="[Text]"/>
      <dgm:spPr/>
      <dgm:t>
        <a:bodyPr/>
        <a:lstStyle/>
        <a:p>
          <a:r>
            <a:rPr lang="en-US" dirty="0"/>
            <a:t>Initialize Variables</a:t>
          </a:r>
        </a:p>
      </dgm:t>
    </dgm:pt>
    <dgm:pt modelId="{CCEEF430-367F-B14B-8CDB-CE33070E67CA}" type="parTrans" cxnId="{22EBE942-F3F8-7B40-B2CB-36530BCA03C8}">
      <dgm:prSet/>
      <dgm:spPr/>
      <dgm:t>
        <a:bodyPr/>
        <a:lstStyle/>
        <a:p>
          <a:endParaRPr lang="en-US"/>
        </a:p>
      </dgm:t>
    </dgm:pt>
    <dgm:pt modelId="{8A4BEA38-B7EE-384B-A53C-1FFF1F640503}" type="sibTrans" cxnId="{22EBE942-F3F8-7B40-B2CB-36530BCA03C8}">
      <dgm:prSet/>
      <dgm:spPr/>
      <dgm:t>
        <a:bodyPr/>
        <a:lstStyle/>
        <a:p>
          <a:endParaRPr lang="en-US"/>
        </a:p>
      </dgm:t>
    </dgm:pt>
    <dgm:pt modelId="{AF479633-1372-A344-86F9-888A097F0AAC}">
      <dgm:prSet phldrT="[Text]"/>
      <dgm:spPr/>
      <dgm:t>
        <a:bodyPr/>
        <a:lstStyle/>
        <a:p>
          <a:r>
            <a:rPr lang="en-US" dirty="0"/>
            <a:t>Create a vector of angles</a:t>
          </a:r>
        </a:p>
      </dgm:t>
    </dgm:pt>
    <dgm:pt modelId="{EA4B708D-EAC0-4541-9F9F-9DF43114BCB6}" type="parTrans" cxnId="{1BDAB29C-9AB5-1E44-880D-5B6CC13E4C66}">
      <dgm:prSet/>
      <dgm:spPr/>
      <dgm:t>
        <a:bodyPr/>
        <a:lstStyle/>
        <a:p>
          <a:endParaRPr lang="en-US"/>
        </a:p>
      </dgm:t>
    </dgm:pt>
    <dgm:pt modelId="{D9FA85D3-6858-E842-B9C3-8C4FD03A08EC}" type="sibTrans" cxnId="{1BDAB29C-9AB5-1E44-880D-5B6CC13E4C66}">
      <dgm:prSet/>
      <dgm:spPr/>
      <dgm:t>
        <a:bodyPr/>
        <a:lstStyle/>
        <a:p>
          <a:endParaRPr lang="en-US"/>
        </a:p>
      </dgm:t>
    </dgm:pt>
    <dgm:pt modelId="{F84C47EC-EE04-0246-9E40-60C702BD3B57}">
      <dgm:prSet phldrT="[Text]"/>
      <dgm:spPr/>
      <dgm:t>
        <a:bodyPr/>
        <a:lstStyle/>
        <a:p>
          <a:r>
            <a:rPr lang="en-US" dirty="0"/>
            <a:t>Create a figure</a:t>
          </a:r>
        </a:p>
      </dgm:t>
    </dgm:pt>
    <dgm:pt modelId="{EF257B12-0F3F-3840-976E-D6A5171AADA0}" type="parTrans" cxnId="{BB4B4FC8-7265-BC48-B1C5-C548B63DF437}">
      <dgm:prSet/>
      <dgm:spPr/>
      <dgm:t>
        <a:bodyPr/>
        <a:lstStyle/>
        <a:p>
          <a:endParaRPr lang="en-US"/>
        </a:p>
      </dgm:t>
    </dgm:pt>
    <dgm:pt modelId="{66A14E79-9E33-FE42-BAA8-B0EA1907737C}" type="sibTrans" cxnId="{BB4B4FC8-7265-BC48-B1C5-C548B63DF437}">
      <dgm:prSet/>
      <dgm:spPr/>
      <dgm:t>
        <a:bodyPr/>
        <a:lstStyle/>
        <a:p>
          <a:endParaRPr lang="en-US"/>
        </a:p>
      </dgm:t>
    </dgm:pt>
    <dgm:pt modelId="{2CD21375-9C06-EC4F-9350-D07CB6B6BDFC}">
      <dgm:prSet phldrT="[Text]"/>
      <dgm:spPr/>
      <dgm:t>
        <a:bodyPr/>
        <a:lstStyle/>
        <a:p>
          <a:r>
            <a:rPr lang="en-US" dirty="0"/>
            <a:t>Use the figure function</a:t>
          </a:r>
        </a:p>
      </dgm:t>
    </dgm:pt>
    <dgm:pt modelId="{6D75256E-87DF-AE4C-9372-2B7408EDA33E}" type="parTrans" cxnId="{7B8353EA-79F6-4C4A-A161-E470FCF47329}">
      <dgm:prSet/>
      <dgm:spPr/>
      <dgm:t>
        <a:bodyPr/>
        <a:lstStyle/>
        <a:p>
          <a:endParaRPr lang="en-US"/>
        </a:p>
      </dgm:t>
    </dgm:pt>
    <dgm:pt modelId="{36561107-247E-1D47-A7E5-234E8438E664}" type="sibTrans" cxnId="{7B8353EA-79F6-4C4A-A161-E470FCF47329}">
      <dgm:prSet/>
      <dgm:spPr/>
      <dgm:t>
        <a:bodyPr/>
        <a:lstStyle/>
        <a:p>
          <a:endParaRPr lang="en-US"/>
        </a:p>
      </dgm:t>
    </dgm:pt>
    <dgm:pt modelId="{97F726D5-4823-AB44-8ED4-905FB0648FF9}">
      <dgm:prSet phldrT="[Text]"/>
      <dgm:spPr/>
      <dgm:t>
        <a:bodyPr/>
        <a:lstStyle/>
        <a:p>
          <a:r>
            <a:rPr lang="en-US" dirty="0"/>
            <a:t>Define acceleration due to gravity</a:t>
          </a:r>
        </a:p>
      </dgm:t>
    </dgm:pt>
    <dgm:pt modelId="{5A390E35-84F6-3147-988F-B3F4F1058F68}" type="parTrans" cxnId="{95511FDE-743F-9A40-B629-40C297E2E695}">
      <dgm:prSet/>
      <dgm:spPr/>
      <dgm:t>
        <a:bodyPr/>
        <a:lstStyle/>
        <a:p>
          <a:endParaRPr lang="en-US"/>
        </a:p>
      </dgm:t>
    </dgm:pt>
    <dgm:pt modelId="{985A1A3D-7950-FB4F-BA62-D01A87E7CE3D}" type="sibTrans" cxnId="{95511FDE-743F-9A40-B629-40C297E2E695}">
      <dgm:prSet/>
      <dgm:spPr/>
      <dgm:t>
        <a:bodyPr/>
        <a:lstStyle/>
        <a:p>
          <a:endParaRPr lang="en-US"/>
        </a:p>
      </dgm:t>
    </dgm:pt>
    <dgm:pt modelId="{0454965A-8CEC-254A-8E00-28DF548D9BA5}">
      <dgm:prSet phldrT="[Text]"/>
      <dgm:spPr/>
      <dgm:t>
        <a:bodyPr/>
        <a:lstStyle/>
        <a:p>
          <a:r>
            <a:rPr lang="en-US" dirty="0"/>
            <a:t>Define initial velocity</a:t>
          </a:r>
        </a:p>
      </dgm:t>
    </dgm:pt>
    <dgm:pt modelId="{FA6BAF5F-0F5C-A549-8427-5C2A5FB680E1}" type="parTrans" cxnId="{A70F09E7-2242-BA4E-BFC0-1C1F3EAD3898}">
      <dgm:prSet/>
      <dgm:spPr/>
      <dgm:t>
        <a:bodyPr/>
        <a:lstStyle/>
        <a:p>
          <a:endParaRPr lang="en-US"/>
        </a:p>
      </dgm:t>
    </dgm:pt>
    <dgm:pt modelId="{05403EC2-5875-A340-9FAE-748EE08AF2CE}" type="sibTrans" cxnId="{A70F09E7-2242-BA4E-BFC0-1C1F3EAD3898}">
      <dgm:prSet/>
      <dgm:spPr/>
      <dgm:t>
        <a:bodyPr/>
        <a:lstStyle/>
        <a:p>
          <a:endParaRPr lang="en-US"/>
        </a:p>
      </dgm:t>
    </dgm:pt>
    <dgm:pt modelId="{2ED9893B-AF08-094C-B7C2-178DC82009BB}">
      <dgm:prSet phldrT="[Text]"/>
      <dgm:spPr/>
      <dgm:t>
        <a:bodyPr/>
        <a:lstStyle/>
        <a:p>
          <a:r>
            <a:rPr lang="en-US" dirty="0"/>
            <a:t>Iterate over the vector of angles</a:t>
          </a:r>
        </a:p>
      </dgm:t>
    </dgm:pt>
    <dgm:pt modelId="{73632FDB-0189-E345-AE8A-843E2115395B}" type="parTrans" cxnId="{17E185A2-43DC-4948-9382-B326D12A4CC2}">
      <dgm:prSet/>
      <dgm:spPr/>
      <dgm:t>
        <a:bodyPr/>
        <a:lstStyle/>
        <a:p>
          <a:endParaRPr lang="en-US"/>
        </a:p>
      </dgm:t>
    </dgm:pt>
    <dgm:pt modelId="{FCB712B2-FCEE-C145-AB37-7C80622C5DC5}" type="sibTrans" cxnId="{17E185A2-43DC-4948-9382-B326D12A4CC2}">
      <dgm:prSet/>
      <dgm:spPr/>
      <dgm:t>
        <a:bodyPr/>
        <a:lstStyle/>
        <a:p>
          <a:endParaRPr lang="en-US"/>
        </a:p>
      </dgm:t>
    </dgm:pt>
    <dgm:pt modelId="{79D6DA0D-AC44-4D46-99FB-4F5818DF50D6}">
      <dgm:prSet phldrT="[Text]"/>
      <dgm:spPr/>
      <dgm:t>
        <a:bodyPr/>
        <a:lstStyle/>
        <a:p>
          <a:r>
            <a:rPr lang="en-US" dirty="0"/>
            <a:t>Loop over the number of elements in the angle vector</a:t>
          </a:r>
        </a:p>
      </dgm:t>
    </dgm:pt>
    <dgm:pt modelId="{C404813E-BE9F-D542-8E05-2A4410E6ED62}" type="parTrans" cxnId="{4754632E-3F2C-E245-8CDD-30CE50842ECA}">
      <dgm:prSet/>
      <dgm:spPr/>
      <dgm:t>
        <a:bodyPr/>
        <a:lstStyle/>
        <a:p>
          <a:endParaRPr lang="en-US"/>
        </a:p>
      </dgm:t>
    </dgm:pt>
    <dgm:pt modelId="{7C19FD09-0DCD-1D41-B3A3-088D7C2F9B3C}" type="sibTrans" cxnId="{4754632E-3F2C-E245-8CDD-30CE50842ECA}">
      <dgm:prSet/>
      <dgm:spPr/>
      <dgm:t>
        <a:bodyPr/>
        <a:lstStyle/>
        <a:p>
          <a:endParaRPr lang="en-US"/>
        </a:p>
      </dgm:t>
    </dgm:pt>
    <dgm:pt modelId="{0031A398-C740-AC40-A9DF-D90AC0AC0A7D}">
      <dgm:prSet phldrT="[Text]"/>
      <dgm:spPr/>
      <dgm:t>
        <a:bodyPr/>
        <a:lstStyle/>
        <a:p>
          <a:r>
            <a:rPr lang="en-US" dirty="0"/>
            <a:t>Annotate graph</a:t>
          </a:r>
        </a:p>
      </dgm:t>
    </dgm:pt>
    <dgm:pt modelId="{3EE08277-5F3E-DE4C-915D-D7D1A3749DC0}" type="parTrans" cxnId="{D18635F2-C343-0B4A-BA96-530E9655F821}">
      <dgm:prSet/>
      <dgm:spPr/>
      <dgm:t>
        <a:bodyPr/>
        <a:lstStyle/>
        <a:p>
          <a:endParaRPr lang="en-US"/>
        </a:p>
      </dgm:t>
    </dgm:pt>
    <dgm:pt modelId="{A1E09FCD-A8B2-234C-AB55-14B20FCF5395}" type="sibTrans" cxnId="{D18635F2-C343-0B4A-BA96-530E9655F821}">
      <dgm:prSet/>
      <dgm:spPr/>
      <dgm:t>
        <a:bodyPr/>
        <a:lstStyle/>
        <a:p>
          <a:endParaRPr lang="en-US"/>
        </a:p>
      </dgm:t>
    </dgm:pt>
    <dgm:pt modelId="{A9648A2B-6307-1148-A93A-9E829C63E61D}">
      <dgm:prSet phldrT="[Text]"/>
      <dgm:spPr/>
      <dgm:t>
        <a:bodyPr/>
        <a:lstStyle/>
        <a:p>
          <a:r>
            <a:rPr lang="en-US" dirty="0"/>
            <a:t>Use the hold on function to hold on for multiple plots</a:t>
          </a:r>
        </a:p>
      </dgm:t>
    </dgm:pt>
    <dgm:pt modelId="{06B4DB7D-F2B4-D743-B158-F177CAF39E2B}" type="parTrans" cxnId="{F2BC545C-A978-024D-B008-414EBC904FBA}">
      <dgm:prSet/>
      <dgm:spPr/>
      <dgm:t>
        <a:bodyPr/>
        <a:lstStyle/>
        <a:p>
          <a:endParaRPr lang="en-US"/>
        </a:p>
      </dgm:t>
    </dgm:pt>
    <dgm:pt modelId="{39CEF015-4490-B944-BFE5-383CE414F21A}" type="sibTrans" cxnId="{F2BC545C-A978-024D-B008-414EBC904FBA}">
      <dgm:prSet/>
      <dgm:spPr/>
      <dgm:t>
        <a:bodyPr/>
        <a:lstStyle/>
        <a:p>
          <a:endParaRPr lang="en-US"/>
        </a:p>
      </dgm:t>
    </dgm:pt>
    <dgm:pt modelId="{5240FC95-8E7C-694C-80C5-5EA2C71A22E9}">
      <dgm:prSet phldrT="[Text]"/>
      <dgm:spPr/>
      <dgm:t>
        <a:bodyPr/>
        <a:lstStyle/>
        <a:p>
          <a:r>
            <a:rPr lang="en-US" dirty="0"/>
            <a:t>Compute v</a:t>
          </a:r>
          <a:r>
            <a:rPr lang="en-US" baseline="-25000" dirty="0"/>
            <a:t>x0</a:t>
          </a:r>
          <a:r>
            <a:rPr lang="en-US" dirty="0"/>
            <a:t>, v</a:t>
          </a:r>
          <a:r>
            <a:rPr lang="en-US" baseline="-25000" dirty="0"/>
            <a:t>y0</a:t>
          </a:r>
          <a:r>
            <a:rPr lang="en-US" dirty="0"/>
            <a:t>, </a:t>
          </a:r>
          <a:r>
            <a:rPr lang="en-US" dirty="0" err="1"/>
            <a:t>x,y</a:t>
          </a:r>
          <a:r>
            <a:rPr lang="en-US" dirty="0"/>
            <a:t>, and total time of flight</a:t>
          </a:r>
        </a:p>
      </dgm:t>
    </dgm:pt>
    <dgm:pt modelId="{5568B122-2BAB-E049-9DFA-1A774DCA0EC1}" type="parTrans" cxnId="{0B0A6A8E-5135-0543-B6BB-8F9D1894674E}">
      <dgm:prSet/>
      <dgm:spPr/>
      <dgm:t>
        <a:bodyPr/>
        <a:lstStyle/>
        <a:p>
          <a:endParaRPr lang="en-US"/>
        </a:p>
      </dgm:t>
    </dgm:pt>
    <dgm:pt modelId="{5BE7B70E-AA01-0345-869C-AC2D6FC63BCF}" type="sibTrans" cxnId="{0B0A6A8E-5135-0543-B6BB-8F9D1894674E}">
      <dgm:prSet/>
      <dgm:spPr/>
      <dgm:t>
        <a:bodyPr/>
        <a:lstStyle/>
        <a:p>
          <a:endParaRPr lang="en-US"/>
        </a:p>
      </dgm:t>
    </dgm:pt>
    <dgm:pt modelId="{5A912702-9BCD-C943-9124-8BDB0FB56C97}">
      <dgm:prSet phldrT="[Text]"/>
      <dgm:spPr/>
      <dgm:t>
        <a:bodyPr/>
        <a:lstStyle/>
        <a:p>
          <a:r>
            <a:rPr lang="en-US" dirty="0"/>
            <a:t>Visualize plots</a:t>
          </a:r>
        </a:p>
      </dgm:t>
    </dgm:pt>
    <dgm:pt modelId="{14CD88FE-558D-8D46-9464-4279D339FB52}" type="parTrans" cxnId="{B66C207E-FE43-E044-B0E4-39DF167BAA78}">
      <dgm:prSet/>
      <dgm:spPr/>
      <dgm:t>
        <a:bodyPr/>
        <a:lstStyle/>
        <a:p>
          <a:endParaRPr lang="en-US"/>
        </a:p>
      </dgm:t>
    </dgm:pt>
    <dgm:pt modelId="{C2833855-9134-2948-9EA4-61C9193D7599}" type="sibTrans" cxnId="{B66C207E-FE43-E044-B0E4-39DF167BAA78}">
      <dgm:prSet/>
      <dgm:spPr/>
      <dgm:t>
        <a:bodyPr/>
        <a:lstStyle/>
        <a:p>
          <a:endParaRPr lang="en-US"/>
        </a:p>
      </dgm:t>
    </dgm:pt>
    <dgm:pt modelId="{FA13FBDC-DFF4-004D-9E99-A851202F40D2}" type="pres">
      <dgm:prSet presAssocID="{10636070-3825-2B44-BF93-0058A892E5FF}" presName="diagram" presStyleCnt="0">
        <dgm:presLayoutVars>
          <dgm:dir/>
          <dgm:resizeHandles val="exact"/>
        </dgm:presLayoutVars>
      </dgm:prSet>
      <dgm:spPr/>
    </dgm:pt>
    <dgm:pt modelId="{36B080B4-1429-E444-9589-C61E5D960E67}" type="pres">
      <dgm:prSet presAssocID="{20B02C93-F0A7-7B42-BB15-FE29A7F308F9}" presName="node" presStyleLbl="node1" presStyleIdx="0" presStyleCnt="5">
        <dgm:presLayoutVars>
          <dgm:bulletEnabled val="1"/>
        </dgm:presLayoutVars>
      </dgm:prSet>
      <dgm:spPr/>
    </dgm:pt>
    <dgm:pt modelId="{9889FEC1-5F31-8E41-9789-4478295DBADD}" type="pres">
      <dgm:prSet presAssocID="{8A4BEA38-B7EE-384B-A53C-1FFF1F640503}" presName="sibTrans" presStyleLbl="sibTrans2D1" presStyleIdx="0" presStyleCnt="4"/>
      <dgm:spPr/>
    </dgm:pt>
    <dgm:pt modelId="{65A14E4C-DA45-3140-A2A2-6B9FF61EBFE0}" type="pres">
      <dgm:prSet presAssocID="{8A4BEA38-B7EE-384B-A53C-1FFF1F640503}" presName="connectorText" presStyleLbl="sibTrans2D1" presStyleIdx="0" presStyleCnt="4"/>
      <dgm:spPr/>
    </dgm:pt>
    <dgm:pt modelId="{BD20B564-865D-7647-94CC-E43524A4DF84}" type="pres">
      <dgm:prSet presAssocID="{AF479633-1372-A344-86F9-888A097F0AAC}" presName="node" presStyleLbl="node1" presStyleIdx="1" presStyleCnt="5">
        <dgm:presLayoutVars>
          <dgm:bulletEnabled val="1"/>
        </dgm:presLayoutVars>
      </dgm:prSet>
      <dgm:spPr/>
    </dgm:pt>
    <dgm:pt modelId="{6D6958CA-6566-084D-9B9A-D99A39B901E9}" type="pres">
      <dgm:prSet presAssocID="{D9FA85D3-6858-E842-B9C3-8C4FD03A08EC}" presName="sibTrans" presStyleLbl="sibTrans2D1" presStyleIdx="1" presStyleCnt="4"/>
      <dgm:spPr/>
    </dgm:pt>
    <dgm:pt modelId="{036BE0C9-12AA-5B42-9003-E948F11222F3}" type="pres">
      <dgm:prSet presAssocID="{D9FA85D3-6858-E842-B9C3-8C4FD03A08EC}" presName="connectorText" presStyleLbl="sibTrans2D1" presStyleIdx="1" presStyleCnt="4"/>
      <dgm:spPr/>
    </dgm:pt>
    <dgm:pt modelId="{2576DB42-5D3A-5A4C-99E4-275E1822855B}" type="pres">
      <dgm:prSet presAssocID="{F84C47EC-EE04-0246-9E40-60C702BD3B57}" presName="node" presStyleLbl="node1" presStyleIdx="2" presStyleCnt="5">
        <dgm:presLayoutVars>
          <dgm:bulletEnabled val="1"/>
        </dgm:presLayoutVars>
      </dgm:prSet>
      <dgm:spPr/>
    </dgm:pt>
    <dgm:pt modelId="{EC12C181-FEED-4F4B-9E5B-93349E42B088}" type="pres">
      <dgm:prSet presAssocID="{66A14E79-9E33-FE42-BAA8-B0EA1907737C}" presName="sibTrans" presStyleLbl="sibTrans2D1" presStyleIdx="2" presStyleCnt="4"/>
      <dgm:spPr/>
    </dgm:pt>
    <dgm:pt modelId="{970854A1-9C0C-B845-AFB5-B15ECF2E8BBE}" type="pres">
      <dgm:prSet presAssocID="{66A14E79-9E33-FE42-BAA8-B0EA1907737C}" presName="connectorText" presStyleLbl="sibTrans2D1" presStyleIdx="2" presStyleCnt="4"/>
      <dgm:spPr/>
    </dgm:pt>
    <dgm:pt modelId="{D46A15D9-A036-5A47-AB53-FBDD8DE833AC}" type="pres">
      <dgm:prSet presAssocID="{2ED9893B-AF08-094C-B7C2-178DC82009BB}" presName="node" presStyleLbl="node1" presStyleIdx="3" presStyleCnt="5">
        <dgm:presLayoutVars>
          <dgm:bulletEnabled val="1"/>
        </dgm:presLayoutVars>
      </dgm:prSet>
      <dgm:spPr/>
    </dgm:pt>
    <dgm:pt modelId="{C1F81E92-2552-6D4D-95A8-B875A4743230}" type="pres">
      <dgm:prSet presAssocID="{FCB712B2-FCEE-C145-AB37-7C80622C5DC5}" presName="sibTrans" presStyleLbl="sibTrans2D1" presStyleIdx="3" presStyleCnt="4"/>
      <dgm:spPr/>
    </dgm:pt>
    <dgm:pt modelId="{63CD9985-0093-F444-8E5D-635F1C467F95}" type="pres">
      <dgm:prSet presAssocID="{FCB712B2-FCEE-C145-AB37-7C80622C5DC5}" presName="connectorText" presStyleLbl="sibTrans2D1" presStyleIdx="3" presStyleCnt="4"/>
      <dgm:spPr/>
    </dgm:pt>
    <dgm:pt modelId="{9A77AA1C-D40F-ED44-B185-D06219A50D2F}" type="pres">
      <dgm:prSet presAssocID="{0031A398-C740-AC40-A9DF-D90AC0AC0A7D}" presName="node" presStyleLbl="node1" presStyleIdx="4" presStyleCnt="5">
        <dgm:presLayoutVars>
          <dgm:bulletEnabled val="1"/>
        </dgm:presLayoutVars>
      </dgm:prSet>
      <dgm:spPr/>
    </dgm:pt>
  </dgm:ptLst>
  <dgm:cxnLst>
    <dgm:cxn modelId="{CF16E212-A3CE-4B4E-8833-FA8E8F325856}" type="presOf" srcId="{FCB712B2-FCEE-C145-AB37-7C80622C5DC5}" destId="{63CD9985-0093-F444-8E5D-635F1C467F95}" srcOrd="1" destOrd="0" presId="urn:microsoft.com/office/officeart/2005/8/layout/process5"/>
    <dgm:cxn modelId="{E3797B21-2CFF-A74A-B834-4878587F7969}" type="presOf" srcId="{D9FA85D3-6858-E842-B9C3-8C4FD03A08EC}" destId="{6D6958CA-6566-084D-9B9A-D99A39B901E9}" srcOrd="0" destOrd="0" presId="urn:microsoft.com/office/officeart/2005/8/layout/process5"/>
    <dgm:cxn modelId="{55854F29-C7F1-1943-93CE-D62AD933617B}" type="presOf" srcId="{8A4BEA38-B7EE-384B-A53C-1FFF1F640503}" destId="{65A14E4C-DA45-3140-A2A2-6B9FF61EBFE0}" srcOrd="1" destOrd="0" presId="urn:microsoft.com/office/officeart/2005/8/layout/process5"/>
    <dgm:cxn modelId="{2048192B-5A66-574B-A5CA-B5CD537F2870}" type="presOf" srcId="{2CD21375-9C06-EC4F-9350-D07CB6B6BDFC}" destId="{2576DB42-5D3A-5A4C-99E4-275E1822855B}" srcOrd="0" destOrd="1" presId="urn:microsoft.com/office/officeart/2005/8/layout/process5"/>
    <dgm:cxn modelId="{4754632E-3F2C-E245-8CDD-30CE50842ECA}" srcId="{2ED9893B-AF08-094C-B7C2-178DC82009BB}" destId="{79D6DA0D-AC44-4D46-99FB-4F5818DF50D6}" srcOrd="0" destOrd="0" parTransId="{C404813E-BE9F-D542-8E05-2A4410E6ED62}" sibTransId="{7C19FD09-0DCD-1D41-B3A3-088D7C2F9B3C}"/>
    <dgm:cxn modelId="{79CACD3E-B146-FD44-AB7E-895C4923D3E7}" type="presOf" srcId="{0454965A-8CEC-254A-8E00-28DF548D9BA5}" destId="{36B080B4-1429-E444-9589-C61E5D960E67}" srcOrd="0" destOrd="2" presId="urn:microsoft.com/office/officeart/2005/8/layout/process5"/>
    <dgm:cxn modelId="{F2BC545C-A978-024D-B008-414EBC904FBA}" srcId="{F84C47EC-EE04-0246-9E40-60C702BD3B57}" destId="{A9648A2B-6307-1148-A93A-9E829C63E61D}" srcOrd="1" destOrd="0" parTransId="{06B4DB7D-F2B4-D743-B158-F177CAF39E2B}" sibTransId="{39CEF015-4490-B944-BFE5-383CE414F21A}"/>
    <dgm:cxn modelId="{22EBE942-F3F8-7B40-B2CB-36530BCA03C8}" srcId="{10636070-3825-2B44-BF93-0058A892E5FF}" destId="{20B02C93-F0A7-7B42-BB15-FE29A7F308F9}" srcOrd="0" destOrd="0" parTransId="{CCEEF430-367F-B14B-8CDB-CE33070E67CA}" sibTransId="{8A4BEA38-B7EE-384B-A53C-1FFF1F640503}"/>
    <dgm:cxn modelId="{9D85EF64-925A-EB4B-B920-DFB24E931C5C}" type="presOf" srcId="{8A4BEA38-B7EE-384B-A53C-1FFF1F640503}" destId="{9889FEC1-5F31-8E41-9789-4478295DBADD}" srcOrd="0" destOrd="0" presId="urn:microsoft.com/office/officeart/2005/8/layout/process5"/>
    <dgm:cxn modelId="{D6BE1771-1826-6E4E-90D3-FCEE81A35013}" type="presOf" srcId="{66A14E79-9E33-FE42-BAA8-B0EA1907737C}" destId="{970854A1-9C0C-B845-AFB5-B15ECF2E8BBE}" srcOrd="1" destOrd="0" presId="urn:microsoft.com/office/officeart/2005/8/layout/process5"/>
    <dgm:cxn modelId="{DCE99874-F417-8840-A4FC-93F7B4892B91}" type="presOf" srcId="{5240FC95-8E7C-694C-80C5-5EA2C71A22E9}" destId="{D46A15D9-A036-5A47-AB53-FBDD8DE833AC}" srcOrd="0" destOrd="2" presId="urn:microsoft.com/office/officeart/2005/8/layout/process5"/>
    <dgm:cxn modelId="{1C79D759-039B-C64F-A33B-C889DE430D05}" type="presOf" srcId="{79D6DA0D-AC44-4D46-99FB-4F5818DF50D6}" destId="{D46A15D9-A036-5A47-AB53-FBDD8DE833AC}" srcOrd="0" destOrd="1" presId="urn:microsoft.com/office/officeart/2005/8/layout/process5"/>
    <dgm:cxn modelId="{B66C207E-FE43-E044-B0E4-39DF167BAA78}" srcId="{2ED9893B-AF08-094C-B7C2-178DC82009BB}" destId="{5A912702-9BCD-C943-9124-8BDB0FB56C97}" srcOrd="2" destOrd="0" parTransId="{14CD88FE-558D-8D46-9464-4279D339FB52}" sibTransId="{C2833855-9134-2948-9EA4-61C9193D7599}"/>
    <dgm:cxn modelId="{0B0A6A8E-5135-0543-B6BB-8F9D1894674E}" srcId="{2ED9893B-AF08-094C-B7C2-178DC82009BB}" destId="{5240FC95-8E7C-694C-80C5-5EA2C71A22E9}" srcOrd="1" destOrd="0" parTransId="{5568B122-2BAB-E049-9DFA-1A774DCA0EC1}" sibTransId="{5BE7B70E-AA01-0345-869C-AC2D6FC63BCF}"/>
    <dgm:cxn modelId="{43648D8E-3DAB-B34A-B16A-6A44604872F4}" type="presOf" srcId="{F84C47EC-EE04-0246-9E40-60C702BD3B57}" destId="{2576DB42-5D3A-5A4C-99E4-275E1822855B}" srcOrd="0" destOrd="0" presId="urn:microsoft.com/office/officeart/2005/8/layout/process5"/>
    <dgm:cxn modelId="{B6860196-3AA8-0F4C-889A-20E397AAB778}" type="presOf" srcId="{FCB712B2-FCEE-C145-AB37-7C80622C5DC5}" destId="{C1F81E92-2552-6D4D-95A8-B875A4743230}" srcOrd="0" destOrd="0" presId="urn:microsoft.com/office/officeart/2005/8/layout/process5"/>
    <dgm:cxn modelId="{1BDAB29C-9AB5-1E44-880D-5B6CC13E4C66}" srcId="{10636070-3825-2B44-BF93-0058A892E5FF}" destId="{AF479633-1372-A344-86F9-888A097F0AAC}" srcOrd="1" destOrd="0" parTransId="{EA4B708D-EAC0-4541-9F9F-9DF43114BCB6}" sibTransId="{D9FA85D3-6858-E842-B9C3-8C4FD03A08EC}"/>
    <dgm:cxn modelId="{17E185A2-43DC-4948-9382-B326D12A4CC2}" srcId="{10636070-3825-2B44-BF93-0058A892E5FF}" destId="{2ED9893B-AF08-094C-B7C2-178DC82009BB}" srcOrd="3" destOrd="0" parTransId="{73632FDB-0189-E345-AE8A-843E2115395B}" sibTransId="{FCB712B2-FCEE-C145-AB37-7C80622C5DC5}"/>
    <dgm:cxn modelId="{C2BBEAA9-8EF4-CD4A-BC57-58FD3536204D}" type="presOf" srcId="{2ED9893B-AF08-094C-B7C2-178DC82009BB}" destId="{D46A15D9-A036-5A47-AB53-FBDD8DE833AC}" srcOrd="0" destOrd="0" presId="urn:microsoft.com/office/officeart/2005/8/layout/process5"/>
    <dgm:cxn modelId="{6927A8B1-D1B5-1841-B5CB-037F2A39105F}" type="presOf" srcId="{5A912702-9BCD-C943-9124-8BDB0FB56C97}" destId="{D46A15D9-A036-5A47-AB53-FBDD8DE833AC}" srcOrd="0" destOrd="3" presId="urn:microsoft.com/office/officeart/2005/8/layout/process5"/>
    <dgm:cxn modelId="{DAE358B8-6A2F-8B4D-85E4-65B73B28081F}" type="presOf" srcId="{10636070-3825-2B44-BF93-0058A892E5FF}" destId="{FA13FBDC-DFF4-004D-9E99-A851202F40D2}" srcOrd="0" destOrd="0" presId="urn:microsoft.com/office/officeart/2005/8/layout/process5"/>
    <dgm:cxn modelId="{D26BB8BE-BEC1-F444-AB3C-BEE17A18BEAB}" type="presOf" srcId="{AF479633-1372-A344-86F9-888A097F0AAC}" destId="{BD20B564-865D-7647-94CC-E43524A4DF84}" srcOrd="0" destOrd="0" presId="urn:microsoft.com/office/officeart/2005/8/layout/process5"/>
    <dgm:cxn modelId="{BB4B4FC8-7265-BC48-B1C5-C548B63DF437}" srcId="{10636070-3825-2B44-BF93-0058A892E5FF}" destId="{F84C47EC-EE04-0246-9E40-60C702BD3B57}" srcOrd="2" destOrd="0" parTransId="{EF257B12-0F3F-3840-976E-D6A5171AADA0}" sibTransId="{66A14E79-9E33-FE42-BAA8-B0EA1907737C}"/>
    <dgm:cxn modelId="{D521AFCE-BCCF-F44B-B6BC-2780D4E4C8EA}" type="presOf" srcId="{D9FA85D3-6858-E842-B9C3-8C4FD03A08EC}" destId="{036BE0C9-12AA-5B42-9003-E948F11222F3}" srcOrd="1" destOrd="0" presId="urn:microsoft.com/office/officeart/2005/8/layout/process5"/>
    <dgm:cxn modelId="{A08611D8-2691-104D-81B1-2D67CAD33203}" type="presOf" srcId="{0031A398-C740-AC40-A9DF-D90AC0AC0A7D}" destId="{9A77AA1C-D40F-ED44-B185-D06219A50D2F}" srcOrd="0" destOrd="0" presId="urn:microsoft.com/office/officeart/2005/8/layout/process5"/>
    <dgm:cxn modelId="{67D68ADA-E260-2F44-8A96-6075E5105E3C}" type="presOf" srcId="{97F726D5-4823-AB44-8ED4-905FB0648FF9}" destId="{36B080B4-1429-E444-9589-C61E5D960E67}" srcOrd="0" destOrd="1" presId="urn:microsoft.com/office/officeart/2005/8/layout/process5"/>
    <dgm:cxn modelId="{95511FDE-743F-9A40-B629-40C297E2E695}" srcId="{20B02C93-F0A7-7B42-BB15-FE29A7F308F9}" destId="{97F726D5-4823-AB44-8ED4-905FB0648FF9}" srcOrd="0" destOrd="0" parTransId="{5A390E35-84F6-3147-988F-B3F4F1058F68}" sibTransId="{985A1A3D-7950-FB4F-BA62-D01A87E7CE3D}"/>
    <dgm:cxn modelId="{BD8A26DF-17A1-D042-B027-B2167B5E2C73}" type="presOf" srcId="{A9648A2B-6307-1148-A93A-9E829C63E61D}" destId="{2576DB42-5D3A-5A4C-99E4-275E1822855B}" srcOrd="0" destOrd="2" presId="urn:microsoft.com/office/officeart/2005/8/layout/process5"/>
    <dgm:cxn modelId="{A70F09E7-2242-BA4E-BFC0-1C1F3EAD3898}" srcId="{20B02C93-F0A7-7B42-BB15-FE29A7F308F9}" destId="{0454965A-8CEC-254A-8E00-28DF548D9BA5}" srcOrd="1" destOrd="0" parTransId="{FA6BAF5F-0F5C-A549-8427-5C2A5FB680E1}" sibTransId="{05403EC2-5875-A340-9FAE-748EE08AF2CE}"/>
    <dgm:cxn modelId="{7B8353EA-79F6-4C4A-A161-E470FCF47329}" srcId="{F84C47EC-EE04-0246-9E40-60C702BD3B57}" destId="{2CD21375-9C06-EC4F-9350-D07CB6B6BDFC}" srcOrd="0" destOrd="0" parTransId="{6D75256E-87DF-AE4C-9372-2B7408EDA33E}" sibTransId="{36561107-247E-1D47-A7E5-234E8438E664}"/>
    <dgm:cxn modelId="{D18635F2-C343-0B4A-BA96-530E9655F821}" srcId="{10636070-3825-2B44-BF93-0058A892E5FF}" destId="{0031A398-C740-AC40-A9DF-D90AC0AC0A7D}" srcOrd="4" destOrd="0" parTransId="{3EE08277-5F3E-DE4C-915D-D7D1A3749DC0}" sibTransId="{A1E09FCD-A8B2-234C-AB55-14B20FCF5395}"/>
    <dgm:cxn modelId="{E41A6BF8-C372-4B4A-970B-29EDC9A0B748}" type="presOf" srcId="{66A14E79-9E33-FE42-BAA8-B0EA1907737C}" destId="{EC12C181-FEED-4F4B-9E5B-93349E42B088}" srcOrd="0" destOrd="0" presId="urn:microsoft.com/office/officeart/2005/8/layout/process5"/>
    <dgm:cxn modelId="{F06269FA-E740-A844-98A2-CEFB113874E6}" type="presOf" srcId="{20B02C93-F0A7-7B42-BB15-FE29A7F308F9}" destId="{36B080B4-1429-E444-9589-C61E5D960E67}" srcOrd="0" destOrd="0" presId="urn:microsoft.com/office/officeart/2005/8/layout/process5"/>
    <dgm:cxn modelId="{175B292E-535B-F240-A3EA-B7F6E28DFBBB}" type="presParOf" srcId="{FA13FBDC-DFF4-004D-9E99-A851202F40D2}" destId="{36B080B4-1429-E444-9589-C61E5D960E67}" srcOrd="0" destOrd="0" presId="urn:microsoft.com/office/officeart/2005/8/layout/process5"/>
    <dgm:cxn modelId="{1F1E55B1-C72F-024A-BD98-1736D69F03A0}" type="presParOf" srcId="{FA13FBDC-DFF4-004D-9E99-A851202F40D2}" destId="{9889FEC1-5F31-8E41-9789-4478295DBADD}" srcOrd="1" destOrd="0" presId="urn:microsoft.com/office/officeart/2005/8/layout/process5"/>
    <dgm:cxn modelId="{FCB5AEA9-CCBD-2941-BB77-D550F02290BC}" type="presParOf" srcId="{9889FEC1-5F31-8E41-9789-4478295DBADD}" destId="{65A14E4C-DA45-3140-A2A2-6B9FF61EBFE0}" srcOrd="0" destOrd="0" presId="urn:microsoft.com/office/officeart/2005/8/layout/process5"/>
    <dgm:cxn modelId="{169D2AF9-9C2F-4B4B-8BD2-19471C1C437B}" type="presParOf" srcId="{FA13FBDC-DFF4-004D-9E99-A851202F40D2}" destId="{BD20B564-865D-7647-94CC-E43524A4DF84}" srcOrd="2" destOrd="0" presId="urn:microsoft.com/office/officeart/2005/8/layout/process5"/>
    <dgm:cxn modelId="{3AF56512-D4E9-834D-BEC8-E8A16C2B89F8}" type="presParOf" srcId="{FA13FBDC-DFF4-004D-9E99-A851202F40D2}" destId="{6D6958CA-6566-084D-9B9A-D99A39B901E9}" srcOrd="3" destOrd="0" presId="urn:microsoft.com/office/officeart/2005/8/layout/process5"/>
    <dgm:cxn modelId="{31BF4D19-7ACF-9F4B-83BB-02DCD3C49D14}" type="presParOf" srcId="{6D6958CA-6566-084D-9B9A-D99A39B901E9}" destId="{036BE0C9-12AA-5B42-9003-E948F11222F3}" srcOrd="0" destOrd="0" presId="urn:microsoft.com/office/officeart/2005/8/layout/process5"/>
    <dgm:cxn modelId="{E22D44EA-88AB-E249-8D93-FFFBFB219A56}" type="presParOf" srcId="{FA13FBDC-DFF4-004D-9E99-A851202F40D2}" destId="{2576DB42-5D3A-5A4C-99E4-275E1822855B}" srcOrd="4" destOrd="0" presId="urn:microsoft.com/office/officeart/2005/8/layout/process5"/>
    <dgm:cxn modelId="{37B2E6D8-8FF2-DF46-ABC6-4006BA50FE68}" type="presParOf" srcId="{FA13FBDC-DFF4-004D-9E99-A851202F40D2}" destId="{EC12C181-FEED-4F4B-9E5B-93349E42B088}" srcOrd="5" destOrd="0" presId="urn:microsoft.com/office/officeart/2005/8/layout/process5"/>
    <dgm:cxn modelId="{DDBFBA8A-59EE-7949-A222-65855D90A7CF}" type="presParOf" srcId="{EC12C181-FEED-4F4B-9E5B-93349E42B088}" destId="{970854A1-9C0C-B845-AFB5-B15ECF2E8BBE}" srcOrd="0" destOrd="0" presId="urn:microsoft.com/office/officeart/2005/8/layout/process5"/>
    <dgm:cxn modelId="{8B6469FC-B826-BF46-98EC-4D1EA2CD51F2}" type="presParOf" srcId="{FA13FBDC-DFF4-004D-9E99-A851202F40D2}" destId="{D46A15D9-A036-5A47-AB53-FBDD8DE833AC}" srcOrd="6" destOrd="0" presId="urn:microsoft.com/office/officeart/2005/8/layout/process5"/>
    <dgm:cxn modelId="{64BC7516-5218-C944-BCDB-FF83903755ED}" type="presParOf" srcId="{FA13FBDC-DFF4-004D-9E99-A851202F40D2}" destId="{C1F81E92-2552-6D4D-95A8-B875A4743230}" srcOrd="7" destOrd="0" presId="urn:microsoft.com/office/officeart/2005/8/layout/process5"/>
    <dgm:cxn modelId="{79C5CCC5-5141-0B4B-BF58-BE7B929B93E3}" type="presParOf" srcId="{C1F81E92-2552-6D4D-95A8-B875A4743230}" destId="{63CD9985-0093-F444-8E5D-635F1C467F95}" srcOrd="0" destOrd="0" presId="urn:microsoft.com/office/officeart/2005/8/layout/process5"/>
    <dgm:cxn modelId="{4B112F20-2C90-CE48-971A-40F6ABEFE10D}" type="presParOf" srcId="{FA13FBDC-DFF4-004D-9E99-A851202F40D2}" destId="{9A77AA1C-D40F-ED44-B185-D06219A50D2F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B080B4-1429-E444-9589-C61E5D960E67}">
      <dsp:nvSpPr>
        <dsp:cNvPr id="0" name=""/>
        <dsp:cNvSpPr/>
      </dsp:nvSpPr>
      <dsp:spPr>
        <a:xfrm>
          <a:off x="10398" y="222881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Initialize Variables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Initial x and y positions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Define acceleration due to gravity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Define initial velocity and angle (in degrees)</a:t>
          </a:r>
        </a:p>
      </dsp:txBody>
      <dsp:txXfrm>
        <a:off x="65017" y="277500"/>
        <a:ext cx="2998826" cy="1755600"/>
      </dsp:txXfrm>
    </dsp:sp>
    <dsp:sp modelId="{9889FEC1-5F31-8E41-9789-4478295DBADD}">
      <dsp:nvSpPr>
        <dsp:cNvPr id="0" name=""/>
        <dsp:cNvSpPr/>
      </dsp:nvSpPr>
      <dsp:spPr>
        <a:xfrm>
          <a:off x="3391973" y="769901"/>
          <a:ext cx="658909" cy="7708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391973" y="924061"/>
        <a:ext cx="461236" cy="462480"/>
      </dsp:txXfrm>
    </dsp:sp>
    <dsp:sp modelId="{BD20B564-865D-7647-94CC-E43524A4DF84}">
      <dsp:nvSpPr>
        <dsp:cNvPr id="0" name=""/>
        <dsp:cNvSpPr/>
      </dsp:nvSpPr>
      <dsp:spPr>
        <a:xfrm>
          <a:off x="4361689" y="222881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Determine Final time of flight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Use the quadratic formula to determine the total time of flight</a:t>
          </a:r>
        </a:p>
      </dsp:txBody>
      <dsp:txXfrm>
        <a:off x="4416308" y="277500"/>
        <a:ext cx="2998826" cy="1755600"/>
      </dsp:txXfrm>
    </dsp:sp>
    <dsp:sp modelId="{6D6958CA-6566-084D-9B9A-D99A39B901E9}">
      <dsp:nvSpPr>
        <dsp:cNvPr id="0" name=""/>
        <dsp:cNvSpPr/>
      </dsp:nvSpPr>
      <dsp:spPr>
        <a:xfrm>
          <a:off x="7743264" y="769901"/>
          <a:ext cx="658909" cy="7708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743264" y="924061"/>
        <a:ext cx="461236" cy="462480"/>
      </dsp:txXfrm>
    </dsp:sp>
    <dsp:sp modelId="{2576DB42-5D3A-5A4C-99E4-275E1822855B}">
      <dsp:nvSpPr>
        <dsp:cNvPr id="0" name=""/>
        <dsp:cNvSpPr/>
      </dsp:nvSpPr>
      <dsp:spPr>
        <a:xfrm>
          <a:off x="8712980" y="222881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equally spaced time vector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Use the final time to create this vector via the </a:t>
          </a:r>
          <a:r>
            <a:rPr lang="en-US" sz="1600" kern="1200" dirty="0">
              <a:latin typeface="Consolas" panose="020B0609020204030204" pitchFamily="49" charset="0"/>
              <a:cs typeface="Consolas" panose="020B0609020204030204" pitchFamily="49" charset="0"/>
            </a:rPr>
            <a:t>linspace</a:t>
          </a:r>
          <a:r>
            <a:rPr lang="en-US" sz="1600" kern="1200" dirty="0"/>
            <a:t> function</a:t>
          </a:r>
        </a:p>
      </dsp:txBody>
      <dsp:txXfrm>
        <a:off x="8767599" y="277500"/>
        <a:ext cx="2998826" cy="1755600"/>
      </dsp:txXfrm>
    </dsp:sp>
    <dsp:sp modelId="{EC12C181-FEED-4F4B-9E5B-93349E42B088}">
      <dsp:nvSpPr>
        <dsp:cNvPr id="0" name=""/>
        <dsp:cNvSpPr/>
      </dsp:nvSpPr>
      <dsp:spPr>
        <a:xfrm rot="5400000">
          <a:off x="9937557" y="2305285"/>
          <a:ext cx="658909" cy="7708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10035772" y="2361231"/>
        <a:ext cx="462480" cy="461236"/>
      </dsp:txXfrm>
    </dsp:sp>
    <dsp:sp modelId="{D46A15D9-A036-5A47-AB53-FBDD8DE833AC}">
      <dsp:nvSpPr>
        <dsp:cNvPr id="0" name=""/>
        <dsp:cNvSpPr/>
      </dsp:nvSpPr>
      <dsp:spPr>
        <a:xfrm>
          <a:off x="8712980" y="3330946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Compute x and y position using kinematic equations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Also compute the max range and max height</a:t>
          </a:r>
        </a:p>
      </dsp:txBody>
      <dsp:txXfrm>
        <a:off x="8767599" y="3385565"/>
        <a:ext cx="2998826" cy="1755600"/>
      </dsp:txXfrm>
    </dsp:sp>
    <dsp:sp modelId="{C1F81E92-2552-6D4D-95A8-B875A4743230}">
      <dsp:nvSpPr>
        <dsp:cNvPr id="0" name=""/>
        <dsp:cNvSpPr/>
      </dsp:nvSpPr>
      <dsp:spPr>
        <a:xfrm rot="10800000">
          <a:off x="7780560" y="3877965"/>
          <a:ext cx="658909" cy="7708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7978233" y="4032125"/>
        <a:ext cx="461236" cy="462480"/>
      </dsp:txXfrm>
    </dsp:sp>
    <dsp:sp modelId="{9A77AA1C-D40F-ED44-B185-D06219A50D2F}">
      <dsp:nvSpPr>
        <dsp:cNvPr id="0" name=""/>
        <dsp:cNvSpPr/>
      </dsp:nvSpPr>
      <dsp:spPr>
        <a:xfrm>
          <a:off x="4361689" y="3330946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Visualize trajectory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Graph x and 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Annotate plot (axis labels, grid, etc.)</a:t>
          </a:r>
        </a:p>
      </dsp:txBody>
      <dsp:txXfrm>
        <a:off x="4416308" y="3385565"/>
        <a:ext cx="2998826" cy="1755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B080B4-1429-E444-9589-C61E5D960E67}">
      <dsp:nvSpPr>
        <dsp:cNvPr id="0" name=""/>
        <dsp:cNvSpPr/>
      </dsp:nvSpPr>
      <dsp:spPr>
        <a:xfrm>
          <a:off x="10398" y="222881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Initialize Variables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Define acceleration due to gravity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Define initial velocity</a:t>
          </a:r>
        </a:p>
      </dsp:txBody>
      <dsp:txXfrm>
        <a:off x="65017" y="277500"/>
        <a:ext cx="2998826" cy="1755600"/>
      </dsp:txXfrm>
    </dsp:sp>
    <dsp:sp modelId="{9889FEC1-5F31-8E41-9789-4478295DBADD}">
      <dsp:nvSpPr>
        <dsp:cNvPr id="0" name=""/>
        <dsp:cNvSpPr/>
      </dsp:nvSpPr>
      <dsp:spPr>
        <a:xfrm>
          <a:off x="3391973" y="769901"/>
          <a:ext cx="658909" cy="7708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391973" y="924061"/>
        <a:ext cx="461236" cy="462480"/>
      </dsp:txXfrm>
    </dsp:sp>
    <dsp:sp modelId="{BD20B564-865D-7647-94CC-E43524A4DF84}">
      <dsp:nvSpPr>
        <dsp:cNvPr id="0" name=""/>
        <dsp:cNvSpPr/>
      </dsp:nvSpPr>
      <dsp:spPr>
        <a:xfrm>
          <a:off x="4361689" y="222881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a vector of angles</a:t>
          </a:r>
        </a:p>
      </dsp:txBody>
      <dsp:txXfrm>
        <a:off x="4416308" y="277500"/>
        <a:ext cx="2998826" cy="1755600"/>
      </dsp:txXfrm>
    </dsp:sp>
    <dsp:sp modelId="{6D6958CA-6566-084D-9B9A-D99A39B901E9}">
      <dsp:nvSpPr>
        <dsp:cNvPr id="0" name=""/>
        <dsp:cNvSpPr/>
      </dsp:nvSpPr>
      <dsp:spPr>
        <a:xfrm>
          <a:off x="7743264" y="769901"/>
          <a:ext cx="658909" cy="7708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743264" y="924061"/>
        <a:ext cx="461236" cy="462480"/>
      </dsp:txXfrm>
    </dsp:sp>
    <dsp:sp modelId="{2576DB42-5D3A-5A4C-99E4-275E1822855B}">
      <dsp:nvSpPr>
        <dsp:cNvPr id="0" name=""/>
        <dsp:cNvSpPr/>
      </dsp:nvSpPr>
      <dsp:spPr>
        <a:xfrm>
          <a:off x="8712980" y="222881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a figure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Use the figure function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Use the hold on function to hold on for multiple plots</a:t>
          </a:r>
        </a:p>
      </dsp:txBody>
      <dsp:txXfrm>
        <a:off x="8767599" y="277500"/>
        <a:ext cx="2998826" cy="1755600"/>
      </dsp:txXfrm>
    </dsp:sp>
    <dsp:sp modelId="{EC12C181-FEED-4F4B-9E5B-93349E42B088}">
      <dsp:nvSpPr>
        <dsp:cNvPr id="0" name=""/>
        <dsp:cNvSpPr/>
      </dsp:nvSpPr>
      <dsp:spPr>
        <a:xfrm rot="5400000">
          <a:off x="9937557" y="2305285"/>
          <a:ext cx="658909" cy="7708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035772" y="2361231"/>
        <a:ext cx="462480" cy="461236"/>
      </dsp:txXfrm>
    </dsp:sp>
    <dsp:sp modelId="{D46A15D9-A036-5A47-AB53-FBDD8DE833AC}">
      <dsp:nvSpPr>
        <dsp:cNvPr id="0" name=""/>
        <dsp:cNvSpPr/>
      </dsp:nvSpPr>
      <dsp:spPr>
        <a:xfrm>
          <a:off x="8712980" y="3330946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Iterate over the vector of angles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Loop over the number of elements in the angle vector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Compute v</a:t>
          </a:r>
          <a:r>
            <a:rPr lang="en-US" sz="1300" kern="1200" baseline="-25000" dirty="0"/>
            <a:t>x0</a:t>
          </a:r>
          <a:r>
            <a:rPr lang="en-US" sz="1300" kern="1200" dirty="0"/>
            <a:t>, v</a:t>
          </a:r>
          <a:r>
            <a:rPr lang="en-US" sz="1300" kern="1200" baseline="-25000" dirty="0"/>
            <a:t>y0</a:t>
          </a:r>
          <a:r>
            <a:rPr lang="en-US" sz="1300" kern="1200" dirty="0"/>
            <a:t>, </a:t>
          </a:r>
          <a:r>
            <a:rPr lang="en-US" sz="1300" kern="1200" dirty="0" err="1"/>
            <a:t>x,y</a:t>
          </a:r>
          <a:r>
            <a:rPr lang="en-US" sz="1300" kern="1200" dirty="0"/>
            <a:t>, and total time of flight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Visualize plots</a:t>
          </a:r>
        </a:p>
      </dsp:txBody>
      <dsp:txXfrm>
        <a:off x="8767599" y="3385565"/>
        <a:ext cx="2998826" cy="1755600"/>
      </dsp:txXfrm>
    </dsp:sp>
    <dsp:sp modelId="{C1F81E92-2552-6D4D-95A8-B875A4743230}">
      <dsp:nvSpPr>
        <dsp:cNvPr id="0" name=""/>
        <dsp:cNvSpPr/>
      </dsp:nvSpPr>
      <dsp:spPr>
        <a:xfrm rot="10800000">
          <a:off x="7780560" y="3877965"/>
          <a:ext cx="658909" cy="7708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7978233" y="4032125"/>
        <a:ext cx="461236" cy="462480"/>
      </dsp:txXfrm>
    </dsp:sp>
    <dsp:sp modelId="{9A77AA1C-D40F-ED44-B185-D06219A50D2F}">
      <dsp:nvSpPr>
        <dsp:cNvPr id="0" name=""/>
        <dsp:cNvSpPr/>
      </dsp:nvSpPr>
      <dsp:spPr>
        <a:xfrm>
          <a:off x="4361689" y="3330946"/>
          <a:ext cx="3108064" cy="1864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Annotate graph</a:t>
          </a:r>
        </a:p>
      </dsp:txBody>
      <dsp:txXfrm>
        <a:off x="4416308" y="3385565"/>
        <a:ext cx="2998826" cy="1755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7D9CCB-A394-9094-1163-6AF509BCAF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73208-5445-9722-6967-B6F3ECE209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3E7F0-05F7-6E45-89F5-8B04C66A3E5C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75FEA-F7E5-E4E6-04DA-B904F6B50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96191-319E-ABE2-0BB1-D9493DFE0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A0BEE-C910-8548-9E0C-34483F4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14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C7543-1EB3-C04A-99C2-8887893B162A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0B692-A783-7241-A1B2-D2068B46D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7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0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25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45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82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65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59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40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7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19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54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06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1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87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92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76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55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96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12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29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85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320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367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17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4AAA-BD95-4BEC-E532-F4E19F4A7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C6731-BF9F-165B-2CFE-D4957783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DA60E-0882-F681-B26E-B669DBAF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C211F-A1FF-D02B-DC42-A9D44E26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AF8B-66CF-6FAA-A71E-BABC68CA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0B7E-4207-F3F3-2DCA-D6504B47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0F10A-8ADB-7F67-BC66-3E62BA4D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B9050-4B5F-F691-AD54-A6444CE5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59A0-AC2D-7898-0E17-B455CA15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CDC8C-C785-2399-41AD-383B207C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2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82B8-046F-5DF9-A2CD-BAE172E67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B10FD-C5FB-2490-D5D8-247B2F9B6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9633-2A7B-50BC-7C68-4F522232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5860D-C672-F0C3-19C7-CF1DDC5A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C515-A547-E379-48A9-A66E60EA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D729-4A6F-8910-C05A-4ED746C3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AA7F-1C37-231B-3FB1-D2974FCE0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FBE0E-AF77-3DB1-B9C6-E9AD31BB6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BC9A2-96C5-E338-CA61-4267206C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3CF17-DC97-2D2C-3B05-68C30A10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12C67-3FC6-1CAA-D550-C56158D2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0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EF30-EFAE-4401-6B75-4248E4DB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E486C-095C-A7B8-78E9-10069FDB0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5D2C8-94A4-B745-69C9-5DD740C1C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2E82C-EAE2-B296-9796-4182B2C96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6CA8D-EB77-3397-D53C-4C4C56DF5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44A05-B05B-3CB1-D742-75B946D5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2A8780-8F1E-CD51-0912-C84A219A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EC84C-276D-F5CD-CBA3-2248CF58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66B4-A90E-CDD4-53A5-36EE6989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86C89-8347-3958-95E0-E6D50393A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0938B-D0AB-F7A5-68B5-47F3367B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7194B-CC4A-317C-78E5-236A3488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B591C-EF10-439A-CCAC-BEBBCE3B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FD623-714B-9026-00E4-A21CDC59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571B6-E682-EE1D-5CB6-43AC51F1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9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8699-0E01-F1C9-0EAC-60250CF4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5C46-1B74-A7C0-2C65-C2DD1BA7A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A8D12-9F3B-39F6-F4AA-901A38C47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9EC4-14EC-09C2-94F2-6991938A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B39E-4ED2-CA80-70DC-5C9830DD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F58DF-B3CB-A21B-72A7-0E38D9CF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5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4723-39A7-C73C-F7B8-09C71073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4D11B-3E26-447C-57F6-680F41B96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9449E-905E-2B80-6C9C-2008D3028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BE1C-8DB6-5750-1F5E-6A334EE4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F9E35-4DFE-A4AA-246B-829900EC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09EFC-DAA5-4158-7BD8-BEA6A63F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1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6F2C-2566-EC52-D858-9AD0BDDD7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5DB37-27CF-FFB5-7106-96F5B9639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A512D-8C97-49AB-B6E9-F6662A0D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41074-DE21-1C91-48AC-E82863BD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57F53-74E2-BD7E-F0F9-8BC7DA4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CAE5A-CE08-B4BD-24C9-DD8684254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C476C-9497-812F-E05F-6983A4A9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B70F-D893-A96F-68A9-17AA2C78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F2656-7047-E75B-50C7-B0FAF945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C67C9-703A-F37A-DEAE-0C942A9C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E30E4-436B-B5D4-3F22-C2F99A3E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5D504-3A35-F173-405A-698E59409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600D3-8034-A224-973B-444F01EC2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8658D-7BD5-9248-A5DA-D63B39C6767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35A8C-4F3B-E1B4-04B7-3FBEBA6C5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146C-325D-0D3A-FA95-DF33AE3C2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0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emf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64978" y="0"/>
            <a:ext cx="7891955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Chapter 04</a:t>
            </a: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The Discrete versus the Continuous</a:t>
            </a:r>
          </a:p>
          <a:p>
            <a:pPr algn="l">
              <a:defRPr/>
            </a:pPr>
            <a:r>
              <a:rPr lang="en-US" dirty="0"/>
              <a:t>Projectile motions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529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78CC8F-3C71-6FA4-77C2-C3993EEEB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28" y="855909"/>
            <a:ext cx="4946494" cy="32976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83A818-8695-8173-DDA4-5890525AF34B}"/>
              </a:ext>
            </a:extLst>
          </p:cNvPr>
          <p:cNvSpPr txBox="1"/>
          <p:nvPr/>
        </p:nvSpPr>
        <p:spPr>
          <a:xfrm>
            <a:off x="144967" y="4421955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motion will involve the following: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Position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Velocity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Acceleration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must be able to break down these quantities in 2D </a:t>
            </a:r>
            <a:r>
              <a:rPr lang="en-US" sz="2400" dirty="0">
                <a:sym typeface="Wingdings" pitchFamily="2" charset="2"/>
              </a:rPr>
              <a:t> horizontal and vertical</a:t>
            </a:r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B2A925-CF59-D487-481A-CBADFD0ADA6D}"/>
              </a:ext>
            </a:extLst>
          </p:cNvPr>
          <p:cNvGrpSpPr/>
          <p:nvPr/>
        </p:nvGrpSpPr>
        <p:grpSpPr>
          <a:xfrm>
            <a:off x="8058791" y="944245"/>
            <a:ext cx="3500397" cy="1938992"/>
            <a:chOff x="104039" y="2827768"/>
            <a:chExt cx="3500397" cy="193899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33E7D4E-34BA-AF19-E29A-5FA4515E3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727" y="2932134"/>
              <a:ext cx="3250340" cy="162069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20392A-CE60-118F-C62D-5D5B635CA013}"/>
                </a:ext>
              </a:extLst>
            </p:cNvPr>
            <p:cNvSpPr/>
            <p:nvPr/>
          </p:nvSpPr>
          <p:spPr>
            <a:xfrm>
              <a:off x="104039" y="2827768"/>
              <a:ext cx="3500397" cy="1938992"/>
            </a:xfrm>
            <a:prstGeom prst="rect">
              <a:avLst/>
            </a:prstGeom>
            <a:solidFill>
              <a:srgbClr val="004F8B">
                <a:alpha val="5000"/>
              </a:srgbClr>
            </a:solidFill>
            <a:ln w="18000">
              <a:solidFill>
                <a:srgbClr val="004F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n-US">
                <a:solidFill>
                  <a:srgbClr val="004F8B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A5596E6-41DB-244B-4255-D36EAADE1CE1}"/>
              </a:ext>
            </a:extLst>
          </p:cNvPr>
          <p:cNvGrpSpPr/>
          <p:nvPr/>
        </p:nvGrpSpPr>
        <p:grpSpPr>
          <a:xfrm>
            <a:off x="8058791" y="3281924"/>
            <a:ext cx="3500397" cy="2011680"/>
            <a:chOff x="104039" y="4846320"/>
            <a:chExt cx="3500397" cy="201168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AC16AAE-DC85-A074-18A8-177D78204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8727" y="4954528"/>
              <a:ext cx="3241595" cy="166188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F1C076D-018F-6044-AC76-58A5F347459D}"/>
                </a:ext>
              </a:extLst>
            </p:cNvPr>
            <p:cNvSpPr/>
            <p:nvPr/>
          </p:nvSpPr>
          <p:spPr>
            <a:xfrm>
              <a:off x="104039" y="4846320"/>
              <a:ext cx="3500397" cy="2011680"/>
            </a:xfrm>
            <a:prstGeom prst="rect">
              <a:avLst/>
            </a:prstGeom>
            <a:solidFill>
              <a:srgbClr val="FF0066">
                <a:alpha val="5000"/>
              </a:srgbClr>
            </a:solidFill>
            <a:ln w="18000"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>
                <a:solidFill>
                  <a:srgbClr val="FF006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473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1B2A925-CF59-D487-481A-CBADFD0ADA6D}"/>
              </a:ext>
            </a:extLst>
          </p:cNvPr>
          <p:cNvGrpSpPr/>
          <p:nvPr/>
        </p:nvGrpSpPr>
        <p:grpSpPr>
          <a:xfrm>
            <a:off x="8058791" y="944245"/>
            <a:ext cx="3500397" cy="1938992"/>
            <a:chOff x="104039" y="2827768"/>
            <a:chExt cx="3500397" cy="193899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33E7D4E-34BA-AF19-E29A-5FA4515E3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727" y="2932134"/>
              <a:ext cx="3250340" cy="162069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20392A-CE60-118F-C62D-5D5B635CA013}"/>
                </a:ext>
              </a:extLst>
            </p:cNvPr>
            <p:cNvSpPr/>
            <p:nvPr/>
          </p:nvSpPr>
          <p:spPr>
            <a:xfrm>
              <a:off x="104039" y="2827768"/>
              <a:ext cx="3500397" cy="1938992"/>
            </a:xfrm>
            <a:prstGeom prst="rect">
              <a:avLst/>
            </a:prstGeom>
            <a:solidFill>
              <a:srgbClr val="004F8B">
                <a:alpha val="5000"/>
              </a:srgbClr>
            </a:solidFill>
            <a:ln w="18000">
              <a:solidFill>
                <a:srgbClr val="004F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n-US">
                <a:solidFill>
                  <a:srgbClr val="004F8B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A5596E6-41DB-244B-4255-D36EAADE1CE1}"/>
              </a:ext>
            </a:extLst>
          </p:cNvPr>
          <p:cNvGrpSpPr/>
          <p:nvPr/>
        </p:nvGrpSpPr>
        <p:grpSpPr>
          <a:xfrm>
            <a:off x="8058791" y="3281924"/>
            <a:ext cx="3500397" cy="2011680"/>
            <a:chOff x="104039" y="4846320"/>
            <a:chExt cx="3500397" cy="201168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AC16AAE-DC85-A074-18A8-177D78204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727" y="4954528"/>
              <a:ext cx="3241595" cy="166188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F1C076D-018F-6044-AC76-58A5F347459D}"/>
                </a:ext>
              </a:extLst>
            </p:cNvPr>
            <p:cNvSpPr/>
            <p:nvPr/>
          </p:nvSpPr>
          <p:spPr>
            <a:xfrm>
              <a:off x="104039" y="4846320"/>
              <a:ext cx="3500397" cy="2011680"/>
            </a:xfrm>
            <a:prstGeom prst="rect">
              <a:avLst/>
            </a:prstGeom>
            <a:solidFill>
              <a:srgbClr val="FF0066">
                <a:alpha val="5000"/>
              </a:srgbClr>
            </a:solidFill>
            <a:ln w="18000"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>
                <a:solidFill>
                  <a:srgbClr val="FF0066"/>
                </a:solidFill>
              </a:endParaRPr>
            </a:p>
          </p:txBody>
        </p:sp>
      </p:grpSp>
      <p:pic>
        <p:nvPicPr>
          <p:cNvPr id="2" name="Picture 1" descr="A graph of a graph showing different angles&#10;&#10;Description automatically generated">
            <a:extLst>
              <a:ext uri="{FF2B5EF4-FFF2-40B4-BE49-F238E27FC236}">
                <a16:creationId xmlns:a16="http://schemas.microsoft.com/office/drawing/2014/main" id="{4212C116-A6F6-CAC7-43D5-7AE2C849D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41387"/>
            <a:ext cx="6900300" cy="517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2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– Flow Chart 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206735D-036E-CA08-69BA-CB15D8EF6F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43477"/>
              </p:ext>
            </p:extLst>
          </p:nvPr>
        </p:nvGraphicFramePr>
        <p:xfrm>
          <a:off x="245327" y="719666"/>
          <a:ext cx="1183144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474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C5A0AC-16A5-FFF3-A14F-19ACE11F4676}"/>
              </a:ext>
            </a:extLst>
          </p:cNvPr>
          <p:cNvGrpSpPr/>
          <p:nvPr/>
        </p:nvGrpSpPr>
        <p:grpSpPr>
          <a:xfrm>
            <a:off x="189571" y="1768836"/>
            <a:ext cx="8162692" cy="1742881"/>
            <a:chOff x="189571" y="1768836"/>
            <a:chExt cx="8162692" cy="174288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24F2D23-2A80-19BB-4126-D8D2C0DCB93F}"/>
                </a:ext>
              </a:extLst>
            </p:cNvPr>
            <p:cNvSpPr txBox="1"/>
            <p:nvPr/>
          </p:nvSpPr>
          <p:spPr>
            <a:xfrm>
              <a:off x="189571" y="1768836"/>
              <a:ext cx="81626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Acceleration in the </a:t>
              </a:r>
              <a:r>
                <a:rPr lang="en-US" sz="2400" dirty="0">
                  <a:solidFill>
                    <a:srgbClr val="FF0000"/>
                  </a:solidFill>
                </a:rPr>
                <a:t>y-direction</a:t>
              </a:r>
              <a:r>
                <a:rPr lang="en-US" sz="2400" dirty="0"/>
                <a:t> is going to be </a:t>
              </a:r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–g</a:t>
              </a:r>
              <a:r>
                <a:rPr lang="en-US" sz="2400" dirty="0"/>
                <a:t>, thus our equation of motion in the </a:t>
              </a:r>
              <a:r>
                <a:rPr lang="en-US" sz="2400" dirty="0">
                  <a:solidFill>
                    <a:srgbClr val="FF0000"/>
                  </a:solidFill>
                </a:rPr>
                <a:t>y-direction</a:t>
              </a:r>
              <a:r>
                <a:rPr lang="en-US" sz="2400" dirty="0"/>
                <a:t> will be: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9B3938A-344E-72F4-1AFE-BC0CFE51D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5151" y="2814030"/>
              <a:ext cx="3017024" cy="697687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663AB3C-818A-0816-D736-C2276D8BC9FD}"/>
              </a:ext>
            </a:extLst>
          </p:cNvPr>
          <p:cNvSpPr/>
          <p:nvPr/>
        </p:nvSpPr>
        <p:spPr>
          <a:xfrm>
            <a:off x="-99286" y="675861"/>
            <a:ext cx="123905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Let’s break down our equations accordingly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8274CA-F92F-FE0E-8FE4-F6D176BE9A74}"/>
              </a:ext>
            </a:extLst>
          </p:cNvPr>
          <p:cNvGrpSpPr/>
          <p:nvPr/>
        </p:nvGrpSpPr>
        <p:grpSpPr>
          <a:xfrm>
            <a:off x="189571" y="4306748"/>
            <a:ext cx="8162692" cy="1810177"/>
            <a:chOff x="189571" y="4306748"/>
            <a:chExt cx="8162692" cy="18101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3529A79-0E36-2070-3F3F-10CD79194853}"/>
                </a:ext>
              </a:extLst>
            </p:cNvPr>
            <p:cNvSpPr txBox="1"/>
            <p:nvPr/>
          </p:nvSpPr>
          <p:spPr>
            <a:xfrm>
              <a:off x="189571" y="4306748"/>
              <a:ext cx="81626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Acceleration in the </a:t>
              </a:r>
              <a:r>
                <a:rPr lang="en-US" sz="2400" dirty="0">
                  <a:solidFill>
                    <a:srgbClr val="0432FF"/>
                  </a:solidFill>
                </a:rPr>
                <a:t>x-direction</a:t>
              </a:r>
              <a:r>
                <a:rPr lang="en-US" sz="2400" dirty="0"/>
                <a:t> is going to be </a:t>
              </a:r>
              <a:r>
                <a:rPr lang="en-US" sz="2400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en-US" sz="2400" dirty="0"/>
                <a:t>, thus our equation of motion in the </a:t>
              </a:r>
              <a:r>
                <a:rPr lang="en-US" sz="2400" dirty="0">
                  <a:solidFill>
                    <a:srgbClr val="0432FF"/>
                  </a:solidFill>
                </a:rPr>
                <a:t>x-direction</a:t>
              </a:r>
              <a:r>
                <a:rPr lang="en-US" sz="2400" dirty="0"/>
                <a:t> will be: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C5520F-226F-5B67-440A-5E4C92EAF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34519" y="5809784"/>
              <a:ext cx="1376839" cy="307141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F8ACB7E-1EDF-EDCC-106F-417F7B657982}"/>
              </a:ext>
            </a:extLst>
          </p:cNvPr>
          <p:cNvSpPr/>
          <p:nvPr/>
        </p:nvSpPr>
        <p:spPr>
          <a:xfrm>
            <a:off x="7774005" y="2382777"/>
            <a:ext cx="422842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We still need v</a:t>
            </a:r>
            <a:r>
              <a:rPr lang="en-US" sz="5400" b="1" cap="none" spc="0" baseline="-2500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x0</a:t>
            </a:r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and v</a:t>
            </a:r>
            <a:r>
              <a:rPr lang="en-US" sz="5400" b="1" cap="none" spc="0" baseline="-2500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y0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C14535-2D4A-7D63-1889-F01CC2CB9390}"/>
              </a:ext>
            </a:extLst>
          </p:cNvPr>
          <p:cNvSpPr/>
          <p:nvPr/>
        </p:nvSpPr>
        <p:spPr>
          <a:xfrm>
            <a:off x="7774005" y="4596602"/>
            <a:ext cx="422842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We’ll need to use some trig!</a:t>
            </a:r>
            <a:endParaRPr lang="en-US" sz="5400" b="1" cap="none" spc="0" baseline="-2500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89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F8ACB7E-1EDF-EDCC-106F-417F7B657982}"/>
              </a:ext>
            </a:extLst>
          </p:cNvPr>
          <p:cNvSpPr/>
          <p:nvPr/>
        </p:nvSpPr>
        <p:spPr>
          <a:xfrm>
            <a:off x="-1" y="638607"/>
            <a:ext cx="80973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We can use: </a:t>
            </a:r>
            <a:r>
              <a:rPr lang="en-US" sz="5400" b="1" cap="none" spc="0" dirty="0">
                <a:ln/>
                <a:solidFill>
                  <a:srgbClr val="0432FF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SOH CAH TOA</a:t>
            </a:r>
            <a:endParaRPr lang="en-US" sz="5400" b="1" cap="none" spc="0" baseline="-25000" dirty="0">
              <a:ln/>
              <a:solidFill>
                <a:srgbClr val="0432FF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CC3FA8-3A88-08FE-1E4A-5D66515F4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479473"/>
            <a:ext cx="6512314" cy="231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B9963F-8730-5503-63BC-84C491AD3996}"/>
              </a:ext>
            </a:extLst>
          </p:cNvPr>
          <p:cNvSpPr/>
          <p:nvPr/>
        </p:nvSpPr>
        <p:spPr>
          <a:xfrm>
            <a:off x="2258123" y="1561937"/>
            <a:ext cx="1667108" cy="48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DCD8EA6C-FD30-8FDA-ECEA-C8C50D74A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313" y="1735174"/>
            <a:ext cx="5444491" cy="30635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A94D296-3866-2545-B42B-B213EFABF145}"/>
              </a:ext>
            </a:extLst>
          </p:cNvPr>
          <p:cNvGrpSpPr/>
          <p:nvPr/>
        </p:nvGrpSpPr>
        <p:grpSpPr>
          <a:xfrm>
            <a:off x="7885260" y="5192727"/>
            <a:ext cx="2698595" cy="1330554"/>
            <a:chOff x="3127383" y="5041682"/>
            <a:chExt cx="2698595" cy="1330554"/>
          </a:xfrm>
        </p:grpSpPr>
        <p:sp>
          <p:nvSpPr>
            <p:cNvPr id="18" name="Round Diagonal Corner Rectangle 17">
              <a:extLst>
                <a:ext uri="{FF2B5EF4-FFF2-40B4-BE49-F238E27FC236}">
                  <a16:creationId xmlns:a16="http://schemas.microsoft.com/office/drawing/2014/main" id="{A2EBC7D4-FC34-2171-86A0-F3EF297B684E}"/>
                </a:ext>
              </a:extLst>
            </p:cNvPr>
            <p:cNvSpPr/>
            <p:nvPr/>
          </p:nvSpPr>
          <p:spPr>
            <a:xfrm>
              <a:off x="3127383" y="5041682"/>
              <a:ext cx="2698595" cy="1330554"/>
            </a:xfrm>
            <a:prstGeom prst="round2DiagRect">
              <a:avLst/>
            </a:prstGeom>
            <a:solidFill>
              <a:srgbClr val="FF8AD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D9D98BF-E8D6-41D6-1295-C18AE033F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20053" y="5205026"/>
              <a:ext cx="2313257" cy="1003866"/>
            </a:xfrm>
            <a:prstGeom prst="rect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4C500EB-C76D-52BB-B743-DB51F408E2A0}"/>
              </a:ext>
            </a:extLst>
          </p:cNvPr>
          <p:cNvSpPr/>
          <p:nvPr/>
        </p:nvSpPr>
        <p:spPr>
          <a:xfrm>
            <a:off x="147643" y="4315564"/>
            <a:ext cx="594835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Thus, our equations can be modified</a:t>
            </a:r>
          </a:p>
        </p:txBody>
      </p:sp>
    </p:spTree>
    <p:extLst>
      <p:ext uri="{BB962C8B-B14F-4D97-AF65-F5344CB8AC3E}">
        <p14:creationId xmlns:p14="http://schemas.microsoft.com/office/powerpoint/2010/main" val="108102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F8ACB7E-1EDF-EDCC-106F-417F7B657982}"/>
              </a:ext>
            </a:extLst>
          </p:cNvPr>
          <p:cNvSpPr/>
          <p:nvPr/>
        </p:nvSpPr>
        <p:spPr>
          <a:xfrm>
            <a:off x="-1" y="638607"/>
            <a:ext cx="80973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12700">
                  <a:solidFill>
                    <a:srgbClr val="C00000"/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Our equations modify to:</a:t>
            </a:r>
            <a:endParaRPr lang="en-US" sz="5400" b="1" baseline="-25000" dirty="0">
              <a:ln w="12700">
                <a:solidFill>
                  <a:srgbClr val="C00000"/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9963F-8730-5503-63BC-84C491AD3996}"/>
              </a:ext>
            </a:extLst>
          </p:cNvPr>
          <p:cNvSpPr/>
          <p:nvPr/>
        </p:nvSpPr>
        <p:spPr>
          <a:xfrm>
            <a:off x="2258123" y="1561937"/>
            <a:ext cx="1667108" cy="48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F4381F-0B51-FF7A-8C70-8C358A1F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813" y="1645339"/>
            <a:ext cx="4914900" cy="1612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1A09C5-6D3C-F2C2-3DDD-DD2B7BB3B9AE}"/>
              </a:ext>
            </a:extLst>
          </p:cNvPr>
          <p:cNvSpPr/>
          <p:nvPr/>
        </p:nvSpPr>
        <p:spPr>
          <a:xfrm>
            <a:off x="117220" y="3429000"/>
            <a:ext cx="113107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How do we get the total time of flight?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051C6E6-0D2B-4E18-BC6E-5AF978C8170D}"/>
              </a:ext>
            </a:extLst>
          </p:cNvPr>
          <p:cNvSpPr/>
          <p:nvPr/>
        </p:nvSpPr>
        <p:spPr>
          <a:xfrm>
            <a:off x="2648948" y="1561937"/>
            <a:ext cx="5310629" cy="1198903"/>
          </a:xfrm>
          <a:prstGeom prst="rect">
            <a:avLst/>
          </a:prstGeom>
          <a:solidFill>
            <a:srgbClr val="FFC114">
              <a:alpha val="5000"/>
            </a:srgbClr>
          </a:solidFill>
          <a:ln w="18000">
            <a:solidFill>
              <a:srgbClr val="FFC1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C114"/>
              </a:solidFill>
            </a:endParaRPr>
          </a:p>
        </p:txBody>
      </p:sp>
      <p:pic>
        <p:nvPicPr>
          <p:cNvPr id="11" name="Picture 10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EEF2C1BE-17EE-A261-C9D1-7A7C6BE0C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251" y="4313769"/>
            <a:ext cx="3836482" cy="14134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DC7411F-A73D-727C-60B3-BCAF92900294}"/>
              </a:ext>
            </a:extLst>
          </p:cNvPr>
          <p:cNvSpPr/>
          <p:nvPr/>
        </p:nvSpPr>
        <p:spPr>
          <a:xfrm>
            <a:off x="1364588" y="5803877"/>
            <a:ext cx="88160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Our equation is quadratic in t!</a:t>
            </a:r>
          </a:p>
        </p:txBody>
      </p:sp>
    </p:spTree>
    <p:extLst>
      <p:ext uri="{BB962C8B-B14F-4D97-AF65-F5344CB8AC3E}">
        <p14:creationId xmlns:p14="http://schemas.microsoft.com/office/powerpoint/2010/main" val="307426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4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F8ACB7E-1EDF-EDCC-106F-417F7B657982}"/>
              </a:ext>
            </a:extLst>
          </p:cNvPr>
          <p:cNvSpPr/>
          <p:nvPr/>
        </p:nvSpPr>
        <p:spPr>
          <a:xfrm>
            <a:off x="-1" y="638607"/>
            <a:ext cx="80973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Let’s rewrite the y-equation</a:t>
            </a:r>
            <a:endParaRPr lang="en-US" sz="5400" baseline="-25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E5ABB-0131-9539-420E-8FF48645A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22" y="1803863"/>
            <a:ext cx="5245100" cy="9398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40E6F09-19CB-105E-3169-75771766DFCC}"/>
              </a:ext>
            </a:extLst>
          </p:cNvPr>
          <p:cNvGrpSpPr/>
          <p:nvPr/>
        </p:nvGrpSpPr>
        <p:grpSpPr>
          <a:xfrm>
            <a:off x="8610188" y="592458"/>
            <a:ext cx="3246866" cy="3680983"/>
            <a:chOff x="8528822" y="2273762"/>
            <a:chExt cx="3246866" cy="3680983"/>
          </a:xfrm>
        </p:grpSpPr>
        <p:sp>
          <p:nvSpPr>
            <p:cNvPr id="9" name="Explosion 1 8">
              <a:extLst>
                <a:ext uri="{FF2B5EF4-FFF2-40B4-BE49-F238E27FC236}">
                  <a16:creationId xmlns:a16="http://schemas.microsoft.com/office/drawing/2014/main" id="{6416C703-6D83-4E2A-AC55-1783078FBFB5}"/>
                </a:ext>
              </a:extLst>
            </p:cNvPr>
            <p:cNvSpPr/>
            <p:nvPr/>
          </p:nvSpPr>
          <p:spPr>
            <a:xfrm>
              <a:off x="8528822" y="2273762"/>
              <a:ext cx="3246866" cy="3680983"/>
            </a:xfrm>
            <a:prstGeom prst="irregularSeal1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F96EDD-B705-D7F8-6AEC-4DBE3F4C5407}"/>
                </a:ext>
              </a:extLst>
            </p:cNvPr>
            <p:cNvSpPr txBox="1"/>
            <p:nvPr/>
          </p:nvSpPr>
          <p:spPr>
            <a:xfrm>
              <a:off x="9319249" y="3337870"/>
              <a:ext cx="197376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Final y-position is zero since the projectile lands back on the ground!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48F5BDD-B9B2-ED3D-ABCB-26D90B55520D}"/>
              </a:ext>
            </a:extLst>
          </p:cNvPr>
          <p:cNvGrpSpPr/>
          <p:nvPr/>
        </p:nvGrpSpPr>
        <p:grpSpPr>
          <a:xfrm>
            <a:off x="2770922" y="2683591"/>
            <a:ext cx="4824832" cy="792666"/>
            <a:chOff x="2770922" y="2683591"/>
            <a:chExt cx="4824832" cy="792666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6C25B4D2-6AC4-21EA-E032-0347641AFC3F}"/>
                </a:ext>
              </a:extLst>
            </p:cNvPr>
            <p:cNvSpPr/>
            <p:nvPr/>
          </p:nvSpPr>
          <p:spPr>
            <a:xfrm rot="5400000">
              <a:off x="3073088" y="2381426"/>
              <a:ext cx="320755" cy="925088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C7B07D6A-C9E0-3EC2-3390-4B2F6EA2ACCD}"/>
                </a:ext>
              </a:extLst>
            </p:cNvPr>
            <p:cNvSpPr/>
            <p:nvPr/>
          </p:nvSpPr>
          <p:spPr>
            <a:xfrm rot="5400000">
              <a:off x="5080594" y="2186899"/>
              <a:ext cx="320758" cy="1314141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01D03559-816E-5C6A-35E4-69361C839C24}"/>
                </a:ext>
              </a:extLst>
            </p:cNvPr>
            <p:cNvSpPr/>
            <p:nvPr/>
          </p:nvSpPr>
          <p:spPr>
            <a:xfrm rot="5400000">
              <a:off x="6723645" y="2452156"/>
              <a:ext cx="320757" cy="783627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0D3C75F-AB76-1A85-96B8-725FE85B9FD6}"/>
                </a:ext>
              </a:extLst>
            </p:cNvPr>
            <p:cNvSpPr txBox="1"/>
            <p:nvPr/>
          </p:nvSpPr>
          <p:spPr>
            <a:xfrm>
              <a:off x="3091677" y="3106925"/>
              <a:ext cx="4504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a               b            c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55A39AF-20C1-066C-CD6C-7FAB4E100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78" y="3381466"/>
            <a:ext cx="2438400" cy="228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B7E77C-687E-F234-0BED-6BD2FB8AD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2" y="4529180"/>
            <a:ext cx="3937000" cy="10287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702D106-E76F-A991-8C35-68E6989CD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2473" y="3861828"/>
            <a:ext cx="3937000" cy="10287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79A27BD-98C5-9B03-6C38-1CD1FC361CD0}"/>
              </a:ext>
            </a:extLst>
          </p:cNvPr>
          <p:cNvSpPr txBox="1"/>
          <p:nvPr/>
        </p:nvSpPr>
        <p:spPr>
          <a:xfrm>
            <a:off x="3512634" y="5196468"/>
            <a:ext cx="408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are we using the </a:t>
            </a:r>
            <a:r>
              <a:rPr lang="en-US" i="1" dirty="0">
                <a:solidFill>
                  <a:srgbClr val="C00000"/>
                </a:solidFill>
              </a:rPr>
              <a:t>negative</a:t>
            </a:r>
            <a:r>
              <a:rPr lang="en-US" dirty="0"/>
              <a:t> solution?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324089" y="5843604"/>
            <a:ext cx="115329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Next step is to write some pseudocode!</a:t>
            </a:r>
          </a:p>
        </p:txBody>
      </p:sp>
    </p:spTree>
    <p:extLst>
      <p:ext uri="{BB962C8B-B14F-4D97-AF65-F5344CB8AC3E}">
        <p14:creationId xmlns:p14="http://schemas.microsoft.com/office/powerpoint/2010/main" val="293111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9428103" y="-73726"/>
            <a:ext cx="27638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</a:t>
            </a:r>
            <a:r>
              <a:rPr lang="en-US" sz="4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seudocode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738A2-9DDE-668B-97CA-AB912FE92F04}"/>
              </a:ext>
            </a:extLst>
          </p:cNvPr>
          <p:cNvSpPr txBox="1"/>
          <p:nvPr/>
        </p:nvSpPr>
        <p:spPr>
          <a:xfrm>
            <a:off x="245327" y="759264"/>
            <a:ext cx="6244683" cy="5755422"/>
          </a:xfrm>
          <a:prstGeom prst="rect">
            <a:avLst/>
          </a:prstGeom>
          <a:solidFill>
            <a:schemeClr val="bg2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Initialize variables: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x0 =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y0 =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v0 =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theta = 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g =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Define quadratic terms: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 =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Determine total time of flight via quadratic formula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Determine time-step via linspace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Compute x and y positions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x =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y =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Compute max height and max range</a:t>
            </a:r>
          </a:p>
          <a:p>
            <a:pPr lvl="1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maxH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</a:p>
          <a:p>
            <a:pPr lvl="1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maxR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Plot and annotate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CFD95-76C4-713F-4563-962FC0B40CC6}"/>
              </a:ext>
            </a:extLst>
          </p:cNvPr>
          <p:cNvSpPr/>
          <p:nvPr/>
        </p:nvSpPr>
        <p:spPr>
          <a:xfrm>
            <a:off x="6677517" y="2713645"/>
            <a:ext cx="47248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Let’s code it up!</a:t>
            </a:r>
          </a:p>
        </p:txBody>
      </p:sp>
    </p:spTree>
    <p:extLst>
      <p:ext uri="{BB962C8B-B14F-4D97-AF65-F5344CB8AC3E}">
        <p14:creationId xmlns:p14="http://schemas.microsoft.com/office/powerpoint/2010/main" val="74515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9428103" y="-73726"/>
            <a:ext cx="27638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</a:t>
            </a:r>
            <a:r>
              <a:rPr lang="en-US" sz="4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seudocode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CFD95-76C4-713F-4563-962FC0B40CC6}"/>
              </a:ext>
            </a:extLst>
          </p:cNvPr>
          <p:cNvSpPr/>
          <p:nvPr/>
        </p:nvSpPr>
        <p:spPr>
          <a:xfrm>
            <a:off x="-1" y="675861"/>
            <a:ext cx="1003389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Create a new script:</a:t>
            </a:r>
          </a:p>
          <a:p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&gt;&gt; edit projMotion1.mlx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A816495-D5BD-7EA2-4C1F-4A366E617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836" y="2644383"/>
            <a:ext cx="7025267" cy="39529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4039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E82D087-75B1-F568-7E63-5EDCCC6F3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04" y="1756627"/>
            <a:ext cx="10586417" cy="31499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657388-7247-ABB0-ACF8-A70FDA8702B5}"/>
              </a:ext>
            </a:extLst>
          </p:cNvPr>
          <p:cNvSpPr/>
          <p:nvPr/>
        </p:nvSpPr>
        <p:spPr>
          <a:xfrm>
            <a:off x="9651820" y="-73726"/>
            <a:ext cx="231646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Algorithm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980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2926CA1-1CA1-6620-CFE3-B854E64C9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51" y="1002060"/>
            <a:ext cx="10016806" cy="2343263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D96AC27-6081-1CF7-4260-192D8A41D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51" y="3671521"/>
            <a:ext cx="10659332" cy="21844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FA10585-2A55-C298-69E7-94F2356581CB}"/>
              </a:ext>
            </a:extLst>
          </p:cNvPr>
          <p:cNvSpPr/>
          <p:nvPr/>
        </p:nvSpPr>
        <p:spPr>
          <a:xfrm>
            <a:off x="9651820" y="-73726"/>
            <a:ext cx="231646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Algorithm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2AC582-1EAC-B6B6-E14E-E9F2F19FF1CE}"/>
              </a:ext>
            </a:extLst>
          </p:cNvPr>
          <p:cNvSpPr/>
          <p:nvPr/>
        </p:nvSpPr>
        <p:spPr>
          <a:xfrm>
            <a:off x="859724" y="6017816"/>
            <a:ext cx="979095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Notice the </a:t>
            </a:r>
            <a:r>
              <a:rPr lang="en-US" sz="36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cosd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and </a:t>
            </a:r>
            <a:r>
              <a:rPr lang="en-US" sz="36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sind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instead of </a:t>
            </a:r>
            <a:r>
              <a:rPr lang="en-US" sz="36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cos</a:t>
            </a:r>
            <a:r>
              <a:rPr lang="en-US" sz="36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onsolas" panose="020B0609020204030204" pitchFamily="49" charset="0"/>
              </a:rPr>
              <a:t> and </a:t>
            </a:r>
            <a:r>
              <a:rPr lang="en-US" sz="36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sin</a:t>
            </a:r>
          </a:p>
        </p:txBody>
      </p:sp>
    </p:spTree>
    <p:extLst>
      <p:ext uri="{BB962C8B-B14F-4D97-AF65-F5344CB8AC3E}">
        <p14:creationId xmlns:p14="http://schemas.microsoft.com/office/powerpoint/2010/main" val="115483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9651820" y="-73726"/>
            <a:ext cx="231646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Algorithm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9" name="Picture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FE742B6-D514-3C8A-42BF-571C08E06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0" y="1127849"/>
            <a:ext cx="10554940" cy="428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94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9952833" y="-73726"/>
            <a:ext cx="171444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Results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3" name="Picture 2" descr="A graph of a function&#10;&#10;Description automatically generated">
            <a:extLst>
              <a:ext uri="{FF2B5EF4-FFF2-40B4-BE49-F238E27FC236}">
                <a16:creationId xmlns:a16="http://schemas.microsoft.com/office/drawing/2014/main" id="{27835A98-A16C-6DED-D170-7261C1E06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9" y="803680"/>
            <a:ext cx="8077045" cy="60543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DF3B75-5842-32A5-2E52-BB67B435C79C}"/>
              </a:ext>
            </a:extLst>
          </p:cNvPr>
          <p:cNvSpPr/>
          <p:nvPr/>
        </p:nvSpPr>
        <p:spPr>
          <a:xfrm>
            <a:off x="7595754" y="1089216"/>
            <a:ext cx="35847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Looks good!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474E2-DD58-1F9F-66BC-6289CF44D718}"/>
              </a:ext>
            </a:extLst>
          </p:cNvPr>
          <p:cNvSpPr/>
          <p:nvPr/>
        </p:nvSpPr>
        <p:spPr>
          <a:xfrm>
            <a:off x="1300242" y="1550881"/>
            <a:ext cx="56924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can we check?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D0D2D-EBB1-13EC-AE46-545D9D0750B5}"/>
              </a:ext>
            </a:extLst>
          </p:cNvPr>
          <p:cNvSpPr txBox="1"/>
          <p:nvPr/>
        </p:nvSpPr>
        <p:spPr>
          <a:xfrm>
            <a:off x="8081040" y="1891848"/>
            <a:ext cx="34791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would have to index into the y-vector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Look at the last entry to ensure that it is zero or close to it!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B898D-B884-015A-480A-A23C733F4015}"/>
              </a:ext>
            </a:extLst>
          </p:cNvPr>
          <p:cNvSpPr/>
          <p:nvPr/>
        </p:nvSpPr>
        <p:spPr>
          <a:xfrm>
            <a:off x="7705634" y="3714324"/>
            <a:ext cx="4229993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 ahead and try to do this on your own!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F5E38E-E346-1DA7-DF1A-42E38C261B34}"/>
              </a:ext>
            </a:extLst>
          </p:cNvPr>
          <p:cNvSpPr/>
          <p:nvPr/>
        </p:nvSpPr>
        <p:spPr>
          <a:xfrm>
            <a:off x="7705633" y="5046826"/>
            <a:ext cx="3961645" cy="5232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&gt;&gt; </a:t>
            </a:r>
            <a:r>
              <a:rPr lang="en-US" sz="2800" b="0" cap="none" spc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myCheck</a:t>
            </a:r>
            <a:r>
              <a:rPr lang="en-US" sz="2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= y(end)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CB979B-7C35-CA71-269E-E0AE320575C0}"/>
              </a:ext>
            </a:extLst>
          </p:cNvPr>
          <p:cNvSpPr/>
          <p:nvPr/>
        </p:nvSpPr>
        <p:spPr>
          <a:xfrm>
            <a:off x="1414890" y="2759747"/>
            <a:ext cx="557780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i="1" cap="none" spc="0" dirty="0">
                <a:ln w="0"/>
                <a:solidFill>
                  <a:srgbClr val="0432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if the blue line passed the zero point?</a:t>
            </a:r>
          </a:p>
        </p:txBody>
      </p:sp>
    </p:spTree>
    <p:extLst>
      <p:ext uri="{BB962C8B-B14F-4D97-AF65-F5344CB8AC3E}">
        <p14:creationId xmlns:p14="http://schemas.microsoft.com/office/powerpoint/2010/main" val="205571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  <p:bldP spid="11" grpId="0"/>
      <p:bldP spid="12" grpId="0" animBg="1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9952833" y="-73726"/>
            <a:ext cx="171444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Results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3" name="Picture 2" descr="A graph of a function&#10;&#10;Description automatically generated">
            <a:extLst>
              <a:ext uri="{FF2B5EF4-FFF2-40B4-BE49-F238E27FC236}">
                <a16:creationId xmlns:a16="http://schemas.microsoft.com/office/drawing/2014/main" id="{27835A98-A16C-6DED-D170-7261C1E06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9" y="803680"/>
            <a:ext cx="8077045" cy="60543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9474E2-DD58-1F9F-66BC-6289CF44D718}"/>
              </a:ext>
            </a:extLst>
          </p:cNvPr>
          <p:cNvSpPr/>
          <p:nvPr/>
        </p:nvSpPr>
        <p:spPr>
          <a:xfrm>
            <a:off x="1967611" y="1550881"/>
            <a:ext cx="43577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did this for one angle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D0D2D-EBB1-13EC-AE46-545D9D0750B5}"/>
              </a:ext>
            </a:extLst>
          </p:cNvPr>
          <p:cNvSpPr txBox="1"/>
          <p:nvPr/>
        </p:nvSpPr>
        <p:spPr>
          <a:xfrm>
            <a:off x="8081040" y="1891848"/>
            <a:ext cx="34791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if we wanted to do this for multiple angles…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do you think we need to do?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B898D-B884-015A-480A-A23C733F4015}"/>
              </a:ext>
            </a:extLst>
          </p:cNvPr>
          <p:cNvSpPr/>
          <p:nvPr/>
        </p:nvSpPr>
        <p:spPr>
          <a:xfrm>
            <a:off x="7705633" y="4196242"/>
            <a:ext cx="422999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can iterate!</a:t>
            </a:r>
          </a:p>
        </p:txBody>
      </p:sp>
    </p:spTree>
    <p:extLst>
      <p:ext uri="{BB962C8B-B14F-4D97-AF65-F5344CB8AC3E}">
        <p14:creationId xmlns:p14="http://schemas.microsoft.com/office/powerpoint/2010/main" val="418231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– Flow Chart 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206735D-036E-CA08-69BA-CB15D8EF6F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206427"/>
              </p:ext>
            </p:extLst>
          </p:nvPr>
        </p:nvGraphicFramePr>
        <p:xfrm>
          <a:off x="245327" y="719666"/>
          <a:ext cx="1183144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4205DCA-C565-750C-82DD-A5F057918FCF}"/>
              </a:ext>
            </a:extLst>
          </p:cNvPr>
          <p:cNvSpPr/>
          <p:nvPr/>
        </p:nvSpPr>
        <p:spPr>
          <a:xfrm>
            <a:off x="8655454" y="-32025"/>
            <a:ext cx="35365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Multiple Angles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C11373-2F18-3E5C-2EAC-ABA1F55E4750}"/>
              </a:ext>
            </a:extLst>
          </p:cNvPr>
          <p:cNvSpPr/>
          <p:nvPr/>
        </p:nvSpPr>
        <p:spPr>
          <a:xfrm>
            <a:off x="-135878" y="4330571"/>
            <a:ext cx="47248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Let’s code it up!</a:t>
            </a:r>
          </a:p>
        </p:txBody>
      </p:sp>
    </p:spTree>
    <p:extLst>
      <p:ext uri="{BB962C8B-B14F-4D97-AF65-F5344CB8AC3E}">
        <p14:creationId xmlns:p14="http://schemas.microsoft.com/office/powerpoint/2010/main" val="3565877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8655454" y="-32025"/>
            <a:ext cx="35365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Multiple Angles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B1F16A-80C9-9593-4611-4D8BC504FA78}"/>
              </a:ext>
            </a:extLst>
          </p:cNvPr>
          <p:cNvSpPr/>
          <p:nvPr/>
        </p:nvSpPr>
        <p:spPr>
          <a:xfrm>
            <a:off x="-1" y="675861"/>
            <a:ext cx="1003389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Create a new script:</a:t>
            </a:r>
          </a:p>
          <a:p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&gt;&gt; edit projMotion2.mlx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9" name="Picture 8" descr="A white screen with green text&#10;&#10;Description automatically generated">
            <a:extLst>
              <a:ext uri="{FF2B5EF4-FFF2-40B4-BE49-F238E27FC236}">
                <a16:creationId xmlns:a16="http://schemas.microsoft.com/office/drawing/2014/main" id="{8AA401B5-A943-A071-7F72-9DE905283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6" y="2649958"/>
            <a:ext cx="9941126" cy="30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3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8655454" y="-32025"/>
            <a:ext cx="35365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Multiple Angles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A9C0419-E743-4CDC-A6D1-58E4E032E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08" y="1216942"/>
            <a:ext cx="10321947" cy="402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4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8655454" y="-32025"/>
            <a:ext cx="353654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Multiple Angles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860DF40-852B-1E63-3F52-D2918CB50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04" y="1216941"/>
            <a:ext cx="11544503" cy="327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494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6792867" y="-32025"/>
            <a:ext cx="561134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Multiple Angles– Results 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4" name="Picture 3" descr="A graph of different angles&#10;&#10;Description automatically generated">
            <a:extLst>
              <a:ext uri="{FF2B5EF4-FFF2-40B4-BE49-F238E27FC236}">
                <a16:creationId xmlns:a16="http://schemas.microsoft.com/office/drawing/2014/main" id="{E1668D47-8675-69B2-853F-8D6D45156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6" y="899377"/>
            <a:ext cx="7404100" cy="5549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085F4-0540-C7F4-F886-6D325354665C}"/>
              </a:ext>
            </a:extLst>
          </p:cNvPr>
          <p:cNvSpPr/>
          <p:nvPr/>
        </p:nvSpPr>
        <p:spPr>
          <a:xfrm>
            <a:off x="7595754" y="1089216"/>
            <a:ext cx="35847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Looks good!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E1C74-F948-56E5-1F72-50B20985375C}"/>
              </a:ext>
            </a:extLst>
          </p:cNvPr>
          <p:cNvSpPr/>
          <p:nvPr/>
        </p:nvSpPr>
        <p:spPr>
          <a:xfrm>
            <a:off x="6865261" y="2136338"/>
            <a:ext cx="504568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if I wanted to customize the plot?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5A6A61-9AB8-CBE0-9955-AD1455B78F14}"/>
              </a:ext>
            </a:extLst>
          </p:cNvPr>
          <p:cNvSpPr/>
          <p:nvPr/>
        </p:nvSpPr>
        <p:spPr>
          <a:xfrm>
            <a:off x="7146315" y="3583569"/>
            <a:ext cx="5045685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Say, I wanted to change the color for each 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ow would I do this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at once?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287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F6273-E237-440E-EDE2-9441E3CE191C}"/>
              </a:ext>
            </a:extLst>
          </p:cNvPr>
          <p:cNvSpPr/>
          <p:nvPr/>
        </p:nvSpPr>
        <p:spPr>
          <a:xfrm>
            <a:off x="9386552" y="-55519"/>
            <a:ext cx="28054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Annotations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085F4-0540-C7F4-F886-6D325354665C}"/>
              </a:ext>
            </a:extLst>
          </p:cNvPr>
          <p:cNvSpPr/>
          <p:nvPr/>
        </p:nvSpPr>
        <p:spPr>
          <a:xfrm>
            <a:off x="-1" y="675861"/>
            <a:ext cx="11910947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would need to create another array of character vectors of the color symbols.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E1C74-F948-56E5-1F72-50B20985375C}"/>
              </a:ext>
            </a:extLst>
          </p:cNvPr>
          <p:cNvSpPr/>
          <p:nvPr/>
        </p:nvSpPr>
        <p:spPr>
          <a:xfrm>
            <a:off x="0" y="1987234"/>
            <a:ext cx="1035948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iterate over that array within my loop!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DB13D11-00EC-307D-FBA5-1AAA9FF7E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30" y="2914890"/>
            <a:ext cx="9105281" cy="382754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67F937-D8B2-4995-A14F-71750231AD18}"/>
              </a:ext>
            </a:extLst>
          </p:cNvPr>
          <p:cNvSpPr/>
          <p:nvPr/>
        </p:nvSpPr>
        <p:spPr>
          <a:xfrm>
            <a:off x="1093644" y="6021659"/>
            <a:ext cx="4370454" cy="663072"/>
          </a:xfrm>
          <a:prstGeom prst="rect">
            <a:avLst/>
          </a:prstGeom>
          <a:solidFill>
            <a:srgbClr val="FFC114">
              <a:alpha val="5000"/>
            </a:srgbClr>
          </a:solidFill>
          <a:ln w="18000">
            <a:solidFill>
              <a:srgbClr val="FFC1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C11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19F0E9-D4CA-A73F-025B-4B23C8F4F41C}"/>
              </a:ext>
            </a:extLst>
          </p:cNvPr>
          <p:cNvSpPr/>
          <p:nvPr/>
        </p:nvSpPr>
        <p:spPr>
          <a:xfrm>
            <a:off x="7398523" y="3072557"/>
            <a:ext cx="5180053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Modify your code and add line 15</a:t>
            </a:r>
          </a:p>
        </p:txBody>
      </p:sp>
    </p:spTree>
    <p:extLst>
      <p:ext uri="{BB962C8B-B14F-4D97-AF65-F5344CB8AC3E}">
        <p14:creationId xmlns:p14="http://schemas.microsoft.com/office/powerpoint/2010/main" val="313171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E2085F4-0540-C7F4-F886-6D325354665C}"/>
              </a:ext>
            </a:extLst>
          </p:cNvPr>
          <p:cNvSpPr/>
          <p:nvPr/>
        </p:nvSpPr>
        <p:spPr>
          <a:xfrm>
            <a:off x="-1" y="675861"/>
            <a:ext cx="11910947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would need to create another array of character vectors of the color symbols.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E1C74-F948-56E5-1F72-50B20985375C}"/>
              </a:ext>
            </a:extLst>
          </p:cNvPr>
          <p:cNvSpPr/>
          <p:nvPr/>
        </p:nvSpPr>
        <p:spPr>
          <a:xfrm>
            <a:off x="0" y="1987234"/>
            <a:ext cx="1035948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iterate over that array within my loop!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B13AFBF-FAEE-FE03-3C8B-1A4368F8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33" y="2737772"/>
            <a:ext cx="10049712" cy="36853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EF1ED7-0CA8-93C2-F05C-E5D926170603}"/>
              </a:ext>
            </a:extLst>
          </p:cNvPr>
          <p:cNvSpPr/>
          <p:nvPr/>
        </p:nvSpPr>
        <p:spPr>
          <a:xfrm>
            <a:off x="1305517" y="5296829"/>
            <a:ext cx="4370454" cy="663072"/>
          </a:xfrm>
          <a:prstGeom prst="rect">
            <a:avLst/>
          </a:prstGeom>
          <a:solidFill>
            <a:srgbClr val="FFC114">
              <a:alpha val="5000"/>
            </a:srgbClr>
          </a:solidFill>
          <a:ln w="18000">
            <a:solidFill>
              <a:srgbClr val="FFC1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C11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1EC586-1DD6-34AB-BAF4-B30757F2CD0D}"/>
              </a:ext>
            </a:extLst>
          </p:cNvPr>
          <p:cNvSpPr/>
          <p:nvPr/>
        </p:nvSpPr>
        <p:spPr>
          <a:xfrm>
            <a:off x="7270029" y="5142314"/>
            <a:ext cx="5180053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Modify your code with line 28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E5DEE1-191B-B6D5-C0ED-D8F1FD374311}"/>
              </a:ext>
            </a:extLst>
          </p:cNvPr>
          <p:cNvSpPr/>
          <p:nvPr/>
        </p:nvSpPr>
        <p:spPr>
          <a:xfrm>
            <a:off x="9386552" y="-55519"/>
            <a:ext cx="28054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Annotations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729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0CDFCC-E13B-7867-6F04-2CC89D1BEC3B}"/>
              </a:ext>
            </a:extLst>
          </p:cNvPr>
          <p:cNvCxnSpPr/>
          <p:nvPr/>
        </p:nvCxnSpPr>
        <p:spPr>
          <a:xfrm>
            <a:off x="0" y="675861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996246-EF2D-EDEE-5D70-FF913E45C39E}"/>
              </a:ext>
            </a:extLst>
          </p:cNvPr>
          <p:cNvSpPr txBox="1"/>
          <p:nvPr/>
        </p:nvSpPr>
        <p:spPr>
          <a:xfrm>
            <a:off x="-1" y="0"/>
            <a:ext cx="7595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Projectile Motion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E1DA51-3207-FA34-5512-4D7E7EDBF429}"/>
              </a:ext>
            </a:extLst>
          </p:cNvPr>
          <p:cNvCxnSpPr/>
          <p:nvPr/>
        </p:nvCxnSpPr>
        <p:spPr>
          <a:xfrm>
            <a:off x="0" y="592458"/>
            <a:ext cx="12192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E2085F4-0540-C7F4-F886-6D325354665C}"/>
              </a:ext>
            </a:extLst>
          </p:cNvPr>
          <p:cNvSpPr/>
          <p:nvPr/>
        </p:nvSpPr>
        <p:spPr>
          <a:xfrm>
            <a:off x="-1" y="675861"/>
            <a:ext cx="11910947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could do many others plot options such as changing th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linestyle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linewidth, adding markers etc.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E5DEE1-191B-B6D5-C0ED-D8F1FD374311}"/>
              </a:ext>
            </a:extLst>
          </p:cNvPr>
          <p:cNvSpPr/>
          <p:nvPr/>
        </p:nvSpPr>
        <p:spPr>
          <a:xfrm>
            <a:off x="9386552" y="-55519"/>
            <a:ext cx="28054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Annotations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E739E0-22DA-C036-7699-771412207B52}"/>
              </a:ext>
            </a:extLst>
          </p:cNvPr>
          <p:cNvSpPr txBox="1"/>
          <p:nvPr/>
        </p:nvSpPr>
        <p:spPr>
          <a:xfrm>
            <a:off x="165937" y="2082702"/>
            <a:ext cx="11745009" cy="3816429"/>
          </a:xfrm>
          <a:prstGeom prst="rect">
            <a:avLst/>
          </a:prstGeom>
          <a:solidFill>
            <a:schemeClr val="bg2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myLineStyle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= {</a:t>
            </a:r>
            <a:r>
              <a:rPr lang="en-US" sz="2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‘-’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’:’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’- -’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myLineWidth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= [1.25,1.5,1.75]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en-US" sz="22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= 1:numel(angles)</a:t>
            </a:r>
          </a:p>
          <a:p>
            <a:pPr lvl="1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plot(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, ‘</a:t>
            </a:r>
            <a:r>
              <a:rPr lang="en-US" sz="2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LineStyle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’,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myLineSyle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}, ‘</a:t>
            </a:r>
            <a:r>
              <a:rPr lang="en-US" sz="2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LineWidth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’, 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myLineWidth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pPr algn="ctr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algn="ctr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algn="ctr"/>
            <a:r>
              <a:rPr 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en-US" sz="22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929E8-83C5-A270-4B04-0E8519377814}"/>
              </a:ext>
            </a:extLst>
          </p:cNvPr>
          <p:cNvSpPr txBox="1"/>
          <p:nvPr/>
        </p:nvSpPr>
        <p:spPr>
          <a:xfrm>
            <a:off x="3969834" y="3621584"/>
            <a:ext cx="2899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Notice the curly braces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9EEBF7-959C-92A0-B749-DDD52BE63EF8}"/>
              </a:ext>
            </a:extLst>
          </p:cNvPr>
          <p:cNvSpPr txBox="1"/>
          <p:nvPr/>
        </p:nvSpPr>
        <p:spPr>
          <a:xfrm>
            <a:off x="8482360" y="4532267"/>
            <a:ext cx="2899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Notice the parentheses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C4DE2B-6577-3623-E9B9-6554A9CC3591}"/>
              </a:ext>
            </a:extLst>
          </p:cNvPr>
          <p:cNvSpPr/>
          <p:nvPr/>
        </p:nvSpPr>
        <p:spPr>
          <a:xfrm>
            <a:off x="568257" y="6100585"/>
            <a:ext cx="1094036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What do you think the difference is between the { } and the ( )?</a:t>
            </a:r>
            <a:endParaRPr lang="en-US" sz="32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456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11602</TotalTime>
  <Words>855</Words>
  <Application>Microsoft Office PowerPoint</Application>
  <PresentationFormat>Widescreen</PresentationFormat>
  <Paragraphs>183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Omair Zubairi</dc:creator>
  <cp:lastModifiedBy>Omair Zubairi</cp:lastModifiedBy>
  <cp:revision>193</cp:revision>
  <cp:lastPrinted>2024-01-09T15:43:08Z</cp:lastPrinted>
  <dcterms:created xsi:type="dcterms:W3CDTF">2023-04-08T15:45:01Z</dcterms:created>
  <dcterms:modified xsi:type="dcterms:W3CDTF">2024-10-23T15:48:04Z</dcterms:modified>
</cp:coreProperties>
</file>
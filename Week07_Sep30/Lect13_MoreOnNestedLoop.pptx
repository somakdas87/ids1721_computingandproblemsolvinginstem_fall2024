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346" r:id="rId2"/>
    <p:sldId id="347" r:id="rId3"/>
    <p:sldId id="319" r:id="rId4"/>
    <p:sldId id="317" r:id="rId5"/>
    <p:sldId id="330" r:id="rId6"/>
    <p:sldId id="328" r:id="rId7"/>
    <p:sldId id="325" r:id="rId8"/>
    <p:sldId id="324" r:id="rId9"/>
    <p:sldId id="323" r:id="rId10"/>
    <p:sldId id="322" r:id="rId11"/>
    <p:sldId id="342" r:id="rId12"/>
    <p:sldId id="343" r:id="rId13"/>
    <p:sldId id="344" r:id="rId14"/>
    <p:sldId id="345" r:id="rId15"/>
    <p:sldId id="339" r:id="rId16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FF7E79"/>
    <a:srgbClr val="FF8AD8"/>
    <a:srgbClr val="FF4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02C503-5373-D820-E936-B9A6CAFCDC53}" v="2" dt="2025-02-17T16:25:11.7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mak Das" userId="S::sdas@floridapoly.edu::98cebb13-2fc4-4808-95b9-daeb7e6acc01" providerId="AD" clId="Web-{3102C503-5373-D820-E936-B9A6CAFCDC53}"/>
    <pc:docChg chg="modSld">
      <pc:chgData name="Somak Das" userId="S::sdas@floridapoly.edu::98cebb13-2fc4-4808-95b9-daeb7e6acc01" providerId="AD" clId="Web-{3102C503-5373-D820-E936-B9A6CAFCDC53}" dt="2025-02-17T16:25:11.713" v="1" actId="1076"/>
      <pc:docMkLst>
        <pc:docMk/>
      </pc:docMkLst>
      <pc:sldChg chg="modSp">
        <pc:chgData name="Somak Das" userId="S::sdas@floridapoly.edu::98cebb13-2fc4-4808-95b9-daeb7e6acc01" providerId="AD" clId="Web-{3102C503-5373-D820-E936-B9A6CAFCDC53}" dt="2025-02-17T16:25:11.713" v="1" actId="1076"/>
        <pc:sldMkLst>
          <pc:docMk/>
          <pc:sldMk cId="761958704" sldId="347"/>
        </pc:sldMkLst>
        <pc:picChg chg="mod">
          <ac:chgData name="Somak Das" userId="S::sdas@floridapoly.edu::98cebb13-2fc4-4808-95b9-daeb7e6acc01" providerId="AD" clId="Web-{3102C503-5373-D820-E936-B9A6CAFCDC53}" dt="2025-02-17T16:25:11.713" v="1" actId="1076"/>
          <ac:picMkLst>
            <pc:docMk/>
            <pc:sldMk cId="761958704" sldId="347"/>
            <ac:picMk id="1026" creationId="{B79C0E43-BA3D-6632-38CA-CDE543F91C49}"/>
          </ac:picMkLst>
        </pc:picChg>
      </pc:sldChg>
    </pc:docChg>
  </pc:docChgLst>
  <pc:docChgLst>
    <pc:chgData name="Somak Das" userId="S::sdas@floridapoly.edu::98cebb13-2fc4-4808-95b9-daeb7e6acc01" providerId="AD" clId="Web-{046C0093-132C-DC4E-8E60-9AE431CC4767}"/>
    <pc:docChg chg="addSld delSld modSld">
      <pc:chgData name="Somak Das" userId="S::sdas@floridapoly.edu::98cebb13-2fc4-4808-95b9-daeb7e6acc01" providerId="AD" clId="Web-{046C0093-132C-DC4E-8E60-9AE431CC4767}" dt="2024-09-29T03:27:14.046" v="106" actId="20577"/>
      <pc:docMkLst>
        <pc:docMk/>
      </pc:docMkLst>
      <pc:sldChg chg="del">
        <pc:chgData name="Somak Das" userId="S::sdas@floridapoly.edu::98cebb13-2fc4-4808-95b9-daeb7e6acc01" providerId="AD" clId="Web-{046C0093-132C-DC4E-8E60-9AE431CC4767}" dt="2024-09-29T03:07:01.441" v="1"/>
        <pc:sldMkLst>
          <pc:docMk/>
          <pc:sldMk cId="2977094656" sldId="256"/>
        </pc:sldMkLst>
      </pc:sldChg>
      <pc:sldChg chg="modSp">
        <pc:chgData name="Somak Das" userId="S::sdas@floridapoly.edu::98cebb13-2fc4-4808-95b9-daeb7e6acc01" providerId="AD" clId="Web-{046C0093-132C-DC4E-8E60-9AE431CC4767}" dt="2024-09-29T03:27:14.046" v="106" actId="20577"/>
        <pc:sldMkLst>
          <pc:docMk/>
          <pc:sldMk cId="4290577441" sldId="317"/>
        </pc:sldMkLst>
        <pc:spChg chg="mod">
          <ac:chgData name="Somak Das" userId="S::sdas@floridapoly.edu::98cebb13-2fc4-4808-95b9-daeb7e6acc01" providerId="AD" clId="Web-{046C0093-132C-DC4E-8E60-9AE431CC4767}" dt="2024-09-29T03:27:14.046" v="106" actId="20577"/>
          <ac:spMkLst>
            <pc:docMk/>
            <pc:sldMk cId="4290577441" sldId="317"/>
            <ac:spMk id="2" creationId="{7DF69554-5E37-AD8A-81F2-D4732EC6FEF4}"/>
          </ac:spMkLst>
        </pc:spChg>
      </pc:sldChg>
      <pc:sldChg chg="del">
        <pc:chgData name="Somak Das" userId="S::sdas@floridapoly.edu::98cebb13-2fc4-4808-95b9-daeb7e6acc01" providerId="AD" clId="Web-{046C0093-132C-DC4E-8E60-9AE431CC4767}" dt="2024-09-29T03:23:16.666" v="37"/>
        <pc:sldMkLst>
          <pc:docMk/>
          <pc:sldMk cId="1664566427" sldId="318"/>
        </pc:sldMkLst>
      </pc:sldChg>
      <pc:sldChg chg="del">
        <pc:chgData name="Somak Das" userId="S::sdas@floridapoly.edu::98cebb13-2fc4-4808-95b9-daeb7e6acc01" providerId="AD" clId="Web-{046C0093-132C-DC4E-8E60-9AE431CC4767}" dt="2024-09-29T03:08:51.209" v="2"/>
        <pc:sldMkLst>
          <pc:docMk/>
          <pc:sldMk cId="3839504165" sldId="320"/>
        </pc:sldMkLst>
      </pc:sldChg>
      <pc:sldChg chg="add">
        <pc:chgData name="Somak Das" userId="S::sdas@floridapoly.edu::98cebb13-2fc4-4808-95b9-daeb7e6acc01" providerId="AD" clId="Web-{046C0093-132C-DC4E-8E60-9AE431CC4767}" dt="2024-09-29T03:06:39.267" v="0"/>
        <pc:sldMkLst>
          <pc:docMk/>
          <pc:sldMk cId="783844113" sldId="346"/>
        </pc:sldMkLst>
      </pc:sldChg>
      <pc:sldChg chg="modSp add">
        <pc:chgData name="Somak Das" userId="S::sdas@floridapoly.edu::98cebb13-2fc4-4808-95b9-daeb7e6acc01" providerId="AD" clId="Web-{046C0093-132C-DC4E-8E60-9AE431CC4767}" dt="2024-09-29T03:16:25.929" v="16" actId="20577"/>
        <pc:sldMkLst>
          <pc:docMk/>
          <pc:sldMk cId="761958704" sldId="347"/>
        </pc:sldMkLst>
        <pc:spChg chg="mod">
          <ac:chgData name="Somak Das" userId="S::sdas@floridapoly.edu::98cebb13-2fc4-4808-95b9-daeb7e6acc01" providerId="AD" clId="Web-{046C0093-132C-DC4E-8E60-9AE431CC4767}" dt="2024-09-29T03:16:25.929" v="16" actId="20577"/>
          <ac:spMkLst>
            <pc:docMk/>
            <pc:sldMk cId="761958704" sldId="347"/>
            <ac:spMk id="10" creationId="{C9996246-EF2D-EDEE-5D70-FF913E45C39E}"/>
          </ac:spMkLst>
        </pc:spChg>
      </pc:sldChg>
    </pc:docChg>
  </pc:docChgLst>
  <pc:docChgLst>
    <pc:chgData name="Somak Das" userId="S::sdas@floridapoly.edu::98cebb13-2fc4-4808-95b9-daeb7e6acc01" providerId="AD" clId="Web-{DC37B6F7-255E-D40C-BD5B-C01C95025C3F}"/>
    <pc:docChg chg="delSld modSld">
      <pc:chgData name="Somak Das" userId="S::sdas@floridapoly.edu::98cebb13-2fc4-4808-95b9-daeb7e6acc01" providerId="AD" clId="Web-{DC37B6F7-255E-D40C-BD5B-C01C95025C3F}" dt="2024-09-29T05:23:20.631" v="471"/>
      <pc:docMkLst>
        <pc:docMk/>
      </pc:docMkLst>
      <pc:sldChg chg="del">
        <pc:chgData name="Somak Das" userId="S::sdas@floridapoly.edu::98cebb13-2fc4-4808-95b9-daeb7e6acc01" providerId="AD" clId="Web-{DC37B6F7-255E-D40C-BD5B-C01C95025C3F}" dt="2024-09-29T04:31:18.148" v="106"/>
        <pc:sldMkLst>
          <pc:docMk/>
          <pc:sldMk cId="764644985" sldId="314"/>
        </pc:sldMkLst>
      </pc:sldChg>
      <pc:sldChg chg="modSp">
        <pc:chgData name="Somak Das" userId="S::sdas@floridapoly.edu::98cebb13-2fc4-4808-95b9-daeb7e6acc01" providerId="AD" clId="Web-{DC37B6F7-255E-D40C-BD5B-C01C95025C3F}" dt="2024-09-29T05:10:07.090" v="429" actId="20577"/>
        <pc:sldMkLst>
          <pc:docMk/>
          <pc:sldMk cId="4290577441" sldId="317"/>
        </pc:sldMkLst>
        <pc:spChg chg="mod">
          <ac:chgData name="Somak Das" userId="S::sdas@floridapoly.edu::98cebb13-2fc4-4808-95b9-daeb7e6acc01" providerId="AD" clId="Web-{DC37B6F7-255E-D40C-BD5B-C01C95025C3F}" dt="2024-09-29T05:10:07.090" v="429" actId="20577"/>
          <ac:spMkLst>
            <pc:docMk/>
            <pc:sldMk cId="4290577441" sldId="317"/>
            <ac:spMk id="2" creationId="{7DF69554-5E37-AD8A-81F2-D4732EC6FEF4}"/>
          </ac:spMkLst>
        </pc:spChg>
        <pc:picChg chg="mod">
          <ac:chgData name="Somak Das" userId="S::sdas@floridapoly.edu::98cebb13-2fc4-4808-95b9-daeb7e6acc01" providerId="AD" clId="Web-{DC37B6F7-255E-D40C-BD5B-C01C95025C3F}" dt="2024-09-29T04:14:28.560" v="22" actId="1076"/>
          <ac:picMkLst>
            <pc:docMk/>
            <pc:sldMk cId="4290577441" sldId="317"/>
            <ac:picMk id="3" creationId="{D115E877-A1A9-3A18-78B6-052BD32526BC}"/>
          </ac:picMkLst>
        </pc:picChg>
      </pc:sldChg>
      <pc:sldChg chg="delSp modSp delAnim">
        <pc:chgData name="Somak Das" userId="S::sdas@floridapoly.edu::98cebb13-2fc4-4808-95b9-daeb7e6acc01" providerId="AD" clId="Web-{DC37B6F7-255E-D40C-BD5B-C01C95025C3F}" dt="2024-09-29T05:09:30.464" v="422" actId="1076"/>
        <pc:sldMkLst>
          <pc:docMk/>
          <pc:sldMk cId="4224942758" sldId="319"/>
        </pc:sldMkLst>
        <pc:spChg chg="del">
          <ac:chgData name="Somak Das" userId="S::sdas@floridapoly.edu::98cebb13-2fc4-4808-95b9-daeb7e6acc01" providerId="AD" clId="Web-{DC37B6F7-255E-D40C-BD5B-C01C95025C3F}" dt="2024-09-29T05:09:26.511" v="421"/>
          <ac:spMkLst>
            <pc:docMk/>
            <pc:sldMk cId="4224942758" sldId="319"/>
            <ac:spMk id="2" creationId="{43ECE644-829C-6EB4-064B-C063C88BC64A}"/>
          </ac:spMkLst>
        </pc:spChg>
        <pc:picChg chg="mod">
          <ac:chgData name="Somak Das" userId="S::sdas@floridapoly.edu::98cebb13-2fc4-4808-95b9-daeb7e6acc01" providerId="AD" clId="Web-{DC37B6F7-255E-D40C-BD5B-C01C95025C3F}" dt="2024-09-29T04:14:55.248" v="25" actId="1076"/>
          <ac:picMkLst>
            <pc:docMk/>
            <pc:sldMk cId="4224942758" sldId="319"/>
            <ac:picMk id="3" creationId="{804D10EA-21B5-241D-CED9-F2CDA8F15736}"/>
          </ac:picMkLst>
        </pc:picChg>
        <pc:picChg chg="mod">
          <ac:chgData name="Somak Das" userId="S::sdas@floridapoly.edu::98cebb13-2fc4-4808-95b9-daeb7e6acc01" providerId="AD" clId="Web-{DC37B6F7-255E-D40C-BD5B-C01C95025C3F}" dt="2024-09-29T05:09:30.464" v="422" actId="1076"/>
          <ac:picMkLst>
            <pc:docMk/>
            <pc:sldMk cId="4224942758" sldId="319"/>
            <ac:picMk id="3074" creationId="{12DA3D79-6F28-2088-1E10-7F6EFDD4385C}"/>
          </ac:picMkLst>
        </pc:picChg>
      </pc:sldChg>
      <pc:sldChg chg="modSp">
        <pc:chgData name="Somak Das" userId="S::sdas@floridapoly.edu::98cebb13-2fc4-4808-95b9-daeb7e6acc01" providerId="AD" clId="Web-{DC37B6F7-255E-D40C-BD5B-C01C95025C3F}" dt="2024-09-29T05:23:13.647" v="470" actId="20577"/>
        <pc:sldMkLst>
          <pc:docMk/>
          <pc:sldMk cId="1029598263" sldId="325"/>
        </pc:sldMkLst>
        <pc:spChg chg="mod">
          <ac:chgData name="Somak Das" userId="S::sdas@floridapoly.edu::98cebb13-2fc4-4808-95b9-daeb7e6acc01" providerId="AD" clId="Web-{DC37B6F7-255E-D40C-BD5B-C01C95025C3F}" dt="2024-09-29T05:23:13.647" v="470" actId="20577"/>
          <ac:spMkLst>
            <pc:docMk/>
            <pc:sldMk cId="1029598263" sldId="325"/>
            <ac:spMk id="2" creationId="{055BA9AF-3269-A5C8-53A7-FC7F2342CE63}"/>
          </ac:spMkLst>
        </pc:spChg>
      </pc:sldChg>
      <pc:sldChg chg="del">
        <pc:chgData name="Somak Das" userId="S::sdas@floridapoly.edu::98cebb13-2fc4-4808-95b9-daeb7e6acc01" providerId="AD" clId="Web-{DC37B6F7-255E-D40C-BD5B-C01C95025C3F}" dt="2024-09-29T05:23:20.631" v="471"/>
        <pc:sldMkLst>
          <pc:docMk/>
          <pc:sldMk cId="2866180807" sldId="326"/>
        </pc:sldMkLst>
      </pc:sldChg>
      <pc:sldChg chg="del">
        <pc:chgData name="Somak Das" userId="S::sdas@floridapoly.edu::98cebb13-2fc4-4808-95b9-daeb7e6acc01" providerId="AD" clId="Web-{DC37B6F7-255E-D40C-BD5B-C01C95025C3F}" dt="2024-09-29T05:22:16.066" v="460"/>
        <pc:sldMkLst>
          <pc:docMk/>
          <pc:sldMk cId="4205113394" sldId="327"/>
        </pc:sldMkLst>
      </pc:sldChg>
      <pc:sldChg chg="delSp modSp delAnim">
        <pc:chgData name="Somak Das" userId="S::sdas@floridapoly.edu::98cebb13-2fc4-4808-95b9-daeb7e6acc01" providerId="AD" clId="Web-{DC37B6F7-255E-D40C-BD5B-C01C95025C3F}" dt="2024-09-29T05:14:55.044" v="459" actId="20577"/>
        <pc:sldMkLst>
          <pc:docMk/>
          <pc:sldMk cId="3830327326" sldId="328"/>
        </pc:sldMkLst>
        <pc:spChg chg="mod">
          <ac:chgData name="Somak Das" userId="S::sdas@floridapoly.edu::98cebb13-2fc4-4808-95b9-daeb7e6acc01" providerId="AD" clId="Web-{DC37B6F7-255E-D40C-BD5B-C01C95025C3F}" dt="2024-09-29T05:14:55.044" v="459" actId="20577"/>
          <ac:spMkLst>
            <pc:docMk/>
            <pc:sldMk cId="3830327326" sldId="328"/>
            <ac:spMk id="2" creationId="{1C7F1F7A-8C4C-D29B-D9FE-632EFE4F5903}"/>
          </ac:spMkLst>
        </pc:spChg>
        <pc:spChg chg="del">
          <ac:chgData name="Somak Das" userId="S::sdas@floridapoly.edu::98cebb13-2fc4-4808-95b9-daeb7e6acc01" providerId="AD" clId="Web-{DC37B6F7-255E-D40C-BD5B-C01C95025C3F}" dt="2024-09-29T04:55:21.587" v="139"/>
          <ac:spMkLst>
            <pc:docMk/>
            <pc:sldMk cId="3830327326" sldId="328"/>
            <ac:spMk id="3" creationId="{374C9E29-BB65-2E47-F825-CCAE91C76D8D}"/>
          </ac:spMkLst>
        </pc:spChg>
      </pc:sldChg>
      <pc:sldChg chg="del">
        <pc:chgData name="Somak Das" userId="S::sdas@floridapoly.edu::98cebb13-2fc4-4808-95b9-daeb7e6acc01" providerId="AD" clId="Web-{DC37B6F7-255E-D40C-BD5B-C01C95025C3F}" dt="2024-09-29T04:25:40.696" v="105"/>
        <pc:sldMkLst>
          <pc:docMk/>
          <pc:sldMk cId="350743319" sldId="329"/>
        </pc:sldMkLst>
      </pc:sldChg>
      <pc:sldChg chg="modSp">
        <pc:chgData name="Somak Das" userId="S::sdas@floridapoly.edu::98cebb13-2fc4-4808-95b9-daeb7e6acc01" providerId="AD" clId="Web-{DC37B6F7-255E-D40C-BD5B-C01C95025C3F}" dt="2024-09-29T05:10:34.607" v="434" actId="20577"/>
        <pc:sldMkLst>
          <pc:docMk/>
          <pc:sldMk cId="3115799331" sldId="330"/>
        </pc:sldMkLst>
        <pc:spChg chg="mod">
          <ac:chgData name="Somak Das" userId="S::sdas@floridapoly.edu::98cebb13-2fc4-4808-95b9-daeb7e6acc01" providerId="AD" clId="Web-{DC37B6F7-255E-D40C-BD5B-C01C95025C3F}" dt="2024-09-29T05:10:34.607" v="434" actId="20577"/>
          <ac:spMkLst>
            <pc:docMk/>
            <pc:sldMk cId="3115799331" sldId="330"/>
            <ac:spMk id="2" creationId="{D4DE90CA-E454-3F6D-5B18-BCC0CC295AD8}"/>
          </ac:spMkLst>
        </pc:spChg>
        <pc:spChg chg="mod">
          <ac:chgData name="Somak Das" userId="S::sdas@floridapoly.edu::98cebb13-2fc4-4808-95b9-daeb7e6acc01" providerId="AD" clId="Web-{DC37B6F7-255E-D40C-BD5B-C01C95025C3F}" dt="2024-09-29T05:08:52.697" v="420" actId="20577"/>
          <ac:spMkLst>
            <pc:docMk/>
            <pc:sldMk cId="3115799331" sldId="330"/>
            <ac:spMk id="10" creationId="{C9996246-EF2D-EDEE-5D70-FF913E45C39E}"/>
          </ac:spMkLst>
        </pc:spChg>
        <pc:picChg chg="mod">
          <ac:chgData name="Somak Das" userId="S::sdas@floridapoly.edu::98cebb13-2fc4-4808-95b9-daeb7e6acc01" providerId="AD" clId="Web-{DC37B6F7-255E-D40C-BD5B-C01C95025C3F}" dt="2024-09-29T04:48:57.443" v="112" actId="1076"/>
          <ac:picMkLst>
            <pc:docMk/>
            <pc:sldMk cId="3115799331" sldId="330"/>
            <ac:picMk id="3" creationId="{FA0A7DFF-A737-F362-F67D-C97481DE5012}"/>
          </ac:picMkLst>
        </pc:picChg>
      </pc:sldChg>
      <pc:sldChg chg="modSp">
        <pc:chgData name="Somak Das" userId="S::sdas@floridapoly.edu::98cebb13-2fc4-4808-95b9-daeb7e6acc01" providerId="AD" clId="Web-{DC37B6F7-255E-D40C-BD5B-C01C95025C3F}" dt="2024-09-29T05:09:46.371" v="424" actId="1076"/>
        <pc:sldMkLst>
          <pc:docMk/>
          <pc:sldMk cId="761958704" sldId="347"/>
        </pc:sldMkLst>
        <pc:picChg chg="mod">
          <ac:chgData name="Somak Das" userId="S::sdas@floridapoly.edu::98cebb13-2fc4-4808-95b9-daeb7e6acc01" providerId="AD" clId="Web-{DC37B6F7-255E-D40C-BD5B-C01C95025C3F}" dt="2024-09-29T05:09:46.371" v="424" actId="1076"/>
          <ac:picMkLst>
            <pc:docMk/>
            <pc:sldMk cId="761958704" sldId="347"/>
            <ac:picMk id="6" creationId="{BF71D035-B030-0338-E20C-9BAC01D71C75}"/>
          </ac:picMkLst>
        </pc:picChg>
        <pc:picChg chg="mod">
          <ac:chgData name="Somak Das" userId="S::sdas@floridapoly.edu::98cebb13-2fc4-4808-95b9-daeb7e6acc01" providerId="AD" clId="Web-{DC37B6F7-255E-D40C-BD5B-C01C95025C3F}" dt="2024-09-29T05:09:42.730" v="423" actId="1076"/>
          <ac:picMkLst>
            <pc:docMk/>
            <pc:sldMk cId="761958704" sldId="347"/>
            <ac:picMk id="1026" creationId="{B79C0E43-BA3D-6632-38CA-CDE543F91C49}"/>
          </ac:picMkLst>
        </pc:picChg>
      </pc:sldChg>
    </pc:docChg>
  </pc:docChgLst>
  <pc:docChgLst>
    <pc:chgData name="Somak Das" userId="S::sdas@floridapoly.edu::98cebb13-2fc4-4808-95b9-daeb7e6acc01" providerId="AD" clId="Web-{4D1CA520-1A7D-99B8-5224-F48D1C8C9573}"/>
    <pc:docChg chg="delSld">
      <pc:chgData name="Somak Das" userId="S::sdas@floridapoly.edu::98cebb13-2fc4-4808-95b9-daeb7e6acc01" providerId="AD" clId="Web-{4D1CA520-1A7D-99B8-5224-F48D1C8C9573}" dt="2024-09-29T02:55:32.884" v="8"/>
      <pc:docMkLst>
        <pc:docMk/>
      </pc:docMkLst>
      <pc:sldChg chg="del">
        <pc:chgData name="Somak Das" userId="S::sdas@floridapoly.edu::98cebb13-2fc4-4808-95b9-daeb7e6acc01" providerId="AD" clId="Web-{4D1CA520-1A7D-99B8-5224-F48D1C8C9573}" dt="2024-09-29T02:55:25.399" v="5"/>
        <pc:sldMkLst>
          <pc:docMk/>
          <pc:sldMk cId="1754676551" sldId="321"/>
        </pc:sldMkLst>
      </pc:sldChg>
      <pc:sldChg chg="del">
        <pc:chgData name="Somak Das" userId="S::sdas@floridapoly.edu::98cebb13-2fc4-4808-95b9-daeb7e6acc01" providerId="AD" clId="Web-{4D1CA520-1A7D-99B8-5224-F48D1C8C9573}" dt="2024-09-29T02:55:27.227" v="6"/>
        <pc:sldMkLst>
          <pc:docMk/>
          <pc:sldMk cId="312353448" sldId="331"/>
        </pc:sldMkLst>
      </pc:sldChg>
      <pc:sldChg chg="del">
        <pc:chgData name="Somak Das" userId="S::sdas@floridapoly.edu::98cebb13-2fc4-4808-95b9-daeb7e6acc01" providerId="AD" clId="Web-{4D1CA520-1A7D-99B8-5224-F48D1C8C9573}" dt="2024-09-29T02:55:19.133" v="2"/>
        <pc:sldMkLst>
          <pc:docMk/>
          <pc:sldMk cId="907970877" sldId="332"/>
        </pc:sldMkLst>
      </pc:sldChg>
      <pc:sldChg chg="del">
        <pc:chgData name="Somak Das" userId="S::sdas@floridapoly.edu::98cebb13-2fc4-4808-95b9-daeb7e6acc01" providerId="AD" clId="Web-{4D1CA520-1A7D-99B8-5224-F48D1C8C9573}" dt="2024-09-29T02:55:12.008" v="0"/>
        <pc:sldMkLst>
          <pc:docMk/>
          <pc:sldMk cId="3130848941" sldId="333"/>
        </pc:sldMkLst>
      </pc:sldChg>
      <pc:sldChg chg="del">
        <pc:chgData name="Somak Das" userId="S::sdas@floridapoly.edu::98cebb13-2fc4-4808-95b9-daeb7e6acc01" providerId="AD" clId="Web-{4D1CA520-1A7D-99B8-5224-F48D1C8C9573}" dt="2024-09-29T02:55:14.211" v="1"/>
        <pc:sldMkLst>
          <pc:docMk/>
          <pc:sldMk cId="510423261" sldId="334"/>
        </pc:sldMkLst>
      </pc:sldChg>
      <pc:sldChg chg="del">
        <pc:chgData name="Somak Das" userId="S::sdas@floridapoly.edu::98cebb13-2fc4-4808-95b9-daeb7e6acc01" providerId="AD" clId="Web-{4D1CA520-1A7D-99B8-5224-F48D1C8C9573}" dt="2024-09-29T02:55:23.290" v="4"/>
        <pc:sldMkLst>
          <pc:docMk/>
          <pc:sldMk cId="626432103" sldId="335"/>
        </pc:sldMkLst>
      </pc:sldChg>
      <pc:sldChg chg="del">
        <pc:chgData name="Somak Das" userId="S::sdas@floridapoly.edu::98cebb13-2fc4-4808-95b9-daeb7e6acc01" providerId="AD" clId="Web-{4D1CA520-1A7D-99B8-5224-F48D1C8C9573}" dt="2024-09-29T02:55:21.149" v="3"/>
        <pc:sldMkLst>
          <pc:docMk/>
          <pc:sldMk cId="2334016098" sldId="336"/>
        </pc:sldMkLst>
      </pc:sldChg>
      <pc:sldChg chg="del">
        <pc:chgData name="Somak Das" userId="S::sdas@floridapoly.edu::98cebb13-2fc4-4808-95b9-daeb7e6acc01" providerId="AD" clId="Web-{4D1CA520-1A7D-99B8-5224-F48D1C8C9573}" dt="2024-09-29T02:55:31.415" v="7"/>
        <pc:sldMkLst>
          <pc:docMk/>
          <pc:sldMk cId="3933074275" sldId="337"/>
        </pc:sldMkLst>
      </pc:sldChg>
      <pc:sldChg chg="del">
        <pc:chgData name="Somak Das" userId="S::sdas@floridapoly.edu::98cebb13-2fc4-4808-95b9-daeb7e6acc01" providerId="AD" clId="Web-{4D1CA520-1A7D-99B8-5224-F48D1C8C9573}" dt="2024-09-29T02:55:32.884" v="8"/>
        <pc:sldMkLst>
          <pc:docMk/>
          <pc:sldMk cId="357612134" sldId="33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27D9CCB-A394-9094-1163-6AF509BCAF9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F73208-5445-9722-6967-B6F3ECE2096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F3E7F0-05F7-6E45-89F5-8B04C66A3E5C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075FEA-F7E5-E4E6-04DA-B904F6B50BD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096191-319E-ABE2-0BB1-D9493DFE019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2A0BEE-C910-8548-9E0C-34483F424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0145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1C7543-1EB3-C04A-99C2-8887893B162A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C0B692-A783-7241-A1B2-D2068B46D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178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785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3030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3435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9259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9204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5907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1477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9069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2526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6158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5435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9980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4354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8014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596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34AAA-BD95-4BEC-E532-F4E19F4A7F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AC6731-BF9F-165B-2CFE-D49577836B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6DA60E-0882-F681-B26E-B669DBAFA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658D-7BD5-9248-A5DA-D63B39C67671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C211F-A1FF-D02B-DC42-A9D44E260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2AF8B-66CF-6FAA-A71E-BABC68CAF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621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50B7E-4207-F3F3-2DCA-D6504B47B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0F10A-8ADB-7F67-BC66-3E62BA4DA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3B9050-4B5F-F691-AD54-A6444CE52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658D-7BD5-9248-A5DA-D63B39C67671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259A0-AC2D-7898-0E17-B455CA158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CDC8C-C785-2399-41AD-383B207C1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227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C82B8-046F-5DF9-A2CD-BAE172E67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9B10FD-C5FB-2490-D5D8-247B2F9B6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19633-2A7B-50BC-7C68-4F522232E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658D-7BD5-9248-A5DA-D63B39C67671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5860D-C672-F0C3-19C7-CF1DDC5AD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ABC515-A547-E379-48A9-A66E60EA7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10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CD729-4A6F-8910-C05A-4ED746C38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DAA7F-1C37-231B-3FB1-D2974FCE06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CFBE0E-AF77-3DB1-B9C6-E9AD31BB6D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BBC9A2-96C5-E338-CA61-4267206CB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658D-7BD5-9248-A5DA-D63B39C67671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03CF17-DC97-2D2C-3B05-68C30A107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412C67-3FC6-1CAA-D550-C56158D21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801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BEF30-EFAE-4401-6B75-4248E4DB1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E486C-095C-A7B8-78E9-10069FDB0D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C5D2C8-94A4-B745-69C9-5DD740C1C3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C2E82C-EAE2-B296-9796-4182B2C96A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26CA8D-EB77-3397-D53C-4C4C56DF5F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444A05-B05B-3CB1-D742-75B946D58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658D-7BD5-9248-A5DA-D63B39C67671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2A8780-8F1E-CD51-0912-C84A219A8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EEC84C-276D-F5CD-CBA3-2248CF58E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043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266B4-A90E-CDD4-53A5-36EE69895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486C89-8347-3958-95E0-E6D50393A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658D-7BD5-9248-A5DA-D63B39C67671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60938B-D0AB-F7A5-68B5-47F3367B3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27194B-CC4A-317C-78E5-236A3488C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32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9B591C-EF10-439A-CCAC-BEBBCE3BE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658D-7BD5-9248-A5DA-D63B39C67671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8FD623-714B-9026-00E4-A21CDC598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A571B6-E682-EE1D-5CB6-43AC51F19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196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88699-0E01-F1C9-0EAC-60250CF4A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35C46-1B74-A7C0-2C65-C2DD1BA7A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6A8D12-9F3B-39F6-F4AA-901A38C474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9C9EC4-14EC-09C2-94F2-6991938AE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658D-7BD5-9248-A5DA-D63B39C67671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F2B39E-4ED2-CA80-70DC-5C9830DDF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AF58DF-B3CB-A21B-72A7-0E38D9CFD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155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B4723-39A7-C73C-F7B8-09C71073F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24D11B-3E26-447C-57F6-680F41B965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89449E-905E-2B80-6C9C-2008D3028E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A0BE1C-8DB6-5750-1F5E-6A334EE4A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658D-7BD5-9248-A5DA-D63B39C67671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5F9E35-4DFE-A4AA-246B-829900ECD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F09EFC-DAA5-4158-7BD8-BEA6A63FD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312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86F2C-2566-EC52-D858-9AD0BDDD7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15DB37-27CF-FFB5-7106-96F5B9639C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A512D-8C97-49AB-B6E9-F6662A0DB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658D-7BD5-9248-A5DA-D63B39C67671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41074-DE21-1C91-48AC-E82863BD1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57F53-74E2-BD7E-F0F9-8BC7DA42D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17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ACAE5A-CE08-B4BD-24C9-DD86842544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FC476C-9497-812F-E05F-6983A4A9C4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FB70F-D893-A96F-68A9-17AA2C789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658D-7BD5-9248-A5DA-D63B39C67671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F2656-7047-E75B-50C7-B0FAF9454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C67C9-703A-F37A-DEAE-0C942A9CB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858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8E30E4-436B-B5D4-3F22-C2F99A3EF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A5D504-3A35-F173-405A-698E59409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600D3-8034-A224-973B-444F01EC29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8658D-7BD5-9248-A5DA-D63B39C67671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235A8C-4F3B-E1B4-04B7-3FBEBA6C51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E146C-325D-0D3A-FA95-DF33AE3C23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700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3A61C-9EA9-6B5C-168E-3649566903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77C49E-495F-9BE5-982B-4EE28D8647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3A91DEA-A578-1C25-E401-D5C2592620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logo with white text&#10;&#10;Description automatically generated">
            <a:extLst>
              <a:ext uri="{FF2B5EF4-FFF2-40B4-BE49-F238E27FC236}">
                <a16:creationId xmlns:a16="http://schemas.microsoft.com/office/drawing/2014/main" id="{48783612-A086-6017-2B13-66153B4401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9353" y="4429919"/>
            <a:ext cx="2867668" cy="228898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6649F24-8FCC-CDEB-B4C7-3B4C1F0F6A52}"/>
              </a:ext>
            </a:extLst>
          </p:cNvPr>
          <p:cNvSpPr txBox="1">
            <a:spLocks/>
          </p:cNvSpPr>
          <p:nvPr/>
        </p:nvSpPr>
        <p:spPr>
          <a:xfrm>
            <a:off x="264978" y="0"/>
            <a:ext cx="7891955" cy="68580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sz="7200" b="1"/>
              <a:t>IDS 1721 </a:t>
            </a:r>
          </a:p>
          <a:p>
            <a:pPr algn="l">
              <a:defRPr/>
            </a:pPr>
            <a:r>
              <a:rPr lang="en-US" sz="7200" b="1"/>
              <a:t>Computing and Problem Solving for STEM</a:t>
            </a:r>
            <a:br>
              <a:rPr lang="en-US" sz="7200" b="1"/>
            </a:br>
            <a:r>
              <a:rPr lang="en-US" sz="6500" b="1">
                <a:solidFill>
                  <a:srgbClr val="7030A0"/>
                </a:solidFill>
              </a:rPr>
              <a:t>Chapter 03</a:t>
            </a:r>
          </a:p>
          <a:p>
            <a:pPr algn="l">
              <a:defRPr/>
            </a:pPr>
            <a:r>
              <a:rPr lang="en-US" sz="6500" b="1">
                <a:solidFill>
                  <a:srgbClr val="7030A0"/>
                </a:solidFill>
              </a:rPr>
              <a:t>Approximations with Fractions</a:t>
            </a:r>
            <a:endParaRPr lang="en-US" sz="6500" b="1">
              <a:solidFill>
                <a:srgbClr val="7030A0"/>
              </a:solidFill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783844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7595755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b="1"/>
              <a:t>Golden Ratio</a:t>
            </a:r>
            <a:endParaRPr lang="en-US" sz="2400" b="1">
              <a:cs typeface="Calibri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B79C0E43-BA3D-6632-38CA-CDE543F91C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414" y="941257"/>
            <a:ext cx="7518400" cy="562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BF71D035-B030-0338-E20C-9BAC01D71C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6172" y="3531282"/>
            <a:ext cx="7492986" cy="1861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958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7595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Chapter 3: Approximations with Fractions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3074" name="Picture 2">
            <a:extLst>
              <a:ext uri="{FF2B5EF4-FFF2-40B4-BE49-F238E27FC236}">
                <a16:creationId xmlns:a16="http://schemas.microsoft.com/office/drawing/2014/main" id="{12DA3D79-6F28-2088-1E10-7F6EFDD438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112" y="1713596"/>
            <a:ext cx="6319015" cy="3917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screenshot of a math application&#10;&#10;Description automatically generated">
            <a:extLst>
              <a:ext uri="{FF2B5EF4-FFF2-40B4-BE49-F238E27FC236}">
                <a16:creationId xmlns:a16="http://schemas.microsoft.com/office/drawing/2014/main" id="{804D10EA-21B5-241D-CED9-F2CDA8F157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2584" y="1074725"/>
            <a:ext cx="4197181" cy="5036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42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7595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Chapter 3: Approximations with Fractions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DF69554-5E37-AD8A-81F2-D4732EC6FEF4}"/>
              </a:ext>
            </a:extLst>
          </p:cNvPr>
          <p:cNvSpPr txBox="1">
            <a:spLocks/>
          </p:cNvSpPr>
          <p:nvPr/>
        </p:nvSpPr>
        <p:spPr>
          <a:xfrm>
            <a:off x="272503" y="1180849"/>
            <a:ext cx="11741865" cy="53937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,Sans-Serif" panose="020B0604020202020204" pitchFamily="34" charset="0"/>
              <a:buChar char="•"/>
            </a:pPr>
            <a:r>
              <a:rPr lang="en-US" sz="2200" dirty="0">
                <a:ea typeface="Calibri"/>
                <a:cs typeface="Calibri"/>
              </a:rPr>
              <a:t>Just like</a:t>
            </a:r>
            <a:r>
              <a:rPr lang="en-US" sz="2200" dirty="0">
                <a:solidFill>
                  <a:srgbClr val="FF0000"/>
                </a:solidFill>
                <a:ea typeface="Calibri"/>
                <a:cs typeface="Calibri"/>
              </a:rPr>
              <a:t> </a:t>
            </a:r>
            <a:r>
              <a:rPr lang="en-US" sz="2200" i="1" dirty="0">
                <a:solidFill>
                  <a:srgbClr val="FF0000"/>
                </a:solidFill>
                <a:latin typeface="Times New Roman"/>
                <a:cs typeface="Times New Roman"/>
              </a:rPr>
              <a:t>π</a:t>
            </a:r>
            <a:r>
              <a:rPr lang="en-US" sz="2200" dirty="0">
                <a:ea typeface="Calibri"/>
                <a:cs typeface="Calibri"/>
              </a:rPr>
              <a:t>, we have irrational numbers, </a:t>
            </a:r>
            <a:r>
              <a:rPr lang="en-US" sz="2200" i="1" dirty="0">
                <a:solidFill>
                  <a:srgbClr val="FF0000"/>
                </a:solidFill>
                <a:latin typeface="Times New Roman"/>
                <a:cs typeface="Times New Roman"/>
              </a:rPr>
              <a:t>e=2.71828182845905</a:t>
            </a:r>
            <a:r>
              <a:rPr lang="en-US" sz="2200" dirty="0">
                <a:ea typeface="Calibri"/>
                <a:cs typeface="Calibri"/>
              </a:rPr>
              <a:t>… and the </a:t>
            </a:r>
            <a:r>
              <a:rPr lang="en-US" sz="2200" i="1" dirty="0">
                <a:latin typeface="Times New Roman"/>
                <a:cs typeface="Times New Roman"/>
              </a:rPr>
              <a:t>golden</a:t>
            </a:r>
            <a:r>
              <a:rPr lang="en-US" sz="2200" dirty="0">
                <a:ea typeface="Calibri"/>
                <a:cs typeface="Calibri"/>
              </a:rPr>
              <a:t> </a:t>
            </a:r>
            <a:r>
              <a:rPr lang="en-US" sz="2200" i="1" dirty="0">
                <a:latin typeface="Times New Roman"/>
                <a:cs typeface="Times New Roman"/>
              </a:rPr>
              <a:t>ratio</a:t>
            </a:r>
            <a:r>
              <a:rPr lang="en-US" sz="2200" dirty="0">
                <a:ea typeface="Calibri"/>
                <a:cs typeface="Calibri"/>
              </a:rPr>
              <a:t>; that cannot be expressed as a ratio of two whole numbers.</a:t>
            </a:r>
          </a:p>
          <a:p>
            <a:pPr marL="342900" indent="-342900" algn="l">
              <a:buFont typeface="Arial,Sans-Serif" panose="020B0604020202020204" pitchFamily="34" charset="0"/>
              <a:buChar char="•"/>
            </a:pPr>
            <a:endParaRPr lang="en-US" sz="2200" dirty="0"/>
          </a:p>
          <a:p>
            <a:pPr marL="342900" indent="-342900" algn="l">
              <a:buFont typeface="Arial,Sans-Serif" panose="020B0604020202020204" pitchFamily="34" charset="0"/>
              <a:buChar char="•"/>
            </a:pPr>
            <a:endParaRPr lang="en-US" sz="2200" dirty="0">
              <a:ea typeface="Calibri" panose="020F0502020204030204"/>
              <a:cs typeface="Calibri" panose="020F0502020204030204"/>
            </a:endParaRPr>
          </a:p>
          <a:p>
            <a:pPr marL="342900" indent="-342900" algn="l">
              <a:buFont typeface="Arial,Sans-Serif" panose="020B0604020202020204" pitchFamily="34" charset="0"/>
              <a:buChar char="•"/>
            </a:pPr>
            <a:endParaRPr lang="en-US" sz="2200" dirty="0">
              <a:ea typeface="Calibri" panose="020F0502020204030204"/>
              <a:cs typeface="Calibri" panose="020F0502020204030204"/>
            </a:endParaRPr>
          </a:p>
          <a:p>
            <a:pPr marL="342900" indent="-342900" algn="l">
              <a:buFont typeface="Arial,Sans-Serif" panose="020B0604020202020204" pitchFamily="34" charset="0"/>
              <a:buChar char="•"/>
            </a:pPr>
            <a:endParaRPr lang="en-US" sz="2200" dirty="0">
              <a:ea typeface="Calibri" panose="020F0502020204030204"/>
              <a:cs typeface="Calibri" panose="020F0502020204030204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Even though the </a:t>
            </a:r>
            <a:r>
              <a:rPr lang="en-US" i="1" dirty="0">
                <a:latin typeface="Times New Roman"/>
                <a:cs typeface="Times New Roman"/>
              </a:rPr>
              <a:t>golden ratio</a:t>
            </a:r>
            <a:r>
              <a:rPr lang="en-US" dirty="0">
                <a:latin typeface="Calibri"/>
                <a:cs typeface="Calibri"/>
              </a:rPr>
              <a:t> cannot be expressed as a fraction, but it can be approximated using fractions...</a:t>
            </a: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15E877-A1A9-3A18-78B6-052BD32526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392" y="2081550"/>
            <a:ext cx="1980539" cy="1056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577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7595755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b="1" dirty="0"/>
              <a:t>Fibonacci sequence</a:t>
            </a:r>
            <a:endParaRPr lang="en-US" sz="2400" b="1" dirty="0">
              <a:cs typeface="Calibri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4DE90CA-E454-3F6D-5B18-BCC0CC295AD8}"/>
              </a:ext>
            </a:extLst>
          </p:cNvPr>
          <p:cNvSpPr txBox="1">
            <a:spLocks/>
          </p:cNvSpPr>
          <p:nvPr/>
        </p:nvSpPr>
        <p:spPr>
          <a:xfrm>
            <a:off x="292960" y="868888"/>
            <a:ext cx="11603546" cy="57967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Recall the Fibonacci sequence  </a:t>
            </a:r>
            <a:r>
              <a:rPr lang="en-US" i="1" dirty="0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lang="en-US" i="1" baseline="-25000" dirty="0">
                <a:solidFill>
                  <a:srgbClr val="FF0000"/>
                </a:solidFill>
                <a:latin typeface="Times New Roman"/>
                <a:cs typeface="Times New Roman"/>
              </a:rPr>
              <a:t>0 </a:t>
            </a:r>
            <a:r>
              <a:rPr lang="en-US" i="1" dirty="0">
                <a:solidFill>
                  <a:srgbClr val="FF0000"/>
                </a:solidFill>
                <a:latin typeface="Times New Roman"/>
                <a:cs typeface="Times New Roman"/>
              </a:rPr>
              <a:t>, f</a:t>
            </a:r>
            <a:r>
              <a:rPr lang="en-US" i="1" baseline="-25000" dirty="0">
                <a:solidFill>
                  <a:srgbClr val="FF0000"/>
                </a:solidFill>
                <a:latin typeface="Times New Roman"/>
                <a:cs typeface="Times New Roman"/>
              </a:rPr>
              <a:t>1 </a:t>
            </a:r>
            <a:r>
              <a:rPr lang="en-US" i="1" dirty="0">
                <a:solidFill>
                  <a:srgbClr val="FF0000"/>
                </a:solidFill>
                <a:latin typeface="Times New Roman"/>
                <a:cs typeface="Times New Roman"/>
              </a:rPr>
              <a:t>, ... </a:t>
            </a:r>
            <a:r>
              <a:rPr lang="en-US" dirty="0"/>
              <a:t> </a:t>
            </a:r>
            <a:endParaRPr lang="en-US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i="1" dirty="0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lang="en-US" i="1" baseline="-25000" dirty="0">
                <a:solidFill>
                  <a:srgbClr val="FF0000"/>
                </a:solidFill>
                <a:latin typeface="Times New Roman"/>
                <a:cs typeface="Times New Roman"/>
              </a:rPr>
              <a:t>0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i="1" dirty="0">
                <a:solidFill>
                  <a:srgbClr val="FF0000"/>
                </a:solidFill>
                <a:latin typeface="Times New Roman"/>
                <a:cs typeface="Times New Roman"/>
              </a:rPr>
              <a:t>= 0 , 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i="1" dirty="0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lang="en-US" i="1" baseline="-25000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i="1" dirty="0">
                <a:latin typeface="Times New Roman"/>
                <a:cs typeface="Times New Roman"/>
              </a:rPr>
              <a:t>= </a:t>
            </a:r>
            <a:r>
              <a:rPr lang="en-US" i="1" dirty="0">
                <a:solidFill>
                  <a:srgbClr val="FF0000"/>
                </a:solidFill>
                <a:latin typeface="Times New Roman"/>
                <a:cs typeface="Times New Roman"/>
              </a:rPr>
              <a:t>1	</a:t>
            </a:r>
            <a:br>
              <a:rPr lang="en-US" i="1" dirty="0">
                <a:solidFill>
                  <a:srgbClr val="FF0000"/>
                </a:solidFill>
                <a:latin typeface="Times New Roman"/>
                <a:cs typeface="Times New Roman"/>
              </a:rPr>
            </a:br>
            <a:r>
              <a:rPr lang="en-US" i="1" dirty="0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lang="en-US" i="1" baseline="-25000" dirty="0">
                <a:solidFill>
                  <a:srgbClr val="FF0000"/>
                </a:solidFill>
                <a:latin typeface="Times New Roman"/>
                <a:cs typeface="Times New Roman"/>
              </a:rPr>
              <a:t>n+1</a:t>
            </a:r>
            <a:r>
              <a:rPr lang="en-US" i="1" dirty="0">
                <a:solidFill>
                  <a:srgbClr val="FF0000"/>
                </a:solidFill>
                <a:latin typeface="Times New Roman"/>
                <a:cs typeface="Times New Roman"/>
              </a:rPr>
              <a:t> = </a:t>
            </a:r>
            <a:r>
              <a:rPr lang="en-US" i="1" dirty="0" err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lang="en-US" i="1" baseline="-25000" dirty="0" err="1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lang="en-US" i="1" dirty="0">
                <a:solidFill>
                  <a:srgbClr val="FF0000"/>
                </a:solidFill>
                <a:latin typeface="Times New Roman"/>
                <a:cs typeface="Times New Roman"/>
              </a:rPr>
              <a:t> +f</a:t>
            </a:r>
            <a:r>
              <a:rPr lang="en-US" i="1" baseline="-25000" dirty="0">
                <a:solidFill>
                  <a:srgbClr val="FF0000"/>
                </a:solidFill>
                <a:latin typeface="Times New Roman"/>
                <a:cs typeface="Times New Roman"/>
              </a:rPr>
              <a:t>n−1</a:t>
            </a:r>
            <a:br>
              <a:rPr lang="en-US" i="1" baseline="-25000" dirty="0">
                <a:solidFill>
                  <a:srgbClr val="FF0000"/>
                </a:solidFill>
                <a:latin typeface="Times New Roman"/>
                <a:cs typeface="Times New Roman"/>
              </a:rPr>
            </a:br>
            <a:endParaRPr lang="en-US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Turns out that the quotients </a:t>
            </a:r>
            <a:r>
              <a:rPr lang="en-US" i="1" dirty="0" err="1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lang="en-US" i="1" baseline="-25000" dirty="0" err="1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lang="en-US" i="1" dirty="0">
                <a:solidFill>
                  <a:srgbClr val="FF0000"/>
                </a:solidFill>
                <a:latin typeface="Times New Roman"/>
                <a:cs typeface="Times New Roman"/>
              </a:rPr>
              <a:t> = f</a:t>
            </a:r>
            <a:r>
              <a:rPr lang="en-US" i="1" baseline="-25000" dirty="0">
                <a:solidFill>
                  <a:srgbClr val="FF0000"/>
                </a:solidFill>
                <a:latin typeface="Times New Roman"/>
                <a:cs typeface="Times New Roman"/>
              </a:rPr>
              <a:t>n+1 </a:t>
            </a:r>
            <a:r>
              <a:rPr lang="en-US" i="1" dirty="0">
                <a:solidFill>
                  <a:srgbClr val="FF0000"/>
                </a:solidFill>
                <a:latin typeface="Times New Roman"/>
                <a:cs typeface="Times New Roman"/>
              </a:rPr>
              <a:t>/ </a:t>
            </a:r>
            <a:r>
              <a:rPr lang="en-US" i="1" dirty="0" err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lang="en-US" i="1" baseline="-25000" dirty="0" err="1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lang="en-US" i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dirty="0"/>
              <a:t>converge to the golden ratio:</a:t>
            </a:r>
            <a:br>
              <a:rPr lang="en-US" dirty="0">
                <a:ea typeface="Calibri"/>
                <a:cs typeface="Calibri"/>
              </a:rPr>
            </a:br>
            <a:endParaRPr lang="en-US" dirty="0">
              <a:ea typeface="Calibri"/>
              <a:cs typeface="Calibri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Objective: </a:t>
            </a:r>
            <a:r>
              <a:rPr lang="en-US" dirty="0"/>
              <a:t>Write a MATLAB script that displays </a:t>
            </a:r>
            <a:br>
              <a:rPr lang="en-US" dirty="0"/>
            </a:br>
            <a:r>
              <a:rPr lang="en-US" dirty="0"/>
              <a:t>the values of </a:t>
            </a:r>
            <a:r>
              <a:rPr lang="en-US" i="1" dirty="0">
                <a:solidFill>
                  <a:srgbClr val="FF0000"/>
                </a:solidFill>
                <a:latin typeface="Times New Roman"/>
                <a:cs typeface="Times New Roman"/>
              </a:rPr>
              <a:t>n , </a:t>
            </a:r>
            <a:r>
              <a:rPr lang="en-US" i="1" dirty="0" err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lang="en-US" i="1" baseline="-25000" dirty="0" err="1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lang="en-US" i="1" baseline="-250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i="1" dirty="0">
                <a:solidFill>
                  <a:srgbClr val="FF0000"/>
                </a:solidFill>
                <a:latin typeface="Times New Roman"/>
                <a:cs typeface="Times New Roman"/>
              </a:rPr>
              <a:t>, </a:t>
            </a:r>
            <a:r>
              <a:rPr lang="en-US" i="1" dirty="0" err="1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lang="en-US" i="1" baseline="-25000" dirty="0" err="1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lang="en-US" i="1" baseline="-250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i="1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and </a:t>
            </a:r>
            <a:r>
              <a:rPr lang="en-US" dirty="0">
                <a:solidFill>
                  <a:srgbClr val="FF0000"/>
                </a:solidFill>
              </a:rPr>
              <a:t>|</a:t>
            </a:r>
            <a:r>
              <a:rPr lang="en-US" i="1" dirty="0">
                <a:solidFill>
                  <a:srgbClr val="FF0000"/>
                </a:solidFill>
                <a:latin typeface="Times New Roman"/>
                <a:cs typeface="Times New Roman"/>
              </a:rPr>
              <a:t>φ −</a:t>
            </a:r>
            <a:r>
              <a:rPr lang="en-US" i="1" dirty="0" err="1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lang="en-US" i="1" baseline="-25000" dirty="0" err="1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lang="en-US" dirty="0">
                <a:solidFill>
                  <a:srgbClr val="FF0000"/>
                </a:solidFill>
              </a:rPr>
              <a:t>| 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/>
              <a:t>for </a:t>
            </a:r>
            <a:r>
              <a:rPr lang="en-US" i="1" dirty="0">
                <a:solidFill>
                  <a:srgbClr val="FF0000"/>
                </a:solidFill>
                <a:latin typeface="Times New Roman"/>
                <a:cs typeface="Times New Roman"/>
              </a:rPr>
              <a:t>n =</a:t>
            </a:r>
            <a:r>
              <a:rPr lang="en-US" i="1" dirty="0">
                <a:latin typeface="Times New Roman"/>
                <a:cs typeface="Times New Roman"/>
              </a:rPr>
              <a:t> </a:t>
            </a:r>
            <a:r>
              <a:rPr lang="en-US" i="1" dirty="0">
                <a:solidFill>
                  <a:srgbClr val="FF0000"/>
                </a:solidFill>
                <a:latin typeface="Times New Roman"/>
                <a:cs typeface="Times New Roman"/>
              </a:rPr>
              <a:t>1:n</a:t>
            </a:r>
            <a:r>
              <a:rPr lang="en-US" i="1" baseline="-25000" dirty="0">
                <a:solidFill>
                  <a:srgbClr val="FF0000"/>
                </a:solidFill>
                <a:latin typeface="Times New Roman"/>
                <a:cs typeface="Times New Roman"/>
              </a:rPr>
              <a:t>∗</a:t>
            </a:r>
            <a:r>
              <a:rPr lang="en-US" i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dirty="0"/>
              <a:t>where </a:t>
            </a:r>
            <a:r>
              <a:rPr lang="en-US" i="1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lang="en-US" i="1" baseline="-25000" dirty="0">
                <a:solidFill>
                  <a:srgbClr val="FF0000"/>
                </a:solidFill>
                <a:latin typeface="Times New Roman"/>
                <a:cs typeface="Times New Roman"/>
              </a:rPr>
              <a:t>∗  </a:t>
            </a:r>
            <a:r>
              <a:rPr lang="en-US" dirty="0"/>
              <a:t>is the smallest value of </a:t>
            </a:r>
            <a:r>
              <a:rPr lang="en-US" i="1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lang="en-US" dirty="0"/>
              <a:t> such that </a:t>
            </a:r>
            <a:r>
              <a:rPr lang="en-US" dirty="0">
                <a:solidFill>
                  <a:srgbClr val="FF0000"/>
                </a:solidFill>
              </a:rPr>
              <a:t>|</a:t>
            </a:r>
            <a:r>
              <a:rPr lang="en-US" i="1" dirty="0" err="1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lang="en-US" i="1" baseline="-25000" dirty="0" err="1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lang="en-US" i="1" dirty="0">
                <a:solidFill>
                  <a:srgbClr val="FF0000"/>
                </a:solidFill>
                <a:latin typeface="Times New Roman"/>
                <a:cs typeface="Times New Roman"/>
              </a:rPr>
              <a:t> −r</a:t>
            </a:r>
            <a:r>
              <a:rPr lang="en-US" i="1" baseline="-25000" dirty="0">
                <a:solidFill>
                  <a:srgbClr val="FF0000"/>
                </a:solidFill>
                <a:latin typeface="Times New Roman"/>
                <a:cs typeface="Times New Roman"/>
              </a:rPr>
              <a:t>n+1</a:t>
            </a:r>
            <a:r>
              <a:rPr lang="en-US" dirty="0">
                <a:solidFill>
                  <a:srgbClr val="FF0000"/>
                </a:solidFill>
              </a:rPr>
              <a:t>| ≤ </a:t>
            </a:r>
            <a:r>
              <a:rPr lang="en-US" i="1" dirty="0">
                <a:solidFill>
                  <a:srgbClr val="FF0000"/>
                </a:solidFill>
                <a:latin typeface="Times New Roman"/>
                <a:cs typeface="Times New Roman"/>
              </a:rPr>
              <a:t>10</a:t>
            </a:r>
            <a:r>
              <a:rPr lang="en-US" i="1" baseline="30000" dirty="0">
                <a:solidFill>
                  <a:srgbClr val="FF0000"/>
                </a:solidFill>
                <a:latin typeface="Times New Roman"/>
                <a:cs typeface="Times New Roman"/>
              </a:rPr>
              <a:t>−15</a:t>
            </a:r>
            <a:endParaRPr lang="en-US" dirty="0">
              <a:latin typeface="Times New Roman"/>
              <a:cs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0A7DFF-A737-F362-F67D-C97481DE501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t="7852" b="7073"/>
          <a:stretch/>
        </p:blipFill>
        <p:spPr>
          <a:xfrm>
            <a:off x="5106647" y="5596049"/>
            <a:ext cx="1980539" cy="89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799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7595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Chapter 3: Approximations with Fractions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C7F1F7A-8C4C-D29B-D9FE-632EFE4F5903}"/>
              </a:ext>
            </a:extLst>
          </p:cNvPr>
          <p:cNvSpPr txBox="1">
            <a:spLocks/>
          </p:cNvSpPr>
          <p:nvPr/>
        </p:nvSpPr>
        <p:spPr>
          <a:xfrm>
            <a:off x="225068" y="988807"/>
            <a:ext cx="11327596" cy="560156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cs typeface="Calibri"/>
              </a:rPr>
              <a:t>We can start calculate this ratio as follows</a:t>
            </a:r>
            <a:endParaRPr lang="en-US"/>
          </a:p>
          <a:p>
            <a:pPr lvl="1" algn="l"/>
            <a:endParaRPr lang="en-US" sz="2400" i="1" dirty="0">
              <a:solidFill>
                <a:schemeClr val="accent1"/>
              </a:solidFill>
              <a:latin typeface="Times New Roman"/>
              <a:cs typeface="Times New Roman"/>
            </a:endParaRPr>
          </a:p>
          <a:p>
            <a:pPr lvl="1" algn="l"/>
            <a:r>
              <a:rPr lang="en-US" sz="2400" i="1" dirty="0">
                <a:solidFill>
                  <a:schemeClr val="accent1"/>
                </a:solidFill>
                <a:latin typeface="Times New Roman"/>
                <a:cs typeface="Times New Roman"/>
              </a:rPr>
              <a:t>f</a:t>
            </a:r>
            <a:r>
              <a:rPr lang="en-US" sz="2400" i="1" baseline="-25000" dirty="0">
                <a:solidFill>
                  <a:schemeClr val="accent1"/>
                </a:solidFill>
                <a:latin typeface="Times New Roman"/>
                <a:cs typeface="Times New Roman"/>
              </a:rPr>
              <a:t>0</a:t>
            </a:r>
            <a:r>
              <a:rPr lang="en-US" sz="2400" i="1" dirty="0">
                <a:solidFill>
                  <a:schemeClr val="accent1"/>
                </a:solidFill>
                <a:latin typeface="Times New Roman"/>
                <a:cs typeface="Times New Roman"/>
              </a:rPr>
              <a:t> = 0, f</a:t>
            </a:r>
            <a:r>
              <a:rPr lang="en-US" sz="2400" i="1" baseline="-25000" dirty="0">
                <a:solidFill>
                  <a:schemeClr val="accent1"/>
                </a:solidFill>
                <a:latin typeface="Times New Roman"/>
                <a:cs typeface="Times New Roman"/>
              </a:rPr>
              <a:t>1</a:t>
            </a:r>
            <a:r>
              <a:rPr lang="en-US" sz="2400" i="1" dirty="0">
                <a:solidFill>
                  <a:schemeClr val="accent1"/>
                </a:solidFill>
                <a:latin typeface="Times New Roman"/>
                <a:cs typeface="Times New Roman"/>
              </a:rPr>
              <a:t> = 1</a:t>
            </a:r>
            <a:endParaRPr lang="en-US">
              <a:solidFill>
                <a:schemeClr val="accent1"/>
              </a:solidFill>
            </a:endParaRPr>
          </a:p>
          <a:p>
            <a:pPr lvl="1" algn="l"/>
            <a:r>
              <a:rPr lang="en-US" sz="2400" i="1" dirty="0">
                <a:solidFill>
                  <a:schemeClr val="accent1"/>
                </a:solidFill>
                <a:latin typeface="Times New Roman"/>
                <a:cs typeface="Times New Roman"/>
              </a:rPr>
              <a:t>f</a:t>
            </a:r>
            <a:r>
              <a:rPr lang="en-US" sz="2400" i="1" baseline="-25000" dirty="0">
                <a:solidFill>
                  <a:schemeClr val="accent1"/>
                </a:solidFill>
                <a:latin typeface="Times New Roman"/>
                <a:cs typeface="Times New Roman"/>
              </a:rPr>
              <a:t>2</a:t>
            </a:r>
            <a:r>
              <a:rPr lang="en-US" sz="2400" i="1" dirty="0">
                <a:solidFill>
                  <a:schemeClr val="accent1"/>
                </a:solidFill>
                <a:latin typeface="Times New Roman"/>
                <a:cs typeface="Times New Roman"/>
              </a:rPr>
              <a:t> = f</a:t>
            </a:r>
            <a:r>
              <a:rPr lang="en-US" sz="2400" i="1" baseline="-25000" dirty="0">
                <a:solidFill>
                  <a:schemeClr val="accent1"/>
                </a:solidFill>
                <a:latin typeface="Times New Roman"/>
                <a:cs typeface="Times New Roman"/>
              </a:rPr>
              <a:t>1</a:t>
            </a:r>
            <a:r>
              <a:rPr lang="en-US" sz="2400" i="1" dirty="0">
                <a:solidFill>
                  <a:schemeClr val="accent1"/>
                </a:solidFill>
                <a:latin typeface="Times New Roman"/>
                <a:cs typeface="Times New Roman"/>
              </a:rPr>
              <a:t> + f</a:t>
            </a:r>
            <a:r>
              <a:rPr lang="en-US" sz="2400" i="1" baseline="-25000" dirty="0">
                <a:solidFill>
                  <a:schemeClr val="accent1"/>
                </a:solidFill>
                <a:latin typeface="Times New Roman"/>
                <a:cs typeface="Times New Roman"/>
              </a:rPr>
              <a:t>0</a:t>
            </a:r>
            <a:r>
              <a:rPr lang="en-US" sz="2400" i="1" dirty="0">
                <a:solidFill>
                  <a:schemeClr val="accent1"/>
                </a:solidFill>
                <a:latin typeface="Times New Roman"/>
                <a:cs typeface="Times New Roman"/>
              </a:rPr>
              <a:t> = 1 + 0 = 1                     r</a:t>
            </a:r>
            <a:r>
              <a:rPr lang="en-US" sz="2400" i="1" baseline="-25000" dirty="0">
                <a:solidFill>
                  <a:schemeClr val="accent1"/>
                </a:solidFill>
                <a:latin typeface="Times New Roman"/>
                <a:cs typeface="Times New Roman"/>
              </a:rPr>
              <a:t>1</a:t>
            </a:r>
            <a:r>
              <a:rPr lang="en-US" sz="2400" i="1" dirty="0">
                <a:solidFill>
                  <a:schemeClr val="accent1"/>
                </a:solidFill>
                <a:latin typeface="Times New Roman"/>
                <a:cs typeface="Times New Roman"/>
              </a:rPr>
              <a:t> = f</a:t>
            </a:r>
            <a:r>
              <a:rPr lang="en-US" sz="2400" i="1" baseline="-25000" dirty="0">
                <a:solidFill>
                  <a:schemeClr val="accent1"/>
                </a:solidFill>
                <a:latin typeface="Times New Roman"/>
                <a:cs typeface="Times New Roman"/>
              </a:rPr>
              <a:t>2</a:t>
            </a:r>
            <a:r>
              <a:rPr lang="en-US" sz="2400" i="1" dirty="0">
                <a:solidFill>
                  <a:schemeClr val="accent1"/>
                </a:solidFill>
                <a:latin typeface="Times New Roman"/>
                <a:cs typeface="Times New Roman"/>
              </a:rPr>
              <a:t> / f</a:t>
            </a:r>
            <a:r>
              <a:rPr lang="en-US" sz="2400" i="1" baseline="-25000" dirty="0">
                <a:solidFill>
                  <a:schemeClr val="accent1"/>
                </a:solidFill>
                <a:latin typeface="Times New Roman"/>
                <a:cs typeface="Times New Roman"/>
              </a:rPr>
              <a:t>1</a:t>
            </a:r>
            <a:r>
              <a:rPr lang="en-US" sz="2400" i="1" dirty="0">
                <a:solidFill>
                  <a:schemeClr val="accent1"/>
                </a:solidFill>
                <a:latin typeface="Times New Roman"/>
                <a:cs typeface="Times New Roman"/>
              </a:rPr>
              <a:t> = 1/1 = 1</a:t>
            </a:r>
          </a:p>
          <a:p>
            <a:pPr lvl="1" algn="l"/>
            <a:r>
              <a:rPr lang="en-US" sz="2400" i="1" dirty="0">
                <a:solidFill>
                  <a:schemeClr val="accent1"/>
                </a:solidFill>
                <a:latin typeface="Times New Roman"/>
                <a:cs typeface="Times New Roman"/>
              </a:rPr>
              <a:t>f</a:t>
            </a:r>
            <a:r>
              <a:rPr lang="en-US" sz="2400" i="1" baseline="-25000" dirty="0">
                <a:solidFill>
                  <a:schemeClr val="accent1"/>
                </a:solidFill>
                <a:latin typeface="Times New Roman"/>
                <a:cs typeface="Times New Roman"/>
              </a:rPr>
              <a:t>3</a:t>
            </a:r>
            <a:r>
              <a:rPr lang="en-US" sz="2400" i="1" dirty="0">
                <a:solidFill>
                  <a:schemeClr val="accent1"/>
                </a:solidFill>
                <a:latin typeface="Times New Roman"/>
                <a:cs typeface="Times New Roman"/>
              </a:rPr>
              <a:t> = f</a:t>
            </a:r>
            <a:r>
              <a:rPr lang="en-US" sz="2400" i="1" baseline="-25000" dirty="0">
                <a:solidFill>
                  <a:schemeClr val="accent1"/>
                </a:solidFill>
                <a:latin typeface="Times New Roman"/>
                <a:cs typeface="Times New Roman"/>
              </a:rPr>
              <a:t>2</a:t>
            </a:r>
            <a:r>
              <a:rPr lang="en-US" sz="2400" i="1" dirty="0">
                <a:solidFill>
                  <a:schemeClr val="accent1"/>
                </a:solidFill>
                <a:latin typeface="Times New Roman"/>
                <a:cs typeface="Times New Roman"/>
              </a:rPr>
              <a:t> + f</a:t>
            </a:r>
            <a:r>
              <a:rPr lang="en-US" sz="2400" i="1" baseline="-25000" dirty="0">
                <a:solidFill>
                  <a:schemeClr val="accent1"/>
                </a:solidFill>
                <a:latin typeface="Times New Roman"/>
                <a:cs typeface="Times New Roman"/>
              </a:rPr>
              <a:t>1</a:t>
            </a:r>
            <a:r>
              <a:rPr lang="en-US" sz="2400" i="1" dirty="0">
                <a:solidFill>
                  <a:schemeClr val="accent1"/>
                </a:solidFill>
                <a:latin typeface="Times New Roman"/>
                <a:cs typeface="Times New Roman"/>
              </a:rPr>
              <a:t> = 1 + 1 = 2                     r</a:t>
            </a:r>
            <a:r>
              <a:rPr lang="en-US" sz="2400" i="1" baseline="-25000" dirty="0">
                <a:solidFill>
                  <a:schemeClr val="accent1"/>
                </a:solidFill>
                <a:latin typeface="Times New Roman"/>
                <a:cs typeface="Times New Roman"/>
              </a:rPr>
              <a:t>2</a:t>
            </a:r>
            <a:r>
              <a:rPr lang="en-US" sz="2400" i="1" dirty="0">
                <a:solidFill>
                  <a:schemeClr val="accent1"/>
                </a:solidFill>
                <a:latin typeface="Times New Roman"/>
                <a:cs typeface="Times New Roman"/>
              </a:rPr>
              <a:t> = f</a:t>
            </a:r>
            <a:r>
              <a:rPr lang="en-US" sz="2400" i="1" baseline="-25000" dirty="0">
                <a:solidFill>
                  <a:schemeClr val="accent1"/>
                </a:solidFill>
                <a:latin typeface="Times New Roman"/>
                <a:cs typeface="Times New Roman"/>
              </a:rPr>
              <a:t>3</a:t>
            </a:r>
            <a:r>
              <a:rPr lang="en-US" sz="2400" i="1" dirty="0">
                <a:solidFill>
                  <a:schemeClr val="accent1"/>
                </a:solidFill>
                <a:latin typeface="Times New Roman"/>
                <a:cs typeface="Times New Roman"/>
              </a:rPr>
              <a:t> / f</a:t>
            </a:r>
            <a:r>
              <a:rPr lang="en-US" sz="2400" i="1" baseline="-25000" dirty="0">
                <a:solidFill>
                  <a:schemeClr val="accent1"/>
                </a:solidFill>
                <a:latin typeface="Times New Roman"/>
                <a:cs typeface="Times New Roman"/>
              </a:rPr>
              <a:t>2</a:t>
            </a:r>
            <a:r>
              <a:rPr lang="en-US" sz="2400" i="1" dirty="0">
                <a:solidFill>
                  <a:schemeClr val="accent1"/>
                </a:solidFill>
                <a:latin typeface="Times New Roman"/>
                <a:cs typeface="Times New Roman"/>
              </a:rPr>
              <a:t> = 2/1 = 2</a:t>
            </a:r>
          </a:p>
          <a:p>
            <a:pPr lvl="1" algn="l"/>
            <a:r>
              <a:rPr lang="en-US" sz="2400" i="1" dirty="0">
                <a:solidFill>
                  <a:schemeClr val="accent1"/>
                </a:solidFill>
                <a:latin typeface="Times New Roman"/>
                <a:cs typeface="Times New Roman"/>
              </a:rPr>
              <a:t>f</a:t>
            </a:r>
            <a:r>
              <a:rPr lang="en-US" sz="2400" i="1" baseline="-25000" dirty="0">
                <a:solidFill>
                  <a:schemeClr val="accent1"/>
                </a:solidFill>
                <a:latin typeface="Times New Roman"/>
                <a:cs typeface="Times New Roman"/>
              </a:rPr>
              <a:t>4</a:t>
            </a:r>
            <a:r>
              <a:rPr lang="en-US" sz="2400" i="1" dirty="0">
                <a:solidFill>
                  <a:schemeClr val="accent1"/>
                </a:solidFill>
                <a:latin typeface="Times New Roman"/>
                <a:cs typeface="Times New Roman"/>
              </a:rPr>
              <a:t> = f</a:t>
            </a:r>
            <a:r>
              <a:rPr lang="en-US" sz="2400" i="1" baseline="-25000" dirty="0">
                <a:solidFill>
                  <a:schemeClr val="accent1"/>
                </a:solidFill>
                <a:latin typeface="Times New Roman"/>
                <a:cs typeface="Times New Roman"/>
              </a:rPr>
              <a:t>3</a:t>
            </a:r>
            <a:r>
              <a:rPr lang="en-US" sz="2400" i="1" dirty="0">
                <a:solidFill>
                  <a:schemeClr val="accent1"/>
                </a:solidFill>
                <a:latin typeface="Times New Roman"/>
                <a:cs typeface="Times New Roman"/>
              </a:rPr>
              <a:t> + f</a:t>
            </a:r>
            <a:r>
              <a:rPr lang="en-US" sz="2400" i="1" baseline="-25000" dirty="0">
                <a:solidFill>
                  <a:schemeClr val="accent1"/>
                </a:solidFill>
                <a:latin typeface="Times New Roman"/>
                <a:cs typeface="Times New Roman"/>
              </a:rPr>
              <a:t>2</a:t>
            </a:r>
            <a:r>
              <a:rPr lang="en-US" sz="2400" i="1" dirty="0">
                <a:solidFill>
                  <a:schemeClr val="accent1"/>
                </a:solidFill>
                <a:latin typeface="Times New Roman"/>
                <a:cs typeface="Times New Roman"/>
              </a:rPr>
              <a:t> = 2 + 1 = 3                     r</a:t>
            </a:r>
            <a:r>
              <a:rPr lang="en-US" sz="2400" i="1" baseline="-25000" dirty="0">
                <a:solidFill>
                  <a:schemeClr val="accent1"/>
                </a:solidFill>
                <a:latin typeface="Times New Roman"/>
                <a:cs typeface="Times New Roman"/>
              </a:rPr>
              <a:t>3</a:t>
            </a:r>
            <a:r>
              <a:rPr lang="en-US" sz="2400" i="1" dirty="0">
                <a:solidFill>
                  <a:schemeClr val="accent1"/>
                </a:solidFill>
                <a:latin typeface="Times New Roman"/>
                <a:cs typeface="Times New Roman"/>
              </a:rPr>
              <a:t> = f</a:t>
            </a:r>
            <a:r>
              <a:rPr lang="en-US" sz="2400" i="1" baseline="-25000" dirty="0">
                <a:solidFill>
                  <a:schemeClr val="accent1"/>
                </a:solidFill>
                <a:latin typeface="Times New Roman"/>
                <a:cs typeface="Times New Roman"/>
              </a:rPr>
              <a:t>4</a:t>
            </a:r>
            <a:r>
              <a:rPr lang="en-US" sz="2400" i="1" dirty="0">
                <a:solidFill>
                  <a:schemeClr val="accent1"/>
                </a:solidFill>
                <a:latin typeface="Times New Roman"/>
                <a:cs typeface="Times New Roman"/>
              </a:rPr>
              <a:t> / f</a:t>
            </a:r>
            <a:r>
              <a:rPr lang="en-US" sz="2400" i="1" baseline="-25000" dirty="0">
                <a:solidFill>
                  <a:schemeClr val="accent1"/>
                </a:solidFill>
                <a:latin typeface="Times New Roman"/>
                <a:cs typeface="Times New Roman"/>
              </a:rPr>
              <a:t>3</a:t>
            </a:r>
            <a:r>
              <a:rPr lang="en-US" sz="2400" i="1" dirty="0">
                <a:solidFill>
                  <a:schemeClr val="accent1"/>
                </a:solidFill>
                <a:latin typeface="Times New Roman"/>
                <a:cs typeface="Times New Roman"/>
              </a:rPr>
              <a:t> = 3/2 = 1.5</a:t>
            </a:r>
          </a:p>
          <a:p>
            <a:pPr lvl="1" algn="l"/>
            <a:r>
              <a:rPr lang="en-US" sz="2400" i="1" dirty="0">
                <a:solidFill>
                  <a:schemeClr val="accent1"/>
                </a:solidFill>
                <a:latin typeface="Times New Roman"/>
                <a:cs typeface="Times New Roman"/>
              </a:rPr>
              <a:t>f</a:t>
            </a:r>
            <a:r>
              <a:rPr lang="en-US" sz="2400" i="1" baseline="-25000" dirty="0">
                <a:solidFill>
                  <a:schemeClr val="accent1"/>
                </a:solidFill>
                <a:latin typeface="Times New Roman"/>
                <a:cs typeface="Times New Roman"/>
              </a:rPr>
              <a:t>5</a:t>
            </a:r>
            <a:r>
              <a:rPr lang="en-US" sz="2400" i="1" dirty="0">
                <a:solidFill>
                  <a:schemeClr val="accent1"/>
                </a:solidFill>
                <a:latin typeface="Times New Roman"/>
                <a:cs typeface="Times New Roman"/>
              </a:rPr>
              <a:t> = f</a:t>
            </a:r>
            <a:r>
              <a:rPr lang="en-US" sz="2400" i="1" baseline="-25000" dirty="0">
                <a:solidFill>
                  <a:schemeClr val="accent1"/>
                </a:solidFill>
                <a:latin typeface="Times New Roman"/>
                <a:cs typeface="Times New Roman"/>
              </a:rPr>
              <a:t>4</a:t>
            </a:r>
            <a:r>
              <a:rPr lang="en-US" sz="2400" i="1" dirty="0">
                <a:solidFill>
                  <a:schemeClr val="accent1"/>
                </a:solidFill>
                <a:latin typeface="Times New Roman"/>
                <a:cs typeface="Times New Roman"/>
              </a:rPr>
              <a:t> + f</a:t>
            </a:r>
            <a:r>
              <a:rPr lang="en-US" sz="2400" i="1" baseline="-25000" dirty="0">
                <a:solidFill>
                  <a:schemeClr val="accent1"/>
                </a:solidFill>
                <a:latin typeface="Times New Roman"/>
                <a:cs typeface="Times New Roman"/>
              </a:rPr>
              <a:t>3</a:t>
            </a:r>
            <a:r>
              <a:rPr lang="en-US" sz="2400" i="1" dirty="0">
                <a:solidFill>
                  <a:schemeClr val="accent1"/>
                </a:solidFill>
                <a:latin typeface="Times New Roman"/>
                <a:cs typeface="Times New Roman"/>
              </a:rPr>
              <a:t> = 3 + 2 = 5                     r</a:t>
            </a:r>
            <a:r>
              <a:rPr lang="en-US" sz="2400" i="1" baseline="-25000" dirty="0">
                <a:solidFill>
                  <a:schemeClr val="accent1"/>
                </a:solidFill>
                <a:latin typeface="Times New Roman"/>
                <a:cs typeface="Times New Roman"/>
              </a:rPr>
              <a:t>4</a:t>
            </a:r>
            <a:r>
              <a:rPr lang="en-US" sz="2400" i="1" dirty="0">
                <a:solidFill>
                  <a:schemeClr val="accent1"/>
                </a:solidFill>
                <a:latin typeface="Times New Roman"/>
                <a:cs typeface="Times New Roman"/>
              </a:rPr>
              <a:t> = f</a:t>
            </a:r>
            <a:r>
              <a:rPr lang="en-US" sz="2400" i="1" baseline="-25000" dirty="0">
                <a:solidFill>
                  <a:schemeClr val="accent1"/>
                </a:solidFill>
                <a:latin typeface="Times New Roman"/>
                <a:cs typeface="Times New Roman"/>
              </a:rPr>
              <a:t>5</a:t>
            </a:r>
            <a:r>
              <a:rPr lang="en-US" sz="2400" i="1" dirty="0">
                <a:solidFill>
                  <a:schemeClr val="accent1"/>
                </a:solidFill>
                <a:latin typeface="Times New Roman"/>
                <a:cs typeface="Times New Roman"/>
              </a:rPr>
              <a:t> / f</a:t>
            </a:r>
            <a:r>
              <a:rPr lang="en-US" sz="2400" i="1" baseline="-25000" dirty="0">
                <a:solidFill>
                  <a:schemeClr val="accent1"/>
                </a:solidFill>
                <a:latin typeface="Times New Roman"/>
                <a:cs typeface="Times New Roman"/>
              </a:rPr>
              <a:t>4</a:t>
            </a:r>
            <a:r>
              <a:rPr lang="en-US" sz="2400" i="1" dirty="0">
                <a:solidFill>
                  <a:schemeClr val="accent1"/>
                </a:solidFill>
                <a:latin typeface="Times New Roman"/>
                <a:cs typeface="Times New Roman"/>
              </a:rPr>
              <a:t> = 5/3 = 1.67</a:t>
            </a:r>
          </a:p>
          <a:p>
            <a:pPr lvl="1" algn="l"/>
            <a:r>
              <a:rPr lang="en-US" sz="2400" i="1" dirty="0">
                <a:solidFill>
                  <a:schemeClr val="accent1"/>
                </a:solidFill>
                <a:latin typeface="Times New Roman"/>
                <a:cs typeface="Times New Roman"/>
              </a:rPr>
              <a:t>f</a:t>
            </a:r>
            <a:r>
              <a:rPr lang="en-US" sz="2400" i="1" baseline="-25000" dirty="0">
                <a:solidFill>
                  <a:schemeClr val="accent1"/>
                </a:solidFill>
                <a:latin typeface="Times New Roman"/>
                <a:cs typeface="Times New Roman"/>
              </a:rPr>
              <a:t>6</a:t>
            </a:r>
            <a:r>
              <a:rPr lang="en-US" sz="2400" i="1" dirty="0">
                <a:solidFill>
                  <a:schemeClr val="accent1"/>
                </a:solidFill>
                <a:latin typeface="Times New Roman"/>
                <a:cs typeface="Times New Roman"/>
              </a:rPr>
              <a:t> = f</a:t>
            </a:r>
            <a:r>
              <a:rPr lang="en-US" sz="2400" i="1" baseline="-25000" dirty="0">
                <a:solidFill>
                  <a:schemeClr val="accent1"/>
                </a:solidFill>
                <a:latin typeface="Times New Roman"/>
                <a:cs typeface="Times New Roman"/>
              </a:rPr>
              <a:t>5</a:t>
            </a:r>
            <a:r>
              <a:rPr lang="en-US" sz="2400" i="1" dirty="0">
                <a:solidFill>
                  <a:schemeClr val="accent1"/>
                </a:solidFill>
                <a:latin typeface="Times New Roman"/>
                <a:cs typeface="Times New Roman"/>
              </a:rPr>
              <a:t> + f</a:t>
            </a:r>
            <a:r>
              <a:rPr lang="en-US" sz="2400" i="1" baseline="-25000" dirty="0">
                <a:solidFill>
                  <a:schemeClr val="accent1"/>
                </a:solidFill>
                <a:latin typeface="Times New Roman"/>
                <a:cs typeface="Times New Roman"/>
              </a:rPr>
              <a:t>4</a:t>
            </a:r>
            <a:r>
              <a:rPr lang="en-US" sz="2400" i="1" dirty="0">
                <a:solidFill>
                  <a:schemeClr val="accent1"/>
                </a:solidFill>
                <a:latin typeface="Times New Roman"/>
                <a:cs typeface="Times New Roman"/>
              </a:rPr>
              <a:t> = 5 + 3 = 8                     r</a:t>
            </a:r>
            <a:r>
              <a:rPr lang="en-US" sz="2400" i="1" baseline="-25000" dirty="0">
                <a:solidFill>
                  <a:schemeClr val="accent1"/>
                </a:solidFill>
                <a:latin typeface="Times New Roman"/>
                <a:cs typeface="Times New Roman"/>
              </a:rPr>
              <a:t>5</a:t>
            </a:r>
            <a:r>
              <a:rPr lang="en-US" sz="2400" i="1" dirty="0">
                <a:solidFill>
                  <a:schemeClr val="accent1"/>
                </a:solidFill>
                <a:latin typeface="Times New Roman"/>
                <a:cs typeface="Times New Roman"/>
              </a:rPr>
              <a:t> = f</a:t>
            </a:r>
            <a:r>
              <a:rPr lang="en-US" sz="2400" i="1" baseline="-25000" dirty="0">
                <a:solidFill>
                  <a:schemeClr val="accent1"/>
                </a:solidFill>
                <a:latin typeface="Times New Roman"/>
                <a:cs typeface="Times New Roman"/>
              </a:rPr>
              <a:t>6</a:t>
            </a:r>
            <a:r>
              <a:rPr lang="en-US" sz="2400" i="1" dirty="0">
                <a:solidFill>
                  <a:schemeClr val="accent1"/>
                </a:solidFill>
                <a:latin typeface="Times New Roman"/>
                <a:cs typeface="Times New Roman"/>
              </a:rPr>
              <a:t> / f</a:t>
            </a:r>
            <a:r>
              <a:rPr lang="en-US" sz="2400" i="1" baseline="-25000" dirty="0">
                <a:solidFill>
                  <a:schemeClr val="accent1"/>
                </a:solidFill>
                <a:latin typeface="Times New Roman"/>
                <a:cs typeface="Times New Roman"/>
              </a:rPr>
              <a:t>5</a:t>
            </a:r>
            <a:r>
              <a:rPr lang="en-US" sz="2400" i="1" dirty="0">
                <a:solidFill>
                  <a:schemeClr val="accent1"/>
                </a:solidFill>
                <a:latin typeface="Times New Roman"/>
                <a:cs typeface="Times New Roman"/>
              </a:rPr>
              <a:t> = 8/5 = 1.60</a:t>
            </a:r>
          </a:p>
          <a:p>
            <a:pPr lvl="1" algn="l"/>
            <a:b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i="1" dirty="0">
                <a:solidFill>
                  <a:schemeClr val="accent1"/>
                </a:solidFill>
                <a:latin typeface="Times New Roman"/>
                <a:cs typeface="Times New Roman"/>
              </a:rPr>
              <a:t>         … and so on ...</a:t>
            </a:r>
            <a:endParaRPr lang="en-US" sz="2400" i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 algn="l"/>
            <a:endParaRPr lang="en-US" sz="2400" i="1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en-US" sz="2400" i="1" dirty="0">
                <a:solidFill>
                  <a:schemeClr val="accent1"/>
                </a:solidFill>
                <a:latin typeface="Times New Roman"/>
                <a:cs typeface="Times New Roman"/>
              </a:rPr>
              <a:t>We do this until </a:t>
            </a:r>
            <a:r>
              <a:rPr lang="en-US" sz="2400" dirty="0">
                <a:solidFill>
                  <a:srgbClr val="FF0000"/>
                </a:solidFill>
                <a:latin typeface="Calibri"/>
                <a:cs typeface="Calibri"/>
              </a:rPr>
              <a:t>|</a:t>
            </a:r>
            <a:r>
              <a:rPr lang="en-US" sz="2400" i="1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lang="en-US" sz="2400" i="1" baseline="-25000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lang="en-US" sz="2400" i="1" dirty="0">
                <a:solidFill>
                  <a:srgbClr val="FF0000"/>
                </a:solidFill>
                <a:latin typeface="Times New Roman"/>
                <a:cs typeface="Times New Roman"/>
              </a:rPr>
              <a:t>−r</a:t>
            </a:r>
            <a:r>
              <a:rPr lang="en-US" sz="2400" i="1" baseline="-25000" dirty="0">
                <a:solidFill>
                  <a:srgbClr val="FF0000"/>
                </a:solidFill>
                <a:latin typeface="Times New Roman"/>
                <a:cs typeface="Times New Roman"/>
              </a:rPr>
              <a:t>n+1</a:t>
            </a:r>
            <a:r>
              <a:rPr lang="en-US" sz="2400" dirty="0">
                <a:solidFill>
                  <a:srgbClr val="FF0000"/>
                </a:solidFill>
                <a:latin typeface="Calibri"/>
                <a:cs typeface="Calibri"/>
              </a:rPr>
              <a:t>| ≤ </a:t>
            </a:r>
            <a:r>
              <a:rPr lang="en-US" sz="2400" i="1" dirty="0">
                <a:solidFill>
                  <a:srgbClr val="FF0000"/>
                </a:solidFill>
                <a:latin typeface="Times New Roman"/>
                <a:cs typeface="Times New Roman"/>
              </a:rPr>
              <a:t>10</a:t>
            </a:r>
            <a:r>
              <a:rPr lang="en-US" sz="2400" i="1" baseline="30000" dirty="0">
                <a:solidFill>
                  <a:srgbClr val="FF0000"/>
                </a:solidFill>
                <a:latin typeface="Times New Roman"/>
                <a:cs typeface="Times New Roman"/>
              </a:rPr>
              <a:t>-15</a:t>
            </a:r>
            <a:endParaRPr lang="en-US" sz="1600" i="1" baseline="300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lvl="1" algn="l"/>
            <a:endParaRPr lang="en-US" sz="2400" i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0327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7595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Chapter 3: Approximations with Fractions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55BA9AF-3269-A5C8-53A7-FC7F2342CE63}"/>
              </a:ext>
            </a:extLst>
          </p:cNvPr>
          <p:cNvSpPr txBox="1">
            <a:spLocks/>
          </p:cNvSpPr>
          <p:nvPr/>
        </p:nvSpPr>
        <p:spPr>
          <a:xfrm>
            <a:off x="272503" y="1180848"/>
            <a:ext cx="11741865" cy="5147284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lvl="1" indent="-457200" algn="l">
              <a:buFont typeface="Arial" panose="020B0604020202020204" pitchFamily="34" charset="0"/>
              <a:buChar char="•"/>
            </a:pPr>
            <a:r>
              <a:rPr lang="en-US" sz="3200" dirty="0"/>
              <a:t>The pseudocode could be designed as:</a:t>
            </a:r>
          </a:p>
          <a:p>
            <a:pPr marL="228600" lvl="1" algn="l"/>
            <a:endParaRPr lang="en-US" sz="3200"/>
          </a:p>
          <a:p>
            <a:pPr marL="0" lvl="1" algn="l"/>
            <a:r>
              <a:rPr lang="en-US" sz="3200" i="1" dirty="0">
                <a:latin typeface="Times New Roman"/>
                <a:cs typeface="Times New Roman"/>
              </a:rPr>
              <a:t>	Initializations</a:t>
            </a:r>
          </a:p>
          <a:p>
            <a:pPr marL="0" lvl="1" algn="l"/>
            <a:r>
              <a:rPr lang="en-US" sz="3200" i="1" dirty="0">
                <a:latin typeface="Times New Roman"/>
                <a:cs typeface="Times New Roman"/>
              </a:rPr>
              <a:t>	</a:t>
            </a:r>
            <a:r>
              <a:rPr lang="en-US" sz="3200" dirty="0">
                <a:latin typeface="Courier"/>
                <a:cs typeface="Times New Roman"/>
              </a:rPr>
              <a:t>while</a:t>
            </a:r>
            <a:r>
              <a:rPr lang="en-US" sz="3200" i="1" dirty="0">
                <a:latin typeface="Times New Roman"/>
                <a:cs typeface="Times New Roman"/>
              </a:rPr>
              <a:t> </a:t>
            </a:r>
            <a:r>
              <a:rPr lang="en-US" sz="3200" i="1" dirty="0" err="1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lang="en-US" sz="3200" i="1" baseline="-25000" dirty="0" err="1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lang="en-US" sz="3200" i="1" dirty="0">
                <a:latin typeface="Times New Roman"/>
                <a:cs typeface="Times New Roman"/>
              </a:rPr>
              <a:t> and </a:t>
            </a:r>
            <a:r>
              <a:rPr lang="en-US" sz="3200" i="1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lang="en-US" sz="3200" i="1" baseline="-25000" dirty="0">
                <a:solidFill>
                  <a:srgbClr val="FF0000"/>
                </a:solidFill>
                <a:latin typeface="Times New Roman"/>
                <a:cs typeface="Times New Roman"/>
              </a:rPr>
              <a:t>n+1</a:t>
            </a:r>
            <a:r>
              <a:rPr lang="en-US" sz="3200" i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3200" i="1" dirty="0">
                <a:latin typeface="Times New Roman"/>
                <a:cs typeface="Times New Roman"/>
              </a:rPr>
              <a:t>are not close enough</a:t>
            </a:r>
          </a:p>
          <a:p>
            <a:pPr marL="0" lvl="1" algn="l"/>
            <a:r>
              <a:rPr lang="en-US" sz="3200" i="1" dirty="0">
                <a:latin typeface="Times New Roman"/>
                <a:cs typeface="Times New Roman"/>
              </a:rPr>
              <a:t>		Get the next Fibonacci number and the next ratio</a:t>
            </a:r>
          </a:p>
          <a:p>
            <a:pPr marL="0" lvl="1" algn="l"/>
            <a:r>
              <a:rPr lang="en-US" sz="3200" i="1" dirty="0">
                <a:latin typeface="Times New Roman"/>
                <a:cs typeface="Times New Roman"/>
              </a:rPr>
              <a:t>	</a:t>
            </a:r>
            <a:r>
              <a:rPr lang="en-US" sz="3200" dirty="0">
                <a:latin typeface="Courier"/>
                <a:cs typeface="Times New Roman"/>
              </a:rPr>
              <a:t>end</a:t>
            </a:r>
          </a:p>
          <a:p>
            <a:pPr marL="226695" lvl="1" algn="l"/>
            <a:endParaRPr lang="en-US" sz="3200" b="1">
              <a:solidFill>
                <a:schemeClr val="accent6"/>
              </a:solidFill>
              <a:latin typeface="Courier"/>
              <a:cs typeface="Times New Roman" panose="02020603050405020304" pitchFamily="18" charset="0"/>
            </a:endParaRPr>
          </a:p>
          <a:p>
            <a:pPr marL="461645" lvl="1" indent="-457200" algn="l">
              <a:buFont typeface="Arial" panose="020B0604020202020204" pitchFamily="34" charset="0"/>
              <a:buChar char="•"/>
            </a:pPr>
            <a:r>
              <a:rPr lang="en-US" sz="3200" dirty="0"/>
              <a:t>The initializations here will involve extra terms:</a:t>
            </a:r>
            <a:endParaRPr lang="en-US" sz="3200" dirty="0">
              <a:cs typeface="Calibri"/>
            </a:endParaRPr>
          </a:p>
          <a:p>
            <a:pPr marL="461645" lvl="1" indent="-457200" algn="l">
              <a:buFont typeface="Arial" panose="020B0604020202020204" pitchFamily="34" charset="0"/>
              <a:buChar char="•"/>
            </a:pPr>
            <a:r>
              <a:rPr lang="en-US" sz="3200" dirty="0"/>
              <a:t>We need to keep track of the three variables</a:t>
            </a:r>
            <a:endParaRPr lang="en-US" sz="3200" dirty="0">
              <a:cs typeface="Calibri"/>
            </a:endParaRPr>
          </a:p>
          <a:p>
            <a:pPr marL="461645" lvl="1" indent="-457200" algn="l">
              <a:buFont typeface="Arial" panose="020B0604020202020204" pitchFamily="34" charset="0"/>
              <a:buChar char="•"/>
            </a:pPr>
            <a:r>
              <a:rPr lang="en-US" sz="3200" dirty="0"/>
              <a:t>Thus, we know the first two numbers on the sequence and must provide a tolerance (to check when they are close enough)</a:t>
            </a:r>
            <a:endParaRPr lang="en-US" sz="3200" dirty="0">
              <a:cs typeface="Calibri"/>
            </a:endParaRPr>
          </a:p>
          <a:p>
            <a:pPr marL="228600" lvl="1" algn="l"/>
            <a:endParaRPr lang="en-US" sz="3200"/>
          </a:p>
          <a:p>
            <a:pPr lvl="1" algn="l"/>
            <a:endParaRPr lang="en-US" i="1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9C4AAE-098B-5BEB-1363-B5F2DBA7C7E1}"/>
              </a:ext>
            </a:extLst>
          </p:cNvPr>
          <p:cNvSpPr/>
          <p:nvPr/>
        </p:nvSpPr>
        <p:spPr>
          <a:xfrm>
            <a:off x="9683749" y="-53873"/>
            <a:ext cx="250825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Pseudocode</a:t>
            </a:r>
          </a:p>
        </p:txBody>
      </p:sp>
    </p:spTree>
    <p:extLst>
      <p:ext uri="{BB962C8B-B14F-4D97-AF65-F5344CB8AC3E}">
        <p14:creationId xmlns:p14="http://schemas.microsoft.com/office/powerpoint/2010/main" val="1029598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62335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Chapter 3: Approximations with Fractions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B2D4BBA-0347-4C5C-2357-EAC9B26E0B1B}"/>
              </a:ext>
            </a:extLst>
          </p:cNvPr>
          <p:cNvSpPr txBox="1">
            <a:spLocks/>
          </p:cNvSpPr>
          <p:nvPr/>
        </p:nvSpPr>
        <p:spPr>
          <a:xfrm>
            <a:off x="272503" y="1180848"/>
            <a:ext cx="11919497" cy="4338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lvl="1" indent="-457200" algn="l">
              <a:buFont typeface="Arial" panose="020B0604020202020204" pitchFamily="34" charset="0"/>
              <a:buChar char="•"/>
            </a:pPr>
            <a:r>
              <a:rPr lang="en-US" sz="3200"/>
              <a:t>Thus, the required initializations are</a:t>
            </a:r>
          </a:p>
          <a:p>
            <a:pPr marL="914400" lvl="3" algn="l"/>
            <a:endParaRPr lang="en-US" sz="2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914400" lvl="3" algn="l"/>
            <a:r>
              <a:rPr lang="en-US" sz="2800" err="1">
                <a:latin typeface="Consolas" panose="020B0609020204030204" pitchFamily="49" charset="0"/>
                <a:cs typeface="Consolas" panose="020B0609020204030204" pitchFamily="49" charset="0"/>
              </a:rPr>
              <a:t>tol</a:t>
            </a:r>
            <a:r>
              <a:rPr lang="en-US" sz="2800">
                <a:latin typeface="Consolas" panose="020B0609020204030204" pitchFamily="49" charset="0"/>
                <a:cs typeface="Consolas" panose="020B0609020204030204" pitchFamily="49" charset="0"/>
              </a:rPr>
              <a:t> = 10</a:t>
            </a:r>
            <a:r>
              <a:rPr lang="en-US" sz="2800" baseline="30000">
                <a:latin typeface="Consolas" panose="020B0609020204030204" pitchFamily="49" charset="0"/>
                <a:cs typeface="Consolas" panose="020B0609020204030204" pitchFamily="49" charset="0"/>
              </a:rPr>
              <a:t>-15</a:t>
            </a:r>
            <a:r>
              <a:rPr lang="en-US" sz="280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914400" lvl="3" algn="l"/>
            <a:r>
              <a:rPr lang="en-US" sz="2800">
                <a:latin typeface="Consolas" panose="020B0609020204030204" pitchFamily="49" charset="0"/>
                <a:cs typeface="Consolas" panose="020B0609020204030204" pitchFamily="49" charset="0"/>
              </a:rPr>
              <a:t>n = 2;      </a:t>
            </a:r>
            <a:r>
              <a:rPr lang="en-US" sz="280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% We know the first Fibonacci numbers</a:t>
            </a:r>
          </a:p>
          <a:p>
            <a:pPr marL="914400" lvl="3" algn="l"/>
            <a:r>
              <a:rPr lang="en-US" sz="2800" err="1">
                <a:latin typeface="Consolas" panose="020B0609020204030204" pitchFamily="49" charset="0"/>
                <a:cs typeface="Consolas" panose="020B0609020204030204" pitchFamily="49" charset="0"/>
              </a:rPr>
              <a:t>f_old</a:t>
            </a:r>
            <a:r>
              <a:rPr lang="en-US" sz="2800">
                <a:latin typeface="Consolas" panose="020B0609020204030204" pitchFamily="49" charset="0"/>
                <a:cs typeface="Consolas" panose="020B0609020204030204" pitchFamily="49" charset="0"/>
              </a:rPr>
              <a:t> = 1;  </a:t>
            </a:r>
            <a:r>
              <a:rPr lang="en-US" sz="280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% (n-1)</a:t>
            </a:r>
            <a:r>
              <a:rPr lang="en-US" sz="2800" err="1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</a:t>
            </a:r>
            <a:r>
              <a:rPr lang="en-US" sz="280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Fibonacci number</a:t>
            </a:r>
          </a:p>
          <a:p>
            <a:pPr marL="914400" lvl="3" algn="l"/>
            <a:r>
              <a:rPr lang="en-US" sz="2800" err="1">
                <a:latin typeface="Consolas" panose="020B0609020204030204" pitchFamily="49" charset="0"/>
                <a:cs typeface="Consolas" panose="020B0609020204030204" pitchFamily="49" charset="0"/>
              </a:rPr>
              <a:t>f_cur</a:t>
            </a:r>
            <a:r>
              <a:rPr lang="en-US" sz="2800">
                <a:latin typeface="Consolas" panose="020B0609020204030204" pitchFamily="49" charset="0"/>
                <a:cs typeface="Consolas" panose="020B0609020204030204" pitchFamily="49" charset="0"/>
              </a:rPr>
              <a:t> = 1;  </a:t>
            </a:r>
            <a:r>
              <a:rPr lang="en-US" sz="280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% nth Fibonacci number</a:t>
            </a:r>
          </a:p>
          <a:p>
            <a:pPr marL="914400" lvl="3" algn="l"/>
            <a:r>
              <a:rPr lang="en-US" sz="2800" err="1">
                <a:latin typeface="Consolas" panose="020B0609020204030204" pitchFamily="49" charset="0"/>
                <a:cs typeface="Consolas" panose="020B0609020204030204" pitchFamily="49" charset="0"/>
              </a:rPr>
              <a:t>f_new</a:t>
            </a:r>
            <a:r>
              <a:rPr lang="en-US" sz="2800">
                <a:latin typeface="Consolas" panose="020B0609020204030204" pitchFamily="49" charset="0"/>
                <a:cs typeface="Consolas" panose="020B0609020204030204" pitchFamily="49" charset="0"/>
              </a:rPr>
              <a:t> = 2;  </a:t>
            </a:r>
            <a:r>
              <a:rPr lang="en-US" sz="280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% (n+1)</a:t>
            </a:r>
            <a:r>
              <a:rPr lang="en-US" sz="2800" err="1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</a:t>
            </a:r>
            <a:r>
              <a:rPr lang="en-US" sz="280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Fibonacci number</a:t>
            </a:r>
          </a:p>
          <a:p>
            <a:pPr marL="914400" lvl="3" algn="l"/>
            <a:r>
              <a:rPr lang="en-US" sz="2800" err="1">
                <a:latin typeface="Consolas" panose="020B0609020204030204" pitchFamily="49" charset="0"/>
                <a:cs typeface="Consolas" panose="020B0609020204030204" pitchFamily="49" charset="0"/>
              </a:rPr>
              <a:t>r_cur</a:t>
            </a:r>
            <a:r>
              <a:rPr lang="en-US" sz="280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800" err="1">
                <a:latin typeface="Consolas" panose="020B0609020204030204" pitchFamily="49" charset="0"/>
                <a:cs typeface="Consolas" panose="020B0609020204030204" pitchFamily="49" charset="0"/>
              </a:rPr>
              <a:t>f_cur</a:t>
            </a:r>
            <a:r>
              <a:rPr lang="en-US" sz="280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sz="2800" err="1">
                <a:latin typeface="Consolas" panose="020B0609020204030204" pitchFamily="49" charset="0"/>
                <a:cs typeface="Consolas" panose="020B0609020204030204" pitchFamily="49" charset="0"/>
              </a:rPr>
              <a:t>f_old</a:t>
            </a:r>
            <a:r>
              <a:rPr lang="en-US" sz="280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914400" lvl="3" algn="l"/>
            <a:r>
              <a:rPr lang="en-US" sz="2800" err="1">
                <a:latin typeface="Consolas" panose="020B0609020204030204" pitchFamily="49" charset="0"/>
                <a:cs typeface="Consolas" panose="020B0609020204030204" pitchFamily="49" charset="0"/>
              </a:rPr>
              <a:t>r_new</a:t>
            </a:r>
            <a:r>
              <a:rPr lang="en-US" sz="280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800" err="1">
                <a:latin typeface="Consolas" panose="020B0609020204030204" pitchFamily="49" charset="0"/>
                <a:cs typeface="Consolas" panose="020B0609020204030204" pitchFamily="49" charset="0"/>
              </a:rPr>
              <a:t>f_new</a:t>
            </a:r>
            <a:r>
              <a:rPr lang="en-US" sz="280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sz="2800" err="1">
                <a:latin typeface="Consolas" panose="020B0609020204030204" pitchFamily="49" charset="0"/>
                <a:cs typeface="Consolas" panose="020B0609020204030204" pitchFamily="49" charset="0"/>
              </a:rPr>
              <a:t>f_cur</a:t>
            </a:r>
            <a:r>
              <a:rPr lang="en-US" sz="280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 algn="l"/>
            <a:endParaRPr lang="en-US" i="1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8069DC-BDE6-F82B-1468-F1C8ADEF52FF}"/>
              </a:ext>
            </a:extLst>
          </p:cNvPr>
          <p:cNvSpPr/>
          <p:nvPr/>
        </p:nvSpPr>
        <p:spPr>
          <a:xfrm>
            <a:off x="7711972" y="-41141"/>
            <a:ext cx="450700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Program Development</a:t>
            </a:r>
          </a:p>
        </p:txBody>
      </p:sp>
    </p:spTree>
    <p:extLst>
      <p:ext uri="{BB962C8B-B14F-4D97-AF65-F5344CB8AC3E}">
        <p14:creationId xmlns:p14="http://schemas.microsoft.com/office/powerpoint/2010/main" val="2178095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7595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Chapter 3: Approximations with Fractions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EECA550-2F9E-BDAD-33AD-8CF7B349B4D2}"/>
              </a:ext>
            </a:extLst>
          </p:cNvPr>
          <p:cNvSpPr txBox="1">
            <a:spLocks/>
          </p:cNvSpPr>
          <p:nvPr/>
        </p:nvSpPr>
        <p:spPr>
          <a:xfrm>
            <a:off x="-1" y="1061809"/>
            <a:ext cx="11919497" cy="4124969"/>
          </a:xfrm>
          <a:prstGeom prst="rect">
            <a:avLst/>
          </a:prstGeom>
          <a:solidFill>
            <a:schemeClr val="bg2"/>
          </a:solidFill>
          <a:ln w="28575">
            <a:solidFill>
              <a:schemeClr val="tx2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lvl="1" indent="-457200" algn="l">
              <a:buFont typeface="Arial" panose="020B0604020202020204" pitchFamily="34" charset="0"/>
              <a:buChar char="•"/>
            </a:pPr>
            <a:r>
              <a:rPr lang="en-US" sz="3200"/>
              <a:t>Then, the loop oversees the updates for:</a:t>
            </a:r>
          </a:p>
          <a:p>
            <a:pPr marL="914400" lvl="3" algn="l"/>
            <a:r>
              <a:rPr lang="en-US" sz="2800">
                <a:latin typeface="Consolas" panose="020B0609020204030204" pitchFamily="49" charset="0"/>
                <a:cs typeface="Consolas" panose="020B0609020204030204" pitchFamily="49" charset="0"/>
              </a:rPr>
              <a:t>n = n+1;</a:t>
            </a:r>
          </a:p>
          <a:p>
            <a:pPr marL="914400" lvl="3" algn="l"/>
            <a:r>
              <a:rPr lang="en-US" sz="2800" err="1">
                <a:latin typeface="Consolas" panose="020B0609020204030204" pitchFamily="49" charset="0"/>
                <a:cs typeface="Consolas" panose="020B0609020204030204" pitchFamily="49" charset="0"/>
              </a:rPr>
              <a:t>f_old</a:t>
            </a:r>
            <a:r>
              <a:rPr lang="en-US" sz="280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800" err="1">
                <a:latin typeface="Consolas" panose="020B0609020204030204" pitchFamily="49" charset="0"/>
                <a:cs typeface="Consolas" panose="020B0609020204030204" pitchFamily="49" charset="0"/>
              </a:rPr>
              <a:t>f_cur</a:t>
            </a:r>
            <a:r>
              <a:rPr lang="en-US" sz="280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914400" lvl="3" algn="l"/>
            <a:r>
              <a:rPr lang="en-US" sz="2800" err="1">
                <a:latin typeface="Consolas" panose="020B0609020204030204" pitchFamily="49" charset="0"/>
                <a:cs typeface="Consolas" panose="020B0609020204030204" pitchFamily="49" charset="0"/>
              </a:rPr>
              <a:t>f_cur</a:t>
            </a:r>
            <a:r>
              <a:rPr lang="en-US" sz="280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800" err="1">
                <a:latin typeface="Consolas" panose="020B0609020204030204" pitchFamily="49" charset="0"/>
                <a:cs typeface="Consolas" panose="020B0609020204030204" pitchFamily="49" charset="0"/>
              </a:rPr>
              <a:t>f_new</a:t>
            </a:r>
            <a:r>
              <a:rPr lang="en-US" sz="280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914400" lvl="3" algn="l"/>
            <a:r>
              <a:rPr lang="en-US" sz="2800" err="1">
                <a:latin typeface="Consolas" panose="020B0609020204030204" pitchFamily="49" charset="0"/>
                <a:cs typeface="Consolas" panose="020B0609020204030204" pitchFamily="49" charset="0"/>
              </a:rPr>
              <a:t>f_new</a:t>
            </a:r>
            <a:r>
              <a:rPr lang="en-US" sz="280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800" err="1">
                <a:latin typeface="Consolas" panose="020B0609020204030204" pitchFamily="49" charset="0"/>
                <a:cs typeface="Consolas" panose="020B0609020204030204" pitchFamily="49" charset="0"/>
              </a:rPr>
              <a:t>f_old</a:t>
            </a:r>
            <a:r>
              <a:rPr lang="en-US" sz="2800"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sz="2800" err="1">
                <a:latin typeface="Consolas" panose="020B0609020204030204" pitchFamily="49" charset="0"/>
                <a:cs typeface="Consolas" panose="020B0609020204030204" pitchFamily="49" charset="0"/>
              </a:rPr>
              <a:t>f_cur</a:t>
            </a:r>
            <a:r>
              <a:rPr lang="en-US" sz="280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914400" lvl="3" algn="l"/>
            <a:r>
              <a:rPr lang="en-US" sz="2800" err="1">
                <a:latin typeface="Consolas" panose="020B0609020204030204" pitchFamily="49" charset="0"/>
                <a:cs typeface="Consolas" panose="020B0609020204030204" pitchFamily="49" charset="0"/>
              </a:rPr>
              <a:t>r_cur</a:t>
            </a:r>
            <a:r>
              <a:rPr lang="en-US" sz="280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800" err="1">
                <a:latin typeface="Consolas" panose="020B0609020204030204" pitchFamily="49" charset="0"/>
                <a:cs typeface="Consolas" panose="020B0609020204030204" pitchFamily="49" charset="0"/>
              </a:rPr>
              <a:t>r_new</a:t>
            </a:r>
            <a:r>
              <a:rPr lang="en-US" sz="280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914400" lvl="3" algn="l"/>
            <a:r>
              <a:rPr lang="en-US" sz="2800" err="1">
                <a:latin typeface="Consolas" panose="020B0609020204030204" pitchFamily="49" charset="0"/>
                <a:cs typeface="Consolas" panose="020B0609020204030204" pitchFamily="49" charset="0"/>
              </a:rPr>
              <a:t>r_new</a:t>
            </a:r>
            <a:r>
              <a:rPr lang="en-US" sz="280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800" err="1">
                <a:latin typeface="Consolas" panose="020B0609020204030204" pitchFamily="49" charset="0"/>
                <a:cs typeface="Consolas" panose="020B0609020204030204" pitchFamily="49" charset="0"/>
              </a:rPr>
              <a:t>f_new</a:t>
            </a:r>
            <a:r>
              <a:rPr lang="en-US" sz="280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sz="2800" err="1">
                <a:latin typeface="Consolas" panose="020B0609020204030204" pitchFamily="49" charset="0"/>
                <a:cs typeface="Consolas" panose="020B0609020204030204" pitchFamily="49" charset="0"/>
              </a:rPr>
              <a:t>f_cur</a:t>
            </a:r>
            <a:r>
              <a:rPr lang="en-US" sz="280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 indent="-457200" algn="l">
              <a:buFont typeface="Arial" panose="020B0604020202020204" pitchFamily="34" charset="0"/>
              <a:buChar char="•"/>
            </a:pPr>
            <a:r>
              <a:rPr lang="en-US" sz="3200"/>
              <a:t>The </a:t>
            </a:r>
            <a:r>
              <a:rPr lang="en-US" sz="32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-US" sz="3200"/>
              <a:t> loop then uses this </a:t>
            </a:r>
            <a:r>
              <a:rPr lang="en-US" sz="3200" err="1"/>
              <a:t>boolean</a:t>
            </a:r>
            <a:r>
              <a:rPr lang="en-US" sz="3200"/>
              <a:t> expression:</a:t>
            </a:r>
          </a:p>
          <a:p>
            <a:pPr marL="914400" lvl="3" algn="l"/>
            <a:r>
              <a:rPr lang="pt-BR" sz="2800" err="1">
                <a:latin typeface="Consolas" panose="020B0609020204030204" pitchFamily="49" charset="0"/>
                <a:cs typeface="Consolas" panose="020B0609020204030204" pitchFamily="49" charset="0"/>
              </a:rPr>
              <a:t>abs</a:t>
            </a:r>
            <a:r>
              <a:rPr lang="pt-BR" sz="280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2800" err="1">
                <a:latin typeface="Consolas" panose="020B0609020204030204" pitchFamily="49" charset="0"/>
                <a:cs typeface="Consolas" panose="020B0609020204030204" pitchFamily="49" charset="0"/>
              </a:rPr>
              <a:t>r_cur</a:t>
            </a:r>
            <a:r>
              <a:rPr lang="pt-BR" sz="2800">
                <a:latin typeface="Consolas" panose="020B0609020204030204" pitchFamily="49" charset="0"/>
                <a:cs typeface="Consolas" panose="020B0609020204030204" pitchFamily="49" charset="0"/>
              </a:rPr>
              <a:t> - </a:t>
            </a:r>
            <a:r>
              <a:rPr lang="pt-BR" sz="2800" err="1">
                <a:latin typeface="Consolas" panose="020B0609020204030204" pitchFamily="49" charset="0"/>
                <a:cs typeface="Consolas" panose="020B0609020204030204" pitchFamily="49" charset="0"/>
              </a:rPr>
              <a:t>r_new</a:t>
            </a:r>
            <a:r>
              <a:rPr lang="pt-BR" sz="2800">
                <a:latin typeface="Consolas" panose="020B0609020204030204" pitchFamily="49" charset="0"/>
                <a:cs typeface="Consolas" panose="020B0609020204030204" pitchFamily="49" charset="0"/>
              </a:rPr>
              <a:t>) &gt; 10</a:t>
            </a:r>
            <a:r>
              <a:rPr lang="pt-BR" sz="2800" baseline="30000">
                <a:latin typeface="Consolas" panose="020B0609020204030204" pitchFamily="49" charset="0"/>
                <a:cs typeface="Consolas" panose="020B0609020204030204" pitchFamily="49" charset="0"/>
              </a:rPr>
              <a:t>-15</a:t>
            </a:r>
            <a:endParaRPr lang="en-US" sz="2800" baseline="300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2498EC-B552-1460-203B-CDBEC4BDEA47}"/>
              </a:ext>
            </a:extLst>
          </p:cNvPr>
          <p:cNvSpPr/>
          <p:nvPr/>
        </p:nvSpPr>
        <p:spPr>
          <a:xfrm>
            <a:off x="7711972" y="-41141"/>
            <a:ext cx="450700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Program Development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1D277D-23BF-481F-61E0-693B8A95754E}"/>
              </a:ext>
            </a:extLst>
          </p:cNvPr>
          <p:cNvSpPr/>
          <p:nvPr/>
        </p:nvSpPr>
        <p:spPr>
          <a:xfrm>
            <a:off x="6922844" y="2342867"/>
            <a:ext cx="472482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Let’s code it up!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EFB88E-9AA1-3AE9-AE2B-70953A1F0012}"/>
              </a:ext>
            </a:extLst>
          </p:cNvPr>
          <p:cNvSpPr/>
          <p:nvPr/>
        </p:nvSpPr>
        <p:spPr>
          <a:xfrm>
            <a:off x="291144" y="5169103"/>
            <a:ext cx="1133720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Type along as I go along the slide deck!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989558-B34B-29EF-B997-F9D551C5C5CB}"/>
              </a:ext>
            </a:extLst>
          </p:cNvPr>
          <p:cNvSpPr/>
          <p:nvPr/>
        </p:nvSpPr>
        <p:spPr>
          <a:xfrm>
            <a:off x="3061894" y="6092433"/>
            <a:ext cx="5157182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&gt;&gt; edit lect13ExP2.mlx</a:t>
            </a:r>
          </a:p>
        </p:txBody>
      </p:sp>
    </p:spTree>
    <p:extLst>
      <p:ext uri="{BB962C8B-B14F-4D97-AF65-F5344CB8AC3E}">
        <p14:creationId xmlns:p14="http://schemas.microsoft.com/office/powerpoint/2010/main" val="1653473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7595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Chapter 3: Approximations with Fractions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18B28028-6223-6B1A-BA73-E92B1D7FA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020399"/>
            <a:ext cx="11530361" cy="544165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69EFBE1-A566-2CFB-04EB-452FE5A735AA}"/>
              </a:ext>
            </a:extLst>
          </p:cNvPr>
          <p:cNvSpPr/>
          <p:nvPr/>
        </p:nvSpPr>
        <p:spPr>
          <a:xfrm>
            <a:off x="8140390" y="1020399"/>
            <a:ext cx="3468030" cy="55253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E3C7E5-CFB0-D97C-92EF-98DF35834AF5}"/>
              </a:ext>
            </a:extLst>
          </p:cNvPr>
          <p:cNvSpPr/>
          <p:nvPr/>
        </p:nvSpPr>
        <p:spPr>
          <a:xfrm>
            <a:off x="0" y="1761893"/>
            <a:ext cx="8140390" cy="49362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9947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7595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Chapter 3: Approximations with Fractions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18B28028-6223-6B1A-BA73-E92B1D7FA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020399"/>
            <a:ext cx="11530361" cy="544165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69EFBE1-A566-2CFB-04EB-452FE5A735AA}"/>
              </a:ext>
            </a:extLst>
          </p:cNvPr>
          <p:cNvSpPr/>
          <p:nvPr/>
        </p:nvSpPr>
        <p:spPr>
          <a:xfrm>
            <a:off x="8140390" y="1020399"/>
            <a:ext cx="3468030" cy="55253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E3C7E5-CFB0-D97C-92EF-98DF35834AF5}"/>
              </a:ext>
            </a:extLst>
          </p:cNvPr>
          <p:cNvSpPr/>
          <p:nvPr/>
        </p:nvSpPr>
        <p:spPr>
          <a:xfrm>
            <a:off x="0" y="3289610"/>
            <a:ext cx="8140390" cy="34085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116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7595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Chapter 3: Approximations with Fractions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18B28028-6223-6B1A-BA73-E92B1D7FA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020399"/>
            <a:ext cx="11530361" cy="544165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69EFBE1-A566-2CFB-04EB-452FE5A735AA}"/>
              </a:ext>
            </a:extLst>
          </p:cNvPr>
          <p:cNvSpPr/>
          <p:nvPr/>
        </p:nvSpPr>
        <p:spPr>
          <a:xfrm>
            <a:off x="8140390" y="1020399"/>
            <a:ext cx="3468030" cy="55253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E3C7E5-CFB0-D97C-92EF-98DF35834AF5}"/>
              </a:ext>
            </a:extLst>
          </p:cNvPr>
          <p:cNvSpPr/>
          <p:nvPr/>
        </p:nvSpPr>
        <p:spPr>
          <a:xfrm>
            <a:off x="0" y="4170556"/>
            <a:ext cx="8140390" cy="25276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037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7595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Chapter 3: Approximations with Fractions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18B28028-6223-6B1A-BA73-E92B1D7FA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020399"/>
            <a:ext cx="11530361" cy="544165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69EFBE1-A566-2CFB-04EB-452FE5A735AA}"/>
              </a:ext>
            </a:extLst>
          </p:cNvPr>
          <p:cNvSpPr/>
          <p:nvPr/>
        </p:nvSpPr>
        <p:spPr>
          <a:xfrm>
            <a:off x="8140390" y="1020399"/>
            <a:ext cx="3468030" cy="55253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964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7595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Chapter 3: Approximations with Fractions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18B28028-6223-6B1A-BA73-E92B1D7FA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020399"/>
            <a:ext cx="11530361" cy="5441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9362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7595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Chapter 3: Approximations with Fractions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8F95D60-052A-0720-1EB0-6E13538FD1B9}"/>
              </a:ext>
            </a:extLst>
          </p:cNvPr>
          <p:cNvSpPr txBox="1">
            <a:spLocks/>
          </p:cNvSpPr>
          <p:nvPr/>
        </p:nvSpPr>
        <p:spPr>
          <a:xfrm>
            <a:off x="272503" y="1180848"/>
            <a:ext cx="11741865" cy="47404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i="1">
                <a:solidFill>
                  <a:srgbClr val="C00000"/>
                </a:solidFill>
              </a:rPr>
              <a:t>Explicit</a:t>
            </a:r>
            <a:r>
              <a:rPr lang="en-US"/>
              <a:t> formulas seem easier since it’s a single formula to code, like this one for the Fibonacci sequence: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pPr algn="l"/>
            <a:endParaRPr lang="en-US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/>
              <a:t>On the other hand, </a:t>
            </a:r>
            <a:r>
              <a:rPr lang="en-US" i="1">
                <a:solidFill>
                  <a:srgbClr val="C00000"/>
                </a:solidFill>
              </a:rPr>
              <a:t>implicit</a:t>
            </a:r>
            <a:r>
              <a:rPr lang="en-US"/>
              <a:t> formulas like the one below might be more appealing if we realize that recursion might be needed while learning about loops and nested loops better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27A44D-098E-F265-5F3B-AE22C3A86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2847" y="2114550"/>
            <a:ext cx="6505575" cy="13144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E3B114C-3742-9AE3-28FE-BA03B96E2B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0909" y="4817181"/>
            <a:ext cx="3910181" cy="859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03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15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Omair Zubairi</dc:creator>
  <cp:revision>149</cp:revision>
  <cp:lastPrinted>2024-01-09T15:43:08Z</cp:lastPrinted>
  <dcterms:created xsi:type="dcterms:W3CDTF">2023-04-08T15:45:01Z</dcterms:created>
  <dcterms:modified xsi:type="dcterms:W3CDTF">2025-02-17T16:25:21Z</dcterms:modified>
</cp:coreProperties>
</file>
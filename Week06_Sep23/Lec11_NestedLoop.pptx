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0"/>
  </p:notesMasterIdLst>
  <p:sldIdLst>
    <p:sldId id="365" r:id="rId5"/>
    <p:sldId id="366" r:id="rId6"/>
    <p:sldId id="367" r:id="rId7"/>
    <p:sldId id="368" r:id="rId8"/>
    <p:sldId id="370" r:id="rId9"/>
    <p:sldId id="343" r:id="rId10"/>
    <p:sldId id="369" r:id="rId11"/>
    <p:sldId id="372" r:id="rId12"/>
    <p:sldId id="374" r:id="rId13"/>
    <p:sldId id="373" r:id="rId14"/>
    <p:sldId id="375" r:id="rId15"/>
    <p:sldId id="376" r:id="rId16"/>
    <p:sldId id="377" r:id="rId17"/>
    <p:sldId id="378" r:id="rId18"/>
    <p:sldId id="379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A9A4318-308F-4E94-B769-27CD31B32842}">
          <p14:sldIdLst>
            <p14:sldId id="365"/>
            <p14:sldId id="366"/>
            <p14:sldId id="367"/>
            <p14:sldId id="368"/>
            <p14:sldId id="370"/>
            <p14:sldId id="343"/>
            <p14:sldId id="369"/>
            <p14:sldId id="372"/>
            <p14:sldId id="374"/>
            <p14:sldId id="373"/>
            <p14:sldId id="375"/>
            <p14:sldId id="376"/>
            <p14:sldId id="377"/>
            <p14:sldId id="378"/>
            <p14:sldId id="379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7C7C"/>
    <a:srgbClr val="9900CC"/>
    <a:srgbClr val="CC00FF"/>
    <a:srgbClr val="2E1B46"/>
    <a:srgbClr val="48287C"/>
    <a:srgbClr val="532D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D918CAF-61FF-C414-2587-3A4637A34B4B}" v="347" dt="2024-09-18T04:59:12.959"/>
    <p1510:client id="{CA1C0D80-ED08-BBA9-9912-7EA78C12AAC5}" v="4" dt="2024-09-18T05:15:33.65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mak Das" userId="S::sdas@floridapoly.edu::98cebb13-2fc4-4808-95b9-daeb7e6acc01" providerId="AD" clId="Web-{F94FBAE8-C030-BC53-255C-A9E74A42CD41}"/>
    <pc:docChg chg="addSld delSld modSld sldOrd modSection">
      <pc:chgData name="Somak Das" userId="S::sdas@floridapoly.edu::98cebb13-2fc4-4808-95b9-daeb7e6acc01" providerId="AD" clId="Web-{F94FBAE8-C030-BC53-255C-A9E74A42CD41}" dt="2024-09-12T05:21:34.641" v="185" actId="20577"/>
      <pc:docMkLst>
        <pc:docMk/>
      </pc:docMkLst>
      <pc:sldChg chg="new del">
        <pc:chgData name="Somak Das" userId="S::sdas@floridapoly.edu::98cebb13-2fc4-4808-95b9-daeb7e6acc01" providerId="AD" clId="Web-{F94FBAE8-C030-BC53-255C-A9E74A42CD41}" dt="2024-09-12T05:16:22.222" v="112"/>
        <pc:sldMkLst>
          <pc:docMk/>
          <pc:sldMk cId="1314377234" sldId="371"/>
        </pc:sldMkLst>
      </pc:sldChg>
      <pc:sldChg chg="addSp modSp add ord replId">
        <pc:chgData name="Somak Das" userId="S::sdas@floridapoly.edu::98cebb13-2fc4-4808-95b9-daeb7e6acc01" providerId="AD" clId="Web-{F94FBAE8-C030-BC53-255C-A9E74A42CD41}" dt="2024-09-12T05:21:34.641" v="185" actId="20577"/>
        <pc:sldMkLst>
          <pc:docMk/>
          <pc:sldMk cId="3391494169" sldId="372"/>
        </pc:sldMkLst>
        <pc:spChg chg="mod">
          <ac:chgData name="Somak Das" userId="S::sdas@floridapoly.edu::98cebb13-2fc4-4808-95b9-daeb7e6acc01" providerId="AD" clId="Web-{F94FBAE8-C030-BC53-255C-A9E74A42CD41}" dt="2024-09-12T05:06:49.691" v="7" actId="20577"/>
          <ac:spMkLst>
            <pc:docMk/>
            <pc:sldMk cId="3391494169" sldId="372"/>
            <ac:spMk id="2" creationId="{4158143C-ACFC-F557-95A4-D626317706E0}"/>
          </ac:spMkLst>
        </pc:spChg>
        <pc:spChg chg="mod">
          <ac:chgData name="Somak Das" userId="S::sdas@floridapoly.edu::98cebb13-2fc4-4808-95b9-daeb7e6acc01" providerId="AD" clId="Web-{F94FBAE8-C030-BC53-255C-A9E74A42CD41}" dt="2024-09-12T05:16:34.050" v="113" actId="14100"/>
          <ac:spMkLst>
            <pc:docMk/>
            <pc:sldMk cId="3391494169" sldId="372"/>
            <ac:spMk id="3" creationId="{78D6B0DC-8DDB-A7DA-E1AC-AD2D78ED7DCB}"/>
          </ac:spMkLst>
        </pc:spChg>
        <pc:spChg chg="add mod">
          <ac:chgData name="Somak Das" userId="S::sdas@floridapoly.edu::98cebb13-2fc4-4808-95b9-daeb7e6acc01" providerId="AD" clId="Web-{F94FBAE8-C030-BC53-255C-A9E74A42CD41}" dt="2024-09-12T05:21:34.641" v="185" actId="20577"/>
          <ac:spMkLst>
            <pc:docMk/>
            <pc:sldMk cId="3391494169" sldId="372"/>
            <ac:spMk id="4" creationId="{2708C614-1A75-382D-182A-7C2840105176}"/>
          </ac:spMkLst>
        </pc:spChg>
      </pc:sldChg>
      <pc:sldChg chg="new del">
        <pc:chgData name="Somak Das" userId="S::sdas@floridapoly.edu::98cebb13-2fc4-4808-95b9-daeb7e6acc01" providerId="AD" clId="Web-{F94FBAE8-C030-BC53-255C-A9E74A42CD41}" dt="2024-09-12T05:16:18.784" v="111"/>
        <pc:sldMkLst>
          <pc:docMk/>
          <pc:sldMk cId="2258476012" sldId="373"/>
        </pc:sldMkLst>
      </pc:sldChg>
      <pc:sldChg chg="add del replId">
        <pc:chgData name="Somak Das" userId="S::sdas@floridapoly.edu::98cebb13-2fc4-4808-95b9-daeb7e6acc01" providerId="AD" clId="Web-{F94FBAE8-C030-BC53-255C-A9E74A42CD41}" dt="2024-09-12T05:16:17.721" v="110"/>
        <pc:sldMkLst>
          <pc:docMk/>
          <pc:sldMk cId="1648276483" sldId="374"/>
        </pc:sldMkLst>
      </pc:sldChg>
    </pc:docChg>
  </pc:docChgLst>
  <pc:docChgLst>
    <pc:chgData name="Somak Das" userId="S::sdas@floridapoly.edu::98cebb13-2fc4-4808-95b9-daeb7e6acc01" providerId="AD" clId="Web-{90C5C827-4036-E663-0D65-8F4707F50D7C}"/>
    <pc:docChg chg="addSld delSld modSld modSection">
      <pc:chgData name="Somak Das" userId="S::sdas@floridapoly.edu::98cebb13-2fc4-4808-95b9-daeb7e6acc01" providerId="AD" clId="Web-{90C5C827-4036-E663-0D65-8F4707F50D7C}" dt="2024-08-26T15:55:38.301" v="840"/>
      <pc:docMkLst>
        <pc:docMk/>
      </pc:docMkLst>
      <pc:sldChg chg="modSp">
        <pc:chgData name="Somak Das" userId="S::sdas@floridapoly.edu::98cebb13-2fc4-4808-95b9-daeb7e6acc01" providerId="AD" clId="Web-{90C5C827-4036-E663-0D65-8F4707F50D7C}" dt="2024-08-26T15:46:16.167" v="743" actId="20577"/>
        <pc:sldMkLst>
          <pc:docMk/>
          <pc:sldMk cId="2289991728" sldId="342"/>
        </pc:sldMkLst>
        <pc:spChg chg="mod">
          <ac:chgData name="Somak Das" userId="S::sdas@floridapoly.edu::98cebb13-2fc4-4808-95b9-daeb7e6acc01" providerId="AD" clId="Web-{90C5C827-4036-E663-0D65-8F4707F50D7C}" dt="2024-08-26T15:46:16.167" v="743" actId="20577"/>
          <ac:spMkLst>
            <pc:docMk/>
            <pc:sldMk cId="2289991728" sldId="342"/>
            <ac:spMk id="2" creationId="{4D3BEB11-28D7-C522-E5E9-6807A609E96E}"/>
          </ac:spMkLst>
        </pc:spChg>
        <pc:spChg chg="mod">
          <ac:chgData name="Somak Das" userId="S::sdas@floridapoly.edu::98cebb13-2fc4-4808-95b9-daeb7e6acc01" providerId="AD" clId="Web-{90C5C827-4036-E663-0D65-8F4707F50D7C}" dt="2024-08-26T15:20:18.735" v="40" actId="20577"/>
          <ac:spMkLst>
            <pc:docMk/>
            <pc:sldMk cId="2289991728" sldId="342"/>
            <ac:spMk id="3" creationId="{78D6B0DC-8DDB-A7DA-E1AC-AD2D78ED7DCB}"/>
          </ac:spMkLst>
        </pc:spChg>
      </pc:sldChg>
      <pc:sldChg chg="modSp">
        <pc:chgData name="Somak Das" userId="S::sdas@floridapoly.edu::98cebb13-2fc4-4808-95b9-daeb7e6acc01" providerId="AD" clId="Web-{90C5C827-4036-E663-0D65-8F4707F50D7C}" dt="2024-08-26T15:27:57.899" v="69" actId="20577"/>
        <pc:sldMkLst>
          <pc:docMk/>
          <pc:sldMk cId="450661816" sldId="349"/>
        </pc:sldMkLst>
        <pc:spChg chg="mod">
          <ac:chgData name="Somak Das" userId="S::sdas@floridapoly.edu::98cebb13-2fc4-4808-95b9-daeb7e6acc01" providerId="AD" clId="Web-{90C5C827-4036-E663-0D65-8F4707F50D7C}" dt="2024-08-26T15:27:57.899" v="69" actId="20577"/>
          <ac:spMkLst>
            <pc:docMk/>
            <pc:sldMk cId="450661816" sldId="349"/>
            <ac:spMk id="3" creationId="{9556065C-AC8D-F8CF-D5A2-F5C7B2A8889E}"/>
          </ac:spMkLst>
        </pc:spChg>
      </pc:sldChg>
      <pc:sldChg chg="addSp delSp modSp mod setBg">
        <pc:chgData name="Somak Das" userId="S::sdas@floridapoly.edu::98cebb13-2fc4-4808-95b9-daeb7e6acc01" providerId="AD" clId="Web-{90C5C827-4036-E663-0D65-8F4707F50D7C}" dt="2024-08-26T15:52:51.908" v="812" actId="20577"/>
        <pc:sldMkLst>
          <pc:docMk/>
          <pc:sldMk cId="756175004" sldId="350"/>
        </pc:sldMkLst>
        <pc:spChg chg="mod">
          <ac:chgData name="Somak Das" userId="S::sdas@floridapoly.edu::98cebb13-2fc4-4808-95b9-daeb7e6acc01" providerId="AD" clId="Web-{90C5C827-4036-E663-0D65-8F4707F50D7C}" dt="2024-08-26T15:26:42.101" v="63"/>
          <ac:spMkLst>
            <pc:docMk/>
            <pc:sldMk cId="756175004" sldId="350"/>
            <ac:spMk id="2" creationId="{A43E3E30-0CCC-0FCC-69DC-1C2820744E12}"/>
          </ac:spMkLst>
        </pc:spChg>
        <pc:spChg chg="mod">
          <ac:chgData name="Somak Das" userId="S::sdas@floridapoly.edu::98cebb13-2fc4-4808-95b9-daeb7e6acc01" providerId="AD" clId="Web-{90C5C827-4036-E663-0D65-8F4707F50D7C}" dt="2024-08-26T15:45:28.635" v="736" actId="20577"/>
          <ac:spMkLst>
            <pc:docMk/>
            <pc:sldMk cId="756175004" sldId="350"/>
            <ac:spMk id="3" creationId="{9556065C-AC8D-F8CF-D5A2-F5C7B2A8889E}"/>
          </ac:spMkLst>
        </pc:spChg>
        <pc:spChg chg="del">
          <ac:chgData name="Somak Das" userId="S::sdas@floridapoly.edu::98cebb13-2fc4-4808-95b9-daeb7e6acc01" providerId="AD" clId="Web-{90C5C827-4036-E663-0D65-8F4707F50D7C}" dt="2024-08-26T15:23:59.473" v="47"/>
          <ac:spMkLst>
            <pc:docMk/>
            <pc:sldMk cId="756175004" sldId="350"/>
            <ac:spMk id="5" creationId="{3F1CE5EF-1993-48B6-7353-FC6D457CA39A}"/>
          </ac:spMkLst>
        </pc:spChg>
        <pc:spChg chg="add mod">
          <ac:chgData name="Somak Das" userId="S::sdas@floridapoly.edu::98cebb13-2fc4-4808-95b9-daeb7e6acc01" providerId="AD" clId="Web-{90C5C827-4036-E663-0D65-8F4707F50D7C}" dt="2024-08-26T15:51:30.500" v="798" actId="1076"/>
          <ac:spMkLst>
            <pc:docMk/>
            <pc:sldMk cId="756175004" sldId="350"/>
            <ac:spMk id="8" creationId="{7BE43FA3-19D9-8187-186A-8D385EAF5745}"/>
          </ac:spMkLst>
        </pc:spChg>
        <pc:spChg chg="add mod">
          <ac:chgData name="Somak Das" userId="S::sdas@floridapoly.edu::98cebb13-2fc4-4808-95b9-daeb7e6acc01" providerId="AD" clId="Web-{90C5C827-4036-E663-0D65-8F4707F50D7C}" dt="2024-08-26T15:51:25.203" v="797" actId="1076"/>
          <ac:spMkLst>
            <pc:docMk/>
            <pc:sldMk cId="756175004" sldId="350"/>
            <ac:spMk id="9" creationId="{BE014130-4091-E15F-51D4-C5A46F280418}"/>
          </ac:spMkLst>
        </pc:spChg>
        <pc:spChg chg="add mod">
          <ac:chgData name="Somak Das" userId="S::sdas@floridapoly.edu::98cebb13-2fc4-4808-95b9-daeb7e6acc01" providerId="AD" clId="Web-{90C5C827-4036-E663-0D65-8F4707F50D7C}" dt="2024-08-26T15:51:15.203" v="795" actId="1076"/>
          <ac:spMkLst>
            <pc:docMk/>
            <pc:sldMk cId="756175004" sldId="350"/>
            <ac:spMk id="10" creationId="{21BB2043-E470-9C43-25AA-FC4AFCECBD91}"/>
          </ac:spMkLst>
        </pc:spChg>
        <pc:spChg chg="add mod">
          <ac:chgData name="Somak Das" userId="S::sdas@floridapoly.edu::98cebb13-2fc4-4808-95b9-daeb7e6acc01" providerId="AD" clId="Web-{90C5C827-4036-E663-0D65-8F4707F50D7C}" dt="2024-08-26T15:50:49.218" v="794" actId="1076"/>
          <ac:spMkLst>
            <pc:docMk/>
            <pc:sldMk cId="756175004" sldId="350"/>
            <ac:spMk id="11" creationId="{FC38F92C-8107-D3B8-A935-33EE396CE83D}"/>
          </ac:spMkLst>
        </pc:spChg>
        <pc:spChg chg="add del">
          <ac:chgData name="Somak Das" userId="S::sdas@floridapoly.edu::98cebb13-2fc4-4808-95b9-daeb7e6acc01" providerId="AD" clId="Web-{90C5C827-4036-E663-0D65-8F4707F50D7C}" dt="2024-08-26T15:26:42.101" v="63"/>
          <ac:spMkLst>
            <pc:docMk/>
            <pc:sldMk cId="756175004" sldId="350"/>
            <ac:spMk id="12" creationId="{49B9E8A9-352D-4DCB-9485-C777000D4979}"/>
          </ac:spMkLst>
        </pc:spChg>
        <pc:spChg chg="add mod">
          <ac:chgData name="Somak Das" userId="S::sdas@floridapoly.edu::98cebb13-2fc4-4808-95b9-daeb7e6acc01" providerId="AD" clId="Web-{90C5C827-4036-E663-0D65-8F4707F50D7C}" dt="2024-08-26T15:51:57.079" v="801" actId="20577"/>
          <ac:spMkLst>
            <pc:docMk/>
            <pc:sldMk cId="756175004" sldId="350"/>
            <ac:spMk id="13" creationId="{205D6A8C-7F2C-0A52-039A-8BB58ECAFD16}"/>
          </ac:spMkLst>
        </pc:spChg>
        <pc:spChg chg="add del">
          <ac:chgData name="Somak Das" userId="S::sdas@floridapoly.edu::98cebb13-2fc4-4808-95b9-daeb7e6acc01" providerId="AD" clId="Web-{90C5C827-4036-E663-0D65-8F4707F50D7C}" dt="2024-08-26T15:26:42.101" v="63"/>
          <ac:spMkLst>
            <pc:docMk/>
            <pc:sldMk cId="756175004" sldId="350"/>
            <ac:spMk id="14" creationId="{C2A9B0E5-C2C1-4B85-99A9-117A659D5FE0}"/>
          </ac:spMkLst>
        </pc:spChg>
        <pc:spChg chg="add mod">
          <ac:chgData name="Somak Das" userId="S::sdas@floridapoly.edu::98cebb13-2fc4-4808-95b9-daeb7e6acc01" providerId="AD" clId="Web-{90C5C827-4036-E663-0D65-8F4707F50D7C}" dt="2024-08-26T15:52:14.688" v="803" actId="20577"/>
          <ac:spMkLst>
            <pc:docMk/>
            <pc:sldMk cId="756175004" sldId="350"/>
            <ac:spMk id="15" creationId="{C96283B7-0F28-3B2C-BBE7-E90A954519A5}"/>
          </ac:spMkLst>
        </pc:spChg>
        <pc:spChg chg="add del">
          <ac:chgData name="Somak Das" userId="S::sdas@floridapoly.edu::98cebb13-2fc4-4808-95b9-daeb7e6acc01" providerId="AD" clId="Web-{90C5C827-4036-E663-0D65-8F4707F50D7C}" dt="2024-08-26T15:26:42.101" v="63"/>
          <ac:spMkLst>
            <pc:docMk/>
            <pc:sldMk cId="756175004" sldId="350"/>
            <ac:spMk id="16" creationId="{3A8AEACA-9535-4BE8-A91B-8BE82BA54751}"/>
          </ac:spMkLst>
        </pc:spChg>
        <pc:spChg chg="add mod">
          <ac:chgData name="Somak Das" userId="S::sdas@floridapoly.edu::98cebb13-2fc4-4808-95b9-daeb7e6acc01" providerId="AD" clId="Web-{90C5C827-4036-E663-0D65-8F4707F50D7C}" dt="2024-08-26T15:52:40.611" v="808" actId="1076"/>
          <ac:spMkLst>
            <pc:docMk/>
            <pc:sldMk cId="756175004" sldId="350"/>
            <ac:spMk id="17" creationId="{1B5D2364-A08F-16BF-7B06-D9E560FDEBEE}"/>
          </ac:spMkLst>
        </pc:spChg>
        <pc:spChg chg="add mod">
          <ac:chgData name="Somak Das" userId="S::sdas@floridapoly.edu::98cebb13-2fc4-4808-95b9-daeb7e6acc01" providerId="AD" clId="Web-{90C5C827-4036-E663-0D65-8F4707F50D7C}" dt="2024-08-26T15:52:32.860" v="807" actId="20577"/>
          <ac:spMkLst>
            <pc:docMk/>
            <pc:sldMk cId="756175004" sldId="350"/>
            <ac:spMk id="18" creationId="{2B78BA7D-C89E-70B6-D78F-A9AD326795E2}"/>
          </ac:spMkLst>
        </pc:spChg>
        <pc:spChg chg="add mod">
          <ac:chgData name="Somak Das" userId="S::sdas@floridapoly.edu::98cebb13-2fc4-4808-95b9-daeb7e6acc01" providerId="AD" clId="Web-{90C5C827-4036-E663-0D65-8F4707F50D7C}" dt="2024-08-26T15:52:46.033" v="810" actId="20577"/>
          <ac:spMkLst>
            <pc:docMk/>
            <pc:sldMk cId="756175004" sldId="350"/>
            <ac:spMk id="19" creationId="{99533F32-F2DE-98B6-E7B0-F294B94305F8}"/>
          </ac:spMkLst>
        </pc:spChg>
        <pc:spChg chg="add mod">
          <ac:chgData name="Somak Das" userId="S::sdas@floridapoly.edu::98cebb13-2fc4-4808-95b9-daeb7e6acc01" providerId="AD" clId="Web-{90C5C827-4036-E663-0D65-8F4707F50D7C}" dt="2024-08-26T15:52:51.908" v="812" actId="20577"/>
          <ac:spMkLst>
            <pc:docMk/>
            <pc:sldMk cId="756175004" sldId="350"/>
            <ac:spMk id="20" creationId="{061D2922-AB69-3F6D-D068-8E5DB75A416D}"/>
          </ac:spMkLst>
        </pc:spChg>
        <pc:spChg chg="add del">
          <ac:chgData name="Somak Das" userId="S::sdas@floridapoly.edu::98cebb13-2fc4-4808-95b9-daeb7e6acc01" providerId="AD" clId="Web-{90C5C827-4036-E663-0D65-8F4707F50D7C}" dt="2024-08-26T15:26:42.101" v="63"/>
          <ac:spMkLst>
            <pc:docMk/>
            <pc:sldMk cId="756175004" sldId="350"/>
            <ac:spMk id="21" creationId="{D2B783EE-0239-4717-BBEA-8C9EAC61C824}"/>
          </ac:spMkLst>
        </pc:spChg>
        <pc:spChg chg="add del">
          <ac:chgData name="Somak Das" userId="S::sdas@floridapoly.edu::98cebb13-2fc4-4808-95b9-daeb7e6acc01" providerId="AD" clId="Web-{90C5C827-4036-E663-0D65-8F4707F50D7C}" dt="2024-08-26T15:26:42.101" v="63"/>
          <ac:spMkLst>
            <pc:docMk/>
            <pc:sldMk cId="756175004" sldId="350"/>
            <ac:spMk id="23" creationId="{A7B99495-F43F-4D80-A44F-2CB4764EB90B}"/>
          </ac:spMkLst>
        </pc:spChg>
        <pc:spChg chg="add del">
          <ac:chgData name="Somak Das" userId="S::sdas@floridapoly.edu::98cebb13-2fc4-4808-95b9-daeb7e6acc01" providerId="AD" clId="Web-{90C5C827-4036-E663-0D65-8F4707F50D7C}" dt="2024-08-26T15:26:42.101" v="63"/>
          <ac:spMkLst>
            <pc:docMk/>
            <pc:sldMk cId="756175004" sldId="350"/>
            <ac:spMk id="25" creationId="{70BEB1E7-2F88-40BC-B73D-42E5B6F80BFC}"/>
          </ac:spMkLst>
        </pc:spChg>
        <pc:picChg chg="mod">
          <ac:chgData name="Somak Das" userId="S::sdas@floridapoly.edu::98cebb13-2fc4-4808-95b9-daeb7e6acc01" providerId="AD" clId="Web-{90C5C827-4036-E663-0D65-8F4707F50D7C}" dt="2024-08-26T15:26:50.367" v="64" actId="14100"/>
          <ac:picMkLst>
            <pc:docMk/>
            <pc:sldMk cId="756175004" sldId="350"/>
            <ac:picMk id="6" creationId="{50535E7C-5C90-3DB5-404B-E48DB8C9ECFD}"/>
          </ac:picMkLst>
        </pc:picChg>
        <pc:picChg chg="add mod ord">
          <ac:chgData name="Somak Das" userId="S::sdas@floridapoly.edu::98cebb13-2fc4-4808-95b9-daeb7e6acc01" providerId="AD" clId="Web-{90C5C827-4036-E663-0D65-8F4707F50D7C}" dt="2024-08-26T15:27:24.133" v="68" actId="1076"/>
          <ac:picMkLst>
            <pc:docMk/>
            <pc:sldMk cId="756175004" sldId="350"/>
            <ac:picMk id="7" creationId="{3B66406B-1473-10DB-FDAC-D45A14A22F5B}"/>
          </ac:picMkLst>
        </pc:picChg>
      </pc:sldChg>
      <pc:sldChg chg="addSp delSp modSp add del">
        <pc:chgData name="Somak Das" userId="S::sdas@floridapoly.edu::98cebb13-2fc4-4808-95b9-daeb7e6acc01" providerId="AD" clId="Web-{90C5C827-4036-E663-0D65-8F4707F50D7C}" dt="2024-08-26T15:55:38.301" v="840"/>
        <pc:sldMkLst>
          <pc:docMk/>
          <pc:sldMk cId="3912467275" sldId="351"/>
        </pc:sldMkLst>
        <pc:spChg chg="add del mod">
          <ac:chgData name="Somak Das" userId="S::sdas@floridapoly.edu::98cebb13-2fc4-4808-95b9-daeb7e6acc01" providerId="AD" clId="Web-{90C5C827-4036-E663-0D65-8F4707F50D7C}" dt="2024-08-26T15:54:57.644" v="816"/>
          <ac:spMkLst>
            <pc:docMk/>
            <pc:sldMk cId="3912467275" sldId="351"/>
            <ac:spMk id="7" creationId="{E2B8230D-5DCB-5B2C-CA5B-586474C79E2C}"/>
          </ac:spMkLst>
        </pc:spChg>
        <pc:spChg chg="add del">
          <ac:chgData name="Somak Das" userId="S::sdas@floridapoly.edu::98cebb13-2fc4-4808-95b9-daeb7e6acc01" providerId="AD" clId="Web-{90C5C827-4036-E663-0D65-8F4707F50D7C}" dt="2024-08-26T15:55:38.301" v="840"/>
          <ac:spMkLst>
            <pc:docMk/>
            <pc:sldMk cId="3912467275" sldId="351"/>
            <ac:spMk id="9" creationId="{61FAD2B4-9645-BF40-B6B1-C3518258F7B7}"/>
          </ac:spMkLst>
        </pc:spChg>
        <pc:spChg chg="add del">
          <ac:chgData name="Somak Das" userId="S::sdas@floridapoly.edu::98cebb13-2fc4-4808-95b9-daeb7e6acc01" providerId="AD" clId="Web-{90C5C827-4036-E663-0D65-8F4707F50D7C}" dt="2024-08-26T15:55:38.301" v="839"/>
          <ac:spMkLst>
            <pc:docMk/>
            <pc:sldMk cId="3912467275" sldId="351"/>
            <ac:spMk id="11" creationId="{0D3C8794-F3D9-83CA-B7F0-0F5FE9D64C97}"/>
          </ac:spMkLst>
        </pc:spChg>
        <pc:spChg chg="add del">
          <ac:chgData name="Somak Das" userId="S::sdas@floridapoly.edu::98cebb13-2fc4-4808-95b9-daeb7e6acc01" providerId="AD" clId="Web-{90C5C827-4036-E663-0D65-8F4707F50D7C}" dt="2024-08-26T15:55:38.301" v="838"/>
          <ac:spMkLst>
            <pc:docMk/>
            <pc:sldMk cId="3912467275" sldId="351"/>
            <ac:spMk id="13" creationId="{846CB13D-269D-4B84-5C0A-760235985DBF}"/>
          </ac:spMkLst>
        </pc:spChg>
        <pc:spChg chg="add del">
          <ac:chgData name="Somak Das" userId="S::sdas@floridapoly.edu::98cebb13-2fc4-4808-95b9-daeb7e6acc01" providerId="AD" clId="Web-{90C5C827-4036-E663-0D65-8F4707F50D7C}" dt="2024-08-26T15:55:38.301" v="837"/>
          <ac:spMkLst>
            <pc:docMk/>
            <pc:sldMk cId="3912467275" sldId="351"/>
            <ac:spMk id="15" creationId="{6B22A16F-E790-B1E9-56AB-3918032A17CC}"/>
          </ac:spMkLst>
        </pc:spChg>
        <pc:spChg chg="add del">
          <ac:chgData name="Somak Das" userId="S::sdas@floridapoly.edu::98cebb13-2fc4-4808-95b9-daeb7e6acc01" providerId="AD" clId="Web-{90C5C827-4036-E663-0D65-8F4707F50D7C}" dt="2024-08-26T15:55:38.301" v="836"/>
          <ac:spMkLst>
            <pc:docMk/>
            <pc:sldMk cId="3912467275" sldId="351"/>
            <ac:spMk id="17" creationId="{24BB62C1-C93F-02CC-7FBB-4EEC1818CDBE}"/>
          </ac:spMkLst>
        </pc:spChg>
        <pc:spChg chg="add del">
          <ac:chgData name="Somak Das" userId="S::sdas@floridapoly.edu::98cebb13-2fc4-4808-95b9-daeb7e6acc01" providerId="AD" clId="Web-{90C5C827-4036-E663-0D65-8F4707F50D7C}" dt="2024-08-26T15:55:38.301" v="835"/>
          <ac:spMkLst>
            <pc:docMk/>
            <pc:sldMk cId="3912467275" sldId="351"/>
            <ac:spMk id="19" creationId="{3B5C7F5C-B4D9-3997-E77C-0A0EF62CD67D}"/>
          </ac:spMkLst>
        </pc:spChg>
        <pc:spChg chg="add del">
          <ac:chgData name="Somak Das" userId="S::sdas@floridapoly.edu::98cebb13-2fc4-4808-95b9-daeb7e6acc01" providerId="AD" clId="Web-{90C5C827-4036-E663-0D65-8F4707F50D7C}" dt="2024-08-26T15:55:38.301" v="834"/>
          <ac:spMkLst>
            <pc:docMk/>
            <pc:sldMk cId="3912467275" sldId="351"/>
            <ac:spMk id="21" creationId="{EB5743A8-5CC4-D373-F61E-E47FF1682821}"/>
          </ac:spMkLst>
        </pc:spChg>
        <pc:spChg chg="add del">
          <ac:chgData name="Somak Das" userId="S::sdas@floridapoly.edu::98cebb13-2fc4-4808-95b9-daeb7e6acc01" providerId="AD" clId="Web-{90C5C827-4036-E663-0D65-8F4707F50D7C}" dt="2024-08-26T15:55:38.301" v="833"/>
          <ac:spMkLst>
            <pc:docMk/>
            <pc:sldMk cId="3912467275" sldId="351"/>
            <ac:spMk id="23" creationId="{23DA99BC-97A6-8A14-BDC3-94C92AF5F3C8}"/>
          </ac:spMkLst>
        </pc:spChg>
        <pc:spChg chg="add del">
          <ac:chgData name="Somak Das" userId="S::sdas@floridapoly.edu::98cebb13-2fc4-4808-95b9-daeb7e6acc01" providerId="AD" clId="Web-{90C5C827-4036-E663-0D65-8F4707F50D7C}" dt="2024-08-26T15:55:38.301" v="832"/>
          <ac:spMkLst>
            <pc:docMk/>
            <pc:sldMk cId="3912467275" sldId="351"/>
            <ac:spMk id="25" creationId="{74BFCC3D-B6DB-2605-8B66-306FFE692E12}"/>
          </ac:spMkLst>
        </pc:spChg>
        <pc:spChg chg="add del">
          <ac:chgData name="Somak Das" userId="S::sdas@floridapoly.edu::98cebb13-2fc4-4808-95b9-daeb7e6acc01" providerId="AD" clId="Web-{90C5C827-4036-E663-0D65-8F4707F50D7C}" dt="2024-08-26T15:55:38.301" v="831"/>
          <ac:spMkLst>
            <pc:docMk/>
            <pc:sldMk cId="3912467275" sldId="351"/>
            <ac:spMk id="27" creationId="{693267A5-E70A-9E03-F480-F502EDAA478E}"/>
          </ac:spMkLst>
        </pc:spChg>
        <pc:spChg chg="add del">
          <ac:chgData name="Somak Das" userId="S::sdas@floridapoly.edu::98cebb13-2fc4-4808-95b9-daeb7e6acc01" providerId="AD" clId="Web-{90C5C827-4036-E663-0D65-8F4707F50D7C}" dt="2024-08-26T15:55:38.301" v="830"/>
          <ac:spMkLst>
            <pc:docMk/>
            <pc:sldMk cId="3912467275" sldId="351"/>
            <ac:spMk id="29" creationId="{B16357F3-BDB9-962E-C154-C57318FAB95D}"/>
          </ac:spMkLst>
        </pc:spChg>
      </pc:sldChg>
    </pc:docChg>
  </pc:docChgLst>
  <pc:docChgLst>
    <pc:chgData name="Edwar Romero-Ramirez" userId="92bc0edd-ad5d-44a7-8ba7-72607029cc7a" providerId="ADAL" clId="{84EA6B7E-58BA-4BD1-B3CB-C7FF9770875A}"/>
    <pc:docChg chg="undo custSel addSld delSld modSld modSection">
      <pc:chgData name="Edwar Romero-Ramirez" userId="92bc0edd-ad5d-44a7-8ba7-72607029cc7a" providerId="ADAL" clId="{84EA6B7E-58BA-4BD1-B3CB-C7FF9770875A}" dt="2024-06-14T19:01:05.514" v="1405" actId="20577"/>
      <pc:docMkLst>
        <pc:docMk/>
      </pc:docMkLst>
      <pc:sldChg chg="addSp delSp modSp mod">
        <pc:chgData name="Edwar Romero-Ramirez" userId="92bc0edd-ad5d-44a7-8ba7-72607029cc7a" providerId="ADAL" clId="{84EA6B7E-58BA-4BD1-B3CB-C7FF9770875A}" dt="2024-06-14T19:00:22.073" v="1400" actId="20577"/>
        <pc:sldMkLst>
          <pc:docMk/>
          <pc:sldMk cId="783844113" sldId="256"/>
        </pc:sldMkLst>
        <pc:spChg chg="del">
          <ac:chgData name="Edwar Romero-Ramirez" userId="92bc0edd-ad5d-44a7-8ba7-72607029cc7a" providerId="ADAL" clId="{84EA6B7E-58BA-4BD1-B3CB-C7FF9770875A}" dt="2024-06-14T19:00:15.664" v="1397" actId="478"/>
          <ac:spMkLst>
            <pc:docMk/>
            <pc:sldMk cId="783844113" sldId="256"/>
            <ac:spMk id="5" creationId="{B0656759-C71E-DE55-C394-61B9D6321BE3}"/>
          </ac:spMkLst>
        </pc:spChg>
        <pc:spChg chg="add mod">
          <ac:chgData name="Edwar Romero-Ramirez" userId="92bc0edd-ad5d-44a7-8ba7-72607029cc7a" providerId="ADAL" clId="{84EA6B7E-58BA-4BD1-B3CB-C7FF9770875A}" dt="2024-06-14T19:00:22.073" v="1400" actId="20577"/>
          <ac:spMkLst>
            <pc:docMk/>
            <pc:sldMk cId="783844113" sldId="256"/>
            <ac:spMk id="6" creationId="{86649F24-8FCC-CDEB-B4C7-3B4C1F0F6A52}"/>
          </ac:spMkLst>
        </pc:spChg>
      </pc:sldChg>
      <pc:sldChg chg="modSp mod">
        <pc:chgData name="Edwar Romero-Ramirez" userId="92bc0edd-ad5d-44a7-8ba7-72607029cc7a" providerId="ADAL" clId="{84EA6B7E-58BA-4BD1-B3CB-C7FF9770875A}" dt="2024-06-14T19:00:42.056" v="1403" actId="20577"/>
        <pc:sldMkLst>
          <pc:docMk/>
          <pc:sldMk cId="2289991728" sldId="342"/>
        </pc:sldMkLst>
        <pc:spChg chg="mod">
          <ac:chgData name="Edwar Romero-Ramirez" userId="92bc0edd-ad5d-44a7-8ba7-72607029cc7a" providerId="ADAL" clId="{84EA6B7E-58BA-4BD1-B3CB-C7FF9770875A}" dt="2024-06-14T19:00:42.056" v="1403" actId="20577"/>
          <ac:spMkLst>
            <pc:docMk/>
            <pc:sldMk cId="2289991728" sldId="342"/>
            <ac:spMk id="2" creationId="{4D3BEB11-28D7-C522-E5E9-6807A609E96E}"/>
          </ac:spMkLst>
        </pc:spChg>
      </pc:sldChg>
      <pc:sldChg chg="modSp mod">
        <pc:chgData name="Edwar Romero-Ramirez" userId="92bc0edd-ad5d-44a7-8ba7-72607029cc7a" providerId="ADAL" clId="{84EA6B7E-58BA-4BD1-B3CB-C7FF9770875A}" dt="2024-06-14T18:06:22.827" v="1386" actId="20577"/>
        <pc:sldMkLst>
          <pc:docMk/>
          <pc:sldMk cId="3665023349" sldId="343"/>
        </pc:sldMkLst>
        <pc:spChg chg="mod">
          <ac:chgData name="Edwar Romero-Ramirez" userId="92bc0edd-ad5d-44a7-8ba7-72607029cc7a" providerId="ADAL" clId="{84EA6B7E-58BA-4BD1-B3CB-C7FF9770875A}" dt="2024-06-14T18:06:22.827" v="1386" actId="20577"/>
          <ac:spMkLst>
            <pc:docMk/>
            <pc:sldMk cId="3665023349" sldId="343"/>
            <ac:spMk id="2" creationId="{4D3BEB11-28D7-C522-E5E9-6807A609E96E}"/>
          </ac:spMkLst>
        </pc:spChg>
      </pc:sldChg>
      <pc:sldChg chg="modSp mod">
        <pc:chgData name="Edwar Romero-Ramirez" userId="92bc0edd-ad5d-44a7-8ba7-72607029cc7a" providerId="ADAL" clId="{84EA6B7E-58BA-4BD1-B3CB-C7FF9770875A}" dt="2024-06-14T17:04:38.452" v="79" actId="20577"/>
        <pc:sldMkLst>
          <pc:docMk/>
          <pc:sldMk cId="3912467275" sldId="351"/>
        </pc:sldMkLst>
        <pc:spChg chg="mod">
          <ac:chgData name="Edwar Romero-Ramirez" userId="92bc0edd-ad5d-44a7-8ba7-72607029cc7a" providerId="ADAL" clId="{84EA6B7E-58BA-4BD1-B3CB-C7FF9770875A}" dt="2024-06-14T17:04:38.452" v="79" actId="20577"/>
          <ac:spMkLst>
            <pc:docMk/>
            <pc:sldMk cId="3912467275" sldId="351"/>
            <ac:spMk id="5" creationId="{3F1CE5EF-1993-48B6-7353-FC6D457CA39A}"/>
          </ac:spMkLst>
        </pc:spChg>
      </pc:sldChg>
      <pc:sldChg chg="modSp mod">
        <pc:chgData name="Edwar Romero-Ramirez" userId="92bc0edd-ad5d-44a7-8ba7-72607029cc7a" providerId="ADAL" clId="{84EA6B7E-58BA-4BD1-B3CB-C7FF9770875A}" dt="2024-06-14T17:04:44.066" v="80"/>
        <pc:sldMkLst>
          <pc:docMk/>
          <pc:sldMk cId="839535825" sldId="352"/>
        </pc:sldMkLst>
        <pc:spChg chg="mod">
          <ac:chgData name="Edwar Romero-Ramirez" userId="92bc0edd-ad5d-44a7-8ba7-72607029cc7a" providerId="ADAL" clId="{84EA6B7E-58BA-4BD1-B3CB-C7FF9770875A}" dt="2024-06-14T17:04:44.066" v="80"/>
          <ac:spMkLst>
            <pc:docMk/>
            <pc:sldMk cId="839535825" sldId="352"/>
            <ac:spMk id="5" creationId="{3F1CE5EF-1993-48B6-7353-FC6D457CA39A}"/>
          </ac:spMkLst>
        </pc:spChg>
      </pc:sldChg>
      <pc:sldChg chg="modSp mod">
        <pc:chgData name="Edwar Romero-Ramirez" userId="92bc0edd-ad5d-44a7-8ba7-72607029cc7a" providerId="ADAL" clId="{84EA6B7E-58BA-4BD1-B3CB-C7FF9770875A}" dt="2024-06-14T17:04:46.889" v="81"/>
        <pc:sldMkLst>
          <pc:docMk/>
          <pc:sldMk cId="2838901669" sldId="353"/>
        </pc:sldMkLst>
        <pc:spChg chg="mod">
          <ac:chgData name="Edwar Romero-Ramirez" userId="92bc0edd-ad5d-44a7-8ba7-72607029cc7a" providerId="ADAL" clId="{84EA6B7E-58BA-4BD1-B3CB-C7FF9770875A}" dt="2024-06-14T17:04:46.889" v="81"/>
          <ac:spMkLst>
            <pc:docMk/>
            <pc:sldMk cId="2838901669" sldId="353"/>
            <ac:spMk id="5" creationId="{3F1CE5EF-1993-48B6-7353-FC6D457CA39A}"/>
          </ac:spMkLst>
        </pc:spChg>
      </pc:sldChg>
      <pc:sldChg chg="modSp mod">
        <pc:chgData name="Edwar Romero-Ramirez" userId="92bc0edd-ad5d-44a7-8ba7-72607029cc7a" providerId="ADAL" clId="{84EA6B7E-58BA-4BD1-B3CB-C7FF9770875A}" dt="2024-06-14T17:04:49.434" v="82"/>
        <pc:sldMkLst>
          <pc:docMk/>
          <pc:sldMk cId="3245362616" sldId="354"/>
        </pc:sldMkLst>
        <pc:spChg chg="mod">
          <ac:chgData name="Edwar Romero-Ramirez" userId="92bc0edd-ad5d-44a7-8ba7-72607029cc7a" providerId="ADAL" clId="{84EA6B7E-58BA-4BD1-B3CB-C7FF9770875A}" dt="2024-06-14T17:04:49.434" v="82"/>
          <ac:spMkLst>
            <pc:docMk/>
            <pc:sldMk cId="3245362616" sldId="354"/>
            <ac:spMk id="5" creationId="{3F1CE5EF-1993-48B6-7353-FC6D457CA39A}"/>
          </ac:spMkLst>
        </pc:spChg>
      </pc:sldChg>
      <pc:sldChg chg="addSp delSp modSp mod">
        <pc:chgData name="Edwar Romero-Ramirez" userId="92bc0edd-ad5d-44a7-8ba7-72607029cc7a" providerId="ADAL" clId="{84EA6B7E-58BA-4BD1-B3CB-C7FF9770875A}" dt="2024-06-14T17:05:12.722" v="86" actId="166"/>
        <pc:sldMkLst>
          <pc:docMk/>
          <pc:sldMk cId="4183556849" sldId="355"/>
        </pc:sldMkLst>
        <pc:spChg chg="add mod">
          <ac:chgData name="Edwar Romero-Ramirez" userId="92bc0edd-ad5d-44a7-8ba7-72607029cc7a" providerId="ADAL" clId="{84EA6B7E-58BA-4BD1-B3CB-C7FF9770875A}" dt="2024-06-14T17:05:04.147" v="84"/>
          <ac:spMkLst>
            <pc:docMk/>
            <pc:sldMk cId="4183556849" sldId="355"/>
            <ac:spMk id="4" creationId="{BF244BDF-83C8-27C0-C0C8-383C66F757D9}"/>
          </ac:spMkLst>
        </pc:spChg>
        <pc:spChg chg="del">
          <ac:chgData name="Edwar Romero-Ramirez" userId="92bc0edd-ad5d-44a7-8ba7-72607029cc7a" providerId="ADAL" clId="{84EA6B7E-58BA-4BD1-B3CB-C7FF9770875A}" dt="2024-06-14T17:05:03.690" v="83" actId="478"/>
          <ac:spMkLst>
            <pc:docMk/>
            <pc:sldMk cId="4183556849" sldId="355"/>
            <ac:spMk id="5" creationId="{3F1CE5EF-1993-48B6-7353-FC6D457CA39A}"/>
          </ac:spMkLst>
        </pc:spChg>
        <pc:picChg chg="ord">
          <ac:chgData name="Edwar Romero-Ramirez" userId="92bc0edd-ad5d-44a7-8ba7-72607029cc7a" providerId="ADAL" clId="{84EA6B7E-58BA-4BD1-B3CB-C7FF9770875A}" dt="2024-06-14T17:05:12.722" v="86" actId="166"/>
          <ac:picMkLst>
            <pc:docMk/>
            <pc:sldMk cId="4183556849" sldId="355"/>
            <ac:picMk id="17" creationId="{81A7133B-4EF4-6F2E-F115-3E1B669ABF10}"/>
          </ac:picMkLst>
        </pc:picChg>
      </pc:sldChg>
      <pc:sldChg chg="modSp mod">
        <pc:chgData name="Edwar Romero-Ramirez" userId="92bc0edd-ad5d-44a7-8ba7-72607029cc7a" providerId="ADAL" clId="{84EA6B7E-58BA-4BD1-B3CB-C7FF9770875A}" dt="2024-06-14T17:47:34.253" v="1370" actId="207"/>
        <pc:sldMkLst>
          <pc:docMk/>
          <pc:sldMk cId="1929717596" sldId="356"/>
        </pc:sldMkLst>
        <pc:spChg chg="mod">
          <ac:chgData name="Edwar Romero-Ramirez" userId="92bc0edd-ad5d-44a7-8ba7-72607029cc7a" providerId="ADAL" clId="{84EA6B7E-58BA-4BD1-B3CB-C7FF9770875A}" dt="2024-06-14T17:47:34.253" v="1370" actId="207"/>
          <ac:spMkLst>
            <pc:docMk/>
            <pc:sldMk cId="1929717596" sldId="356"/>
            <ac:spMk id="3" creationId="{EEA82FBA-2EB2-5C2F-0014-4EC7486CBC03}"/>
          </ac:spMkLst>
        </pc:spChg>
      </pc:sldChg>
      <pc:sldChg chg="addSp delSp modSp mod">
        <pc:chgData name="Edwar Romero-Ramirez" userId="92bc0edd-ad5d-44a7-8ba7-72607029cc7a" providerId="ADAL" clId="{84EA6B7E-58BA-4BD1-B3CB-C7FF9770875A}" dt="2024-06-14T17:05:23.146" v="89" actId="167"/>
        <pc:sldMkLst>
          <pc:docMk/>
          <pc:sldMk cId="413745526" sldId="357"/>
        </pc:sldMkLst>
        <pc:spChg chg="del">
          <ac:chgData name="Edwar Romero-Ramirez" userId="92bc0edd-ad5d-44a7-8ba7-72607029cc7a" providerId="ADAL" clId="{84EA6B7E-58BA-4BD1-B3CB-C7FF9770875A}" dt="2024-06-14T17:05:17.574" v="87" actId="478"/>
          <ac:spMkLst>
            <pc:docMk/>
            <pc:sldMk cId="413745526" sldId="357"/>
            <ac:spMk id="5" creationId="{3F1CE5EF-1993-48B6-7353-FC6D457CA39A}"/>
          </ac:spMkLst>
        </pc:spChg>
        <pc:spChg chg="add mod ord">
          <ac:chgData name="Edwar Romero-Ramirez" userId="92bc0edd-ad5d-44a7-8ba7-72607029cc7a" providerId="ADAL" clId="{84EA6B7E-58BA-4BD1-B3CB-C7FF9770875A}" dt="2024-06-14T17:05:23.146" v="89" actId="167"/>
          <ac:spMkLst>
            <pc:docMk/>
            <pc:sldMk cId="413745526" sldId="357"/>
            <ac:spMk id="7" creationId="{14E4FBE0-2519-8375-AFC4-AD168790B03E}"/>
          </ac:spMkLst>
        </pc:spChg>
      </pc:sldChg>
      <pc:sldChg chg="addSp delSp modSp mod">
        <pc:chgData name="Edwar Romero-Ramirez" userId="92bc0edd-ad5d-44a7-8ba7-72607029cc7a" providerId="ADAL" clId="{84EA6B7E-58BA-4BD1-B3CB-C7FF9770875A}" dt="2024-06-14T17:05:29.243" v="92" actId="167"/>
        <pc:sldMkLst>
          <pc:docMk/>
          <pc:sldMk cId="798543756" sldId="358"/>
        </pc:sldMkLst>
        <pc:spChg chg="add mod ord">
          <ac:chgData name="Edwar Romero-Ramirez" userId="92bc0edd-ad5d-44a7-8ba7-72607029cc7a" providerId="ADAL" clId="{84EA6B7E-58BA-4BD1-B3CB-C7FF9770875A}" dt="2024-06-14T17:05:29.243" v="92" actId="167"/>
          <ac:spMkLst>
            <pc:docMk/>
            <pc:sldMk cId="798543756" sldId="358"/>
            <ac:spMk id="4" creationId="{CF53D729-AE03-B162-6D02-EB0D0F153172}"/>
          </ac:spMkLst>
        </pc:spChg>
        <pc:spChg chg="del">
          <ac:chgData name="Edwar Romero-Ramirez" userId="92bc0edd-ad5d-44a7-8ba7-72607029cc7a" providerId="ADAL" clId="{84EA6B7E-58BA-4BD1-B3CB-C7FF9770875A}" dt="2024-06-14T17:05:26.132" v="90" actId="478"/>
          <ac:spMkLst>
            <pc:docMk/>
            <pc:sldMk cId="798543756" sldId="358"/>
            <ac:spMk id="5" creationId="{3F1CE5EF-1993-48B6-7353-FC6D457CA39A}"/>
          </ac:spMkLst>
        </pc:spChg>
      </pc:sldChg>
      <pc:sldChg chg="modSp mod">
        <pc:chgData name="Edwar Romero-Ramirez" userId="92bc0edd-ad5d-44a7-8ba7-72607029cc7a" providerId="ADAL" clId="{84EA6B7E-58BA-4BD1-B3CB-C7FF9770875A}" dt="2024-06-14T17:06:00.323" v="99" actId="1076"/>
        <pc:sldMkLst>
          <pc:docMk/>
          <pc:sldMk cId="1580297987" sldId="359"/>
        </pc:sldMkLst>
        <pc:spChg chg="mod">
          <ac:chgData name="Edwar Romero-Ramirez" userId="92bc0edd-ad5d-44a7-8ba7-72607029cc7a" providerId="ADAL" clId="{84EA6B7E-58BA-4BD1-B3CB-C7FF9770875A}" dt="2024-06-14T17:06:00.323" v="99" actId="1076"/>
          <ac:spMkLst>
            <pc:docMk/>
            <pc:sldMk cId="1580297987" sldId="359"/>
            <ac:spMk id="12" creationId="{4BB7780D-4490-CE9E-60DA-94C0FD0ECB9C}"/>
          </ac:spMkLst>
        </pc:spChg>
      </pc:sldChg>
      <pc:sldChg chg="addSp delSp modSp mod modNotesTx">
        <pc:chgData name="Edwar Romero-Ramirez" userId="92bc0edd-ad5d-44a7-8ba7-72607029cc7a" providerId="ADAL" clId="{84EA6B7E-58BA-4BD1-B3CB-C7FF9770875A}" dt="2024-06-14T17:16:01.089" v="564" actId="1036"/>
        <pc:sldMkLst>
          <pc:docMk/>
          <pc:sldMk cId="2501000224" sldId="360"/>
        </pc:sldMkLst>
        <pc:spChg chg="mod">
          <ac:chgData name="Edwar Romero-Ramirez" userId="92bc0edd-ad5d-44a7-8ba7-72607029cc7a" providerId="ADAL" clId="{84EA6B7E-58BA-4BD1-B3CB-C7FF9770875A}" dt="2024-06-14T17:00:32.132" v="52" actId="20577"/>
          <ac:spMkLst>
            <pc:docMk/>
            <pc:sldMk cId="2501000224" sldId="360"/>
            <ac:spMk id="2" creationId="{A43E3E30-0CCC-0FCC-69DC-1C2820744E12}"/>
          </ac:spMkLst>
        </pc:spChg>
        <pc:spChg chg="add del mod">
          <ac:chgData name="Edwar Romero-Ramirez" userId="92bc0edd-ad5d-44a7-8ba7-72607029cc7a" providerId="ADAL" clId="{84EA6B7E-58BA-4BD1-B3CB-C7FF9770875A}" dt="2024-06-14T17:00:22.183" v="39" actId="478"/>
          <ac:spMkLst>
            <pc:docMk/>
            <pc:sldMk cId="2501000224" sldId="360"/>
            <ac:spMk id="10" creationId="{1D20C0B0-7CAD-0765-3445-3A6C5917A8A7}"/>
          </ac:spMkLst>
        </pc:spChg>
        <pc:spChg chg="add mod">
          <ac:chgData name="Edwar Romero-Ramirez" userId="92bc0edd-ad5d-44a7-8ba7-72607029cc7a" providerId="ADAL" clId="{84EA6B7E-58BA-4BD1-B3CB-C7FF9770875A}" dt="2024-06-14T17:13:55.583" v="496" actId="207"/>
          <ac:spMkLst>
            <pc:docMk/>
            <pc:sldMk cId="2501000224" sldId="360"/>
            <ac:spMk id="17" creationId="{2E248608-8B55-0F35-32D1-CD5EC17D6C69}"/>
          </ac:spMkLst>
        </pc:spChg>
        <pc:spChg chg="add mod">
          <ac:chgData name="Edwar Romero-Ramirez" userId="92bc0edd-ad5d-44a7-8ba7-72607029cc7a" providerId="ADAL" clId="{84EA6B7E-58BA-4BD1-B3CB-C7FF9770875A}" dt="2024-06-14T17:15:40.035" v="549" actId="1076"/>
          <ac:spMkLst>
            <pc:docMk/>
            <pc:sldMk cId="2501000224" sldId="360"/>
            <ac:spMk id="19" creationId="{057391AB-4AEF-F3D2-D1CC-82363465539F}"/>
          </ac:spMkLst>
        </pc:spChg>
        <pc:picChg chg="add del mod">
          <ac:chgData name="Edwar Romero-Ramirez" userId="92bc0edd-ad5d-44a7-8ba7-72607029cc7a" providerId="ADAL" clId="{84EA6B7E-58BA-4BD1-B3CB-C7FF9770875A}" dt="2024-06-14T16:55:32.753" v="2" actId="478"/>
          <ac:picMkLst>
            <pc:docMk/>
            <pc:sldMk cId="2501000224" sldId="360"/>
            <ac:picMk id="5" creationId="{555E96F9-F69A-4AB2-EF52-D5FB773ACEC1}"/>
          </ac:picMkLst>
        </pc:picChg>
        <pc:picChg chg="add del">
          <ac:chgData name="Edwar Romero-Ramirez" userId="92bc0edd-ad5d-44a7-8ba7-72607029cc7a" providerId="ADAL" clId="{84EA6B7E-58BA-4BD1-B3CB-C7FF9770875A}" dt="2024-06-14T16:56:10.557" v="4" actId="478"/>
          <ac:picMkLst>
            <pc:docMk/>
            <pc:sldMk cId="2501000224" sldId="360"/>
            <ac:picMk id="7" creationId="{D960CFBC-28E2-4AA2-685D-DDABAB710F41}"/>
          </ac:picMkLst>
        </pc:picChg>
        <pc:picChg chg="add mod modCrop">
          <ac:chgData name="Edwar Romero-Ramirez" userId="92bc0edd-ad5d-44a7-8ba7-72607029cc7a" providerId="ADAL" clId="{84EA6B7E-58BA-4BD1-B3CB-C7FF9770875A}" dt="2024-06-14T16:58:29.924" v="36"/>
          <ac:picMkLst>
            <pc:docMk/>
            <pc:sldMk cId="2501000224" sldId="360"/>
            <ac:picMk id="9" creationId="{66E72D36-BD18-3C6F-ECE3-E221FF5F166B}"/>
          </ac:picMkLst>
        </pc:picChg>
        <pc:picChg chg="add mod modCrop">
          <ac:chgData name="Edwar Romero-Ramirez" userId="92bc0edd-ad5d-44a7-8ba7-72607029cc7a" providerId="ADAL" clId="{84EA6B7E-58BA-4BD1-B3CB-C7FF9770875A}" dt="2024-06-14T16:58:42.975" v="37"/>
          <ac:picMkLst>
            <pc:docMk/>
            <pc:sldMk cId="2501000224" sldId="360"/>
            <ac:picMk id="11" creationId="{78D65D4A-08BF-ECD4-BA60-62C0F34AD47D}"/>
          </ac:picMkLst>
        </pc:picChg>
        <pc:picChg chg="add mod modCrop">
          <ac:chgData name="Edwar Romero-Ramirez" userId="92bc0edd-ad5d-44a7-8ba7-72607029cc7a" providerId="ADAL" clId="{84EA6B7E-58BA-4BD1-B3CB-C7FF9770875A}" dt="2024-06-14T16:58:52.428" v="38"/>
          <ac:picMkLst>
            <pc:docMk/>
            <pc:sldMk cId="2501000224" sldId="360"/>
            <ac:picMk id="12" creationId="{1B621B2D-B0FC-D0E4-0703-699CA95075FA}"/>
          </ac:picMkLst>
        </pc:picChg>
        <pc:picChg chg="add mod modCrop">
          <ac:chgData name="Edwar Romero-Ramirez" userId="92bc0edd-ad5d-44a7-8ba7-72607029cc7a" providerId="ADAL" clId="{84EA6B7E-58BA-4BD1-B3CB-C7FF9770875A}" dt="2024-06-14T16:58:09.436" v="33" actId="1076"/>
          <ac:picMkLst>
            <pc:docMk/>
            <pc:sldMk cId="2501000224" sldId="360"/>
            <ac:picMk id="13" creationId="{D8378094-A974-C8BF-325C-8FC621133A14}"/>
          </ac:picMkLst>
        </pc:picChg>
        <pc:cxnChg chg="add mod">
          <ac:chgData name="Edwar Romero-Ramirez" userId="92bc0edd-ad5d-44a7-8ba7-72607029cc7a" providerId="ADAL" clId="{84EA6B7E-58BA-4BD1-B3CB-C7FF9770875A}" dt="2024-06-14T17:13:58.822" v="497" actId="14100"/>
          <ac:cxnSpMkLst>
            <pc:docMk/>
            <pc:sldMk cId="2501000224" sldId="360"/>
            <ac:cxnSpMk id="15" creationId="{05947427-E671-A323-A189-AB49867D60B7}"/>
          </ac:cxnSpMkLst>
        </pc:cxnChg>
        <pc:cxnChg chg="add mod">
          <ac:chgData name="Edwar Romero-Ramirez" userId="92bc0edd-ad5d-44a7-8ba7-72607029cc7a" providerId="ADAL" clId="{84EA6B7E-58BA-4BD1-B3CB-C7FF9770875A}" dt="2024-06-14T17:15:51.431" v="554" actId="1035"/>
          <ac:cxnSpMkLst>
            <pc:docMk/>
            <pc:sldMk cId="2501000224" sldId="360"/>
            <ac:cxnSpMk id="20" creationId="{EA0D6448-E6E4-EB3E-55E5-C8D258816D2C}"/>
          </ac:cxnSpMkLst>
        </pc:cxnChg>
        <pc:cxnChg chg="add mod">
          <ac:chgData name="Edwar Romero-Ramirez" userId="92bc0edd-ad5d-44a7-8ba7-72607029cc7a" providerId="ADAL" clId="{84EA6B7E-58BA-4BD1-B3CB-C7FF9770875A}" dt="2024-06-14T17:15:59.113" v="559" actId="1036"/>
          <ac:cxnSpMkLst>
            <pc:docMk/>
            <pc:sldMk cId="2501000224" sldId="360"/>
            <ac:cxnSpMk id="21" creationId="{3168768E-367B-ACB5-B5D3-6E4203F871EB}"/>
          </ac:cxnSpMkLst>
        </pc:cxnChg>
        <pc:cxnChg chg="add mod">
          <ac:chgData name="Edwar Romero-Ramirez" userId="92bc0edd-ad5d-44a7-8ba7-72607029cc7a" providerId="ADAL" clId="{84EA6B7E-58BA-4BD1-B3CB-C7FF9770875A}" dt="2024-06-14T17:16:01.089" v="564" actId="1036"/>
          <ac:cxnSpMkLst>
            <pc:docMk/>
            <pc:sldMk cId="2501000224" sldId="360"/>
            <ac:cxnSpMk id="25" creationId="{18D17195-812B-DE1E-2900-BD9D767E6463}"/>
          </ac:cxnSpMkLst>
        </pc:cxnChg>
      </pc:sldChg>
      <pc:sldChg chg="delSp add del mod">
        <pc:chgData name="Edwar Romero-Ramirez" userId="92bc0edd-ad5d-44a7-8ba7-72607029cc7a" providerId="ADAL" clId="{84EA6B7E-58BA-4BD1-B3CB-C7FF9770875A}" dt="2024-06-14T17:09:00.271" v="103" actId="47"/>
        <pc:sldMkLst>
          <pc:docMk/>
          <pc:sldMk cId="1154147279" sldId="361"/>
        </pc:sldMkLst>
        <pc:picChg chg="del">
          <ac:chgData name="Edwar Romero-Ramirez" userId="92bc0edd-ad5d-44a7-8ba7-72607029cc7a" providerId="ADAL" clId="{84EA6B7E-58BA-4BD1-B3CB-C7FF9770875A}" dt="2024-06-14T17:08:52.799" v="101" actId="478"/>
          <ac:picMkLst>
            <pc:docMk/>
            <pc:sldMk cId="1154147279" sldId="361"/>
            <ac:picMk id="4" creationId="{2F80A794-EBFE-9BB3-45D9-E64FBFCC7AEB}"/>
          </ac:picMkLst>
        </pc:picChg>
      </pc:sldChg>
      <pc:sldChg chg="addSp delSp modSp new mod setBg">
        <pc:chgData name="Edwar Romero-Ramirez" userId="92bc0edd-ad5d-44a7-8ba7-72607029cc7a" providerId="ADAL" clId="{84EA6B7E-58BA-4BD1-B3CB-C7FF9770875A}" dt="2024-06-14T17:18:55.400" v="727" actId="207"/>
        <pc:sldMkLst>
          <pc:docMk/>
          <pc:sldMk cId="1231324176" sldId="362"/>
        </pc:sldMkLst>
        <pc:spChg chg="mod">
          <ac:chgData name="Edwar Romero-Ramirez" userId="92bc0edd-ad5d-44a7-8ba7-72607029cc7a" providerId="ADAL" clId="{84EA6B7E-58BA-4BD1-B3CB-C7FF9770875A}" dt="2024-06-14T17:09:20.169" v="122" actId="26606"/>
          <ac:spMkLst>
            <pc:docMk/>
            <pc:sldMk cId="1231324176" sldId="362"/>
            <ac:spMk id="2" creationId="{06117536-4891-2E52-9415-7B1DF21EFB53}"/>
          </ac:spMkLst>
        </pc:spChg>
        <pc:spChg chg="mod">
          <ac:chgData name="Edwar Romero-Ramirez" userId="92bc0edd-ad5d-44a7-8ba7-72607029cc7a" providerId="ADAL" clId="{84EA6B7E-58BA-4BD1-B3CB-C7FF9770875A}" dt="2024-06-14T17:18:55.400" v="727" actId="207"/>
          <ac:spMkLst>
            <pc:docMk/>
            <pc:sldMk cId="1231324176" sldId="362"/>
            <ac:spMk id="3" creationId="{FC90D7F7-2C95-6249-0889-0F5E236DFAB8}"/>
          </ac:spMkLst>
        </pc:spChg>
        <pc:spChg chg="add del">
          <ac:chgData name="Edwar Romero-Ramirez" userId="92bc0edd-ad5d-44a7-8ba7-72607029cc7a" providerId="ADAL" clId="{84EA6B7E-58BA-4BD1-B3CB-C7FF9770875A}" dt="2024-06-14T17:09:20.169" v="122" actId="26606"/>
          <ac:spMkLst>
            <pc:docMk/>
            <pc:sldMk cId="1231324176" sldId="362"/>
            <ac:spMk id="10" creationId="{69D47016-023F-44BD-981C-50E7A10A6609}"/>
          </ac:spMkLst>
        </pc:spChg>
        <pc:spChg chg="add del">
          <ac:chgData name="Edwar Romero-Ramirez" userId="92bc0edd-ad5d-44a7-8ba7-72607029cc7a" providerId="ADAL" clId="{84EA6B7E-58BA-4BD1-B3CB-C7FF9770875A}" dt="2024-06-14T17:09:20.169" v="122" actId="26606"/>
          <ac:spMkLst>
            <pc:docMk/>
            <pc:sldMk cId="1231324176" sldId="362"/>
            <ac:spMk id="12" creationId="{6D8B37B0-0682-433E-BC8D-498C04ABD9A7}"/>
          </ac:spMkLst>
        </pc:spChg>
        <pc:picChg chg="add mod ord">
          <ac:chgData name="Edwar Romero-Ramirez" userId="92bc0edd-ad5d-44a7-8ba7-72607029cc7a" providerId="ADAL" clId="{84EA6B7E-58BA-4BD1-B3CB-C7FF9770875A}" dt="2024-06-14T17:10:00.775" v="132" actId="1076"/>
          <ac:picMkLst>
            <pc:docMk/>
            <pc:sldMk cId="1231324176" sldId="362"/>
            <ac:picMk id="4" creationId="{1A65938B-9259-67E3-BA38-22C28D281E2E}"/>
          </ac:picMkLst>
        </pc:picChg>
        <pc:picChg chg="add mod">
          <ac:chgData name="Edwar Romero-Ramirez" userId="92bc0edd-ad5d-44a7-8ba7-72607029cc7a" providerId="ADAL" clId="{84EA6B7E-58BA-4BD1-B3CB-C7FF9770875A}" dt="2024-06-14T17:10:47.825" v="167" actId="1076"/>
          <ac:picMkLst>
            <pc:docMk/>
            <pc:sldMk cId="1231324176" sldId="362"/>
            <ac:picMk id="5" creationId="{1E03C5E2-D293-290C-D69D-B0F8D4107948}"/>
          </ac:picMkLst>
        </pc:picChg>
      </pc:sldChg>
      <pc:sldChg chg="addSp modSp new mod">
        <pc:chgData name="Edwar Romero-Ramirez" userId="92bc0edd-ad5d-44a7-8ba7-72607029cc7a" providerId="ADAL" clId="{84EA6B7E-58BA-4BD1-B3CB-C7FF9770875A}" dt="2024-06-14T18:42:43.157" v="1396" actId="20577"/>
        <pc:sldMkLst>
          <pc:docMk/>
          <pc:sldMk cId="2381675726" sldId="363"/>
        </pc:sldMkLst>
        <pc:spChg chg="mod">
          <ac:chgData name="Edwar Romero-Ramirez" userId="92bc0edd-ad5d-44a7-8ba7-72607029cc7a" providerId="ADAL" clId="{84EA6B7E-58BA-4BD1-B3CB-C7FF9770875A}" dt="2024-06-14T18:42:25.900" v="1395" actId="1076"/>
          <ac:spMkLst>
            <pc:docMk/>
            <pc:sldMk cId="2381675726" sldId="363"/>
            <ac:spMk id="2" creationId="{A4CDD661-C9C2-889C-9C19-3F4F5EE7E894}"/>
          </ac:spMkLst>
        </pc:spChg>
        <pc:spChg chg="mod">
          <ac:chgData name="Edwar Romero-Ramirez" userId="92bc0edd-ad5d-44a7-8ba7-72607029cc7a" providerId="ADAL" clId="{84EA6B7E-58BA-4BD1-B3CB-C7FF9770875A}" dt="2024-06-14T18:42:43.157" v="1396" actId="20577"/>
          <ac:spMkLst>
            <pc:docMk/>
            <pc:sldMk cId="2381675726" sldId="363"/>
            <ac:spMk id="3" creationId="{0B6BD6F5-61D8-6580-398C-90A44B46AF5B}"/>
          </ac:spMkLst>
        </pc:spChg>
        <pc:picChg chg="add mod">
          <ac:chgData name="Edwar Romero-Ramirez" userId="92bc0edd-ad5d-44a7-8ba7-72607029cc7a" providerId="ADAL" clId="{84EA6B7E-58BA-4BD1-B3CB-C7FF9770875A}" dt="2024-06-14T17:23:39.668" v="948" actId="1076"/>
          <ac:picMkLst>
            <pc:docMk/>
            <pc:sldMk cId="2381675726" sldId="363"/>
            <ac:picMk id="5" creationId="{E3E61222-AEC8-0148-3AFE-13C6FAE05B02}"/>
          </ac:picMkLst>
        </pc:picChg>
      </pc:sldChg>
      <pc:sldChg chg="addSp delSp modSp new mod modNotesTx">
        <pc:chgData name="Edwar Romero-Ramirez" userId="92bc0edd-ad5d-44a7-8ba7-72607029cc7a" providerId="ADAL" clId="{84EA6B7E-58BA-4BD1-B3CB-C7FF9770875A}" dt="2024-06-14T17:45:48.848" v="1364" actId="207"/>
        <pc:sldMkLst>
          <pc:docMk/>
          <pc:sldMk cId="2203140714" sldId="364"/>
        </pc:sldMkLst>
        <pc:spChg chg="mod">
          <ac:chgData name="Edwar Romero-Ramirez" userId="92bc0edd-ad5d-44a7-8ba7-72607029cc7a" providerId="ADAL" clId="{84EA6B7E-58BA-4BD1-B3CB-C7FF9770875A}" dt="2024-06-14T17:26:17.568" v="975" actId="20577"/>
          <ac:spMkLst>
            <pc:docMk/>
            <pc:sldMk cId="2203140714" sldId="364"/>
            <ac:spMk id="2" creationId="{F1520D59-2F75-8C42-4FE9-0B1477CB1D3F}"/>
          </ac:spMkLst>
        </pc:spChg>
        <pc:spChg chg="mod">
          <ac:chgData name="Edwar Romero-Ramirez" userId="92bc0edd-ad5d-44a7-8ba7-72607029cc7a" providerId="ADAL" clId="{84EA6B7E-58BA-4BD1-B3CB-C7FF9770875A}" dt="2024-06-14T17:45:48.848" v="1364" actId="207"/>
          <ac:spMkLst>
            <pc:docMk/>
            <pc:sldMk cId="2203140714" sldId="364"/>
            <ac:spMk id="3" creationId="{35914221-7D5F-0765-689E-93798C7AD3AF}"/>
          </ac:spMkLst>
        </pc:spChg>
        <pc:picChg chg="add del mod">
          <ac:chgData name="Edwar Romero-Ramirez" userId="92bc0edd-ad5d-44a7-8ba7-72607029cc7a" providerId="ADAL" clId="{84EA6B7E-58BA-4BD1-B3CB-C7FF9770875A}" dt="2024-06-14T17:30:08.727" v="1010" actId="478"/>
          <ac:picMkLst>
            <pc:docMk/>
            <pc:sldMk cId="2203140714" sldId="364"/>
            <ac:picMk id="5" creationId="{C3D3364B-F2BA-2E6D-B96E-ADDC29192A3D}"/>
          </ac:picMkLst>
        </pc:picChg>
        <pc:picChg chg="add mod modCrop">
          <ac:chgData name="Edwar Romero-Ramirez" userId="92bc0edd-ad5d-44a7-8ba7-72607029cc7a" providerId="ADAL" clId="{84EA6B7E-58BA-4BD1-B3CB-C7FF9770875A}" dt="2024-06-14T17:30:24.983" v="1014" actId="732"/>
          <ac:picMkLst>
            <pc:docMk/>
            <pc:sldMk cId="2203140714" sldId="364"/>
            <ac:picMk id="7" creationId="{BD076126-7F35-03D6-CD06-92B116A9BDFC}"/>
          </ac:picMkLst>
        </pc:picChg>
        <pc:picChg chg="add del mod">
          <ac:chgData name="Edwar Romero-Ramirez" userId="92bc0edd-ad5d-44a7-8ba7-72607029cc7a" providerId="ADAL" clId="{84EA6B7E-58BA-4BD1-B3CB-C7FF9770875A}" dt="2024-06-14T17:31:42.544" v="1045" actId="478"/>
          <ac:picMkLst>
            <pc:docMk/>
            <pc:sldMk cId="2203140714" sldId="364"/>
            <ac:picMk id="9" creationId="{5ADB4723-0ED4-8D00-917C-86AFD18780A3}"/>
          </ac:picMkLst>
        </pc:picChg>
        <pc:picChg chg="add mod">
          <ac:chgData name="Edwar Romero-Ramirez" userId="92bc0edd-ad5d-44a7-8ba7-72607029cc7a" providerId="ADAL" clId="{84EA6B7E-58BA-4BD1-B3CB-C7FF9770875A}" dt="2024-06-14T17:42:44.140" v="1232"/>
          <ac:picMkLst>
            <pc:docMk/>
            <pc:sldMk cId="2203140714" sldId="364"/>
            <ac:picMk id="11" creationId="{E05242E2-95A4-9711-BB66-48101DE8F663}"/>
          </ac:picMkLst>
        </pc:picChg>
      </pc:sldChg>
      <pc:sldChg chg="modSp add mod">
        <pc:chgData name="Edwar Romero-Ramirez" userId="92bc0edd-ad5d-44a7-8ba7-72607029cc7a" providerId="ADAL" clId="{84EA6B7E-58BA-4BD1-B3CB-C7FF9770875A}" dt="2024-06-14T19:01:05.514" v="1405" actId="20577"/>
        <pc:sldMkLst>
          <pc:docMk/>
          <pc:sldMk cId="2275632493" sldId="365"/>
        </pc:sldMkLst>
        <pc:spChg chg="mod">
          <ac:chgData name="Edwar Romero-Ramirez" userId="92bc0edd-ad5d-44a7-8ba7-72607029cc7a" providerId="ADAL" clId="{84EA6B7E-58BA-4BD1-B3CB-C7FF9770875A}" dt="2024-06-14T19:01:05.514" v="1405" actId="20577"/>
          <ac:spMkLst>
            <pc:docMk/>
            <pc:sldMk cId="2275632493" sldId="365"/>
            <ac:spMk id="6" creationId="{86649F24-8FCC-CDEB-B4C7-3B4C1F0F6A52}"/>
          </ac:spMkLst>
        </pc:spChg>
      </pc:sldChg>
    </pc:docChg>
  </pc:docChgLst>
  <pc:docChgLst>
    <pc:chgData name="Somak Das" userId="S::sdas@floridapoly.edu::98cebb13-2fc4-4808-95b9-daeb7e6acc01" providerId="AD" clId="Web-{CA1C0D80-ED08-BBA9-9912-7EA78C12AAC5}"/>
    <pc:docChg chg="modSld">
      <pc:chgData name="Somak Das" userId="S::sdas@floridapoly.edu::98cebb13-2fc4-4808-95b9-daeb7e6acc01" providerId="AD" clId="Web-{CA1C0D80-ED08-BBA9-9912-7EA78C12AAC5}" dt="2024-09-18T05:15:33.658" v="1" actId="20577"/>
      <pc:docMkLst>
        <pc:docMk/>
      </pc:docMkLst>
      <pc:sldChg chg="modSp">
        <pc:chgData name="Somak Das" userId="S::sdas@floridapoly.edu::98cebb13-2fc4-4808-95b9-daeb7e6acc01" providerId="AD" clId="Web-{CA1C0D80-ED08-BBA9-9912-7EA78C12AAC5}" dt="2024-09-18T05:15:33.658" v="1" actId="20577"/>
        <pc:sldMkLst>
          <pc:docMk/>
          <pc:sldMk cId="3808749202" sldId="378"/>
        </pc:sldMkLst>
        <pc:spChg chg="mod">
          <ac:chgData name="Somak Das" userId="S::sdas@floridapoly.edu::98cebb13-2fc4-4808-95b9-daeb7e6acc01" providerId="AD" clId="Web-{CA1C0D80-ED08-BBA9-9912-7EA78C12AAC5}" dt="2024-09-18T05:15:33.658" v="1" actId="20577"/>
          <ac:spMkLst>
            <pc:docMk/>
            <pc:sldMk cId="3808749202" sldId="378"/>
            <ac:spMk id="2" creationId="{4211EA6D-8368-E23F-36F2-552F52E9889A}"/>
          </ac:spMkLst>
        </pc:spChg>
      </pc:sldChg>
    </pc:docChg>
  </pc:docChgLst>
  <pc:docChgLst>
    <pc:chgData name="Somak Das" userId="S::sdas@floridapoly.edu::98cebb13-2fc4-4808-95b9-daeb7e6acc01" providerId="AD" clId="Web-{79F8E7E8-B577-268C-5851-72EF409F746D}"/>
    <pc:docChg chg="addSld delSld modSld modSection">
      <pc:chgData name="Somak Das" userId="S::sdas@floridapoly.edu::98cebb13-2fc4-4808-95b9-daeb7e6acc01" providerId="AD" clId="Web-{79F8E7E8-B577-268C-5851-72EF409F746D}" dt="2024-08-23T04:24:23.341" v="171" actId="20577"/>
      <pc:docMkLst>
        <pc:docMk/>
      </pc:docMkLst>
      <pc:sldChg chg="delSp modSp add">
        <pc:chgData name="Somak Das" userId="S::sdas@floridapoly.edu::98cebb13-2fc4-4808-95b9-daeb7e6acc01" providerId="AD" clId="Web-{79F8E7E8-B577-268C-5851-72EF409F746D}" dt="2024-08-23T03:31:21.661" v="24" actId="1076"/>
        <pc:sldMkLst>
          <pc:docMk/>
          <pc:sldMk cId="1084738940" sldId="316"/>
        </pc:sldMkLst>
        <pc:spChg chg="mod">
          <ac:chgData name="Somak Das" userId="S::sdas@floridapoly.edu::98cebb13-2fc4-4808-95b9-daeb7e6acc01" providerId="AD" clId="Web-{79F8E7E8-B577-268C-5851-72EF409F746D}" dt="2024-08-23T03:31:21.426" v="20" actId="1076"/>
          <ac:spMkLst>
            <pc:docMk/>
            <pc:sldMk cId="1084738940" sldId="316"/>
            <ac:spMk id="8" creationId="{C932C11A-C7EB-C062-F91F-99210EB6CF94}"/>
          </ac:spMkLst>
        </pc:spChg>
        <pc:spChg chg="del">
          <ac:chgData name="Somak Das" userId="S::sdas@floridapoly.edu::98cebb13-2fc4-4808-95b9-daeb7e6acc01" providerId="AD" clId="Web-{79F8E7E8-B577-268C-5851-72EF409F746D}" dt="2024-08-23T03:31:04.098" v="17"/>
          <ac:spMkLst>
            <pc:docMk/>
            <pc:sldMk cId="1084738940" sldId="316"/>
            <ac:spMk id="10" creationId="{C9996246-EF2D-EDEE-5D70-FF913E45C39E}"/>
          </ac:spMkLst>
        </pc:spChg>
        <pc:spChg chg="mod">
          <ac:chgData name="Somak Das" userId="S::sdas@floridapoly.edu::98cebb13-2fc4-4808-95b9-daeb7e6acc01" providerId="AD" clId="Web-{79F8E7E8-B577-268C-5851-72EF409F746D}" dt="2024-08-23T03:31:21.645" v="23" actId="1076"/>
          <ac:spMkLst>
            <pc:docMk/>
            <pc:sldMk cId="1084738940" sldId="316"/>
            <ac:spMk id="12" creationId="{EDDF90F8-C42A-8935-55C7-1FDF8AB5862F}"/>
          </ac:spMkLst>
        </pc:spChg>
        <pc:spChg chg="mod">
          <ac:chgData name="Somak Das" userId="S::sdas@floridapoly.edu::98cebb13-2fc4-4808-95b9-daeb7e6acc01" providerId="AD" clId="Web-{79F8E7E8-B577-268C-5851-72EF409F746D}" dt="2024-08-23T03:31:21.661" v="24" actId="1076"/>
          <ac:spMkLst>
            <pc:docMk/>
            <pc:sldMk cId="1084738940" sldId="316"/>
            <ac:spMk id="13" creationId="{5344010B-2B0E-72A3-F680-9016EC0E08F8}"/>
          </ac:spMkLst>
        </pc:spChg>
        <pc:picChg chg="mod">
          <ac:chgData name="Somak Das" userId="S::sdas@floridapoly.edu::98cebb13-2fc4-4808-95b9-daeb7e6acc01" providerId="AD" clId="Web-{79F8E7E8-B577-268C-5851-72EF409F746D}" dt="2024-08-23T03:31:21.520" v="21" actId="1076"/>
          <ac:picMkLst>
            <pc:docMk/>
            <pc:sldMk cId="1084738940" sldId="316"/>
            <ac:picMk id="3" creationId="{70C20295-CBAC-364D-A2E2-9468E4CF1BDA}"/>
          </ac:picMkLst>
        </pc:picChg>
        <pc:picChg chg="mod">
          <ac:chgData name="Somak Das" userId="S::sdas@floridapoly.edu::98cebb13-2fc4-4808-95b9-daeb7e6acc01" providerId="AD" clId="Web-{79F8E7E8-B577-268C-5851-72EF409F746D}" dt="2024-08-23T03:31:21.614" v="22" actId="1076"/>
          <ac:picMkLst>
            <pc:docMk/>
            <pc:sldMk cId="1084738940" sldId="316"/>
            <ac:picMk id="11" creationId="{C7939FFA-204B-4C5A-DBFA-47B513F33E46}"/>
          </ac:picMkLst>
        </pc:picChg>
        <pc:cxnChg chg="del">
          <ac:chgData name="Somak Das" userId="S::sdas@floridapoly.edu::98cebb13-2fc4-4808-95b9-daeb7e6acc01" providerId="AD" clId="Web-{79F8E7E8-B577-268C-5851-72EF409F746D}" dt="2024-08-23T03:31:07.410" v="18"/>
          <ac:cxnSpMkLst>
            <pc:docMk/>
            <pc:sldMk cId="1084738940" sldId="316"/>
            <ac:cxnSpMk id="5" creationId="{F5E1DA51-3207-FA34-5512-4D7E7EDBF429}"/>
          </ac:cxnSpMkLst>
        </pc:cxnChg>
        <pc:cxnChg chg="del">
          <ac:chgData name="Somak Das" userId="S::sdas@floridapoly.edu::98cebb13-2fc4-4808-95b9-daeb7e6acc01" providerId="AD" clId="Web-{79F8E7E8-B577-268C-5851-72EF409F746D}" dt="2024-08-23T03:31:10.160" v="19"/>
          <ac:cxnSpMkLst>
            <pc:docMk/>
            <pc:sldMk cId="1084738940" sldId="316"/>
            <ac:cxnSpMk id="7" creationId="{840CDFCC-E13B-7867-6F04-2CC89D1BEC3B}"/>
          </ac:cxnSpMkLst>
        </pc:cxnChg>
      </pc:sldChg>
      <pc:sldChg chg="addSp modSp mod setBg">
        <pc:chgData name="Somak Das" userId="S::sdas@floridapoly.edu::98cebb13-2fc4-4808-95b9-daeb7e6acc01" providerId="AD" clId="Web-{79F8E7E8-B577-268C-5851-72EF409F746D}" dt="2024-08-23T03:15:08.808" v="0"/>
        <pc:sldMkLst>
          <pc:docMk/>
          <pc:sldMk cId="4139804777" sldId="330"/>
        </pc:sldMkLst>
        <pc:spChg chg="mod">
          <ac:chgData name="Somak Das" userId="S::sdas@floridapoly.edu::98cebb13-2fc4-4808-95b9-daeb7e6acc01" providerId="AD" clId="Web-{79F8E7E8-B577-268C-5851-72EF409F746D}" dt="2024-08-23T03:15:08.808" v="0"/>
          <ac:spMkLst>
            <pc:docMk/>
            <pc:sldMk cId="4139804777" sldId="330"/>
            <ac:spMk id="2" creationId="{B06250C4-E1A1-1705-FB6B-F7AD559456C6}"/>
          </ac:spMkLst>
        </pc:spChg>
        <pc:spChg chg="mod">
          <ac:chgData name="Somak Das" userId="S::sdas@floridapoly.edu::98cebb13-2fc4-4808-95b9-daeb7e6acc01" providerId="AD" clId="Web-{79F8E7E8-B577-268C-5851-72EF409F746D}" dt="2024-08-23T03:15:08.808" v="0"/>
          <ac:spMkLst>
            <pc:docMk/>
            <pc:sldMk cId="4139804777" sldId="330"/>
            <ac:spMk id="3" creationId="{799B180D-4364-B046-CF85-E1C85B403559}"/>
          </ac:spMkLst>
        </pc:spChg>
        <pc:spChg chg="add">
          <ac:chgData name="Somak Das" userId="S::sdas@floridapoly.edu::98cebb13-2fc4-4808-95b9-daeb7e6acc01" providerId="AD" clId="Web-{79F8E7E8-B577-268C-5851-72EF409F746D}" dt="2024-08-23T03:15:08.808" v="0"/>
          <ac:spMkLst>
            <pc:docMk/>
            <pc:sldMk cId="4139804777" sldId="330"/>
            <ac:spMk id="8" creationId="{09588DA8-065E-4F6F-8EFD-43104AB2E0CF}"/>
          </ac:spMkLst>
        </pc:spChg>
        <pc:spChg chg="add">
          <ac:chgData name="Somak Das" userId="S::sdas@floridapoly.edu::98cebb13-2fc4-4808-95b9-daeb7e6acc01" providerId="AD" clId="Web-{79F8E7E8-B577-268C-5851-72EF409F746D}" dt="2024-08-23T03:15:08.808" v="0"/>
          <ac:spMkLst>
            <pc:docMk/>
            <pc:sldMk cId="4139804777" sldId="330"/>
            <ac:spMk id="10" creationId="{C4285719-470E-454C-AF62-8323075F1F5B}"/>
          </ac:spMkLst>
        </pc:spChg>
        <pc:spChg chg="add">
          <ac:chgData name="Somak Das" userId="S::sdas@floridapoly.edu::98cebb13-2fc4-4808-95b9-daeb7e6acc01" providerId="AD" clId="Web-{79F8E7E8-B577-268C-5851-72EF409F746D}" dt="2024-08-23T03:15:08.808" v="0"/>
          <ac:spMkLst>
            <pc:docMk/>
            <pc:sldMk cId="4139804777" sldId="330"/>
            <ac:spMk id="12" creationId="{CD9FE4EF-C4D8-49A0-B2FF-81D8DB7D8A24}"/>
          </ac:spMkLst>
        </pc:spChg>
        <pc:spChg chg="add">
          <ac:chgData name="Somak Das" userId="S::sdas@floridapoly.edu::98cebb13-2fc4-4808-95b9-daeb7e6acc01" providerId="AD" clId="Web-{79F8E7E8-B577-268C-5851-72EF409F746D}" dt="2024-08-23T03:15:08.808" v="0"/>
          <ac:spMkLst>
            <pc:docMk/>
            <pc:sldMk cId="4139804777" sldId="330"/>
            <ac:spMk id="14" creationId="{4300840D-0A0B-4512-BACA-B439D5B9C57C}"/>
          </ac:spMkLst>
        </pc:spChg>
        <pc:spChg chg="add">
          <ac:chgData name="Somak Das" userId="S::sdas@floridapoly.edu::98cebb13-2fc4-4808-95b9-daeb7e6acc01" providerId="AD" clId="Web-{79F8E7E8-B577-268C-5851-72EF409F746D}" dt="2024-08-23T03:15:08.808" v="0"/>
          <ac:spMkLst>
            <pc:docMk/>
            <pc:sldMk cId="4139804777" sldId="330"/>
            <ac:spMk id="16" creationId="{D2B78728-A580-49A7-84F9-6EF6F583ADE0}"/>
          </ac:spMkLst>
        </pc:spChg>
        <pc:spChg chg="add">
          <ac:chgData name="Somak Das" userId="S::sdas@floridapoly.edu::98cebb13-2fc4-4808-95b9-daeb7e6acc01" providerId="AD" clId="Web-{79F8E7E8-B577-268C-5851-72EF409F746D}" dt="2024-08-23T03:15:08.808" v="0"/>
          <ac:spMkLst>
            <pc:docMk/>
            <pc:sldMk cId="4139804777" sldId="330"/>
            <ac:spMk id="18" creationId="{38FAA1A1-D861-433F-88FA-1E9D6FD31D11}"/>
          </ac:spMkLst>
        </pc:spChg>
        <pc:spChg chg="add">
          <ac:chgData name="Somak Das" userId="S::sdas@floridapoly.edu::98cebb13-2fc4-4808-95b9-daeb7e6acc01" providerId="AD" clId="Web-{79F8E7E8-B577-268C-5851-72EF409F746D}" dt="2024-08-23T03:15:08.808" v="0"/>
          <ac:spMkLst>
            <pc:docMk/>
            <pc:sldMk cId="4139804777" sldId="330"/>
            <ac:spMk id="20" creationId="{8D71EDA1-87BF-4D5D-AB79-F346FD19278A}"/>
          </ac:spMkLst>
        </pc:spChg>
      </pc:sldChg>
      <pc:sldChg chg="addSp delSp modSp mod setBg">
        <pc:chgData name="Somak Das" userId="S::sdas@floridapoly.edu::98cebb13-2fc4-4808-95b9-daeb7e6acc01" providerId="AD" clId="Web-{79F8E7E8-B577-268C-5851-72EF409F746D}" dt="2024-08-23T04:24:23.341" v="171" actId="20577"/>
        <pc:sldMkLst>
          <pc:docMk/>
          <pc:sldMk cId="2289991728" sldId="342"/>
        </pc:sldMkLst>
        <pc:spChg chg="mod">
          <ac:chgData name="Somak Das" userId="S::sdas@floridapoly.edu::98cebb13-2fc4-4808-95b9-daeb7e6acc01" providerId="AD" clId="Web-{79F8E7E8-B577-268C-5851-72EF409F746D}" dt="2024-08-23T04:11:58.586" v="100" actId="1076"/>
          <ac:spMkLst>
            <pc:docMk/>
            <pc:sldMk cId="2289991728" sldId="342"/>
            <ac:spMk id="2" creationId="{4D3BEB11-28D7-C522-E5E9-6807A609E96E}"/>
          </ac:spMkLst>
        </pc:spChg>
        <pc:spChg chg="mod">
          <ac:chgData name="Somak Das" userId="S::sdas@floridapoly.edu::98cebb13-2fc4-4808-95b9-daeb7e6acc01" providerId="AD" clId="Web-{79F8E7E8-B577-268C-5851-72EF409F746D}" dt="2024-08-23T04:24:23.341" v="171" actId="20577"/>
          <ac:spMkLst>
            <pc:docMk/>
            <pc:sldMk cId="2289991728" sldId="342"/>
            <ac:spMk id="3" creationId="{78D6B0DC-8DDB-A7DA-E1AC-AD2D78ED7DCB}"/>
          </ac:spMkLst>
        </pc:spChg>
        <pc:spChg chg="mod">
          <ac:chgData name="Somak Das" userId="S::sdas@floridapoly.edu::98cebb13-2fc4-4808-95b9-daeb7e6acc01" providerId="AD" clId="Web-{79F8E7E8-B577-268C-5851-72EF409F746D}" dt="2024-08-23T03:18:12.125" v="14"/>
          <ac:spMkLst>
            <pc:docMk/>
            <pc:sldMk cId="2289991728" sldId="342"/>
            <ac:spMk id="5" creationId="{B96204FE-9C6F-5343-F85F-65A423684DD6}"/>
          </ac:spMkLst>
        </pc:spChg>
        <pc:spChg chg="mod">
          <ac:chgData name="Somak Das" userId="S::sdas@floridapoly.edu::98cebb13-2fc4-4808-95b9-daeb7e6acc01" providerId="AD" clId="Web-{79F8E7E8-B577-268C-5851-72EF409F746D}" dt="2024-08-23T03:18:12.125" v="14"/>
          <ac:spMkLst>
            <pc:docMk/>
            <pc:sldMk cId="2289991728" sldId="342"/>
            <ac:spMk id="6" creationId="{59F31D2D-1E0A-2AD5-0E1B-6A9A84FE5678}"/>
          </ac:spMkLst>
        </pc:spChg>
        <pc:spChg chg="mod">
          <ac:chgData name="Somak Das" userId="S::sdas@floridapoly.edu::98cebb13-2fc4-4808-95b9-daeb7e6acc01" providerId="AD" clId="Web-{79F8E7E8-B577-268C-5851-72EF409F746D}" dt="2024-08-23T03:18:12.125" v="14"/>
          <ac:spMkLst>
            <pc:docMk/>
            <pc:sldMk cId="2289991728" sldId="342"/>
            <ac:spMk id="7" creationId="{1BB92166-AF64-9330-499B-3DD3A9FEB2D6}"/>
          </ac:spMkLst>
        </pc:spChg>
        <pc:spChg chg="mod">
          <ac:chgData name="Somak Das" userId="S::sdas@floridapoly.edu::98cebb13-2fc4-4808-95b9-daeb7e6acc01" providerId="AD" clId="Web-{79F8E7E8-B577-268C-5851-72EF409F746D}" dt="2024-08-23T03:18:12.125" v="14"/>
          <ac:spMkLst>
            <pc:docMk/>
            <pc:sldMk cId="2289991728" sldId="342"/>
            <ac:spMk id="8" creationId="{FD368431-689F-C080-9710-D6A633581BEA}"/>
          </ac:spMkLst>
        </pc:spChg>
        <pc:spChg chg="mod">
          <ac:chgData name="Somak Das" userId="S::sdas@floridapoly.edu::98cebb13-2fc4-4808-95b9-daeb7e6acc01" providerId="AD" clId="Web-{79F8E7E8-B577-268C-5851-72EF409F746D}" dt="2024-08-23T03:18:12.125" v="14"/>
          <ac:spMkLst>
            <pc:docMk/>
            <pc:sldMk cId="2289991728" sldId="342"/>
            <ac:spMk id="9" creationId="{4F1F5C71-9BD7-4BE7-2E98-F91032FE3F53}"/>
          </ac:spMkLst>
        </pc:spChg>
        <pc:spChg chg="mod">
          <ac:chgData name="Somak Das" userId="S::sdas@floridapoly.edu::98cebb13-2fc4-4808-95b9-daeb7e6acc01" providerId="AD" clId="Web-{79F8E7E8-B577-268C-5851-72EF409F746D}" dt="2024-08-23T03:18:12.125" v="14"/>
          <ac:spMkLst>
            <pc:docMk/>
            <pc:sldMk cId="2289991728" sldId="342"/>
            <ac:spMk id="10" creationId="{A707EC8C-E26B-DF9F-5CB5-FD4D70A6A1BA}"/>
          </ac:spMkLst>
        </pc:spChg>
        <pc:spChg chg="mod">
          <ac:chgData name="Somak Das" userId="S::sdas@floridapoly.edu::98cebb13-2fc4-4808-95b9-daeb7e6acc01" providerId="AD" clId="Web-{79F8E7E8-B577-268C-5851-72EF409F746D}" dt="2024-08-23T03:18:12.125" v="14"/>
          <ac:spMkLst>
            <pc:docMk/>
            <pc:sldMk cId="2289991728" sldId="342"/>
            <ac:spMk id="11" creationId="{D0658B09-856C-5FEC-DDA6-FF4A45529DE8}"/>
          </ac:spMkLst>
        </pc:spChg>
        <pc:spChg chg="mod">
          <ac:chgData name="Somak Das" userId="S::sdas@floridapoly.edu::98cebb13-2fc4-4808-95b9-daeb7e6acc01" providerId="AD" clId="Web-{79F8E7E8-B577-268C-5851-72EF409F746D}" dt="2024-08-23T03:18:12.125" v="14"/>
          <ac:spMkLst>
            <pc:docMk/>
            <pc:sldMk cId="2289991728" sldId="342"/>
            <ac:spMk id="12" creationId="{8CE11F0D-E556-2600-F436-C4BA1A646F49}"/>
          </ac:spMkLst>
        </pc:spChg>
        <pc:spChg chg="mod">
          <ac:chgData name="Somak Das" userId="S::sdas@floridapoly.edu::98cebb13-2fc4-4808-95b9-daeb7e6acc01" providerId="AD" clId="Web-{79F8E7E8-B577-268C-5851-72EF409F746D}" dt="2024-08-23T03:18:12.125" v="14"/>
          <ac:spMkLst>
            <pc:docMk/>
            <pc:sldMk cId="2289991728" sldId="342"/>
            <ac:spMk id="13" creationId="{89AF9DC8-0C83-B1FE-F703-C0D1C9E57227}"/>
          </ac:spMkLst>
        </pc:spChg>
        <pc:spChg chg="mod">
          <ac:chgData name="Somak Das" userId="S::sdas@floridapoly.edu::98cebb13-2fc4-4808-95b9-daeb7e6acc01" providerId="AD" clId="Web-{79F8E7E8-B577-268C-5851-72EF409F746D}" dt="2024-08-23T03:18:12.125" v="14"/>
          <ac:spMkLst>
            <pc:docMk/>
            <pc:sldMk cId="2289991728" sldId="342"/>
            <ac:spMk id="14" creationId="{10B8CD3B-DEEE-32C2-2F5F-F40583F76484}"/>
          </ac:spMkLst>
        </pc:spChg>
        <pc:spChg chg="mod">
          <ac:chgData name="Somak Das" userId="S::sdas@floridapoly.edu::98cebb13-2fc4-4808-95b9-daeb7e6acc01" providerId="AD" clId="Web-{79F8E7E8-B577-268C-5851-72EF409F746D}" dt="2024-08-23T03:18:12.125" v="14"/>
          <ac:spMkLst>
            <pc:docMk/>
            <pc:sldMk cId="2289991728" sldId="342"/>
            <ac:spMk id="15" creationId="{9E945400-C1D8-DD2A-0700-686F4F50E1E0}"/>
          </ac:spMkLst>
        </pc:spChg>
        <pc:spChg chg="mod">
          <ac:chgData name="Somak Das" userId="S::sdas@floridapoly.edu::98cebb13-2fc4-4808-95b9-daeb7e6acc01" providerId="AD" clId="Web-{79F8E7E8-B577-268C-5851-72EF409F746D}" dt="2024-08-23T03:18:12.125" v="14"/>
          <ac:spMkLst>
            <pc:docMk/>
            <pc:sldMk cId="2289991728" sldId="342"/>
            <ac:spMk id="16" creationId="{28E29AED-0E93-7FEC-D7B5-0CE8DB131A0E}"/>
          </ac:spMkLst>
        </pc:spChg>
        <pc:spChg chg="mod">
          <ac:chgData name="Somak Das" userId="S::sdas@floridapoly.edu::98cebb13-2fc4-4808-95b9-daeb7e6acc01" providerId="AD" clId="Web-{79F8E7E8-B577-268C-5851-72EF409F746D}" dt="2024-08-23T03:18:12.125" v="14"/>
          <ac:spMkLst>
            <pc:docMk/>
            <pc:sldMk cId="2289991728" sldId="342"/>
            <ac:spMk id="17" creationId="{94D70FB3-6C0B-849B-A27C-8F1142A02E7C}"/>
          </ac:spMkLst>
        </pc:spChg>
        <pc:spChg chg="mod">
          <ac:chgData name="Somak Das" userId="S::sdas@floridapoly.edu::98cebb13-2fc4-4808-95b9-daeb7e6acc01" providerId="AD" clId="Web-{79F8E7E8-B577-268C-5851-72EF409F746D}" dt="2024-08-23T03:18:12.125" v="14"/>
          <ac:spMkLst>
            <pc:docMk/>
            <pc:sldMk cId="2289991728" sldId="342"/>
            <ac:spMk id="18" creationId="{C2D16203-EE7A-880C-03DD-780AA06BBE85}"/>
          </ac:spMkLst>
        </pc:spChg>
        <pc:spChg chg="add">
          <ac:chgData name="Somak Das" userId="S::sdas@floridapoly.edu::98cebb13-2fc4-4808-95b9-daeb7e6acc01" providerId="AD" clId="Web-{79F8E7E8-B577-268C-5851-72EF409F746D}" dt="2024-08-23T03:18:12.125" v="14"/>
          <ac:spMkLst>
            <pc:docMk/>
            <pc:sldMk cId="2289991728" sldId="342"/>
            <ac:spMk id="2052" creationId="{53B021B3-DE93-4AB7-8A18-CF5F1CED88B8}"/>
          </ac:spMkLst>
        </pc:spChg>
        <pc:spChg chg="add">
          <ac:chgData name="Somak Das" userId="S::sdas@floridapoly.edu::98cebb13-2fc4-4808-95b9-daeb7e6acc01" providerId="AD" clId="Web-{79F8E7E8-B577-268C-5851-72EF409F746D}" dt="2024-08-23T03:18:12.125" v="14"/>
          <ac:spMkLst>
            <pc:docMk/>
            <pc:sldMk cId="2289991728" sldId="342"/>
            <ac:spMk id="2053" creationId="{52D502E5-F6B4-4D58-B4AE-FC466FF15EE8}"/>
          </ac:spMkLst>
        </pc:spChg>
        <pc:spChg chg="add">
          <ac:chgData name="Somak Das" userId="S::sdas@floridapoly.edu::98cebb13-2fc4-4808-95b9-daeb7e6acc01" providerId="AD" clId="Web-{79F8E7E8-B577-268C-5851-72EF409F746D}" dt="2024-08-23T03:18:12.125" v="14"/>
          <ac:spMkLst>
            <pc:docMk/>
            <pc:sldMk cId="2289991728" sldId="342"/>
            <ac:spMk id="2054" creationId="{9DECDBF4-02B6-4BB4-B65B-B8107AD6A9E8}"/>
          </ac:spMkLst>
        </pc:spChg>
        <pc:spChg chg="add del">
          <ac:chgData name="Somak Das" userId="S::sdas@floridapoly.edu::98cebb13-2fc4-4808-95b9-daeb7e6acc01" providerId="AD" clId="Web-{79F8E7E8-B577-268C-5851-72EF409F746D}" dt="2024-08-23T03:18:05.187" v="13"/>
          <ac:spMkLst>
            <pc:docMk/>
            <pc:sldMk cId="2289991728" sldId="342"/>
            <ac:spMk id="2055" creationId="{53B021B3-DE93-4AB7-8A18-CF5F1CED88B8}"/>
          </ac:spMkLst>
        </pc:spChg>
        <pc:spChg chg="add del">
          <ac:chgData name="Somak Das" userId="S::sdas@floridapoly.edu::98cebb13-2fc4-4808-95b9-daeb7e6acc01" providerId="AD" clId="Web-{79F8E7E8-B577-268C-5851-72EF409F746D}" dt="2024-08-23T03:18:05.187" v="13"/>
          <ac:spMkLst>
            <pc:docMk/>
            <pc:sldMk cId="2289991728" sldId="342"/>
            <ac:spMk id="2057" creationId="{52D502E5-F6B4-4D58-B4AE-FC466FF15EE8}"/>
          </ac:spMkLst>
        </pc:spChg>
        <pc:spChg chg="add del">
          <ac:chgData name="Somak Das" userId="S::sdas@floridapoly.edu::98cebb13-2fc4-4808-95b9-daeb7e6acc01" providerId="AD" clId="Web-{79F8E7E8-B577-268C-5851-72EF409F746D}" dt="2024-08-23T03:18:05.187" v="13"/>
          <ac:spMkLst>
            <pc:docMk/>
            <pc:sldMk cId="2289991728" sldId="342"/>
            <ac:spMk id="2059" creationId="{9DECDBF4-02B6-4BB4-B65B-B8107AD6A9E8}"/>
          </ac:spMkLst>
        </pc:spChg>
        <pc:picChg chg="mod">
          <ac:chgData name="Somak Das" userId="S::sdas@floridapoly.edu::98cebb13-2fc4-4808-95b9-daeb7e6acc01" providerId="AD" clId="Web-{79F8E7E8-B577-268C-5851-72EF409F746D}" dt="2024-08-23T03:18:12.125" v="14"/>
          <ac:picMkLst>
            <pc:docMk/>
            <pc:sldMk cId="2289991728" sldId="342"/>
            <ac:picMk id="2050" creationId="{F0000F2B-3F9A-7DCF-159C-00F49788EE61}"/>
          </ac:picMkLst>
        </pc:picChg>
      </pc:sldChg>
      <pc:sldChg chg="addSp modSp mod setBg">
        <pc:chgData name="Somak Das" userId="S::sdas@floridapoly.edu::98cebb13-2fc4-4808-95b9-daeb7e6acc01" providerId="AD" clId="Web-{79F8E7E8-B577-268C-5851-72EF409F746D}" dt="2024-08-23T03:58:03.126" v="61" actId="20577"/>
        <pc:sldMkLst>
          <pc:docMk/>
          <pc:sldMk cId="1970439454" sldId="348"/>
        </pc:sldMkLst>
        <pc:spChg chg="mod">
          <ac:chgData name="Somak Das" userId="S::sdas@floridapoly.edu::98cebb13-2fc4-4808-95b9-daeb7e6acc01" providerId="AD" clId="Web-{79F8E7E8-B577-268C-5851-72EF409F746D}" dt="2024-08-23T03:17:36.827" v="9"/>
          <ac:spMkLst>
            <pc:docMk/>
            <pc:sldMk cId="1970439454" sldId="348"/>
            <ac:spMk id="2" creationId="{D8FC10D9-B21A-86E8-C7F2-EC270636ABF2}"/>
          </ac:spMkLst>
        </pc:spChg>
        <pc:spChg chg="mod">
          <ac:chgData name="Somak Das" userId="S::sdas@floridapoly.edu::98cebb13-2fc4-4808-95b9-daeb7e6acc01" providerId="AD" clId="Web-{79F8E7E8-B577-268C-5851-72EF409F746D}" dt="2024-08-23T03:58:03.126" v="61" actId="20577"/>
          <ac:spMkLst>
            <pc:docMk/>
            <pc:sldMk cId="1970439454" sldId="348"/>
            <ac:spMk id="3" creationId="{F285B28E-72AD-AF1D-30A6-84208CFFAB4E}"/>
          </ac:spMkLst>
        </pc:spChg>
        <pc:spChg chg="add">
          <ac:chgData name="Somak Das" userId="S::sdas@floridapoly.edu::98cebb13-2fc4-4808-95b9-daeb7e6acc01" providerId="AD" clId="Web-{79F8E7E8-B577-268C-5851-72EF409F746D}" dt="2024-08-23T03:17:36.827" v="9"/>
          <ac:spMkLst>
            <pc:docMk/>
            <pc:sldMk cId="1970439454" sldId="348"/>
            <ac:spMk id="8" creationId="{09588DA8-065E-4F6F-8EFD-43104AB2E0CF}"/>
          </ac:spMkLst>
        </pc:spChg>
        <pc:spChg chg="add">
          <ac:chgData name="Somak Das" userId="S::sdas@floridapoly.edu::98cebb13-2fc4-4808-95b9-daeb7e6acc01" providerId="AD" clId="Web-{79F8E7E8-B577-268C-5851-72EF409F746D}" dt="2024-08-23T03:17:36.827" v="9"/>
          <ac:spMkLst>
            <pc:docMk/>
            <pc:sldMk cId="1970439454" sldId="348"/>
            <ac:spMk id="10" creationId="{C4285719-470E-454C-AF62-8323075F1F5B}"/>
          </ac:spMkLst>
        </pc:spChg>
        <pc:spChg chg="add">
          <ac:chgData name="Somak Das" userId="S::sdas@floridapoly.edu::98cebb13-2fc4-4808-95b9-daeb7e6acc01" providerId="AD" clId="Web-{79F8E7E8-B577-268C-5851-72EF409F746D}" dt="2024-08-23T03:17:36.827" v="9"/>
          <ac:spMkLst>
            <pc:docMk/>
            <pc:sldMk cId="1970439454" sldId="348"/>
            <ac:spMk id="12" creationId="{CD9FE4EF-C4D8-49A0-B2FF-81D8DB7D8A24}"/>
          </ac:spMkLst>
        </pc:spChg>
        <pc:spChg chg="add">
          <ac:chgData name="Somak Das" userId="S::sdas@floridapoly.edu::98cebb13-2fc4-4808-95b9-daeb7e6acc01" providerId="AD" clId="Web-{79F8E7E8-B577-268C-5851-72EF409F746D}" dt="2024-08-23T03:17:36.827" v="9"/>
          <ac:spMkLst>
            <pc:docMk/>
            <pc:sldMk cId="1970439454" sldId="348"/>
            <ac:spMk id="14" creationId="{4300840D-0A0B-4512-BACA-B439D5B9C57C}"/>
          </ac:spMkLst>
        </pc:spChg>
        <pc:spChg chg="add">
          <ac:chgData name="Somak Das" userId="S::sdas@floridapoly.edu::98cebb13-2fc4-4808-95b9-daeb7e6acc01" providerId="AD" clId="Web-{79F8E7E8-B577-268C-5851-72EF409F746D}" dt="2024-08-23T03:17:36.827" v="9"/>
          <ac:spMkLst>
            <pc:docMk/>
            <pc:sldMk cId="1970439454" sldId="348"/>
            <ac:spMk id="16" creationId="{D2B78728-A580-49A7-84F9-6EF6F583ADE0}"/>
          </ac:spMkLst>
        </pc:spChg>
        <pc:spChg chg="add">
          <ac:chgData name="Somak Das" userId="S::sdas@floridapoly.edu::98cebb13-2fc4-4808-95b9-daeb7e6acc01" providerId="AD" clId="Web-{79F8E7E8-B577-268C-5851-72EF409F746D}" dt="2024-08-23T03:17:36.827" v="9"/>
          <ac:spMkLst>
            <pc:docMk/>
            <pc:sldMk cId="1970439454" sldId="348"/>
            <ac:spMk id="18" creationId="{38FAA1A1-D861-433F-88FA-1E9D6FD31D11}"/>
          </ac:spMkLst>
        </pc:spChg>
        <pc:spChg chg="add">
          <ac:chgData name="Somak Das" userId="S::sdas@floridapoly.edu::98cebb13-2fc4-4808-95b9-daeb7e6acc01" providerId="AD" clId="Web-{79F8E7E8-B577-268C-5851-72EF409F746D}" dt="2024-08-23T03:17:36.827" v="9"/>
          <ac:spMkLst>
            <pc:docMk/>
            <pc:sldMk cId="1970439454" sldId="348"/>
            <ac:spMk id="20" creationId="{8D71EDA1-87BF-4D5D-AB79-F346FD19278A}"/>
          </ac:spMkLst>
        </pc:spChg>
      </pc:sldChg>
      <pc:sldChg chg="modSp del">
        <pc:chgData name="Somak Das" userId="S::sdas@floridapoly.edu::98cebb13-2fc4-4808-95b9-daeb7e6acc01" providerId="AD" clId="Web-{79F8E7E8-B577-268C-5851-72EF409F746D}" dt="2024-08-23T03:16:19.263" v="2"/>
        <pc:sldMkLst>
          <pc:docMk/>
          <pc:sldMk cId="438380780" sldId="385"/>
        </pc:sldMkLst>
        <pc:spChg chg="mod">
          <ac:chgData name="Somak Das" userId="S::sdas@floridapoly.edu::98cebb13-2fc4-4808-95b9-daeb7e6acc01" providerId="AD" clId="Web-{79F8E7E8-B577-268C-5851-72EF409F746D}" dt="2024-08-23T03:16:17.575" v="1" actId="20577"/>
          <ac:spMkLst>
            <pc:docMk/>
            <pc:sldMk cId="438380780" sldId="385"/>
            <ac:spMk id="3" creationId="{E2ADC5D7-6603-DD44-46FE-8F78F40CF0BD}"/>
          </ac:spMkLst>
        </pc:spChg>
      </pc:sldChg>
    </pc:docChg>
  </pc:docChgLst>
  <pc:docChgLst>
    <pc:chgData name="Somak Das" userId="S::sdas@floridapoly.edu::98cebb13-2fc4-4808-95b9-daeb7e6acc01" providerId="AD" clId="Web-{A141FFCA-DD91-1DB8-0189-C3442E7E85C7}"/>
    <pc:docChg chg="modSld">
      <pc:chgData name="Somak Das" userId="S::sdas@floridapoly.edu::98cebb13-2fc4-4808-95b9-daeb7e6acc01" providerId="AD" clId="Web-{A141FFCA-DD91-1DB8-0189-C3442E7E85C7}" dt="2024-09-10T00:44:33.441" v="106" actId="1076"/>
      <pc:docMkLst>
        <pc:docMk/>
      </pc:docMkLst>
      <pc:sldChg chg="modSp">
        <pc:chgData name="Somak Das" userId="S::sdas@floridapoly.edu::98cebb13-2fc4-4808-95b9-daeb7e6acc01" providerId="AD" clId="Web-{A141FFCA-DD91-1DB8-0189-C3442E7E85C7}" dt="2024-09-10T00:44:33.441" v="106" actId="1076"/>
        <pc:sldMkLst>
          <pc:docMk/>
          <pc:sldMk cId="4026378510" sldId="366"/>
        </pc:sldMkLst>
        <pc:spChg chg="mod">
          <ac:chgData name="Somak Das" userId="S::sdas@floridapoly.edu::98cebb13-2fc4-4808-95b9-daeb7e6acc01" providerId="AD" clId="Web-{A141FFCA-DD91-1DB8-0189-C3442E7E85C7}" dt="2024-09-10T00:44:20.159" v="104" actId="20577"/>
          <ac:spMkLst>
            <pc:docMk/>
            <pc:sldMk cId="4026378510" sldId="366"/>
            <ac:spMk id="3" creationId="{78D6B0DC-8DDB-A7DA-E1AC-AD2D78ED7DCB}"/>
          </ac:spMkLst>
        </pc:spChg>
        <pc:picChg chg="mod">
          <ac:chgData name="Somak Das" userId="S::sdas@floridapoly.edu::98cebb13-2fc4-4808-95b9-daeb7e6acc01" providerId="AD" clId="Web-{A141FFCA-DD91-1DB8-0189-C3442E7E85C7}" dt="2024-09-10T00:44:33.441" v="106" actId="1076"/>
          <ac:picMkLst>
            <pc:docMk/>
            <pc:sldMk cId="4026378510" sldId="366"/>
            <ac:picMk id="16" creationId="{4F334977-0BD6-6E1B-2299-19AAB5F0A57B}"/>
          </ac:picMkLst>
        </pc:picChg>
      </pc:sldChg>
      <pc:sldChg chg="modSp">
        <pc:chgData name="Somak Das" userId="S::sdas@floridapoly.edu::98cebb13-2fc4-4808-95b9-daeb7e6acc01" providerId="AD" clId="Web-{A141FFCA-DD91-1DB8-0189-C3442E7E85C7}" dt="2024-09-10T00:42:43.669" v="98" actId="1076"/>
        <pc:sldMkLst>
          <pc:docMk/>
          <pc:sldMk cId="2079027889" sldId="369"/>
        </pc:sldMkLst>
        <pc:spChg chg="mod">
          <ac:chgData name="Somak Das" userId="S::sdas@floridapoly.edu::98cebb13-2fc4-4808-95b9-daeb7e6acc01" providerId="AD" clId="Web-{A141FFCA-DD91-1DB8-0189-C3442E7E85C7}" dt="2024-09-10T00:42:27.324" v="92" actId="20577"/>
          <ac:spMkLst>
            <pc:docMk/>
            <pc:sldMk cId="2079027889" sldId="369"/>
            <ac:spMk id="3" creationId="{10AD0E58-93FB-6A47-493C-616E6D59704E}"/>
          </ac:spMkLst>
        </pc:spChg>
        <pc:picChg chg="mod">
          <ac:chgData name="Somak Das" userId="S::sdas@floridapoly.edu::98cebb13-2fc4-4808-95b9-daeb7e6acc01" providerId="AD" clId="Web-{A141FFCA-DD91-1DB8-0189-C3442E7E85C7}" dt="2024-09-10T00:42:43.669" v="98" actId="1076"/>
          <ac:picMkLst>
            <pc:docMk/>
            <pc:sldMk cId="2079027889" sldId="369"/>
            <ac:picMk id="9" creationId="{FA24FF5C-1E27-EF8D-1247-D801F07A3A86}"/>
          </ac:picMkLst>
        </pc:picChg>
        <pc:picChg chg="mod">
          <ac:chgData name="Somak Das" userId="S::sdas@floridapoly.edu::98cebb13-2fc4-4808-95b9-daeb7e6acc01" providerId="AD" clId="Web-{A141FFCA-DD91-1DB8-0189-C3442E7E85C7}" dt="2024-09-10T00:42:36.965" v="94" actId="1076"/>
          <ac:picMkLst>
            <pc:docMk/>
            <pc:sldMk cId="2079027889" sldId="369"/>
            <ac:picMk id="10" creationId="{36811DD9-DD55-2B88-0E59-03FBDEBA3E88}"/>
          </ac:picMkLst>
        </pc:picChg>
        <pc:picChg chg="mod">
          <ac:chgData name="Somak Das" userId="S::sdas@floridapoly.edu::98cebb13-2fc4-4808-95b9-daeb7e6acc01" providerId="AD" clId="Web-{A141FFCA-DD91-1DB8-0189-C3442E7E85C7}" dt="2024-09-10T00:42:36.981" v="95" actId="1076"/>
          <ac:picMkLst>
            <pc:docMk/>
            <pc:sldMk cId="2079027889" sldId="369"/>
            <ac:picMk id="11" creationId="{68E480E0-FA87-048B-6A65-3BDB885AEE62}"/>
          </ac:picMkLst>
        </pc:picChg>
        <pc:picChg chg="mod">
          <ac:chgData name="Somak Das" userId="S::sdas@floridapoly.edu::98cebb13-2fc4-4808-95b9-daeb7e6acc01" providerId="AD" clId="Web-{A141FFCA-DD91-1DB8-0189-C3442E7E85C7}" dt="2024-09-10T00:42:36.997" v="96" actId="1076"/>
          <ac:picMkLst>
            <pc:docMk/>
            <pc:sldMk cId="2079027889" sldId="369"/>
            <ac:picMk id="12" creationId="{496A5813-B92D-B3F7-9F44-0A2FBF8ACB36}"/>
          </ac:picMkLst>
        </pc:picChg>
        <pc:picChg chg="mod">
          <ac:chgData name="Somak Das" userId="S::sdas@floridapoly.edu::98cebb13-2fc4-4808-95b9-daeb7e6acc01" providerId="AD" clId="Web-{A141FFCA-DD91-1DB8-0189-C3442E7E85C7}" dt="2024-09-10T00:42:36.997" v="97" actId="1076"/>
          <ac:picMkLst>
            <pc:docMk/>
            <pc:sldMk cId="2079027889" sldId="369"/>
            <ac:picMk id="13" creationId="{72FDCAA7-B1B0-CD47-E511-D98BFE6F87C3}"/>
          </ac:picMkLst>
        </pc:picChg>
      </pc:sldChg>
      <pc:sldChg chg="modSp">
        <pc:chgData name="Somak Das" userId="S::sdas@floridapoly.edu::98cebb13-2fc4-4808-95b9-daeb7e6acc01" providerId="AD" clId="Web-{A141FFCA-DD91-1DB8-0189-C3442E7E85C7}" dt="2024-09-09T17:56:57.278" v="22" actId="20577"/>
        <pc:sldMkLst>
          <pc:docMk/>
          <pc:sldMk cId="124241174" sldId="370"/>
        </pc:sldMkLst>
        <pc:spChg chg="mod">
          <ac:chgData name="Somak Das" userId="S::sdas@floridapoly.edu::98cebb13-2fc4-4808-95b9-daeb7e6acc01" providerId="AD" clId="Web-{A141FFCA-DD91-1DB8-0189-C3442E7E85C7}" dt="2024-09-09T17:56:57.278" v="22" actId="20577"/>
          <ac:spMkLst>
            <pc:docMk/>
            <pc:sldMk cId="124241174" sldId="370"/>
            <ac:spMk id="3" creationId="{10AD0E58-93FB-6A47-493C-616E6D59704E}"/>
          </ac:spMkLst>
        </pc:spChg>
      </pc:sldChg>
    </pc:docChg>
  </pc:docChgLst>
  <pc:docChgLst>
    <pc:chgData name="Somak Das" userId="S::sdas@floridapoly.edu::98cebb13-2fc4-4808-95b9-daeb7e6acc01" providerId="AD" clId="Web-{9F7835E1-82E8-9B44-F68C-F391976B3730}"/>
    <pc:docChg chg="modSld">
      <pc:chgData name="Somak Das" userId="S::sdas@floridapoly.edu::98cebb13-2fc4-4808-95b9-daeb7e6acc01" providerId="AD" clId="Web-{9F7835E1-82E8-9B44-F68C-F391976B3730}" dt="2024-08-22T17:22:12.317" v="5" actId="1076"/>
      <pc:docMkLst>
        <pc:docMk/>
      </pc:docMkLst>
      <pc:sldChg chg="addSp modSp mod setBg">
        <pc:chgData name="Somak Das" userId="S::sdas@floridapoly.edu::98cebb13-2fc4-4808-95b9-daeb7e6acc01" providerId="AD" clId="Web-{9F7835E1-82E8-9B44-F68C-F391976B3730}" dt="2024-08-22T17:22:12.317" v="5" actId="1076"/>
        <pc:sldMkLst>
          <pc:docMk/>
          <pc:sldMk cId="1929717596" sldId="356"/>
        </pc:sldMkLst>
        <pc:spChg chg="mod">
          <ac:chgData name="Somak Das" userId="S::sdas@floridapoly.edu::98cebb13-2fc4-4808-95b9-daeb7e6acc01" providerId="AD" clId="Web-{9F7835E1-82E8-9B44-F68C-F391976B3730}" dt="2024-08-22T17:21:50.800" v="1" actId="1076"/>
          <ac:spMkLst>
            <pc:docMk/>
            <pc:sldMk cId="1929717596" sldId="356"/>
            <ac:spMk id="2" creationId="{47F9B0D7-DC7B-A8D6-DEB3-9C2055028689}"/>
          </ac:spMkLst>
        </pc:spChg>
        <pc:spChg chg="mod">
          <ac:chgData name="Somak Das" userId="S::sdas@floridapoly.edu::98cebb13-2fc4-4808-95b9-daeb7e6acc01" providerId="AD" clId="Web-{9F7835E1-82E8-9B44-F68C-F391976B3730}" dt="2024-08-22T17:22:12.317" v="5" actId="1076"/>
          <ac:spMkLst>
            <pc:docMk/>
            <pc:sldMk cId="1929717596" sldId="356"/>
            <ac:spMk id="3" creationId="{EEA82FBA-2EB2-5C2F-0014-4EC7486CBC03}"/>
          </ac:spMkLst>
        </pc:spChg>
        <pc:spChg chg="add">
          <ac:chgData name="Somak Das" userId="S::sdas@floridapoly.edu::98cebb13-2fc4-4808-95b9-daeb7e6acc01" providerId="AD" clId="Web-{9F7835E1-82E8-9B44-F68C-F391976B3730}" dt="2024-08-22T17:21:43.769" v="0"/>
          <ac:spMkLst>
            <pc:docMk/>
            <pc:sldMk cId="1929717596" sldId="356"/>
            <ac:spMk id="9" creationId="{F944E337-3E5D-4A1F-A5A1-2057F25B8A7B}"/>
          </ac:spMkLst>
        </pc:spChg>
        <pc:spChg chg="add">
          <ac:chgData name="Somak Das" userId="S::sdas@floridapoly.edu::98cebb13-2fc4-4808-95b9-daeb7e6acc01" providerId="AD" clId="Web-{9F7835E1-82E8-9B44-F68C-F391976B3730}" dt="2024-08-22T17:21:43.769" v="0"/>
          <ac:spMkLst>
            <pc:docMk/>
            <pc:sldMk cId="1929717596" sldId="356"/>
            <ac:spMk id="11" creationId="{4DA50D69-7CF7-4844-B844-A2B821C77F24}"/>
          </ac:spMkLst>
        </pc:spChg>
        <pc:picChg chg="add">
          <ac:chgData name="Somak Das" userId="S::sdas@floridapoly.edu::98cebb13-2fc4-4808-95b9-daeb7e6acc01" providerId="AD" clId="Web-{9F7835E1-82E8-9B44-F68C-F391976B3730}" dt="2024-08-22T17:21:43.769" v="0"/>
          <ac:picMkLst>
            <pc:docMk/>
            <pc:sldMk cId="1929717596" sldId="356"/>
            <ac:picMk id="7" creationId="{1CB58910-6405-3123-D703-F2AE1DD4F36D}"/>
          </ac:picMkLst>
        </pc:picChg>
      </pc:sldChg>
    </pc:docChg>
  </pc:docChgLst>
  <pc:docChgLst>
    <pc:chgData name="Edwar Romero-Ramirez" userId="92bc0edd-ad5d-44a7-8ba7-72607029cc7a" providerId="ADAL" clId="{2775DB41-4F27-43BB-B6B4-1F63C41083B6}"/>
    <pc:docChg chg="undo redo custSel addSld delSld modSld sldOrd modSection">
      <pc:chgData name="Edwar Romero-Ramirez" userId="92bc0edd-ad5d-44a7-8ba7-72607029cc7a" providerId="ADAL" clId="{2775DB41-4F27-43BB-B6B4-1F63C41083B6}" dt="2024-06-26T04:12:02.075" v="6387" actId="20577"/>
      <pc:docMkLst>
        <pc:docMk/>
      </pc:docMkLst>
      <pc:sldChg chg="modSp mod">
        <pc:chgData name="Edwar Romero-Ramirez" userId="92bc0edd-ad5d-44a7-8ba7-72607029cc7a" providerId="ADAL" clId="{2775DB41-4F27-43BB-B6B4-1F63C41083B6}" dt="2024-05-29T03:27:06.023" v="30" actId="20577"/>
        <pc:sldMkLst>
          <pc:docMk/>
          <pc:sldMk cId="783844113" sldId="256"/>
        </pc:sldMkLst>
        <pc:spChg chg="mod">
          <ac:chgData name="Edwar Romero-Ramirez" userId="92bc0edd-ad5d-44a7-8ba7-72607029cc7a" providerId="ADAL" clId="{2775DB41-4F27-43BB-B6B4-1F63C41083B6}" dt="2024-05-29T03:27:06.023" v="30" actId="20577"/>
          <ac:spMkLst>
            <pc:docMk/>
            <pc:sldMk cId="783844113" sldId="256"/>
            <ac:spMk id="5" creationId="{B0656759-C71E-DE55-C394-61B9D6321BE3}"/>
          </ac:spMkLst>
        </pc:spChg>
      </pc:sldChg>
      <pc:sldChg chg="ord">
        <pc:chgData name="Edwar Romero-Ramirez" userId="92bc0edd-ad5d-44a7-8ba7-72607029cc7a" providerId="ADAL" clId="{2775DB41-4F27-43BB-B6B4-1F63C41083B6}" dt="2024-05-29T03:32:53.137" v="275"/>
        <pc:sldMkLst>
          <pc:docMk/>
          <pc:sldMk cId="1156585679" sldId="301"/>
        </pc:sldMkLst>
      </pc:sldChg>
      <pc:sldChg chg="del">
        <pc:chgData name="Edwar Romero-Ramirez" userId="92bc0edd-ad5d-44a7-8ba7-72607029cc7a" providerId="ADAL" clId="{2775DB41-4F27-43BB-B6B4-1F63C41083B6}" dt="2024-05-29T03:27:22.503" v="31" actId="47"/>
        <pc:sldMkLst>
          <pc:docMk/>
          <pc:sldMk cId="893734018" sldId="302"/>
        </pc:sldMkLst>
      </pc:sldChg>
      <pc:sldChg chg="del">
        <pc:chgData name="Edwar Romero-Ramirez" userId="92bc0edd-ad5d-44a7-8ba7-72607029cc7a" providerId="ADAL" clId="{2775DB41-4F27-43BB-B6B4-1F63C41083B6}" dt="2024-05-29T03:25:53.539" v="0" actId="47"/>
        <pc:sldMkLst>
          <pc:docMk/>
          <pc:sldMk cId="2311734519" sldId="303"/>
        </pc:sldMkLst>
      </pc:sldChg>
      <pc:sldChg chg="del">
        <pc:chgData name="Edwar Romero-Ramirez" userId="92bc0edd-ad5d-44a7-8ba7-72607029cc7a" providerId="ADAL" clId="{2775DB41-4F27-43BB-B6B4-1F63C41083B6}" dt="2024-05-29T03:25:53.539" v="0" actId="47"/>
        <pc:sldMkLst>
          <pc:docMk/>
          <pc:sldMk cId="3178101268" sldId="304"/>
        </pc:sldMkLst>
      </pc:sldChg>
      <pc:sldChg chg="del">
        <pc:chgData name="Edwar Romero-Ramirez" userId="92bc0edd-ad5d-44a7-8ba7-72607029cc7a" providerId="ADAL" clId="{2775DB41-4F27-43BB-B6B4-1F63C41083B6}" dt="2024-05-29T03:25:53.539" v="0" actId="47"/>
        <pc:sldMkLst>
          <pc:docMk/>
          <pc:sldMk cId="1359739653" sldId="305"/>
        </pc:sldMkLst>
      </pc:sldChg>
      <pc:sldChg chg="del">
        <pc:chgData name="Edwar Romero-Ramirez" userId="92bc0edd-ad5d-44a7-8ba7-72607029cc7a" providerId="ADAL" clId="{2775DB41-4F27-43BB-B6B4-1F63C41083B6}" dt="2024-05-29T03:25:53.539" v="0" actId="47"/>
        <pc:sldMkLst>
          <pc:docMk/>
          <pc:sldMk cId="1688011144" sldId="306"/>
        </pc:sldMkLst>
      </pc:sldChg>
      <pc:sldChg chg="del">
        <pc:chgData name="Edwar Romero-Ramirez" userId="92bc0edd-ad5d-44a7-8ba7-72607029cc7a" providerId="ADAL" clId="{2775DB41-4F27-43BB-B6B4-1F63C41083B6}" dt="2024-05-29T03:25:53.539" v="0" actId="47"/>
        <pc:sldMkLst>
          <pc:docMk/>
          <pc:sldMk cId="2027998869" sldId="307"/>
        </pc:sldMkLst>
      </pc:sldChg>
      <pc:sldChg chg="del">
        <pc:chgData name="Edwar Romero-Ramirez" userId="92bc0edd-ad5d-44a7-8ba7-72607029cc7a" providerId="ADAL" clId="{2775DB41-4F27-43BB-B6B4-1F63C41083B6}" dt="2024-05-29T03:26:13.236" v="1" actId="47"/>
        <pc:sldMkLst>
          <pc:docMk/>
          <pc:sldMk cId="3426785550" sldId="308"/>
        </pc:sldMkLst>
      </pc:sldChg>
      <pc:sldChg chg="del">
        <pc:chgData name="Edwar Romero-Ramirez" userId="92bc0edd-ad5d-44a7-8ba7-72607029cc7a" providerId="ADAL" clId="{2775DB41-4F27-43BB-B6B4-1F63C41083B6}" dt="2024-05-29T03:26:13.236" v="1" actId="47"/>
        <pc:sldMkLst>
          <pc:docMk/>
          <pc:sldMk cId="1929763657" sldId="309"/>
        </pc:sldMkLst>
      </pc:sldChg>
      <pc:sldChg chg="del">
        <pc:chgData name="Edwar Romero-Ramirez" userId="92bc0edd-ad5d-44a7-8ba7-72607029cc7a" providerId="ADAL" clId="{2775DB41-4F27-43BB-B6B4-1F63C41083B6}" dt="2024-05-29T03:26:13.236" v="1" actId="47"/>
        <pc:sldMkLst>
          <pc:docMk/>
          <pc:sldMk cId="909868442" sldId="310"/>
        </pc:sldMkLst>
      </pc:sldChg>
      <pc:sldChg chg="del">
        <pc:chgData name="Edwar Romero-Ramirez" userId="92bc0edd-ad5d-44a7-8ba7-72607029cc7a" providerId="ADAL" clId="{2775DB41-4F27-43BB-B6B4-1F63C41083B6}" dt="2024-05-29T03:26:13.236" v="1" actId="47"/>
        <pc:sldMkLst>
          <pc:docMk/>
          <pc:sldMk cId="1943490183" sldId="312"/>
        </pc:sldMkLst>
      </pc:sldChg>
      <pc:sldChg chg="del">
        <pc:chgData name="Edwar Romero-Ramirez" userId="92bc0edd-ad5d-44a7-8ba7-72607029cc7a" providerId="ADAL" clId="{2775DB41-4F27-43BB-B6B4-1F63C41083B6}" dt="2024-05-29T03:26:13.236" v="1" actId="47"/>
        <pc:sldMkLst>
          <pc:docMk/>
          <pc:sldMk cId="3704521440" sldId="313"/>
        </pc:sldMkLst>
      </pc:sldChg>
      <pc:sldChg chg="del">
        <pc:chgData name="Edwar Romero-Ramirez" userId="92bc0edd-ad5d-44a7-8ba7-72607029cc7a" providerId="ADAL" clId="{2775DB41-4F27-43BB-B6B4-1F63C41083B6}" dt="2024-05-29T03:26:13.236" v="1" actId="47"/>
        <pc:sldMkLst>
          <pc:docMk/>
          <pc:sldMk cId="3501145047" sldId="314"/>
        </pc:sldMkLst>
      </pc:sldChg>
      <pc:sldChg chg="del">
        <pc:chgData name="Edwar Romero-Ramirez" userId="92bc0edd-ad5d-44a7-8ba7-72607029cc7a" providerId="ADAL" clId="{2775DB41-4F27-43BB-B6B4-1F63C41083B6}" dt="2024-05-29T03:26:13.236" v="1" actId="47"/>
        <pc:sldMkLst>
          <pc:docMk/>
          <pc:sldMk cId="1119651077" sldId="315"/>
        </pc:sldMkLst>
      </pc:sldChg>
      <pc:sldChg chg="del">
        <pc:chgData name="Edwar Romero-Ramirez" userId="92bc0edd-ad5d-44a7-8ba7-72607029cc7a" providerId="ADAL" clId="{2775DB41-4F27-43BB-B6B4-1F63C41083B6}" dt="2024-05-29T03:26:13.236" v="1" actId="47"/>
        <pc:sldMkLst>
          <pc:docMk/>
          <pc:sldMk cId="1417374558" sldId="316"/>
        </pc:sldMkLst>
      </pc:sldChg>
      <pc:sldChg chg="del">
        <pc:chgData name="Edwar Romero-Ramirez" userId="92bc0edd-ad5d-44a7-8ba7-72607029cc7a" providerId="ADAL" clId="{2775DB41-4F27-43BB-B6B4-1F63C41083B6}" dt="2024-05-29T03:26:13.236" v="1" actId="47"/>
        <pc:sldMkLst>
          <pc:docMk/>
          <pc:sldMk cId="3276884151" sldId="317"/>
        </pc:sldMkLst>
      </pc:sldChg>
      <pc:sldChg chg="del">
        <pc:chgData name="Edwar Romero-Ramirez" userId="92bc0edd-ad5d-44a7-8ba7-72607029cc7a" providerId="ADAL" clId="{2775DB41-4F27-43BB-B6B4-1F63C41083B6}" dt="2024-05-29T03:26:13.236" v="1" actId="47"/>
        <pc:sldMkLst>
          <pc:docMk/>
          <pc:sldMk cId="352256204" sldId="318"/>
        </pc:sldMkLst>
      </pc:sldChg>
      <pc:sldChg chg="del">
        <pc:chgData name="Edwar Romero-Ramirez" userId="92bc0edd-ad5d-44a7-8ba7-72607029cc7a" providerId="ADAL" clId="{2775DB41-4F27-43BB-B6B4-1F63C41083B6}" dt="2024-05-29T03:26:13.236" v="1" actId="47"/>
        <pc:sldMkLst>
          <pc:docMk/>
          <pc:sldMk cId="2730536104" sldId="319"/>
        </pc:sldMkLst>
      </pc:sldChg>
      <pc:sldChg chg="del">
        <pc:chgData name="Edwar Romero-Ramirez" userId="92bc0edd-ad5d-44a7-8ba7-72607029cc7a" providerId="ADAL" clId="{2775DB41-4F27-43BB-B6B4-1F63C41083B6}" dt="2024-05-29T03:26:13.236" v="1" actId="47"/>
        <pc:sldMkLst>
          <pc:docMk/>
          <pc:sldMk cId="3459119917" sldId="320"/>
        </pc:sldMkLst>
      </pc:sldChg>
      <pc:sldChg chg="del">
        <pc:chgData name="Edwar Romero-Ramirez" userId="92bc0edd-ad5d-44a7-8ba7-72607029cc7a" providerId="ADAL" clId="{2775DB41-4F27-43BB-B6B4-1F63C41083B6}" dt="2024-05-29T03:26:13.236" v="1" actId="47"/>
        <pc:sldMkLst>
          <pc:docMk/>
          <pc:sldMk cId="695126728" sldId="321"/>
        </pc:sldMkLst>
      </pc:sldChg>
      <pc:sldChg chg="del">
        <pc:chgData name="Edwar Romero-Ramirez" userId="92bc0edd-ad5d-44a7-8ba7-72607029cc7a" providerId="ADAL" clId="{2775DB41-4F27-43BB-B6B4-1F63C41083B6}" dt="2024-05-29T03:26:13.236" v="1" actId="47"/>
        <pc:sldMkLst>
          <pc:docMk/>
          <pc:sldMk cId="1258505263" sldId="323"/>
        </pc:sldMkLst>
      </pc:sldChg>
      <pc:sldChg chg="del">
        <pc:chgData name="Edwar Romero-Ramirez" userId="92bc0edd-ad5d-44a7-8ba7-72607029cc7a" providerId="ADAL" clId="{2775DB41-4F27-43BB-B6B4-1F63C41083B6}" dt="2024-05-29T03:26:13.236" v="1" actId="47"/>
        <pc:sldMkLst>
          <pc:docMk/>
          <pc:sldMk cId="3163056545" sldId="324"/>
        </pc:sldMkLst>
      </pc:sldChg>
      <pc:sldChg chg="del">
        <pc:chgData name="Edwar Romero-Ramirez" userId="92bc0edd-ad5d-44a7-8ba7-72607029cc7a" providerId="ADAL" clId="{2775DB41-4F27-43BB-B6B4-1F63C41083B6}" dt="2024-05-29T03:32:45.114" v="270" actId="47"/>
        <pc:sldMkLst>
          <pc:docMk/>
          <pc:sldMk cId="443300659" sldId="325"/>
        </pc:sldMkLst>
      </pc:sldChg>
      <pc:sldChg chg="del">
        <pc:chgData name="Edwar Romero-Ramirez" userId="92bc0edd-ad5d-44a7-8ba7-72607029cc7a" providerId="ADAL" clId="{2775DB41-4F27-43BB-B6B4-1F63C41083B6}" dt="2024-05-29T03:32:43.961" v="269" actId="47"/>
        <pc:sldMkLst>
          <pc:docMk/>
          <pc:sldMk cId="408905727" sldId="326"/>
        </pc:sldMkLst>
      </pc:sldChg>
      <pc:sldChg chg="del">
        <pc:chgData name="Edwar Romero-Ramirez" userId="92bc0edd-ad5d-44a7-8ba7-72607029cc7a" providerId="ADAL" clId="{2775DB41-4F27-43BB-B6B4-1F63C41083B6}" dt="2024-05-29T03:27:40.182" v="36" actId="47"/>
        <pc:sldMkLst>
          <pc:docMk/>
          <pc:sldMk cId="1955294139" sldId="327"/>
        </pc:sldMkLst>
      </pc:sldChg>
      <pc:sldChg chg="del">
        <pc:chgData name="Edwar Romero-Ramirez" userId="92bc0edd-ad5d-44a7-8ba7-72607029cc7a" providerId="ADAL" clId="{2775DB41-4F27-43BB-B6B4-1F63C41083B6}" dt="2024-05-29T03:27:40.182" v="36" actId="47"/>
        <pc:sldMkLst>
          <pc:docMk/>
          <pc:sldMk cId="1461250106" sldId="328"/>
        </pc:sldMkLst>
      </pc:sldChg>
      <pc:sldChg chg="del">
        <pc:chgData name="Edwar Romero-Ramirez" userId="92bc0edd-ad5d-44a7-8ba7-72607029cc7a" providerId="ADAL" clId="{2775DB41-4F27-43BB-B6B4-1F63C41083B6}" dt="2024-05-29T03:26:30.138" v="2" actId="47"/>
        <pc:sldMkLst>
          <pc:docMk/>
          <pc:sldMk cId="3028613903" sldId="329"/>
        </pc:sldMkLst>
      </pc:sldChg>
      <pc:sldChg chg="modSp mod ord">
        <pc:chgData name="Edwar Romero-Ramirez" userId="92bc0edd-ad5d-44a7-8ba7-72607029cc7a" providerId="ADAL" clId="{2775DB41-4F27-43BB-B6B4-1F63C41083B6}" dt="2024-05-29T03:32:25.167" v="268" actId="20577"/>
        <pc:sldMkLst>
          <pc:docMk/>
          <pc:sldMk cId="4139804777" sldId="330"/>
        </pc:sldMkLst>
        <pc:spChg chg="mod">
          <ac:chgData name="Edwar Romero-Ramirez" userId="92bc0edd-ad5d-44a7-8ba7-72607029cc7a" providerId="ADAL" clId="{2775DB41-4F27-43BB-B6B4-1F63C41083B6}" dt="2024-05-29T03:27:48.072" v="38" actId="20577"/>
          <ac:spMkLst>
            <pc:docMk/>
            <pc:sldMk cId="4139804777" sldId="330"/>
            <ac:spMk id="2" creationId="{B06250C4-E1A1-1705-FB6B-F7AD559456C6}"/>
          </ac:spMkLst>
        </pc:spChg>
        <pc:spChg chg="mod">
          <ac:chgData name="Edwar Romero-Ramirez" userId="92bc0edd-ad5d-44a7-8ba7-72607029cc7a" providerId="ADAL" clId="{2775DB41-4F27-43BB-B6B4-1F63C41083B6}" dt="2024-05-29T03:32:25.167" v="268" actId="20577"/>
          <ac:spMkLst>
            <pc:docMk/>
            <pc:sldMk cId="4139804777" sldId="330"/>
            <ac:spMk id="3" creationId="{799B180D-4364-B046-CF85-E1C85B403559}"/>
          </ac:spMkLst>
        </pc:spChg>
      </pc:sldChg>
      <pc:sldChg chg="del">
        <pc:chgData name="Edwar Romero-Ramirez" userId="92bc0edd-ad5d-44a7-8ba7-72607029cc7a" providerId="ADAL" clId="{2775DB41-4F27-43BB-B6B4-1F63C41083B6}" dt="2024-05-29T03:26:30.138" v="2" actId="47"/>
        <pc:sldMkLst>
          <pc:docMk/>
          <pc:sldMk cId="1819350113" sldId="331"/>
        </pc:sldMkLst>
      </pc:sldChg>
      <pc:sldChg chg="del">
        <pc:chgData name="Edwar Romero-Ramirez" userId="92bc0edd-ad5d-44a7-8ba7-72607029cc7a" providerId="ADAL" clId="{2775DB41-4F27-43BB-B6B4-1F63C41083B6}" dt="2024-05-29T03:26:30.138" v="2" actId="47"/>
        <pc:sldMkLst>
          <pc:docMk/>
          <pc:sldMk cId="3318097273" sldId="332"/>
        </pc:sldMkLst>
      </pc:sldChg>
      <pc:sldChg chg="del">
        <pc:chgData name="Edwar Romero-Ramirez" userId="92bc0edd-ad5d-44a7-8ba7-72607029cc7a" providerId="ADAL" clId="{2775DB41-4F27-43BB-B6B4-1F63C41083B6}" dt="2024-05-29T03:26:30.138" v="2" actId="47"/>
        <pc:sldMkLst>
          <pc:docMk/>
          <pc:sldMk cId="4059932912" sldId="334"/>
        </pc:sldMkLst>
      </pc:sldChg>
      <pc:sldChg chg="del">
        <pc:chgData name="Edwar Romero-Ramirez" userId="92bc0edd-ad5d-44a7-8ba7-72607029cc7a" providerId="ADAL" clId="{2775DB41-4F27-43BB-B6B4-1F63C41083B6}" dt="2024-05-29T03:26:30.138" v="2" actId="47"/>
        <pc:sldMkLst>
          <pc:docMk/>
          <pc:sldMk cId="3969187543" sldId="335"/>
        </pc:sldMkLst>
      </pc:sldChg>
      <pc:sldChg chg="del">
        <pc:chgData name="Edwar Romero-Ramirez" userId="92bc0edd-ad5d-44a7-8ba7-72607029cc7a" providerId="ADAL" clId="{2775DB41-4F27-43BB-B6B4-1F63C41083B6}" dt="2024-05-29T03:26:30.138" v="2" actId="47"/>
        <pc:sldMkLst>
          <pc:docMk/>
          <pc:sldMk cId="3105858451" sldId="336"/>
        </pc:sldMkLst>
      </pc:sldChg>
      <pc:sldChg chg="del">
        <pc:chgData name="Edwar Romero-Ramirez" userId="92bc0edd-ad5d-44a7-8ba7-72607029cc7a" providerId="ADAL" clId="{2775DB41-4F27-43BB-B6B4-1F63C41083B6}" dt="2024-05-29T03:26:30.138" v="2" actId="47"/>
        <pc:sldMkLst>
          <pc:docMk/>
          <pc:sldMk cId="2503190378" sldId="337"/>
        </pc:sldMkLst>
      </pc:sldChg>
      <pc:sldChg chg="del">
        <pc:chgData name="Edwar Romero-Ramirez" userId="92bc0edd-ad5d-44a7-8ba7-72607029cc7a" providerId="ADAL" clId="{2775DB41-4F27-43BB-B6B4-1F63C41083B6}" dt="2024-05-29T03:33:07.874" v="281" actId="47"/>
        <pc:sldMkLst>
          <pc:docMk/>
          <pc:sldMk cId="2879802739" sldId="338"/>
        </pc:sldMkLst>
      </pc:sldChg>
      <pc:sldChg chg="del">
        <pc:chgData name="Edwar Romero-Ramirez" userId="92bc0edd-ad5d-44a7-8ba7-72607029cc7a" providerId="ADAL" clId="{2775DB41-4F27-43BB-B6B4-1F63C41083B6}" dt="2024-05-29T03:28:06.969" v="41" actId="47"/>
        <pc:sldMkLst>
          <pc:docMk/>
          <pc:sldMk cId="3524815049" sldId="340"/>
        </pc:sldMkLst>
      </pc:sldChg>
      <pc:sldChg chg="modSp del mod">
        <pc:chgData name="Edwar Romero-Ramirez" userId="92bc0edd-ad5d-44a7-8ba7-72607029cc7a" providerId="ADAL" clId="{2775DB41-4F27-43BB-B6B4-1F63C41083B6}" dt="2024-05-29T03:29:01.451" v="61" actId="47"/>
        <pc:sldMkLst>
          <pc:docMk/>
          <pc:sldMk cId="212164913" sldId="341"/>
        </pc:sldMkLst>
        <pc:spChg chg="mod">
          <ac:chgData name="Edwar Romero-Ramirez" userId="92bc0edd-ad5d-44a7-8ba7-72607029cc7a" providerId="ADAL" clId="{2775DB41-4F27-43BB-B6B4-1F63C41083B6}" dt="2024-05-29T03:27:34.348" v="35" actId="20577"/>
          <ac:spMkLst>
            <pc:docMk/>
            <pc:sldMk cId="212164913" sldId="341"/>
            <ac:spMk id="2" creationId="{8183A03B-4721-8219-C04F-4803E1D706FF}"/>
          </ac:spMkLst>
        </pc:spChg>
      </pc:sldChg>
      <pc:sldChg chg="addSp modSp mod modNotesTx">
        <pc:chgData name="Edwar Romero-Ramirez" userId="92bc0edd-ad5d-44a7-8ba7-72607029cc7a" providerId="ADAL" clId="{2775DB41-4F27-43BB-B6B4-1F63C41083B6}" dt="2024-05-29T04:27:27.037" v="1390" actId="20577"/>
        <pc:sldMkLst>
          <pc:docMk/>
          <pc:sldMk cId="2289991728" sldId="342"/>
        </pc:sldMkLst>
        <pc:spChg chg="mod">
          <ac:chgData name="Edwar Romero-Ramirez" userId="92bc0edd-ad5d-44a7-8ba7-72607029cc7a" providerId="ADAL" clId="{2775DB41-4F27-43BB-B6B4-1F63C41083B6}" dt="2024-05-29T03:44:10.083" v="643" actId="20577"/>
          <ac:spMkLst>
            <pc:docMk/>
            <pc:sldMk cId="2289991728" sldId="342"/>
            <ac:spMk id="2" creationId="{4D3BEB11-28D7-C522-E5E9-6807A609E96E}"/>
          </ac:spMkLst>
        </pc:spChg>
        <pc:spChg chg="mod">
          <ac:chgData name="Edwar Romero-Ramirez" userId="92bc0edd-ad5d-44a7-8ba7-72607029cc7a" providerId="ADAL" clId="{2775DB41-4F27-43BB-B6B4-1F63C41083B6}" dt="2024-05-29T03:55:56.773" v="720" actId="14100"/>
          <ac:spMkLst>
            <pc:docMk/>
            <pc:sldMk cId="2289991728" sldId="342"/>
            <ac:spMk id="3" creationId="{78D6B0DC-8DDB-A7DA-E1AC-AD2D78ED7DCB}"/>
          </ac:spMkLst>
        </pc:spChg>
        <pc:spChg chg="add mod">
          <ac:chgData name="Edwar Romero-Ramirez" userId="92bc0edd-ad5d-44a7-8ba7-72607029cc7a" providerId="ADAL" clId="{2775DB41-4F27-43BB-B6B4-1F63C41083B6}" dt="2024-05-29T04:20:58.508" v="883" actId="20577"/>
          <ac:spMkLst>
            <pc:docMk/>
            <pc:sldMk cId="2289991728" sldId="342"/>
            <ac:spMk id="5" creationId="{B96204FE-9C6F-5343-F85F-65A423684DD6}"/>
          </ac:spMkLst>
        </pc:spChg>
        <pc:spChg chg="add mod">
          <ac:chgData name="Edwar Romero-Ramirez" userId="92bc0edd-ad5d-44a7-8ba7-72607029cc7a" providerId="ADAL" clId="{2775DB41-4F27-43BB-B6B4-1F63C41083B6}" dt="2024-05-29T04:20:12.087" v="869" actId="1035"/>
          <ac:spMkLst>
            <pc:docMk/>
            <pc:sldMk cId="2289991728" sldId="342"/>
            <ac:spMk id="6" creationId="{59F31D2D-1E0A-2AD5-0E1B-6A9A84FE5678}"/>
          </ac:spMkLst>
        </pc:spChg>
        <pc:spChg chg="add mod">
          <ac:chgData name="Edwar Romero-Ramirez" userId="92bc0edd-ad5d-44a7-8ba7-72607029cc7a" providerId="ADAL" clId="{2775DB41-4F27-43BB-B6B4-1F63C41083B6}" dt="2024-05-29T04:22:08.599" v="888" actId="17032"/>
          <ac:spMkLst>
            <pc:docMk/>
            <pc:sldMk cId="2289991728" sldId="342"/>
            <ac:spMk id="7" creationId="{1BB92166-AF64-9330-499B-3DD3A9FEB2D6}"/>
          </ac:spMkLst>
        </pc:spChg>
        <pc:spChg chg="add mod">
          <ac:chgData name="Edwar Romero-Ramirez" userId="92bc0edd-ad5d-44a7-8ba7-72607029cc7a" providerId="ADAL" clId="{2775DB41-4F27-43BB-B6B4-1F63C41083B6}" dt="2024-05-29T04:22:16.440" v="893" actId="1038"/>
          <ac:spMkLst>
            <pc:docMk/>
            <pc:sldMk cId="2289991728" sldId="342"/>
            <ac:spMk id="8" creationId="{FD368431-689F-C080-9710-D6A633581BEA}"/>
          </ac:spMkLst>
        </pc:spChg>
        <pc:spChg chg="add mod">
          <ac:chgData name="Edwar Romero-Ramirez" userId="92bc0edd-ad5d-44a7-8ba7-72607029cc7a" providerId="ADAL" clId="{2775DB41-4F27-43BB-B6B4-1F63C41083B6}" dt="2024-05-29T04:22:29.151" v="902" actId="1037"/>
          <ac:spMkLst>
            <pc:docMk/>
            <pc:sldMk cId="2289991728" sldId="342"/>
            <ac:spMk id="9" creationId="{4F1F5C71-9BD7-4BE7-2E98-F91032FE3F53}"/>
          </ac:spMkLst>
        </pc:spChg>
        <pc:spChg chg="add mod">
          <ac:chgData name="Edwar Romero-Ramirez" userId="92bc0edd-ad5d-44a7-8ba7-72607029cc7a" providerId="ADAL" clId="{2775DB41-4F27-43BB-B6B4-1F63C41083B6}" dt="2024-05-29T04:22:36.463" v="906" actId="1037"/>
          <ac:spMkLst>
            <pc:docMk/>
            <pc:sldMk cId="2289991728" sldId="342"/>
            <ac:spMk id="10" creationId="{A707EC8C-E26B-DF9F-5CB5-FD4D70A6A1BA}"/>
          </ac:spMkLst>
        </pc:spChg>
        <pc:spChg chg="add mod">
          <ac:chgData name="Edwar Romero-Ramirez" userId="92bc0edd-ad5d-44a7-8ba7-72607029cc7a" providerId="ADAL" clId="{2775DB41-4F27-43BB-B6B4-1F63C41083B6}" dt="2024-05-29T04:24:08.295" v="1059" actId="17032"/>
          <ac:spMkLst>
            <pc:docMk/>
            <pc:sldMk cId="2289991728" sldId="342"/>
            <ac:spMk id="11" creationId="{D0658B09-856C-5FEC-DDA6-FF4A45529DE8}"/>
          </ac:spMkLst>
        </pc:spChg>
        <pc:spChg chg="add mod">
          <ac:chgData name="Edwar Romero-Ramirez" userId="92bc0edd-ad5d-44a7-8ba7-72607029cc7a" providerId="ADAL" clId="{2775DB41-4F27-43BB-B6B4-1F63C41083B6}" dt="2024-05-29T04:24:15.886" v="1063" actId="1038"/>
          <ac:spMkLst>
            <pc:docMk/>
            <pc:sldMk cId="2289991728" sldId="342"/>
            <ac:spMk id="12" creationId="{8CE11F0D-E556-2600-F436-C4BA1A646F49}"/>
          </ac:spMkLst>
        </pc:spChg>
        <pc:spChg chg="add mod">
          <ac:chgData name="Edwar Romero-Ramirez" userId="92bc0edd-ad5d-44a7-8ba7-72607029cc7a" providerId="ADAL" clId="{2775DB41-4F27-43BB-B6B4-1F63C41083B6}" dt="2024-05-29T04:24:23.873" v="1066" actId="1035"/>
          <ac:spMkLst>
            <pc:docMk/>
            <pc:sldMk cId="2289991728" sldId="342"/>
            <ac:spMk id="13" creationId="{89AF9DC8-0C83-B1FE-F703-C0D1C9E57227}"/>
          </ac:spMkLst>
        </pc:spChg>
        <pc:spChg chg="add mod">
          <ac:chgData name="Edwar Romero-Ramirez" userId="92bc0edd-ad5d-44a7-8ba7-72607029cc7a" providerId="ADAL" clId="{2775DB41-4F27-43BB-B6B4-1F63C41083B6}" dt="2024-05-29T04:24:31.659" v="1073" actId="1038"/>
          <ac:spMkLst>
            <pc:docMk/>
            <pc:sldMk cId="2289991728" sldId="342"/>
            <ac:spMk id="14" creationId="{10B8CD3B-DEEE-32C2-2F5F-F40583F76484}"/>
          </ac:spMkLst>
        </pc:spChg>
        <pc:spChg chg="add mod">
          <ac:chgData name="Edwar Romero-Ramirez" userId="92bc0edd-ad5d-44a7-8ba7-72607029cc7a" providerId="ADAL" clId="{2775DB41-4F27-43BB-B6B4-1F63C41083B6}" dt="2024-05-29T04:24:37.688" v="1079" actId="1036"/>
          <ac:spMkLst>
            <pc:docMk/>
            <pc:sldMk cId="2289991728" sldId="342"/>
            <ac:spMk id="15" creationId="{9E945400-C1D8-DD2A-0700-686F4F50E1E0}"/>
          </ac:spMkLst>
        </pc:spChg>
        <pc:spChg chg="add mod">
          <ac:chgData name="Edwar Romero-Ramirez" userId="92bc0edd-ad5d-44a7-8ba7-72607029cc7a" providerId="ADAL" clId="{2775DB41-4F27-43BB-B6B4-1F63C41083B6}" dt="2024-05-29T04:24:44.435" v="1083" actId="1037"/>
          <ac:spMkLst>
            <pc:docMk/>
            <pc:sldMk cId="2289991728" sldId="342"/>
            <ac:spMk id="16" creationId="{28E29AED-0E93-7FEC-D7B5-0CE8DB131A0E}"/>
          </ac:spMkLst>
        </pc:spChg>
        <pc:spChg chg="add mod">
          <ac:chgData name="Edwar Romero-Ramirez" userId="92bc0edd-ad5d-44a7-8ba7-72607029cc7a" providerId="ADAL" clId="{2775DB41-4F27-43BB-B6B4-1F63C41083B6}" dt="2024-05-29T04:24:50.851" v="1091" actId="1036"/>
          <ac:spMkLst>
            <pc:docMk/>
            <pc:sldMk cId="2289991728" sldId="342"/>
            <ac:spMk id="17" creationId="{94D70FB3-6C0B-849B-A27C-8F1142A02E7C}"/>
          </ac:spMkLst>
        </pc:spChg>
        <pc:spChg chg="add mod">
          <ac:chgData name="Edwar Romero-Ramirez" userId="92bc0edd-ad5d-44a7-8ba7-72607029cc7a" providerId="ADAL" clId="{2775DB41-4F27-43BB-B6B4-1F63C41083B6}" dt="2024-05-29T04:24:59.175" v="1097" actId="1038"/>
          <ac:spMkLst>
            <pc:docMk/>
            <pc:sldMk cId="2289991728" sldId="342"/>
            <ac:spMk id="18" creationId="{C2D16203-EE7A-880C-03DD-780AA06BBE85}"/>
          </ac:spMkLst>
        </pc:spChg>
        <pc:picChg chg="add mod">
          <ac:chgData name="Edwar Romero-Ramirez" userId="92bc0edd-ad5d-44a7-8ba7-72607029cc7a" providerId="ADAL" clId="{2775DB41-4F27-43BB-B6B4-1F63C41083B6}" dt="2024-05-29T04:20:12.087" v="869" actId="1035"/>
          <ac:picMkLst>
            <pc:docMk/>
            <pc:sldMk cId="2289991728" sldId="342"/>
            <ac:picMk id="2050" creationId="{F0000F2B-3F9A-7DCF-159C-00F49788EE61}"/>
          </ac:picMkLst>
        </pc:picChg>
      </pc:sldChg>
      <pc:sldChg chg="del">
        <pc:chgData name="Edwar Romero-Ramirez" userId="92bc0edd-ad5d-44a7-8ba7-72607029cc7a" providerId="ADAL" clId="{2775DB41-4F27-43BB-B6B4-1F63C41083B6}" dt="2024-05-29T03:26:30.138" v="2" actId="47"/>
        <pc:sldMkLst>
          <pc:docMk/>
          <pc:sldMk cId="2940990303" sldId="343"/>
        </pc:sldMkLst>
      </pc:sldChg>
      <pc:sldChg chg="addSp delSp modSp add mod modNotesTx">
        <pc:chgData name="Edwar Romero-Ramirez" userId="92bc0edd-ad5d-44a7-8ba7-72607029cc7a" providerId="ADAL" clId="{2775DB41-4F27-43BB-B6B4-1F63C41083B6}" dt="2024-06-15T03:09:06.209" v="4087" actId="20577"/>
        <pc:sldMkLst>
          <pc:docMk/>
          <pc:sldMk cId="3665023349" sldId="343"/>
        </pc:sldMkLst>
        <pc:spChg chg="mod">
          <ac:chgData name="Edwar Romero-Ramirez" userId="92bc0edd-ad5d-44a7-8ba7-72607029cc7a" providerId="ADAL" clId="{2775DB41-4F27-43BB-B6B4-1F63C41083B6}" dt="2024-05-29T03:44:15.507" v="645" actId="20577"/>
          <ac:spMkLst>
            <pc:docMk/>
            <pc:sldMk cId="3665023349" sldId="343"/>
            <ac:spMk id="2" creationId="{4D3BEB11-28D7-C522-E5E9-6807A609E96E}"/>
          </ac:spMkLst>
        </pc:spChg>
        <pc:spChg chg="mod">
          <ac:chgData name="Edwar Romero-Ramirez" userId="92bc0edd-ad5d-44a7-8ba7-72607029cc7a" providerId="ADAL" clId="{2775DB41-4F27-43BB-B6B4-1F63C41083B6}" dt="2024-06-15T03:09:06.209" v="4087" actId="20577"/>
          <ac:spMkLst>
            <pc:docMk/>
            <pc:sldMk cId="3665023349" sldId="343"/>
            <ac:spMk id="3" creationId="{78D6B0DC-8DDB-A7DA-E1AC-AD2D78ED7DCB}"/>
          </ac:spMkLst>
        </pc:spChg>
        <pc:spChg chg="add del mod">
          <ac:chgData name="Edwar Romero-Ramirez" userId="92bc0edd-ad5d-44a7-8ba7-72607029cc7a" providerId="ADAL" clId="{2775DB41-4F27-43BB-B6B4-1F63C41083B6}" dt="2024-06-15T02:16:46.927" v="2695" actId="478"/>
          <ac:spMkLst>
            <pc:docMk/>
            <pc:sldMk cId="3665023349" sldId="343"/>
            <ac:spMk id="8" creationId="{629B7065-D9F5-3140-4B22-BD0743AD000C}"/>
          </ac:spMkLst>
        </pc:spChg>
        <pc:spChg chg="add mod">
          <ac:chgData name="Edwar Romero-Ramirez" userId="92bc0edd-ad5d-44a7-8ba7-72607029cc7a" providerId="ADAL" clId="{2775DB41-4F27-43BB-B6B4-1F63C41083B6}" dt="2024-06-15T03:06:26.883" v="3954" actId="6549"/>
          <ac:spMkLst>
            <pc:docMk/>
            <pc:sldMk cId="3665023349" sldId="343"/>
            <ac:spMk id="9" creationId="{5DD5144A-4474-2479-FA5D-0FB5B8C4C171}"/>
          </ac:spMkLst>
        </pc:spChg>
        <pc:spChg chg="add mod">
          <ac:chgData name="Edwar Romero-Ramirez" userId="92bc0edd-ad5d-44a7-8ba7-72607029cc7a" providerId="ADAL" clId="{2775DB41-4F27-43BB-B6B4-1F63C41083B6}" dt="2024-06-15T02:34:12.677" v="3163" actId="1076"/>
          <ac:spMkLst>
            <pc:docMk/>
            <pc:sldMk cId="3665023349" sldId="343"/>
            <ac:spMk id="10" creationId="{0276F1E8-2449-BCC1-6357-841D80B71EA8}"/>
          </ac:spMkLst>
        </pc:spChg>
        <pc:spChg chg="add del mod">
          <ac:chgData name="Edwar Romero-Ramirez" userId="92bc0edd-ad5d-44a7-8ba7-72607029cc7a" providerId="ADAL" clId="{2775DB41-4F27-43BB-B6B4-1F63C41083B6}" dt="2024-06-15T03:01:56.651" v="3693" actId="478"/>
          <ac:spMkLst>
            <pc:docMk/>
            <pc:sldMk cId="3665023349" sldId="343"/>
            <ac:spMk id="15" creationId="{216BFA64-3032-6100-5E2A-946FC81C6E09}"/>
          </ac:spMkLst>
        </pc:spChg>
        <pc:spChg chg="add mod">
          <ac:chgData name="Edwar Romero-Ramirez" userId="92bc0edd-ad5d-44a7-8ba7-72607029cc7a" providerId="ADAL" clId="{2775DB41-4F27-43BB-B6B4-1F63C41083B6}" dt="2024-06-15T02:34:21.564" v="3165" actId="1076"/>
          <ac:spMkLst>
            <pc:docMk/>
            <pc:sldMk cId="3665023349" sldId="343"/>
            <ac:spMk id="17" creationId="{2E4E6A32-1D8A-B594-4757-83C24109F215}"/>
          </ac:spMkLst>
        </pc:spChg>
        <pc:picChg chg="add mod modCrop">
          <ac:chgData name="Edwar Romero-Ramirez" userId="92bc0edd-ad5d-44a7-8ba7-72607029cc7a" providerId="ADAL" clId="{2775DB41-4F27-43BB-B6B4-1F63C41083B6}" dt="2024-06-15T02:34:18.499" v="3164" actId="1076"/>
          <ac:picMkLst>
            <pc:docMk/>
            <pc:sldMk cId="3665023349" sldId="343"/>
            <ac:picMk id="5" creationId="{63AC7670-6DC5-7960-AC16-50AC8F8E2B9B}"/>
          </ac:picMkLst>
        </pc:picChg>
        <pc:picChg chg="add mod modCrop">
          <ac:chgData name="Edwar Romero-Ramirez" userId="92bc0edd-ad5d-44a7-8ba7-72607029cc7a" providerId="ADAL" clId="{2775DB41-4F27-43BB-B6B4-1F63C41083B6}" dt="2024-06-15T02:34:12.677" v="3163" actId="1076"/>
          <ac:picMkLst>
            <pc:docMk/>
            <pc:sldMk cId="3665023349" sldId="343"/>
            <ac:picMk id="6" creationId="{DA05F2B8-F03B-B63B-4AA2-4E906B0FA76F}"/>
          </ac:picMkLst>
        </pc:picChg>
        <pc:picChg chg="add del mod modCrop">
          <ac:chgData name="Edwar Romero-Ramirez" userId="92bc0edd-ad5d-44a7-8ba7-72607029cc7a" providerId="ADAL" clId="{2775DB41-4F27-43BB-B6B4-1F63C41083B6}" dt="2024-06-15T03:01:54.604" v="3692" actId="478"/>
          <ac:picMkLst>
            <pc:docMk/>
            <pc:sldMk cId="3665023349" sldId="343"/>
            <ac:picMk id="12" creationId="{34DABB26-E85B-E3AA-5B48-DA322D7BCAE3}"/>
          </ac:picMkLst>
        </pc:picChg>
        <pc:picChg chg="add del mod modCrop">
          <ac:chgData name="Edwar Romero-Ramirez" userId="92bc0edd-ad5d-44a7-8ba7-72607029cc7a" providerId="ADAL" clId="{2775DB41-4F27-43BB-B6B4-1F63C41083B6}" dt="2024-06-15T03:01:53.332" v="3691" actId="478"/>
          <ac:picMkLst>
            <pc:docMk/>
            <pc:sldMk cId="3665023349" sldId="343"/>
            <ac:picMk id="13" creationId="{5237F4B0-22FF-5564-DA6C-E106786C82A3}"/>
          </ac:picMkLst>
        </pc:picChg>
        <pc:picChg chg="add del mod">
          <ac:chgData name="Edwar Romero-Ramirez" userId="92bc0edd-ad5d-44a7-8ba7-72607029cc7a" providerId="ADAL" clId="{2775DB41-4F27-43BB-B6B4-1F63C41083B6}" dt="2024-06-15T03:05:52.235" v="3942" actId="21"/>
          <ac:picMkLst>
            <pc:docMk/>
            <pc:sldMk cId="3665023349" sldId="343"/>
            <ac:picMk id="18" creationId="{5999A00D-1619-2FC4-B16D-B95335D02139}"/>
          </ac:picMkLst>
        </pc:picChg>
        <pc:picChg chg="add mod">
          <ac:chgData name="Edwar Romero-Ramirez" userId="92bc0edd-ad5d-44a7-8ba7-72607029cc7a" providerId="ADAL" clId="{2775DB41-4F27-43BB-B6B4-1F63C41083B6}" dt="2024-06-15T03:05:56.748" v="3945"/>
          <ac:picMkLst>
            <pc:docMk/>
            <pc:sldMk cId="3665023349" sldId="343"/>
            <ac:picMk id="19" creationId="{5999A00D-1619-2FC4-B16D-B95335D02139}"/>
          </ac:picMkLst>
        </pc:picChg>
        <pc:picChg chg="add mod">
          <ac:chgData name="Edwar Romero-Ramirez" userId="92bc0edd-ad5d-44a7-8ba7-72607029cc7a" providerId="ADAL" clId="{2775DB41-4F27-43BB-B6B4-1F63C41083B6}" dt="2024-06-15T03:08:29.774" v="4066" actId="1076"/>
          <ac:picMkLst>
            <pc:docMk/>
            <pc:sldMk cId="3665023349" sldId="343"/>
            <ac:picMk id="20" creationId="{8ACD7155-55E9-9155-2A93-FD0C051A52EC}"/>
          </ac:picMkLst>
        </pc:picChg>
      </pc:sldChg>
      <pc:sldChg chg="modSp add mod">
        <pc:chgData name="Edwar Romero-Ramirez" userId="92bc0edd-ad5d-44a7-8ba7-72607029cc7a" providerId="ADAL" clId="{2775DB41-4F27-43BB-B6B4-1F63C41083B6}" dt="2024-05-29T03:44:19.105" v="647" actId="20577"/>
        <pc:sldMkLst>
          <pc:docMk/>
          <pc:sldMk cId="1865576695" sldId="344"/>
        </pc:sldMkLst>
        <pc:spChg chg="mod">
          <ac:chgData name="Edwar Romero-Ramirez" userId="92bc0edd-ad5d-44a7-8ba7-72607029cc7a" providerId="ADAL" clId="{2775DB41-4F27-43BB-B6B4-1F63C41083B6}" dt="2024-05-29T03:44:19.105" v="647" actId="20577"/>
          <ac:spMkLst>
            <pc:docMk/>
            <pc:sldMk cId="1865576695" sldId="344"/>
            <ac:spMk id="2" creationId="{4D3BEB11-28D7-C522-E5E9-6807A609E96E}"/>
          </ac:spMkLst>
        </pc:spChg>
      </pc:sldChg>
      <pc:sldChg chg="del">
        <pc:chgData name="Edwar Romero-Ramirez" userId="92bc0edd-ad5d-44a7-8ba7-72607029cc7a" providerId="ADAL" clId="{2775DB41-4F27-43BB-B6B4-1F63C41083B6}" dt="2024-05-29T03:26:30.138" v="2" actId="47"/>
        <pc:sldMkLst>
          <pc:docMk/>
          <pc:sldMk cId="2471293605" sldId="344"/>
        </pc:sldMkLst>
      </pc:sldChg>
      <pc:sldChg chg="modSp add mod">
        <pc:chgData name="Edwar Romero-Ramirez" userId="92bc0edd-ad5d-44a7-8ba7-72607029cc7a" providerId="ADAL" clId="{2775DB41-4F27-43BB-B6B4-1F63C41083B6}" dt="2024-05-29T03:44:24.775" v="649" actId="20577"/>
        <pc:sldMkLst>
          <pc:docMk/>
          <pc:sldMk cId="2642871710" sldId="345"/>
        </pc:sldMkLst>
        <pc:spChg chg="mod">
          <ac:chgData name="Edwar Romero-Ramirez" userId="92bc0edd-ad5d-44a7-8ba7-72607029cc7a" providerId="ADAL" clId="{2775DB41-4F27-43BB-B6B4-1F63C41083B6}" dt="2024-05-29T03:44:24.775" v="649" actId="20577"/>
          <ac:spMkLst>
            <pc:docMk/>
            <pc:sldMk cId="2642871710" sldId="345"/>
            <ac:spMk id="2" creationId="{4D3BEB11-28D7-C522-E5E9-6807A609E96E}"/>
          </ac:spMkLst>
        </pc:spChg>
      </pc:sldChg>
      <pc:sldChg chg="del">
        <pc:chgData name="Edwar Romero-Ramirez" userId="92bc0edd-ad5d-44a7-8ba7-72607029cc7a" providerId="ADAL" clId="{2775DB41-4F27-43BB-B6B4-1F63C41083B6}" dt="2024-05-29T03:26:30.138" v="2" actId="47"/>
        <pc:sldMkLst>
          <pc:docMk/>
          <pc:sldMk cId="3343131389" sldId="345"/>
        </pc:sldMkLst>
      </pc:sldChg>
      <pc:sldChg chg="add">
        <pc:chgData name="Edwar Romero-Ramirez" userId="92bc0edd-ad5d-44a7-8ba7-72607029cc7a" providerId="ADAL" clId="{2775DB41-4F27-43BB-B6B4-1F63C41083B6}" dt="2024-05-29T03:32:51.288" v="273" actId="2890"/>
        <pc:sldMkLst>
          <pc:docMk/>
          <pc:sldMk cId="3509818843" sldId="346"/>
        </pc:sldMkLst>
      </pc:sldChg>
      <pc:sldChg chg="add ord">
        <pc:chgData name="Edwar Romero-Ramirez" userId="92bc0edd-ad5d-44a7-8ba7-72607029cc7a" providerId="ADAL" clId="{2775DB41-4F27-43BB-B6B4-1F63C41083B6}" dt="2024-05-29T03:33:01.584" v="280"/>
        <pc:sldMkLst>
          <pc:docMk/>
          <pc:sldMk cId="3564918759" sldId="347"/>
        </pc:sldMkLst>
      </pc:sldChg>
      <pc:sldChg chg="modSp new mod">
        <pc:chgData name="Edwar Romero-Ramirez" userId="92bc0edd-ad5d-44a7-8ba7-72607029cc7a" providerId="ADAL" clId="{2775DB41-4F27-43BB-B6B4-1F63C41083B6}" dt="2024-06-14T02:50:36.792" v="1434" actId="207"/>
        <pc:sldMkLst>
          <pc:docMk/>
          <pc:sldMk cId="1970439454" sldId="348"/>
        </pc:sldMkLst>
        <pc:spChg chg="mod">
          <ac:chgData name="Edwar Romero-Ramirez" userId="92bc0edd-ad5d-44a7-8ba7-72607029cc7a" providerId="ADAL" clId="{2775DB41-4F27-43BB-B6B4-1F63C41083B6}" dt="2024-05-29T03:34:05.928" v="323" actId="14100"/>
          <ac:spMkLst>
            <pc:docMk/>
            <pc:sldMk cId="1970439454" sldId="348"/>
            <ac:spMk id="2" creationId="{D8FC10D9-B21A-86E8-C7F2-EC270636ABF2}"/>
          </ac:spMkLst>
        </pc:spChg>
        <pc:spChg chg="mod">
          <ac:chgData name="Edwar Romero-Ramirez" userId="92bc0edd-ad5d-44a7-8ba7-72607029cc7a" providerId="ADAL" clId="{2775DB41-4F27-43BB-B6B4-1F63C41083B6}" dt="2024-06-14T02:50:36.792" v="1434" actId="207"/>
          <ac:spMkLst>
            <pc:docMk/>
            <pc:sldMk cId="1970439454" sldId="348"/>
            <ac:spMk id="3" creationId="{F285B28E-72AD-AF1D-30A6-84208CFFAB4E}"/>
          </ac:spMkLst>
        </pc:spChg>
      </pc:sldChg>
      <pc:sldChg chg="modSp mod">
        <pc:chgData name="Edwar Romero-Ramirez" userId="92bc0edd-ad5d-44a7-8ba7-72607029cc7a" providerId="ADAL" clId="{2775DB41-4F27-43BB-B6B4-1F63C41083B6}" dt="2024-06-15T03:09:47.001" v="4088" actId="207"/>
        <pc:sldMkLst>
          <pc:docMk/>
          <pc:sldMk cId="756175004" sldId="350"/>
        </pc:sldMkLst>
        <pc:spChg chg="mod">
          <ac:chgData name="Edwar Romero-Ramirez" userId="92bc0edd-ad5d-44a7-8ba7-72607029cc7a" providerId="ADAL" clId="{2775DB41-4F27-43BB-B6B4-1F63C41083B6}" dt="2024-06-15T03:09:47.001" v="4088" actId="207"/>
          <ac:spMkLst>
            <pc:docMk/>
            <pc:sldMk cId="756175004" sldId="350"/>
            <ac:spMk id="3" creationId="{9556065C-AC8D-F8CF-D5A2-F5C7B2A8889E}"/>
          </ac:spMkLst>
        </pc:spChg>
      </pc:sldChg>
      <pc:sldChg chg="modSp mod modNotesTx">
        <pc:chgData name="Edwar Romero-Ramirez" userId="92bc0edd-ad5d-44a7-8ba7-72607029cc7a" providerId="ADAL" clId="{2775DB41-4F27-43BB-B6B4-1F63C41083B6}" dt="2024-06-14T02:58:35.280" v="1542" actId="114"/>
        <pc:sldMkLst>
          <pc:docMk/>
          <pc:sldMk cId="2838901669" sldId="353"/>
        </pc:sldMkLst>
        <pc:spChg chg="mod">
          <ac:chgData name="Edwar Romero-Ramirez" userId="92bc0edd-ad5d-44a7-8ba7-72607029cc7a" providerId="ADAL" clId="{2775DB41-4F27-43BB-B6B4-1F63C41083B6}" dt="2024-06-14T02:57:07.654" v="1438" actId="20577"/>
          <ac:spMkLst>
            <pc:docMk/>
            <pc:sldMk cId="2838901669" sldId="353"/>
            <ac:spMk id="3" creationId="{9556065C-AC8D-F8CF-D5A2-F5C7B2A8889E}"/>
          </ac:spMkLst>
        </pc:spChg>
      </pc:sldChg>
      <pc:sldChg chg="modSp mod">
        <pc:chgData name="Edwar Romero-Ramirez" userId="92bc0edd-ad5d-44a7-8ba7-72607029cc7a" providerId="ADAL" clId="{2775DB41-4F27-43BB-B6B4-1F63C41083B6}" dt="2024-06-14T02:57:31.475" v="1439" actId="207"/>
        <pc:sldMkLst>
          <pc:docMk/>
          <pc:sldMk cId="3245362616" sldId="354"/>
        </pc:sldMkLst>
        <pc:spChg chg="mod">
          <ac:chgData name="Edwar Romero-Ramirez" userId="92bc0edd-ad5d-44a7-8ba7-72607029cc7a" providerId="ADAL" clId="{2775DB41-4F27-43BB-B6B4-1F63C41083B6}" dt="2024-06-14T02:57:31.475" v="1439" actId="207"/>
          <ac:spMkLst>
            <pc:docMk/>
            <pc:sldMk cId="3245362616" sldId="354"/>
            <ac:spMk id="3" creationId="{9556065C-AC8D-F8CF-D5A2-F5C7B2A8889E}"/>
          </ac:spMkLst>
        </pc:spChg>
      </pc:sldChg>
      <pc:sldChg chg="modSp mod">
        <pc:chgData name="Edwar Romero-Ramirez" userId="92bc0edd-ad5d-44a7-8ba7-72607029cc7a" providerId="ADAL" clId="{2775DB41-4F27-43BB-B6B4-1F63C41083B6}" dt="2024-06-14T03:04:15.059" v="1646" actId="6549"/>
        <pc:sldMkLst>
          <pc:docMk/>
          <pc:sldMk cId="4183556849" sldId="355"/>
        </pc:sldMkLst>
        <pc:spChg chg="mod">
          <ac:chgData name="Edwar Romero-Ramirez" userId="92bc0edd-ad5d-44a7-8ba7-72607029cc7a" providerId="ADAL" clId="{2775DB41-4F27-43BB-B6B4-1F63C41083B6}" dt="2024-06-14T03:04:15.059" v="1646" actId="6549"/>
          <ac:spMkLst>
            <pc:docMk/>
            <pc:sldMk cId="4183556849" sldId="355"/>
            <ac:spMk id="3" creationId="{9556065C-AC8D-F8CF-D5A2-F5C7B2A8889E}"/>
          </ac:spMkLst>
        </pc:spChg>
        <pc:picChg chg="mod modCrop">
          <ac:chgData name="Edwar Romero-Ramirez" userId="92bc0edd-ad5d-44a7-8ba7-72607029cc7a" providerId="ADAL" clId="{2775DB41-4F27-43BB-B6B4-1F63C41083B6}" dt="2024-06-14T03:00:36.146" v="1545" actId="732"/>
          <ac:picMkLst>
            <pc:docMk/>
            <pc:sldMk cId="4183556849" sldId="355"/>
            <ac:picMk id="17" creationId="{81A7133B-4EF4-6F2E-F115-3E1B669ABF10}"/>
          </ac:picMkLst>
        </pc:picChg>
      </pc:sldChg>
      <pc:sldChg chg="addSp delSp modSp new mod">
        <pc:chgData name="Edwar Romero-Ramirez" userId="92bc0edd-ad5d-44a7-8ba7-72607029cc7a" providerId="ADAL" clId="{2775DB41-4F27-43BB-B6B4-1F63C41083B6}" dt="2024-06-14T02:49:41.120" v="1431" actId="207"/>
        <pc:sldMkLst>
          <pc:docMk/>
          <pc:sldMk cId="1929717596" sldId="356"/>
        </pc:sldMkLst>
        <pc:spChg chg="mod">
          <ac:chgData name="Edwar Romero-Ramirez" userId="92bc0edd-ad5d-44a7-8ba7-72607029cc7a" providerId="ADAL" clId="{2775DB41-4F27-43BB-B6B4-1F63C41083B6}" dt="2024-06-14T02:48:34.928" v="1406" actId="20577"/>
          <ac:spMkLst>
            <pc:docMk/>
            <pc:sldMk cId="1929717596" sldId="356"/>
            <ac:spMk id="2" creationId="{47F9B0D7-DC7B-A8D6-DEB3-9C2055028689}"/>
          </ac:spMkLst>
        </pc:spChg>
        <pc:spChg chg="add del mod">
          <ac:chgData name="Edwar Romero-Ramirez" userId="92bc0edd-ad5d-44a7-8ba7-72607029cc7a" providerId="ADAL" clId="{2775DB41-4F27-43BB-B6B4-1F63C41083B6}" dt="2024-06-14T02:49:41.120" v="1431" actId="207"/>
          <ac:spMkLst>
            <pc:docMk/>
            <pc:sldMk cId="1929717596" sldId="356"/>
            <ac:spMk id="3" creationId="{EEA82FBA-2EB2-5C2F-0014-4EC7486CBC03}"/>
          </ac:spMkLst>
        </pc:spChg>
        <pc:graphicFrameChg chg="add mod">
          <ac:chgData name="Edwar Romero-Ramirez" userId="92bc0edd-ad5d-44a7-8ba7-72607029cc7a" providerId="ADAL" clId="{2775DB41-4F27-43BB-B6B4-1F63C41083B6}" dt="2024-06-14T02:47:45.476" v="1393"/>
          <ac:graphicFrameMkLst>
            <pc:docMk/>
            <pc:sldMk cId="1929717596" sldId="356"/>
            <ac:graphicFrameMk id="4" creationId="{BAD53806-382E-B003-BA2D-D7AC26C87728}"/>
          </ac:graphicFrameMkLst>
        </pc:graphicFrameChg>
        <pc:graphicFrameChg chg="add mod">
          <ac:chgData name="Edwar Romero-Ramirez" userId="92bc0edd-ad5d-44a7-8ba7-72607029cc7a" providerId="ADAL" clId="{2775DB41-4F27-43BB-B6B4-1F63C41083B6}" dt="2024-06-14T02:47:50.405" v="1395"/>
          <ac:graphicFrameMkLst>
            <pc:docMk/>
            <pc:sldMk cId="1929717596" sldId="356"/>
            <ac:graphicFrameMk id="5" creationId="{11877124-BC56-B63D-A3CC-3BC1363DEF85}"/>
          </ac:graphicFrameMkLst>
        </pc:graphicFrameChg>
        <pc:graphicFrameChg chg="add mod">
          <ac:chgData name="Edwar Romero-Ramirez" userId="92bc0edd-ad5d-44a7-8ba7-72607029cc7a" providerId="ADAL" clId="{2775DB41-4F27-43BB-B6B4-1F63C41083B6}" dt="2024-06-14T02:47:56.372" v="1397"/>
          <ac:graphicFrameMkLst>
            <pc:docMk/>
            <pc:sldMk cId="1929717596" sldId="356"/>
            <ac:graphicFrameMk id="6" creationId="{0EEBDA16-F3A0-5DBA-443C-F2E68EDA8D86}"/>
          </ac:graphicFrameMkLst>
        </pc:graphicFrameChg>
      </pc:sldChg>
      <pc:sldChg chg="addSp delSp modSp add mod">
        <pc:chgData name="Edwar Romero-Ramirez" userId="92bc0edd-ad5d-44a7-8ba7-72607029cc7a" providerId="ADAL" clId="{2775DB41-4F27-43BB-B6B4-1F63C41083B6}" dt="2024-06-14T03:20:16.457" v="2214" actId="20577"/>
        <pc:sldMkLst>
          <pc:docMk/>
          <pc:sldMk cId="413745526" sldId="357"/>
        </pc:sldMkLst>
        <pc:spChg chg="mod">
          <ac:chgData name="Edwar Romero-Ramirez" userId="92bc0edd-ad5d-44a7-8ba7-72607029cc7a" providerId="ADAL" clId="{2775DB41-4F27-43BB-B6B4-1F63C41083B6}" dt="2024-06-14T03:20:16.457" v="2214" actId="20577"/>
          <ac:spMkLst>
            <pc:docMk/>
            <pc:sldMk cId="413745526" sldId="357"/>
            <ac:spMk id="3" creationId="{9556065C-AC8D-F8CF-D5A2-F5C7B2A8889E}"/>
          </ac:spMkLst>
        </pc:spChg>
        <pc:picChg chg="add mod">
          <ac:chgData name="Edwar Romero-Ramirez" userId="92bc0edd-ad5d-44a7-8ba7-72607029cc7a" providerId="ADAL" clId="{2775DB41-4F27-43BB-B6B4-1F63C41083B6}" dt="2024-06-14T03:00:44.461" v="1547"/>
          <ac:picMkLst>
            <pc:docMk/>
            <pc:sldMk cId="413745526" sldId="357"/>
            <ac:picMk id="4" creationId="{270FBBD8-074C-B728-4DF2-2B107CEE27C1}"/>
          </ac:picMkLst>
        </pc:picChg>
        <pc:picChg chg="del">
          <ac:chgData name="Edwar Romero-Ramirez" userId="92bc0edd-ad5d-44a7-8ba7-72607029cc7a" providerId="ADAL" clId="{2775DB41-4F27-43BB-B6B4-1F63C41083B6}" dt="2024-06-14T03:00:44.048" v="1546" actId="478"/>
          <ac:picMkLst>
            <pc:docMk/>
            <pc:sldMk cId="413745526" sldId="357"/>
            <ac:picMk id="17" creationId="{81A7133B-4EF4-6F2E-F115-3E1B669ABF10}"/>
          </ac:picMkLst>
        </pc:picChg>
      </pc:sldChg>
      <pc:sldChg chg="addSp modSp add mod ord">
        <pc:chgData name="Edwar Romero-Ramirez" userId="92bc0edd-ad5d-44a7-8ba7-72607029cc7a" providerId="ADAL" clId="{2775DB41-4F27-43BB-B6B4-1F63C41083B6}" dt="2024-06-14T03:29:53.003" v="2426" actId="1076"/>
        <pc:sldMkLst>
          <pc:docMk/>
          <pc:sldMk cId="798543756" sldId="358"/>
        </pc:sldMkLst>
        <pc:spChg chg="mod">
          <ac:chgData name="Edwar Romero-Ramirez" userId="92bc0edd-ad5d-44a7-8ba7-72607029cc7a" providerId="ADAL" clId="{2775DB41-4F27-43BB-B6B4-1F63C41083B6}" dt="2024-06-14T03:29:36.410" v="2422"/>
          <ac:spMkLst>
            <pc:docMk/>
            <pc:sldMk cId="798543756" sldId="358"/>
            <ac:spMk id="3" creationId="{9556065C-AC8D-F8CF-D5A2-F5C7B2A8889E}"/>
          </ac:spMkLst>
        </pc:spChg>
        <pc:picChg chg="add mod">
          <ac:chgData name="Edwar Romero-Ramirez" userId="92bc0edd-ad5d-44a7-8ba7-72607029cc7a" providerId="ADAL" clId="{2775DB41-4F27-43BB-B6B4-1F63C41083B6}" dt="2024-06-14T03:29:53.003" v="2426" actId="1076"/>
          <ac:picMkLst>
            <pc:docMk/>
            <pc:sldMk cId="798543756" sldId="358"/>
            <ac:picMk id="7" creationId="{D8BAB4E6-0C87-FC94-6BD8-7E8EA6A9D509}"/>
          </ac:picMkLst>
        </pc:picChg>
      </pc:sldChg>
      <pc:sldChg chg="addSp delSp modSp add mod">
        <pc:chgData name="Edwar Romero-Ramirez" userId="92bc0edd-ad5d-44a7-8ba7-72607029cc7a" providerId="ADAL" clId="{2775DB41-4F27-43BB-B6B4-1F63C41083B6}" dt="2024-06-14T03:48:29.981" v="2606" actId="1076"/>
        <pc:sldMkLst>
          <pc:docMk/>
          <pc:sldMk cId="1580297987" sldId="359"/>
        </pc:sldMkLst>
        <pc:spChg chg="mod">
          <ac:chgData name="Edwar Romero-Ramirez" userId="92bc0edd-ad5d-44a7-8ba7-72607029cc7a" providerId="ADAL" clId="{2775DB41-4F27-43BB-B6B4-1F63C41083B6}" dt="2024-06-14T03:33:40.234" v="2480" actId="20577"/>
          <ac:spMkLst>
            <pc:docMk/>
            <pc:sldMk cId="1580297987" sldId="359"/>
            <ac:spMk id="2" creationId="{A43E3E30-0CCC-0FCC-69DC-1C2820744E12}"/>
          </ac:spMkLst>
        </pc:spChg>
        <pc:spChg chg="del">
          <ac:chgData name="Edwar Romero-Ramirez" userId="92bc0edd-ad5d-44a7-8ba7-72607029cc7a" providerId="ADAL" clId="{2775DB41-4F27-43BB-B6B4-1F63C41083B6}" dt="2024-06-14T03:32:33.777" v="2448" actId="478"/>
          <ac:spMkLst>
            <pc:docMk/>
            <pc:sldMk cId="1580297987" sldId="359"/>
            <ac:spMk id="3" creationId="{9556065C-AC8D-F8CF-D5A2-F5C7B2A8889E}"/>
          </ac:spMkLst>
        </pc:spChg>
        <pc:spChg chg="del">
          <ac:chgData name="Edwar Romero-Ramirez" userId="92bc0edd-ad5d-44a7-8ba7-72607029cc7a" providerId="ADAL" clId="{2775DB41-4F27-43BB-B6B4-1F63C41083B6}" dt="2024-06-14T03:32:40.572" v="2451" actId="478"/>
          <ac:spMkLst>
            <pc:docMk/>
            <pc:sldMk cId="1580297987" sldId="359"/>
            <ac:spMk id="5" creationId="{3F1CE5EF-1993-48B6-7353-FC6D457CA39A}"/>
          </ac:spMkLst>
        </pc:spChg>
        <pc:spChg chg="add del mod">
          <ac:chgData name="Edwar Romero-Ramirez" userId="92bc0edd-ad5d-44a7-8ba7-72607029cc7a" providerId="ADAL" clId="{2775DB41-4F27-43BB-B6B4-1F63C41083B6}" dt="2024-06-14T03:32:36.516" v="2449" actId="478"/>
          <ac:spMkLst>
            <pc:docMk/>
            <pc:sldMk cId="1580297987" sldId="359"/>
            <ac:spMk id="8" creationId="{429671A8-C79C-771E-5C8A-4C1A3A22F982}"/>
          </ac:spMkLst>
        </pc:spChg>
        <pc:spChg chg="add mod">
          <ac:chgData name="Edwar Romero-Ramirez" userId="92bc0edd-ad5d-44a7-8ba7-72607029cc7a" providerId="ADAL" clId="{2775DB41-4F27-43BB-B6B4-1F63C41083B6}" dt="2024-06-14T03:45:21.474" v="2594" actId="255"/>
          <ac:spMkLst>
            <pc:docMk/>
            <pc:sldMk cId="1580297987" sldId="359"/>
            <ac:spMk id="11" creationId="{3150CDA9-F3E0-DBDC-345D-E6EED776FA29}"/>
          </ac:spMkLst>
        </pc:spChg>
        <pc:spChg chg="add mod">
          <ac:chgData name="Edwar Romero-Ramirez" userId="92bc0edd-ad5d-44a7-8ba7-72607029cc7a" providerId="ADAL" clId="{2775DB41-4F27-43BB-B6B4-1F63C41083B6}" dt="2024-06-14T03:48:29.981" v="2606" actId="1076"/>
          <ac:spMkLst>
            <pc:docMk/>
            <pc:sldMk cId="1580297987" sldId="359"/>
            <ac:spMk id="12" creationId="{4BB7780D-4490-CE9E-60DA-94C0FD0ECB9C}"/>
          </ac:spMkLst>
        </pc:spChg>
        <pc:picChg chg="mod modCrop">
          <ac:chgData name="Edwar Romero-Ramirez" userId="92bc0edd-ad5d-44a7-8ba7-72607029cc7a" providerId="ADAL" clId="{2775DB41-4F27-43BB-B6B4-1F63C41083B6}" dt="2024-06-14T03:45:30.495" v="2603" actId="1038"/>
          <ac:picMkLst>
            <pc:docMk/>
            <pc:sldMk cId="1580297987" sldId="359"/>
            <ac:picMk id="6" creationId="{50535E7C-5C90-3DB5-404B-E48DB8C9ECFD}"/>
          </ac:picMkLst>
        </pc:picChg>
        <pc:picChg chg="mod modCrop">
          <ac:chgData name="Edwar Romero-Ramirez" userId="92bc0edd-ad5d-44a7-8ba7-72607029cc7a" providerId="ADAL" clId="{2775DB41-4F27-43BB-B6B4-1F63C41083B6}" dt="2024-06-14T03:45:35.533" v="2604" actId="1076"/>
          <ac:picMkLst>
            <pc:docMk/>
            <pc:sldMk cId="1580297987" sldId="359"/>
            <ac:picMk id="7" creationId="{D8BAB4E6-0C87-FC94-6BD8-7E8EA6A9D509}"/>
          </ac:picMkLst>
        </pc:picChg>
        <pc:picChg chg="add mod">
          <ac:chgData name="Edwar Romero-Ramirez" userId="92bc0edd-ad5d-44a7-8ba7-72607029cc7a" providerId="ADAL" clId="{2775DB41-4F27-43BB-B6B4-1F63C41083B6}" dt="2024-06-14T03:33:23.668" v="2465" actId="14100"/>
          <ac:picMkLst>
            <pc:docMk/>
            <pc:sldMk cId="1580297987" sldId="359"/>
            <ac:picMk id="10" creationId="{B58DDEFC-158E-BB6C-48FE-02111463751B}"/>
          </ac:picMkLst>
        </pc:picChg>
        <pc:picChg chg="del">
          <ac:chgData name="Edwar Romero-Ramirez" userId="92bc0edd-ad5d-44a7-8ba7-72607029cc7a" providerId="ADAL" clId="{2775DB41-4F27-43BB-B6B4-1F63C41083B6}" dt="2024-06-14T03:32:38.833" v="2450" actId="478"/>
          <ac:picMkLst>
            <pc:docMk/>
            <pc:sldMk cId="1580297987" sldId="359"/>
            <ac:picMk id="17" creationId="{81A7133B-4EF4-6F2E-F115-3E1B669ABF10}"/>
          </ac:picMkLst>
        </pc:picChg>
      </pc:sldChg>
      <pc:sldChg chg="addSp delSp modSp add mod">
        <pc:chgData name="Edwar Romero-Ramirez" userId="92bc0edd-ad5d-44a7-8ba7-72607029cc7a" providerId="ADAL" clId="{2775DB41-4F27-43BB-B6B4-1F63C41083B6}" dt="2024-06-14T04:27:14.086" v="2651" actId="20577"/>
        <pc:sldMkLst>
          <pc:docMk/>
          <pc:sldMk cId="2501000224" sldId="360"/>
        </pc:sldMkLst>
        <pc:spChg chg="mod">
          <ac:chgData name="Edwar Romero-Ramirez" userId="92bc0edd-ad5d-44a7-8ba7-72607029cc7a" providerId="ADAL" clId="{2775DB41-4F27-43BB-B6B4-1F63C41083B6}" dt="2024-06-14T04:27:14.086" v="2651" actId="20577"/>
          <ac:spMkLst>
            <pc:docMk/>
            <pc:sldMk cId="2501000224" sldId="360"/>
            <ac:spMk id="2" creationId="{A43E3E30-0CCC-0FCC-69DC-1C2820744E12}"/>
          </ac:spMkLst>
        </pc:spChg>
        <pc:spChg chg="add">
          <ac:chgData name="Edwar Romero-Ramirez" userId="92bc0edd-ad5d-44a7-8ba7-72607029cc7a" providerId="ADAL" clId="{2775DB41-4F27-43BB-B6B4-1F63C41083B6}" dt="2024-06-14T04:16:15.823" v="2616"/>
          <ac:spMkLst>
            <pc:docMk/>
            <pc:sldMk cId="2501000224" sldId="360"/>
            <ac:spMk id="5" creationId="{C79FBF0A-4FC4-8D24-EBBA-00C6E169B8A0}"/>
          </ac:spMkLst>
        </pc:spChg>
        <pc:spChg chg="add">
          <ac:chgData name="Edwar Romero-Ramirez" userId="92bc0edd-ad5d-44a7-8ba7-72607029cc7a" providerId="ADAL" clId="{2775DB41-4F27-43BB-B6B4-1F63C41083B6}" dt="2024-06-14T04:16:32.862" v="2619"/>
          <ac:spMkLst>
            <pc:docMk/>
            <pc:sldMk cId="2501000224" sldId="360"/>
            <ac:spMk id="8" creationId="{145037C8-5139-0878-F567-9EE60927B874}"/>
          </ac:spMkLst>
        </pc:spChg>
        <pc:spChg chg="add del mod">
          <ac:chgData name="Edwar Romero-Ramirez" userId="92bc0edd-ad5d-44a7-8ba7-72607029cc7a" providerId="ADAL" clId="{2775DB41-4F27-43BB-B6B4-1F63C41083B6}" dt="2024-06-14T04:17:36.355" v="2635" actId="478"/>
          <ac:spMkLst>
            <pc:docMk/>
            <pc:sldMk cId="2501000224" sldId="360"/>
            <ac:spMk id="9" creationId="{81F71202-A835-375B-3B6F-02D21F6C8DDF}"/>
          </ac:spMkLst>
        </pc:spChg>
        <pc:spChg chg="del">
          <ac:chgData name="Edwar Romero-Ramirez" userId="92bc0edd-ad5d-44a7-8ba7-72607029cc7a" providerId="ADAL" clId="{2775DB41-4F27-43BB-B6B4-1F63C41083B6}" dt="2024-06-14T04:10:37.574" v="2611" actId="478"/>
          <ac:spMkLst>
            <pc:docMk/>
            <pc:sldMk cId="2501000224" sldId="360"/>
            <ac:spMk id="11" creationId="{3150CDA9-F3E0-DBDC-345D-E6EED776FA29}"/>
          </ac:spMkLst>
        </pc:spChg>
        <pc:spChg chg="del">
          <ac:chgData name="Edwar Romero-Ramirez" userId="92bc0edd-ad5d-44a7-8ba7-72607029cc7a" providerId="ADAL" clId="{2775DB41-4F27-43BB-B6B4-1F63C41083B6}" dt="2024-06-14T04:10:32.558" v="2609" actId="478"/>
          <ac:spMkLst>
            <pc:docMk/>
            <pc:sldMk cId="2501000224" sldId="360"/>
            <ac:spMk id="12" creationId="{4BB7780D-4490-CE9E-60DA-94C0FD0ECB9C}"/>
          </ac:spMkLst>
        </pc:spChg>
        <pc:picChg chg="add mod">
          <ac:chgData name="Edwar Romero-Ramirez" userId="92bc0edd-ad5d-44a7-8ba7-72607029cc7a" providerId="ADAL" clId="{2775DB41-4F27-43BB-B6B4-1F63C41083B6}" dt="2024-06-14T04:17:39.661" v="2636" actId="1076"/>
          <ac:picMkLst>
            <pc:docMk/>
            <pc:sldMk cId="2501000224" sldId="360"/>
            <ac:picMk id="4" creationId="{2F80A794-EBFE-9BB3-45D9-E64FBFCC7AEB}"/>
          </ac:picMkLst>
        </pc:picChg>
        <pc:picChg chg="del">
          <ac:chgData name="Edwar Romero-Ramirez" userId="92bc0edd-ad5d-44a7-8ba7-72607029cc7a" providerId="ADAL" clId="{2775DB41-4F27-43BB-B6B4-1F63C41083B6}" dt="2024-06-14T04:10:35.727" v="2610" actId="478"/>
          <ac:picMkLst>
            <pc:docMk/>
            <pc:sldMk cId="2501000224" sldId="360"/>
            <ac:picMk id="6" creationId="{50535E7C-5C90-3DB5-404B-E48DB8C9ECFD}"/>
          </ac:picMkLst>
        </pc:picChg>
        <pc:picChg chg="del">
          <ac:chgData name="Edwar Romero-Ramirez" userId="92bc0edd-ad5d-44a7-8ba7-72607029cc7a" providerId="ADAL" clId="{2775DB41-4F27-43BB-B6B4-1F63C41083B6}" dt="2024-06-14T04:10:30.510" v="2608" actId="478"/>
          <ac:picMkLst>
            <pc:docMk/>
            <pc:sldMk cId="2501000224" sldId="360"/>
            <ac:picMk id="7" creationId="{D8BAB4E6-0C87-FC94-6BD8-7E8EA6A9D509}"/>
          </ac:picMkLst>
        </pc:picChg>
        <pc:picChg chg="del">
          <ac:chgData name="Edwar Romero-Ramirez" userId="92bc0edd-ad5d-44a7-8ba7-72607029cc7a" providerId="ADAL" clId="{2775DB41-4F27-43BB-B6B4-1F63C41083B6}" dt="2024-06-14T04:10:38.269" v="2612" actId="478"/>
          <ac:picMkLst>
            <pc:docMk/>
            <pc:sldMk cId="2501000224" sldId="360"/>
            <ac:picMk id="10" creationId="{B58DDEFC-158E-BB6C-48FE-02111463751B}"/>
          </ac:picMkLst>
        </pc:picChg>
      </pc:sldChg>
      <pc:sldChg chg="addSp delSp modSp add mod modNotesTx">
        <pc:chgData name="Edwar Romero-Ramirez" userId="92bc0edd-ad5d-44a7-8ba7-72607029cc7a" providerId="ADAL" clId="{2775DB41-4F27-43BB-B6B4-1F63C41083B6}" dt="2024-06-15T03:10:51.655" v="4107"/>
        <pc:sldMkLst>
          <pc:docMk/>
          <pc:sldMk cId="4026378510" sldId="366"/>
        </pc:sldMkLst>
        <pc:spChg chg="mod">
          <ac:chgData name="Edwar Romero-Ramirez" userId="92bc0edd-ad5d-44a7-8ba7-72607029cc7a" providerId="ADAL" clId="{2775DB41-4F27-43BB-B6B4-1F63C41083B6}" dt="2024-06-15T03:10:51.655" v="4107"/>
          <ac:spMkLst>
            <pc:docMk/>
            <pc:sldMk cId="4026378510" sldId="366"/>
            <ac:spMk id="2" creationId="{4D3BEB11-28D7-C522-E5E9-6807A609E96E}"/>
          </ac:spMkLst>
        </pc:spChg>
        <pc:spChg chg="mod">
          <ac:chgData name="Edwar Romero-Ramirez" userId="92bc0edd-ad5d-44a7-8ba7-72607029cc7a" providerId="ADAL" clId="{2775DB41-4F27-43BB-B6B4-1F63C41083B6}" dt="2024-06-15T02:59:34.047" v="3686" actId="114"/>
          <ac:spMkLst>
            <pc:docMk/>
            <pc:sldMk cId="4026378510" sldId="366"/>
            <ac:spMk id="3" creationId="{78D6B0DC-8DDB-A7DA-E1AC-AD2D78ED7DCB}"/>
          </ac:spMkLst>
        </pc:spChg>
        <pc:spChg chg="mod">
          <ac:chgData name="Edwar Romero-Ramirez" userId="92bc0edd-ad5d-44a7-8ba7-72607029cc7a" providerId="ADAL" clId="{2775DB41-4F27-43BB-B6B4-1F63C41083B6}" dt="2024-06-15T03:06:36.917" v="3956" actId="6549"/>
          <ac:spMkLst>
            <pc:docMk/>
            <pc:sldMk cId="4026378510" sldId="366"/>
            <ac:spMk id="9" creationId="{5DD5144A-4474-2479-FA5D-0FB5B8C4C171}"/>
          </ac:spMkLst>
        </pc:spChg>
        <pc:spChg chg="del mod">
          <ac:chgData name="Edwar Romero-Ramirez" userId="92bc0edd-ad5d-44a7-8ba7-72607029cc7a" providerId="ADAL" clId="{2775DB41-4F27-43BB-B6B4-1F63C41083B6}" dt="2024-06-15T02:37:02.826" v="3222" actId="478"/>
          <ac:spMkLst>
            <pc:docMk/>
            <pc:sldMk cId="4026378510" sldId="366"/>
            <ac:spMk id="15" creationId="{216BFA64-3032-6100-5E2A-946FC81C6E09}"/>
          </ac:spMkLst>
        </pc:spChg>
        <pc:picChg chg="add mod modCrop">
          <ac:chgData name="Edwar Romero-Ramirez" userId="92bc0edd-ad5d-44a7-8ba7-72607029cc7a" providerId="ADAL" clId="{2775DB41-4F27-43BB-B6B4-1F63C41083B6}" dt="2024-06-15T02:39:34.807" v="3308" actId="1076"/>
          <ac:picMkLst>
            <pc:docMk/>
            <pc:sldMk cId="4026378510" sldId="366"/>
            <ac:picMk id="7" creationId="{6F6976E1-4066-78FF-0D38-8CC5E311648F}"/>
          </ac:picMkLst>
        </pc:picChg>
        <pc:picChg chg="add mod">
          <ac:chgData name="Edwar Romero-Ramirez" userId="92bc0edd-ad5d-44a7-8ba7-72607029cc7a" providerId="ADAL" clId="{2775DB41-4F27-43BB-B6B4-1F63C41083B6}" dt="2024-06-15T02:41:55.390" v="3358" actId="1076"/>
          <ac:picMkLst>
            <pc:docMk/>
            <pc:sldMk cId="4026378510" sldId="366"/>
            <ac:picMk id="11" creationId="{EB78B041-4A74-9EC8-D506-FE9FCCD95E04}"/>
          </ac:picMkLst>
        </pc:picChg>
        <pc:picChg chg="del mod">
          <ac:chgData name="Edwar Romero-Ramirez" userId="92bc0edd-ad5d-44a7-8ba7-72607029cc7a" providerId="ADAL" clId="{2775DB41-4F27-43BB-B6B4-1F63C41083B6}" dt="2024-06-15T02:37:00.486" v="3220" actId="478"/>
          <ac:picMkLst>
            <pc:docMk/>
            <pc:sldMk cId="4026378510" sldId="366"/>
            <ac:picMk id="12" creationId="{34DABB26-E85B-E3AA-5B48-DA322D7BCAE3}"/>
          </ac:picMkLst>
        </pc:picChg>
        <pc:picChg chg="del mod">
          <ac:chgData name="Edwar Romero-Ramirez" userId="92bc0edd-ad5d-44a7-8ba7-72607029cc7a" providerId="ADAL" clId="{2775DB41-4F27-43BB-B6B4-1F63C41083B6}" dt="2024-06-15T02:36:59.012" v="3219" actId="478"/>
          <ac:picMkLst>
            <pc:docMk/>
            <pc:sldMk cId="4026378510" sldId="366"/>
            <ac:picMk id="13" creationId="{5237F4B0-22FF-5564-DA6C-E106786C82A3}"/>
          </ac:picMkLst>
        </pc:picChg>
        <pc:picChg chg="add mod">
          <ac:chgData name="Edwar Romero-Ramirez" userId="92bc0edd-ad5d-44a7-8ba7-72607029cc7a" providerId="ADAL" clId="{2775DB41-4F27-43BB-B6B4-1F63C41083B6}" dt="2024-06-15T02:43:15.120" v="3400" actId="1076"/>
          <ac:picMkLst>
            <pc:docMk/>
            <pc:sldMk cId="4026378510" sldId="366"/>
            <ac:picMk id="16" creationId="{4F334977-0BD6-6E1B-2299-19AAB5F0A57B}"/>
          </ac:picMkLst>
        </pc:picChg>
        <pc:picChg chg="add mod">
          <ac:chgData name="Edwar Romero-Ramirez" userId="92bc0edd-ad5d-44a7-8ba7-72607029cc7a" providerId="ADAL" clId="{2775DB41-4F27-43BB-B6B4-1F63C41083B6}" dt="2024-06-15T02:45:52.725" v="3543" actId="1076"/>
          <ac:picMkLst>
            <pc:docMk/>
            <pc:sldMk cId="4026378510" sldId="366"/>
            <ac:picMk id="19" creationId="{0844BCAD-81F9-95B7-7CAA-A81B4B0E2DB6}"/>
          </ac:picMkLst>
        </pc:picChg>
        <pc:picChg chg="add mod modCrop">
          <ac:chgData name="Edwar Romero-Ramirez" userId="92bc0edd-ad5d-44a7-8ba7-72607029cc7a" providerId="ADAL" clId="{2775DB41-4F27-43BB-B6B4-1F63C41083B6}" dt="2024-06-15T02:57:17.177" v="3679" actId="1076"/>
          <ac:picMkLst>
            <pc:docMk/>
            <pc:sldMk cId="4026378510" sldId="366"/>
            <ac:picMk id="21" creationId="{4B1B8C37-C76B-0073-5B46-78B84567EA7A}"/>
          </ac:picMkLst>
        </pc:picChg>
      </pc:sldChg>
      <pc:sldChg chg="modSp add mod">
        <pc:chgData name="Edwar Romero-Ramirez" userId="92bc0edd-ad5d-44a7-8ba7-72607029cc7a" providerId="ADAL" clId="{2775DB41-4F27-43BB-B6B4-1F63C41083B6}" dt="2024-06-15T03:01:14.011" v="3689" actId="207"/>
        <pc:sldMkLst>
          <pc:docMk/>
          <pc:sldMk cId="3756043976" sldId="367"/>
        </pc:sldMkLst>
        <pc:spChg chg="mod">
          <ac:chgData name="Edwar Romero-Ramirez" userId="92bc0edd-ad5d-44a7-8ba7-72607029cc7a" providerId="ADAL" clId="{2775DB41-4F27-43BB-B6B4-1F63C41083B6}" dt="2024-06-15T03:01:14.011" v="3689" actId="207"/>
          <ac:spMkLst>
            <pc:docMk/>
            <pc:sldMk cId="3756043976" sldId="367"/>
            <ac:spMk id="3" creationId="{EEA82FBA-2EB2-5C2F-0014-4EC7486CBC03}"/>
          </ac:spMkLst>
        </pc:spChg>
      </pc:sldChg>
      <pc:sldChg chg="modSp add mod">
        <pc:chgData name="Edwar Romero-Ramirez" userId="92bc0edd-ad5d-44a7-8ba7-72607029cc7a" providerId="ADAL" clId="{2775DB41-4F27-43BB-B6B4-1F63C41083B6}" dt="2024-06-15T03:10:40.104" v="4106" actId="20577"/>
        <pc:sldMkLst>
          <pc:docMk/>
          <pc:sldMk cId="3985552435" sldId="368"/>
        </pc:sldMkLst>
        <pc:spChg chg="mod">
          <ac:chgData name="Edwar Romero-Ramirez" userId="92bc0edd-ad5d-44a7-8ba7-72607029cc7a" providerId="ADAL" clId="{2775DB41-4F27-43BB-B6B4-1F63C41083B6}" dt="2024-06-15T03:10:40.104" v="4106" actId="20577"/>
          <ac:spMkLst>
            <pc:docMk/>
            <pc:sldMk cId="3985552435" sldId="368"/>
            <ac:spMk id="2" creationId="{4D3BEB11-28D7-C522-E5E9-6807A609E96E}"/>
          </ac:spMkLst>
        </pc:spChg>
        <pc:spChg chg="mod">
          <ac:chgData name="Edwar Romero-Ramirez" userId="92bc0edd-ad5d-44a7-8ba7-72607029cc7a" providerId="ADAL" clId="{2775DB41-4F27-43BB-B6B4-1F63C41083B6}" dt="2024-06-15T03:06:33.001" v="3955" actId="6549"/>
          <ac:spMkLst>
            <pc:docMk/>
            <pc:sldMk cId="3985552435" sldId="368"/>
            <ac:spMk id="9" creationId="{5DD5144A-4474-2479-FA5D-0FB5B8C4C171}"/>
          </ac:spMkLst>
        </pc:spChg>
      </pc:sldChg>
      <pc:sldChg chg="addSp modSp new mod modNotesTx">
        <pc:chgData name="Edwar Romero-Ramirez" userId="92bc0edd-ad5d-44a7-8ba7-72607029cc7a" providerId="ADAL" clId="{2775DB41-4F27-43BB-B6B4-1F63C41083B6}" dt="2024-06-15T03:17:56.341" v="4519" actId="20577"/>
        <pc:sldMkLst>
          <pc:docMk/>
          <pc:sldMk cId="2079027889" sldId="369"/>
        </pc:sldMkLst>
        <pc:spChg chg="mod">
          <ac:chgData name="Edwar Romero-Ramirez" userId="92bc0edd-ad5d-44a7-8ba7-72607029cc7a" providerId="ADAL" clId="{2775DB41-4F27-43BB-B6B4-1F63C41083B6}" dt="2024-06-15T03:11:06.254" v="4119" actId="20577"/>
          <ac:spMkLst>
            <pc:docMk/>
            <pc:sldMk cId="2079027889" sldId="369"/>
            <ac:spMk id="2" creationId="{759D9DBF-9C2C-417C-A23D-83C897A4DDC9}"/>
          </ac:spMkLst>
        </pc:spChg>
        <pc:spChg chg="mod">
          <ac:chgData name="Edwar Romero-Ramirez" userId="92bc0edd-ad5d-44a7-8ba7-72607029cc7a" providerId="ADAL" clId="{2775DB41-4F27-43BB-B6B4-1F63C41083B6}" dt="2024-06-15T03:16:51.814" v="4409" actId="20577"/>
          <ac:spMkLst>
            <pc:docMk/>
            <pc:sldMk cId="2079027889" sldId="369"/>
            <ac:spMk id="3" creationId="{10AD0E58-93FB-6A47-493C-616E6D59704E}"/>
          </ac:spMkLst>
        </pc:spChg>
        <pc:spChg chg="add mod">
          <ac:chgData name="Edwar Romero-Ramirez" userId="92bc0edd-ad5d-44a7-8ba7-72607029cc7a" providerId="ADAL" clId="{2775DB41-4F27-43BB-B6B4-1F63C41083B6}" dt="2024-06-15T03:11:25.446" v="4120"/>
          <ac:spMkLst>
            <pc:docMk/>
            <pc:sldMk cId="2079027889" sldId="369"/>
            <ac:spMk id="6" creationId="{87932B86-8520-EC02-CE45-7F86CE4E4327}"/>
          </ac:spMkLst>
        </pc:spChg>
        <pc:spChg chg="add mod">
          <ac:chgData name="Edwar Romero-Ramirez" userId="92bc0edd-ad5d-44a7-8ba7-72607029cc7a" providerId="ADAL" clId="{2775DB41-4F27-43BB-B6B4-1F63C41083B6}" dt="2024-06-15T03:11:25.446" v="4120"/>
          <ac:spMkLst>
            <pc:docMk/>
            <pc:sldMk cId="2079027889" sldId="369"/>
            <ac:spMk id="7" creationId="{D16AFA21-6D25-2976-5E6B-A0ED945A9809}"/>
          </ac:spMkLst>
        </pc:spChg>
        <pc:spChg chg="add mod">
          <ac:chgData name="Edwar Romero-Ramirez" userId="92bc0edd-ad5d-44a7-8ba7-72607029cc7a" providerId="ADAL" clId="{2775DB41-4F27-43BB-B6B4-1F63C41083B6}" dt="2024-06-15T03:11:25.446" v="4120"/>
          <ac:spMkLst>
            <pc:docMk/>
            <pc:sldMk cId="2079027889" sldId="369"/>
            <ac:spMk id="8" creationId="{C50EF145-7639-DABE-9E0E-C2DD0841793A}"/>
          </ac:spMkLst>
        </pc:spChg>
        <pc:picChg chg="add mod">
          <ac:chgData name="Edwar Romero-Ramirez" userId="92bc0edd-ad5d-44a7-8ba7-72607029cc7a" providerId="ADAL" clId="{2775DB41-4F27-43BB-B6B4-1F63C41083B6}" dt="2024-06-15T03:11:25.446" v="4120"/>
          <ac:picMkLst>
            <pc:docMk/>
            <pc:sldMk cId="2079027889" sldId="369"/>
            <ac:picMk id="4" creationId="{30EA1868-5C0A-F0E1-934D-046727971184}"/>
          </ac:picMkLst>
        </pc:picChg>
        <pc:picChg chg="add mod">
          <ac:chgData name="Edwar Romero-Ramirez" userId="92bc0edd-ad5d-44a7-8ba7-72607029cc7a" providerId="ADAL" clId="{2775DB41-4F27-43BB-B6B4-1F63C41083B6}" dt="2024-06-15T03:11:25.446" v="4120"/>
          <ac:picMkLst>
            <pc:docMk/>
            <pc:sldMk cId="2079027889" sldId="369"/>
            <ac:picMk id="5" creationId="{41223042-EA55-1905-E8F5-A3F03A655388}"/>
          </ac:picMkLst>
        </pc:picChg>
        <pc:picChg chg="add mod">
          <ac:chgData name="Edwar Romero-Ramirez" userId="92bc0edd-ad5d-44a7-8ba7-72607029cc7a" providerId="ADAL" clId="{2775DB41-4F27-43BB-B6B4-1F63C41083B6}" dt="2024-06-15T03:16:26.336" v="4399" actId="1076"/>
          <ac:picMkLst>
            <pc:docMk/>
            <pc:sldMk cId="2079027889" sldId="369"/>
            <ac:picMk id="9" creationId="{FA24FF5C-1E27-EF8D-1247-D801F07A3A86}"/>
          </ac:picMkLst>
        </pc:picChg>
        <pc:picChg chg="add mod">
          <ac:chgData name="Edwar Romero-Ramirez" userId="92bc0edd-ad5d-44a7-8ba7-72607029cc7a" providerId="ADAL" clId="{2775DB41-4F27-43BB-B6B4-1F63C41083B6}" dt="2024-06-15T03:16:24.884" v="4398" actId="1076"/>
          <ac:picMkLst>
            <pc:docMk/>
            <pc:sldMk cId="2079027889" sldId="369"/>
            <ac:picMk id="10" creationId="{36811DD9-DD55-2B88-0E59-03FBDEBA3E88}"/>
          </ac:picMkLst>
        </pc:picChg>
        <pc:picChg chg="add mod">
          <ac:chgData name="Edwar Romero-Ramirez" userId="92bc0edd-ad5d-44a7-8ba7-72607029cc7a" providerId="ADAL" clId="{2775DB41-4F27-43BB-B6B4-1F63C41083B6}" dt="2024-06-15T03:16:29.143" v="4400" actId="1076"/>
          <ac:picMkLst>
            <pc:docMk/>
            <pc:sldMk cId="2079027889" sldId="369"/>
            <ac:picMk id="11" creationId="{68E480E0-FA87-048B-6A65-3BDB885AEE62}"/>
          </ac:picMkLst>
        </pc:picChg>
        <pc:picChg chg="add mod">
          <ac:chgData name="Edwar Romero-Ramirez" userId="92bc0edd-ad5d-44a7-8ba7-72607029cc7a" providerId="ADAL" clId="{2775DB41-4F27-43BB-B6B4-1F63C41083B6}" dt="2024-06-15T03:16:37.150" v="4403" actId="1076"/>
          <ac:picMkLst>
            <pc:docMk/>
            <pc:sldMk cId="2079027889" sldId="369"/>
            <ac:picMk id="12" creationId="{496A5813-B92D-B3F7-9F44-0A2FBF8ACB36}"/>
          </ac:picMkLst>
        </pc:picChg>
        <pc:picChg chg="add mod">
          <ac:chgData name="Edwar Romero-Ramirez" userId="92bc0edd-ad5d-44a7-8ba7-72607029cc7a" providerId="ADAL" clId="{2775DB41-4F27-43BB-B6B4-1F63C41083B6}" dt="2024-06-15T03:16:34.886" v="4402" actId="1076"/>
          <ac:picMkLst>
            <pc:docMk/>
            <pc:sldMk cId="2079027889" sldId="369"/>
            <ac:picMk id="13" creationId="{72FDCAA7-B1B0-CD47-E511-D98BFE6F87C3}"/>
          </ac:picMkLst>
        </pc:picChg>
      </pc:sldChg>
      <pc:sldChg chg="addSp delSp modSp add mod">
        <pc:chgData name="Edwar Romero-Ramirez" userId="92bc0edd-ad5d-44a7-8ba7-72607029cc7a" providerId="ADAL" clId="{2775DB41-4F27-43BB-B6B4-1F63C41083B6}" dt="2024-06-15T03:30:45.296" v="4787" actId="1076"/>
        <pc:sldMkLst>
          <pc:docMk/>
          <pc:sldMk cId="124241174" sldId="370"/>
        </pc:sldMkLst>
        <pc:spChg chg="mod">
          <ac:chgData name="Edwar Romero-Ramirez" userId="92bc0edd-ad5d-44a7-8ba7-72607029cc7a" providerId="ADAL" clId="{2775DB41-4F27-43BB-B6B4-1F63C41083B6}" dt="2024-06-15T03:30:36.768" v="4786" actId="20577"/>
          <ac:spMkLst>
            <pc:docMk/>
            <pc:sldMk cId="124241174" sldId="370"/>
            <ac:spMk id="3" creationId="{10AD0E58-93FB-6A47-493C-616E6D59704E}"/>
          </ac:spMkLst>
        </pc:spChg>
        <pc:picChg chg="add del mod">
          <ac:chgData name="Edwar Romero-Ramirez" userId="92bc0edd-ad5d-44a7-8ba7-72607029cc7a" providerId="ADAL" clId="{2775DB41-4F27-43BB-B6B4-1F63C41083B6}" dt="2024-06-15T03:30:45.296" v="4787" actId="1076"/>
          <ac:picMkLst>
            <pc:docMk/>
            <pc:sldMk cId="124241174" sldId="370"/>
            <ac:picMk id="9" creationId="{FA24FF5C-1E27-EF8D-1247-D801F07A3A86}"/>
          </ac:picMkLst>
        </pc:picChg>
        <pc:picChg chg="add del mod">
          <ac:chgData name="Edwar Romero-Ramirez" userId="92bc0edd-ad5d-44a7-8ba7-72607029cc7a" providerId="ADAL" clId="{2775DB41-4F27-43BB-B6B4-1F63C41083B6}" dt="2024-06-15T03:30:45.296" v="4787" actId="1076"/>
          <ac:picMkLst>
            <pc:docMk/>
            <pc:sldMk cId="124241174" sldId="370"/>
            <ac:picMk id="10" creationId="{36811DD9-DD55-2B88-0E59-03FBDEBA3E88}"/>
          </ac:picMkLst>
        </pc:picChg>
        <pc:picChg chg="add del mod">
          <ac:chgData name="Edwar Romero-Ramirez" userId="92bc0edd-ad5d-44a7-8ba7-72607029cc7a" providerId="ADAL" clId="{2775DB41-4F27-43BB-B6B4-1F63C41083B6}" dt="2024-06-15T03:30:45.296" v="4787" actId="1076"/>
          <ac:picMkLst>
            <pc:docMk/>
            <pc:sldMk cId="124241174" sldId="370"/>
            <ac:picMk id="11" creationId="{68E480E0-FA87-048B-6A65-3BDB885AEE62}"/>
          </ac:picMkLst>
        </pc:picChg>
        <pc:picChg chg="del">
          <ac:chgData name="Edwar Romero-Ramirez" userId="92bc0edd-ad5d-44a7-8ba7-72607029cc7a" providerId="ADAL" clId="{2775DB41-4F27-43BB-B6B4-1F63C41083B6}" dt="2024-06-15T03:26:55.413" v="4583" actId="478"/>
          <ac:picMkLst>
            <pc:docMk/>
            <pc:sldMk cId="124241174" sldId="370"/>
            <ac:picMk id="12" creationId="{496A5813-B92D-B3F7-9F44-0A2FBF8ACB36}"/>
          </ac:picMkLst>
        </pc:picChg>
        <pc:picChg chg="del">
          <ac:chgData name="Edwar Romero-Ramirez" userId="92bc0edd-ad5d-44a7-8ba7-72607029cc7a" providerId="ADAL" clId="{2775DB41-4F27-43BB-B6B4-1F63C41083B6}" dt="2024-06-15T03:26:38.762" v="4579" actId="478"/>
          <ac:picMkLst>
            <pc:docMk/>
            <pc:sldMk cId="124241174" sldId="370"/>
            <ac:picMk id="13" creationId="{72FDCAA7-B1B0-CD47-E511-D98BFE6F87C3}"/>
          </ac:picMkLst>
        </pc:picChg>
        <pc:picChg chg="add mod">
          <ac:chgData name="Edwar Romero-Ramirez" userId="92bc0edd-ad5d-44a7-8ba7-72607029cc7a" providerId="ADAL" clId="{2775DB41-4F27-43BB-B6B4-1F63C41083B6}" dt="2024-06-15T03:30:45.296" v="4787" actId="1076"/>
          <ac:picMkLst>
            <pc:docMk/>
            <pc:sldMk cId="124241174" sldId="370"/>
            <ac:picMk id="15" creationId="{8302A4BB-BEF3-78C0-548F-1C00B9EB3CB8}"/>
          </ac:picMkLst>
        </pc:picChg>
      </pc:sldChg>
      <pc:sldChg chg="addSp delSp modSp add mod">
        <pc:chgData name="Edwar Romero-Ramirez" userId="92bc0edd-ad5d-44a7-8ba7-72607029cc7a" providerId="ADAL" clId="{2775DB41-4F27-43BB-B6B4-1F63C41083B6}" dt="2024-06-15T03:41:10.196" v="5145"/>
        <pc:sldMkLst>
          <pc:docMk/>
          <pc:sldMk cId="3451763861" sldId="371"/>
        </pc:sldMkLst>
        <pc:spChg chg="mod">
          <ac:chgData name="Edwar Romero-Ramirez" userId="92bc0edd-ad5d-44a7-8ba7-72607029cc7a" providerId="ADAL" clId="{2775DB41-4F27-43BB-B6B4-1F63C41083B6}" dt="2024-06-15T03:41:10.196" v="5145"/>
          <ac:spMkLst>
            <pc:docMk/>
            <pc:sldMk cId="3451763861" sldId="371"/>
            <ac:spMk id="3" creationId="{10AD0E58-93FB-6A47-493C-616E6D59704E}"/>
          </ac:spMkLst>
        </pc:spChg>
        <pc:picChg chg="add mod">
          <ac:chgData name="Edwar Romero-Ramirez" userId="92bc0edd-ad5d-44a7-8ba7-72607029cc7a" providerId="ADAL" clId="{2775DB41-4F27-43BB-B6B4-1F63C41083B6}" dt="2024-06-15T03:33:57.188" v="4792" actId="14100"/>
          <ac:picMkLst>
            <pc:docMk/>
            <pc:sldMk cId="3451763861" sldId="371"/>
            <ac:picMk id="13" creationId="{F36E6851-5402-2467-4E42-4E509206A285}"/>
          </ac:picMkLst>
        </pc:picChg>
        <pc:picChg chg="del">
          <ac:chgData name="Edwar Romero-Ramirez" userId="92bc0edd-ad5d-44a7-8ba7-72607029cc7a" providerId="ADAL" clId="{2775DB41-4F27-43BB-B6B4-1F63C41083B6}" dt="2024-06-15T03:33:50.510" v="4789" actId="478"/>
          <ac:picMkLst>
            <pc:docMk/>
            <pc:sldMk cId="3451763861" sldId="371"/>
            <ac:picMk id="15" creationId="{8302A4BB-BEF3-78C0-548F-1C00B9EB3CB8}"/>
          </ac:picMkLst>
        </pc:picChg>
      </pc:sldChg>
      <pc:sldChg chg="modSp add mod ord">
        <pc:chgData name="Edwar Romero-Ramirez" userId="92bc0edd-ad5d-44a7-8ba7-72607029cc7a" providerId="ADAL" clId="{2775DB41-4F27-43BB-B6B4-1F63C41083B6}" dt="2024-06-15T03:46:20.025" v="5340"/>
        <pc:sldMkLst>
          <pc:docMk/>
          <pc:sldMk cId="869483577" sldId="372"/>
        </pc:sldMkLst>
        <pc:spChg chg="mod">
          <ac:chgData name="Edwar Romero-Ramirez" userId="92bc0edd-ad5d-44a7-8ba7-72607029cc7a" providerId="ADAL" clId="{2775DB41-4F27-43BB-B6B4-1F63C41083B6}" dt="2024-06-15T03:46:20.025" v="5340"/>
          <ac:spMkLst>
            <pc:docMk/>
            <pc:sldMk cId="869483577" sldId="372"/>
            <ac:spMk id="3" creationId="{10AD0E58-93FB-6A47-493C-616E6D59704E}"/>
          </ac:spMkLst>
        </pc:spChg>
      </pc:sldChg>
      <pc:sldChg chg="addSp delSp modSp add mod">
        <pc:chgData name="Edwar Romero-Ramirez" userId="92bc0edd-ad5d-44a7-8ba7-72607029cc7a" providerId="ADAL" clId="{2775DB41-4F27-43BB-B6B4-1F63C41083B6}" dt="2024-06-15T03:51:45.384" v="5407" actId="1076"/>
        <pc:sldMkLst>
          <pc:docMk/>
          <pc:sldMk cId="3182590695" sldId="373"/>
        </pc:sldMkLst>
        <pc:spChg chg="mod">
          <ac:chgData name="Edwar Romero-Ramirez" userId="92bc0edd-ad5d-44a7-8ba7-72607029cc7a" providerId="ADAL" clId="{2775DB41-4F27-43BB-B6B4-1F63C41083B6}" dt="2024-06-15T03:46:57.482" v="5398" actId="20577"/>
          <ac:spMkLst>
            <pc:docMk/>
            <pc:sldMk cId="3182590695" sldId="373"/>
            <ac:spMk id="3" creationId="{10AD0E58-93FB-6A47-493C-616E6D59704E}"/>
          </ac:spMkLst>
        </pc:spChg>
        <pc:picChg chg="add del mod">
          <ac:chgData name="Edwar Romero-Ramirez" userId="92bc0edd-ad5d-44a7-8ba7-72607029cc7a" providerId="ADAL" clId="{2775DB41-4F27-43BB-B6B4-1F63C41083B6}" dt="2024-06-15T03:51:30.003" v="5402" actId="478"/>
          <ac:picMkLst>
            <pc:docMk/>
            <pc:sldMk cId="3182590695" sldId="373"/>
            <ac:picMk id="13" creationId="{DD26467C-D49D-A8D6-9410-5725440C084F}"/>
          </ac:picMkLst>
        </pc:picChg>
        <pc:picChg chg="add mod">
          <ac:chgData name="Edwar Romero-Ramirez" userId="92bc0edd-ad5d-44a7-8ba7-72607029cc7a" providerId="ADAL" clId="{2775DB41-4F27-43BB-B6B4-1F63C41083B6}" dt="2024-06-15T03:51:45.384" v="5407" actId="1076"/>
          <ac:picMkLst>
            <pc:docMk/>
            <pc:sldMk cId="3182590695" sldId="373"/>
            <ac:picMk id="16" creationId="{3EDE6D08-50D5-0D43-BF0F-F0C4A669C3FF}"/>
          </ac:picMkLst>
        </pc:picChg>
      </pc:sldChg>
      <pc:sldChg chg="modSp new del mod">
        <pc:chgData name="Edwar Romero-Ramirez" userId="92bc0edd-ad5d-44a7-8ba7-72607029cc7a" providerId="ADAL" clId="{2775DB41-4F27-43BB-B6B4-1F63C41083B6}" dt="2024-06-15T03:52:09.801" v="5412" actId="680"/>
        <pc:sldMkLst>
          <pc:docMk/>
          <pc:sldMk cId="197614011" sldId="374"/>
        </pc:sldMkLst>
        <pc:spChg chg="mod">
          <ac:chgData name="Edwar Romero-Ramirez" userId="92bc0edd-ad5d-44a7-8ba7-72607029cc7a" providerId="ADAL" clId="{2775DB41-4F27-43BB-B6B4-1F63C41083B6}" dt="2024-06-15T03:52:08.784" v="5411" actId="20577"/>
          <ac:spMkLst>
            <pc:docMk/>
            <pc:sldMk cId="197614011" sldId="374"/>
            <ac:spMk id="2" creationId="{F01E102C-77FB-0918-66F6-42863244027D}"/>
          </ac:spMkLst>
        </pc:spChg>
      </pc:sldChg>
      <pc:sldChg chg="modSp add mod">
        <pc:chgData name="Edwar Romero-Ramirez" userId="92bc0edd-ad5d-44a7-8ba7-72607029cc7a" providerId="ADAL" clId="{2775DB41-4F27-43BB-B6B4-1F63C41083B6}" dt="2024-06-15T03:53:34.138" v="5503" actId="20577"/>
        <pc:sldMkLst>
          <pc:docMk/>
          <pc:sldMk cId="1169307009" sldId="374"/>
        </pc:sldMkLst>
        <pc:spChg chg="mod">
          <ac:chgData name="Edwar Romero-Ramirez" userId="92bc0edd-ad5d-44a7-8ba7-72607029cc7a" providerId="ADAL" clId="{2775DB41-4F27-43BB-B6B4-1F63C41083B6}" dt="2024-06-15T03:52:23.715" v="5436" actId="20577"/>
          <ac:spMkLst>
            <pc:docMk/>
            <pc:sldMk cId="1169307009" sldId="374"/>
            <ac:spMk id="2" creationId="{759D9DBF-9C2C-417C-A23D-83C897A4DDC9}"/>
          </ac:spMkLst>
        </pc:spChg>
        <pc:spChg chg="mod">
          <ac:chgData name="Edwar Romero-Ramirez" userId="92bc0edd-ad5d-44a7-8ba7-72607029cc7a" providerId="ADAL" clId="{2775DB41-4F27-43BB-B6B4-1F63C41083B6}" dt="2024-06-15T03:53:34.138" v="5503" actId="20577"/>
          <ac:spMkLst>
            <pc:docMk/>
            <pc:sldMk cId="1169307009" sldId="374"/>
            <ac:spMk id="3" creationId="{10AD0E58-93FB-6A47-493C-616E6D59704E}"/>
          </ac:spMkLst>
        </pc:spChg>
        <pc:picChg chg="mod">
          <ac:chgData name="Edwar Romero-Ramirez" userId="92bc0edd-ad5d-44a7-8ba7-72607029cc7a" providerId="ADAL" clId="{2775DB41-4F27-43BB-B6B4-1F63C41083B6}" dt="2024-06-15T03:53:12.971" v="5456" actId="1076"/>
          <ac:picMkLst>
            <pc:docMk/>
            <pc:sldMk cId="1169307009" sldId="374"/>
            <ac:picMk id="16" creationId="{3EDE6D08-50D5-0D43-BF0F-F0C4A669C3FF}"/>
          </ac:picMkLst>
        </pc:picChg>
      </pc:sldChg>
      <pc:sldChg chg="addSp delSp modSp mod">
        <pc:chgData name="Edwar Romero-Ramirez" userId="92bc0edd-ad5d-44a7-8ba7-72607029cc7a" providerId="ADAL" clId="{2775DB41-4F27-43BB-B6B4-1F63C41083B6}" dt="2024-06-26T03:45:00.667" v="5510" actId="1076"/>
        <pc:sldMkLst>
          <pc:docMk/>
          <pc:sldMk cId="1345516017" sldId="379"/>
        </pc:sldMkLst>
        <pc:picChg chg="del">
          <ac:chgData name="Edwar Romero-Ramirez" userId="92bc0edd-ad5d-44a7-8ba7-72607029cc7a" providerId="ADAL" clId="{2775DB41-4F27-43BB-B6B4-1F63C41083B6}" dt="2024-06-26T03:44:29.037" v="5504" actId="478"/>
          <ac:picMkLst>
            <pc:docMk/>
            <pc:sldMk cId="1345516017" sldId="379"/>
            <ac:picMk id="14" creationId="{D00639C3-5122-C304-E110-5216E1F218F7}"/>
          </ac:picMkLst>
        </pc:picChg>
        <pc:picChg chg="add mod ord">
          <ac:chgData name="Edwar Romero-Ramirez" userId="92bc0edd-ad5d-44a7-8ba7-72607029cc7a" providerId="ADAL" clId="{2775DB41-4F27-43BB-B6B4-1F63C41083B6}" dt="2024-06-26T03:45:00.667" v="5510" actId="1076"/>
          <ac:picMkLst>
            <pc:docMk/>
            <pc:sldMk cId="1345516017" sldId="379"/>
            <ac:picMk id="15" creationId="{EF949108-39EF-0723-6FA0-758A606BEACF}"/>
          </ac:picMkLst>
        </pc:picChg>
      </pc:sldChg>
      <pc:sldChg chg="addSp delSp modSp add mod modNotesTx">
        <pc:chgData name="Edwar Romero-Ramirez" userId="92bc0edd-ad5d-44a7-8ba7-72607029cc7a" providerId="ADAL" clId="{2775DB41-4F27-43BB-B6B4-1F63C41083B6}" dt="2024-06-26T03:52:42.935" v="5648" actId="20577"/>
        <pc:sldMkLst>
          <pc:docMk/>
          <pc:sldMk cId="1122387926" sldId="380"/>
        </pc:sldMkLst>
        <pc:spChg chg="mod">
          <ac:chgData name="Edwar Romero-Ramirez" userId="92bc0edd-ad5d-44a7-8ba7-72607029cc7a" providerId="ADAL" clId="{2775DB41-4F27-43BB-B6B4-1F63C41083B6}" dt="2024-06-26T03:46:27.859" v="5528" actId="113"/>
          <ac:spMkLst>
            <pc:docMk/>
            <pc:sldMk cId="1122387926" sldId="380"/>
            <ac:spMk id="2" creationId="{759D9DBF-9C2C-417C-A23D-83C897A4DDC9}"/>
          </ac:spMkLst>
        </pc:spChg>
        <pc:spChg chg="mod">
          <ac:chgData name="Edwar Romero-Ramirez" userId="92bc0edd-ad5d-44a7-8ba7-72607029cc7a" providerId="ADAL" clId="{2775DB41-4F27-43BB-B6B4-1F63C41083B6}" dt="2024-06-26T03:52:22.350" v="5646"/>
          <ac:spMkLst>
            <pc:docMk/>
            <pc:sldMk cId="1122387926" sldId="380"/>
            <ac:spMk id="3" creationId="{10AD0E58-93FB-6A47-493C-616E6D59704E}"/>
          </ac:spMkLst>
        </pc:spChg>
        <pc:spChg chg="del">
          <ac:chgData name="Edwar Romero-Ramirez" userId="92bc0edd-ad5d-44a7-8ba7-72607029cc7a" providerId="ADAL" clId="{2775DB41-4F27-43BB-B6B4-1F63C41083B6}" dt="2024-06-26T03:47:57.940" v="5549" actId="478"/>
          <ac:spMkLst>
            <pc:docMk/>
            <pc:sldMk cId="1122387926" sldId="380"/>
            <ac:spMk id="6" creationId="{87932B86-8520-EC02-CE45-7F86CE4E4327}"/>
          </ac:spMkLst>
        </pc:spChg>
        <pc:spChg chg="del">
          <ac:chgData name="Edwar Romero-Ramirez" userId="92bc0edd-ad5d-44a7-8ba7-72607029cc7a" providerId="ADAL" clId="{2775DB41-4F27-43BB-B6B4-1F63C41083B6}" dt="2024-06-26T03:47:52.218" v="5545" actId="478"/>
          <ac:spMkLst>
            <pc:docMk/>
            <pc:sldMk cId="1122387926" sldId="380"/>
            <ac:spMk id="7" creationId="{D16AFA21-6D25-2976-5E6B-A0ED945A9809}"/>
          </ac:spMkLst>
        </pc:spChg>
        <pc:spChg chg="del mod">
          <ac:chgData name="Edwar Romero-Ramirez" userId="92bc0edd-ad5d-44a7-8ba7-72607029cc7a" providerId="ADAL" clId="{2775DB41-4F27-43BB-B6B4-1F63C41083B6}" dt="2024-06-26T03:47:55.419" v="5547" actId="478"/>
          <ac:spMkLst>
            <pc:docMk/>
            <pc:sldMk cId="1122387926" sldId="380"/>
            <ac:spMk id="8" creationId="{C50EF145-7639-DABE-9E0E-C2DD0841793A}"/>
          </ac:spMkLst>
        </pc:spChg>
        <pc:picChg chg="del">
          <ac:chgData name="Edwar Romero-Ramirez" userId="92bc0edd-ad5d-44a7-8ba7-72607029cc7a" providerId="ADAL" clId="{2775DB41-4F27-43BB-B6B4-1F63C41083B6}" dt="2024-06-26T03:47:58.446" v="5550" actId="478"/>
          <ac:picMkLst>
            <pc:docMk/>
            <pc:sldMk cId="1122387926" sldId="380"/>
            <ac:picMk id="4" creationId="{30EA1868-5C0A-F0E1-934D-046727971184}"/>
          </ac:picMkLst>
        </pc:picChg>
        <pc:picChg chg="del">
          <ac:chgData name="Edwar Romero-Ramirez" userId="92bc0edd-ad5d-44a7-8ba7-72607029cc7a" providerId="ADAL" clId="{2775DB41-4F27-43BB-B6B4-1F63C41083B6}" dt="2024-06-26T03:47:56.131" v="5548" actId="478"/>
          <ac:picMkLst>
            <pc:docMk/>
            <pc:sldMk cId="1122387926" sldId="380"/>
            <ac:picMk id="5" creationId="{41223042-EA55-1905-E8F5-A3F03A655388}"/>
          </ac:picMkLst>
        </pc:picChg>
        <pc:picChg chg="del">
          <ac:chgData name="Edwar Romero-Ramirez" userId="92bc0edd-ad5d-44a7-8ba7-72607029cc7a" providerId="ADAL" clId="{2775DB41-4F27-43BB-B6B4-1F63C41083B6}" dt="2024-06-26T03:47:06.689" v="5532" actId="478"/>
          <ac:picMkLst>
            <pc:docMk/>
            <pc:sldMk cId="1122387926" sldId="380"/>
            <ac:picMk id="9" creationId="{9F69BC43-398D-9BFC-149B-04AD59E69085}"/>
          </ac:picMkLst>
        </pc:picChg>
        <pc:picChg chg="del">
          <ac:chgData name="Edwar Romero-Ramirez" userId="92bc0edd-ad5d-44a7-8ba7-72607029cc7a" providerId="ADAL" clId="{2775DB41-4F27-43BB-B6B4-1F63C41083B6}" dt="2024-06-26T03:47:07.487" v="5533" actId="478"/>
          <ac:picMkLst>
            <pc:docMk/>
            <pc:sldMk cId="1122387926" sldId="380"/>
            <ac:picMk id="10" creationId="{6F18252A-F3F1-5583-7513-D72BCC4D94F3}"/>
          </ac:picMkLst>
        </pc:picChg>
        <pc:picChg chg="del">
          <ac:chgData name="Edwar Romero-Ramirez" userId="92bc0edd-ad5d-44a7-8ba7-72607029cc7a" providerId="ADAL" clId="{2775DB41-4F27-43BB-B6B4-1F63C41083B6}" dt="2024-06-26T03:47:08.248" v="5534" actId="478"/>
          <ac:picMkLst>
            <pc:docMk/>
            <pc:sldMk cId="1122387926" sldId="380"/>
            <ac:picMk id="11" creationId="{97343BB2-9917-8019-B25E-EE9A1EE61458}"/>
          </ac:picMkLst>
        </pc:picChg>
        <pc:picChg chg="del">
          <ac:chgData name="Edwar Romero-Ramirez" userId="92bc0edd-ad5d-44a7-8ba7-72607029cc7a" providerId="ADAL" clId="{2775DB41-4F27-43BB-B6B4-1F63C41083B6}" dt="2024-06-26T03:47:08.830" v="5535" actId="478"/>
          <ac:picMkLst>
            <pc:docMk/>
            <pc:sldMk cId="1122387926" sldId="380"/>
            <ac:picMk id="12" creationId="{E28413AD-7FC6-C6B6-75B1-4E8C41C2F902}"/>
          </ac:picMkLst>
        </pc:picChg>
        <pc:picChg chg="add mod modCrop">
          <ac:chgData name="Edwar Romero-Ramirez" userId="92bc0edd-ad5d-44a7-8ba7-72607029cc7a" providerId="ADAL" clId="{2775DB41-4F27-43BB-B6B4-1F63C41083B6}" dt="2024-06-26T03:50:38.509" v="5567" actId="1076"/>
          <ac:picMkLst>
            <pc:docMk/>
            <pc:sldMk cId="1122387926" sldId="380"/>
            <ac:picMk id="14" creationId="{4FBCDCD0-1BE5-50CB-4AE2-1B4739B05EA7}"/>
          </ac:picMkLst>
        </pc:picChg>
        <pc:picChg chg="del">
          <ac:chgData name="Edwar Romero-Ramirez" userId="92bc0edd-ad5d-44a7-8ba7-72607029cc7a" providerId="ADAL" clId="{2775DB41-4F27-43BB-B6B4-1F63C41083B6}" dt="2024-06-26T03:46:55.409" v="5529" actId="478"/>
          <ac:picMkLst>
            <pc:docMk/>
            <pc:sldMk cId="1122387926" sldId="380"/>
            <ac:picMk id="15" creationId="{EF949108-39EF-0723-6FA0-758A606BEACF}"/>
          </ac:picMkLst>
        </pc:picChg>
      </pc:sldChg>
      <pc:sldChg chg="addSp delSp modSp add mod ord">
        <pc:chgData name="Edwar Romero-Ramirez" userId="92bc0edd-ad5d-44a7-8ba7-72607029cc7a" providerId="ADAL" clId="{2775DB41-4F27-43BB-B6B4-1F63C41083B6}" dt="2024-06-26T04:03:06.218" v="5709" actId="20577"/>
        <pc:sldMkLst>
          <pc:docMk/>
          <pc:sldMk cId="508060794" sldId="381"/>
        </pc:sldMkLst>
        <pc:spChg chg="mod">
          <ac:chgData name="Edwar Romero-Ramirez" userId="92bc0edd-ad5d-44a7-8ba7-72607029cc7a" providerId="ADAL" clId="{2775DB41-4F27-43BB-B6B4-1F63C41083B6}" dt="2024-06-26T04:03:06.218" v="5709" actId="20577"/>
          <ac:spMkLst>
            <pc:docMk/>
            <pc:sldMk cId="508060794" sldId="381"/>
            <ac:spMk id="2" creationId="{759D9DBF-9C2C-417C-A23D-83C897A4DDC9}"/>
          </ac:spMkLst>
        </pc:spChg>
        <pc:spChg chg="mod">
          <ac:chgData name="Edwar Romero-Ramirez" userId="92bc0edd-ad5d-44a7-8ba7-72607029cc7a" providerId="ADAL" clId="{2775DB41-4F27-43BB-B6B4-1F63C41083B6}" dt="2024-06-26T04:01:32.628" v="5664" actId="1076"/>
          <ac:spMkLst>
            <pc:docMk/>
            <pc:sldMk cId="508060794" sldId="381"/>
            <ac:spMk id="6" creationId="{87932B86-8520-EC02-CE45-7F86CE4E4327}"/>
          </ac:spMkLst>
        </pc:spChg>
        <pc:spChg chg="mod">
          <ac:chgData name="Edwar Romero-Ramirez" userId="92bc0edd-ad5d-44a7-8ba7-72607029cc7a" providerId="ADAL" clId="{2775DB41-4F27-43BB-B6B4-1F63C41083B6}" dt="2024-06-26T04:01:24.906" v="5663" actId="1076"/>
          <ac:spMkLst>
            <pc:docMk/>
            <pc:sldMk cId="508060794" sldId="381"/>
            <ac:spMk id="7" creationId="{D16AFA21-6D25-2976-5E6B-A0ED945A9809}"/>
          </ac:spMkLst>
        </pc:spChg>
        <pc:spChg chg="del">
          <ac:chgData name="Edwar Romero-Ramirez" userId="92bc0edd-ad5d-44a7-8ba7-72607029cc7a" providerId="ADAL" clId="{2775DB41-4F27-43BB-B6B4-1F63C41083B6}" dt="2024-06-26T04:01:21.219" v="5662" actId="478"/>
          <ac:spMkLst>
            <pc:docMk/>
            <pc:sldMk cId="508060794" sldId="381"/>
            <ac:spMk id="8" creationId="{C50EF145-7639-DABE-9E0E-C2DD0841793A}"/>
          </ac:spMkLst>
        </pc:spChg>
        <pc:picChg chg="mod">
          <ac:chgData name="Edwar Romero-Ramirez" userId="92bc0edd-ad5d-44a7-8ba7-72607029cc7a" providerId="ADAL" clId="{2775DB41-4F27-43BB-B6B4-1F63C41083B6}" dt="2024-06-26T04:01:32.628" v="5664" actId="1076"/>
          <ac:picMkLst>
            <pc:docMk/>
            <pc:sldMk cId="508060794" sldId="381"/>
            <ac:picMk id="4" creationId="{30EA1868-5C0A-F0E1-934D-046727971184}"/>
          </ac:picMkLst>
        </pc:picChg>
        <pc:picChg chg="mod">
          <ac:chgData name="Edwar Romero-Ramirez" userId="92bc0edd-ad5d-44a7-8ba7-72607029cc7a" providerId="ADAL" clId="{2775DB41-4F27-43BB-B6B4-1F63C41083B6}" dt="2024-06-26T04:01:24.906" v="5663" actId="1076"/>
          <ac:picMkLst>
            <pc:docMk/>
            <pc:sldMk cId="508060794" sldId="381"/>
            <ac:picMk id="5" creationId="{41223042-EA55-1905-E8F5-A3F03A655388}"/>
          </ac:picMkLst>
        </pc:picChg>
        <pc:picChg chg="del">
          <ac:chgData name="Edwar Romero-Ramirez" userId="92bc0edd-ad5d-44a7-8ba7-72607029cc7a" providerId="ADAL" clId="{2775DB41-4F27-43BB-B6B4-1F63C41083B6}" dt="2024-06-26T04:00:31.159" v="5653" actId="478"/>
          <ac:picMkLst>
            <pc:docMk/>
            <pc:sldMk cId="508060794" sldId="381"/>
            <ac:picMk id="9" creationId="{9F69BC43-398D-9BFC-149B-04AD59E69085}"/>
          </ac:picMkLst>
        </pc:picChg>
        <pc:picChg chg="del">
          <ac:chgData name="Edwar Romero-Ramirez" userId="92bc0edd-ad5d-44a7-8ba7-72607029cc7a" providerId="ADAL" clId="{2775DB41-4F27-43BB-B6B4-1F63C41083B6}" dt="2024-06-26T04:00:32.395" v="5654" actId="478"/>
          <ac:picMkLst>
            <pc:docMk/>
            <pc:sldMk cId="508060794" sldId="381"/>
            <ac:picMk id="10" creationId="{6F18252A-F3F1-5583-7513-D72BCC4D94F3}"/>
          </ac:picMkLst>
        </pc:picChg>
        <pc:picChg chg="del">
          <ac:chgData name="Edwar Romero-Ramirez" userId="92bc0edd-ad5d-44a7-8ba7-72607029cc7a" providerId="ADAL" clId="{2775DB41-4F27-43BB-B6B4-1F63C41083B6}" dt="2024-06-26T04:00:33.029" v="5655" actId="478"/>
          <ac:picMkLst>
            <pc:docMk/>
            <pc:sldMk cId="508060794" sldId="381"/>
            <ac:picMk id="11" creationId="{97343BB2-9917-8019-B25E-EE9A1EE61458}"/>
          </ac:picMkLst>
        </pc:picChg>
        <pc:picChg chg="del">
          <ac:chgData name="Edwar Romero-Ramirez" userId="92bc0edd-ad5d-44a7-8ba7-72607029cc7a" providerId="ADAL" clId="{2775DB41-4F27-43BB-B6B4-1F63C41083B6}" dt="2024-06-26T04:00:33.655" v="5656" actId="478"/>
          <ac:picMkLst>
            <pc:docMk/>
            <pc:sldMk cId="508060794" sldId="381"/>
            <ac:picMk id="12" creationId="{E28413AD-7FC6-C6B6-75B1-4E8C41C2F902}"/>
          </ac:picMkLst>
        </pc:picChg>
        <pc:picChg chg="add del mod">
          <ac:chgData name="Edwar Romero-Ramirez" userId="92bc0edd-ad5d-44a7-8ba7-72607029cc7a" providerId="ADAL" clId="{2775DB41-4F27-43BB-B6B4-1F63C41083B6}" dt="2024-06-26T04:02:35.648" v="5670" actId="478"/>
          <ac:picMkLst>
            <pc:docMk/>
            <pc:sldMk cId="508060794" sldId="381"/>
            <ac:picMk id="14" creationId="{A8AA307A-4C42-A239-1488-21090D5D024E}"/>
          </ac:picMkLst>
        </pc:picChg>
        <pc:picChg chg="del">
          <ac:chgData name="Edwar Romero-Ramirez" userId="92bc0edd-ad5d-44a7-8ba7-72607029cc7a" providerId="ADAL" clId="{2775DB41-4F27-43BB-B6B4-1F63C41083B6}" dt="2024-06-26T04:00:29.538" v="5652" actId="478"/>
          <ac:picMkLst>
            <pc:docMk/>
            <pc:sldMk cId="508060794" sldId="381"/>
            <ac:picMk id="15" creationId="{EF949108-39EF-0723-6FA0-758A606BEACF}"/>
          </ac:picMkLst>
        </pc:picChg>
        <pc:picChg chg="add mod">
          <ac:chgData name="Edwar Romero-Ramirez" userId="92bc0edd-ad5d-44a7-8ba7-72607029cc7a" providerId="ADAL" clId="{2775DB41-4F27-43BB-B6B4-1F63C41083B6}" dt="2024-06-26T04:01:49.464" v="5668"/>
          <ac:picMkLst>
            <pc:docMk/>
            <pc:sldMk cId="508060794" sldId="381"/>
            <ac:picMk id="17" creationId="{64CC5F12-01BA-5863-14CA-02CAC4AC27FD}"/>
          </ac:picMkLst>
        </pc:picChg>
        <pc:picChg chg="add mod">
          <ac:chgData name="Edwar Romero-Ramirez" userId="92bc0edd-ad5d-44a7-8ba7-72607029cc7a" providerId="ADAL" clId="{2775DB41-4F27-43BB-B6B4-1F63C41083B6}" dt="2024-06-26T04:02:48.242" v="5674" actId="14100"/>
          <ac:picMkLst>
            <pc:docMk/>
            <pc:sldMk cId="508060794" sldId="381"/>
            <ac:picMk id="19" creationId="{9665060D-7706-5C9F-7BCB-3B16CAA4ED05}"/>
          </ac:picMkLst>
        </pc:picChg>
      </pc:sldChg>
      <pc:sldChg chg="modSp new mod">
        <pc:chgData name="Edwar Romero-Ramirez" userId="92bc0edd-ad5d-44a7-8ba7-72607029cc7a" providerId="ADAL" clId="{2775DB41-4F27-43BB-B6B4-1F63C41083B6}" dt="2024-06-26T04:12:02.075" v="6387" actId="20577"/>
        <pc:sldMkLst>
          <pc:docMk/>
          <pc:sldMk cId="3501253409" sldId="382"/>
        </pc:sldMkLst>
        <pc:spChg chg="mod">
          <ac:chgData name="Edwar Romero-Ramirez" userId="92bc0edd-ad5d-44a7-8ba7-72607029cc7a" providerId="ADAL" clId="{2775DB41-4F27-43BB-B6B4-1F63C41083B6}" dt="2024-06-26T04:05:20.271" v="5839" actId="20577"/>
          <ac:spMkLst>
            <pc:docMk/>
            <pc:sldMk cId="3501253409" sldId="382"/>
            <ac:spMk id="2" creationId="{4F0A8E79-03FE-EACF-9DA8-F7893317CBF5}"/>
          </ac:spMkLst>
        </pc:spChg>
        <pc:spChg chg="mod">
          <ac:chgData name="Edwar Romero-Ramirez" userId="92bc0edd-ad5d-44a7-8ba7-72607029cc7a" providerId="ADAL" clId="{2775DB41-4F27-43BB-B6B4-1F63C41083B6}" dt="2024-06-26T04:12:02.075" v="6387" actId="20577"/>
          <ac:spMkLst>
            <pc:docMk/>
            <pc:sldMk cId="3501253409" sldId="382"/>
            <ac:spMk id="3" creationId="{7A7D4FA8-22CA-802D-31E6-84727B447A5C}"/>
          </ac:spMkLst>
        </pc:spChg>
      </pc:sldChg>
    </pc:docChg>
  </pc:docChgLst>
  <pc:docChgLst>
    <pc:chgData name="Somak Das" userId="S::sdas@floridapoly.edu::98cebb13-2fc4-4808-95b9-daeb7e6acc01" providerId="AD" clId="Web-{5781E5F5-6EEF-DB47-7C27-4538444AE09E}"/>
    <pc:docChg chg="modSld">
      <pc:chgData name="Somak Das" userId="S::sdas@floridapoly.edu::98cebb13-2fc4-4808-95b9-daeb7e6acc01" providerId="AD" clId="Web-{5781E5F5-6EEF-DB47-7C27-4538444AE09E}" dt="2024-09-09T03:58:33.360" v="17" actId="20577"/>
      <pc:docMkLst>
        <pc:docMk/>
      </pc:docMkLst>
      <pc:sldChg chg="modSp">
        <pc:chgData name="Somak Das" userId="S::sdas@floridapoly.edu::98cebb13-2fc4-4808-95b9-daeb7e6acc01" providerId="AD" clId="Web-{5781E5F5-6EEF-DB47-7C27-4538444AE09E}" dt="2024-09-09T03:40:30.343" v="10" actId="20577"/>
        <pc:sldMkLst>
          <pc:docMk/>
          <pc:sldMk cId="2275632493" sldId="365"/>
        </pc:sldMkLst>
        <pc:spChg chg="mod">
          <ac:chgData name="Somak Das" userId="S::sdas@floridapoly.edu::98cebb13-2fc4-4808-95b9-daeb7e6acc01" providerId="AD" clId="Web-{5781E5F5-6EEF-DB47-7C27-4538444AE09E}" dt="2024-09-09T03:40:30.343" v="10" actId="20577"/>
          <ac:spMkLst>
            <pc:docMk/>
            <pc:sldMk cId="2275632493" sldId="365"/>
            <ac:spMk id="6" creationId="{86649F24-8FCC-CDEB-B4C7-3B4C1F0F6A52}"/>
          </ac:spMkLst>
        </pc:spChg>
      </pc:sldChg>
      <pc:sldChg chg="modSp">
        <pc:chgData name="Somak Das" userId="S::sdas@floridapoly.edu::98cebb13-2fc4-4808-95b9-daeb7e6acc01" providerId="AD" clId="Web-{5781E5F5-6EEF-DB47-7C27-4538444AE09E}" dt="2024-09-09T03:58:33.360" v="17" actId="20577"/>
        <pc:sldMkLst>
          <pc:docMk/>
          <pc:sldMk cId="3985552435" sldId="368"/>
        </pc:sldMkLst>
        <pc:spChg chg="mod">
          <ac:chgData name="Somak Das" userId="S::sdas@floridapoly.edu::98cebb13-2fc4-4808-95b9-daeb7e6acc01" providerId="AD" clId="Web-{5781E5F5-6EEF-DB47-7C27-4538444AE09E}" dt="2024-09-09T03:58:33.360" v="17" actId="20577"/>
          <ac:spMkLst>
            <pc:docMk/>
            <pc:sldMk cId="3985552435" sldId="368"/>
            <ac:spMk id="3" creationId="{78D6B0DC-8DDB-A7DA-E1AC-AD2D78ED7DCB}"/>
          </ac:spMkLst>
        </pc:spChg>
      </pc:sldChg>
    </pc:docChg>
  </pc:docChgLst>
  <pc:docChgLst>
    <pc:chgData name="Somak Das" userId="S::sdas@floridapoly.edu::98cebb13-2fc4-4808-95b9-daeb7e6acc01" providerId="AD" clId="Web-{8B4D33D5-5563-3AAA-28BF-A305A3E2A62D}"/>
    <pc:docChg chg="modSld">
      <pc:chgData name="Somak Das" userId="S::sdas@floridapoly.edu::98cebb13-2fc4-4808-95b9-daeb7e6acc01" providerId="AD" clId="Web-{8B4D33D5-5563-3AAA-28BF-A305A3E2A62D}" dt="2024-08-27T17:37:15.475" v="41" actId="20577"/>
      <pc:docMkLst>
        <pc:docMk/>
      </pc:docMkLst>
      <pc:sldChg chg="modSp">
        <pc:chgData name="Somak Das" userId="S::sdas@floridapoly.edu::98cebb13-2fc4-4808-95b9-daeb7e6acc01" providerId="AD" clId="Web-{8B4D33D5-5563-3AAA-28BF-A305A3E2A62D}" dt="2024-08-27T17:35:15.503" v="26" actId="20577"/>
        <pc:sldMkLst>
          <pc:docMk/>
          <pc:sldMk cId="2289991728" sldId="342"/>
        </pc:sldMkLst>
        <pc:spChg chg="mod">
          <ac:chgData name="Somak Das" userId="S::sdas@floridapoly.edu::98cebb13-2fc4-4808-95b9-daeb7e6acc01" providerId="AD" clId="Web-{8B4D33D5-5563-3AAA-28BF-A305A3E2A62D}" dt="2024-08-27T17:35:15.503" v="26" actId="20577"/>
          <ac:spMkLst>
            <pc:docMk/>
            <pc:sldMk cId="2289991728" sldId="342"/>
            <ac:spMk id="3" creationId="{78D6B0DC-8DDB-A7DA-E1AC-AD2D78ED7DCB}"/>
          </ac:spMkLst>
        </pc:spChg>
      </pc:sldChg>
      <pc:sldChg chg="modSp">
        <pc:chgData name="Somak Das" userId="S::sdas@floridapoly.edu::98cebb13-2fc4-4808-95b9-daeb7e6acc01" providerId="AD" clId="Web-{8B4D33D5-5563-3AAA-28BF-A305A3E2A62D}" dt="2024-08-27T17:17:46.785" v="8" actId="20577"/>
        <pc:sldMkLst>
          <pc:docMk/>
          <pc:sldMk cId="1970439454" sldId="348"/>
        </pc:sldMkLst>
        <pc:spChg chg="mod">
          <ac:chgData name="Somak Das" userId="S::sdas@floridapoly.edu::98cebb13-2fc4-4808-95b9-daeb7e6acc01" providerId="AD" clId="Web-{8B4D33D5-5563-3AAA-28BF-A305A3E2A62D}" dt="2024-08-27T17:17:46.785" v="8" actId="20577"/>
          <ac:spMkLst>
            <pc:docMk/>
            <pc:sldMk cId="1970439454" sldId="348"/>
            <ac:spMk id="3" creationId="{F285B28E-72AD-AF1D-30A6-84208CFFAB4E}"/>
          </ac:spMkLst>
        </pc:spChg>
      </pc:sldChg>
      <pc:sldChg chg="modSp">
        <pc:chgData name="Somak Das" userId="S::sdas@floridapoly.edu::98cebb13-2fc4-4808-95b9-daeb7e6acc01" providerId="AD" clId="Web-{8B4D33D5-5563-3AAA-28BF-A305A3E2A62D}" dt="2024-08-27T17:34:47.815" v="25" actId="20577"/>
        <pc:sldMkLst>
          <pc:docMk/>
          <pc:sldMk cId="450661816" sldId="349"/>
        </pc:sldMkLst>
        <pc:spChg chg="mod">
          <ac:chgData name="Somak Das" userId="S::sdas@floridapoly.edu::98cebb13-2fc4-4808-95b9-daeb7e6acc01" providerId="AD" clId="Web-{8B4D33D5-5563-3AAA-28BF-A305A3E2A62D}" dt="2024-08-27T17:34:47.815" v="25" actId="20577"/>
          <ac:spMkLst>
            <pc:docMk/>
            <pc:sldMk cId="450661816" sldId="349"/>
            <ac:spMk id="3" creationId="{9556065C-AC8D-F8CF-D5A2-F5C7B2A8889E}"/>
          </ac:spMkLst>
        </pc:spChg>
      </pc:sldChg>
      <pc:sldChg chg="modSp">
        <pc:chgData name="Somak Das" userId="S::sdas@floridapoly.edu::98cebb13-2fc4-4808-95b9-daeb7e6acc01" providerId="AD" clId="Web-{8B4D33D5-5563-3AAA-28BF-A305A3E2A62D}" dt="2024-08-27T17:37:15.475" v="41" actId="20577"/>
        <pc:sldMkLst>
          <pc:docMk/>
          <pc:sldMk cId="756175004" sldId="350"/>
        </pc:sldMkLst>
        <pc:spChg chg="mod">
          <ac:chgData name="Somak Das" userId="S::sdas@floridapoly.edu::98cebb13-2fc4-4808-95b9-daeb7e6acc01" providerId="AD" clId="Web-{8B4D33D5-5563-3AAA-28BF-A305A3E2A62D}" dt="2024-08-27T17:37:15.475" v="41" actId="20577"/>
          <ac:spMkLst>
            <pc:docMk/>
            <pc:sldMk cId="756175004" sldId="350"/>
            <ac:spMk id="3" creationId="{9556065C-AC8D-F8CF-D5A2-F5C7B2A8889E}"/>
          </ac:spMkLst>
        </pc:spChg>
      </pc:sldChg>
    </pc:docChg>
  </pc:docChgLst>
  <pc:docChgLst>
    <pc:chgData name="Somak Das" userId="S::sdas@floridapoly.edu::98cebb13-2fc4-4808-95b9-daeb7e6acc01" providerId="AD" clId="Web-{6D3A69C3-C2B6-B34F-54C6-FD308810F652}"/>
    <pc:docChg chg="addSld delSld modSld modSection">
      <pc:chgData name="Somak Das" userId="S::sdas@floridapoly.edu::98cebb13-2fc4-4808-95b9-daeb7e6acc01" providerId="AD" clId="Web-{6D3A69C3-C2B6-B34F-54C6-FD308810F652}" dt="2024-08-28T05:28:59.578" v="1360" actId="1076"/>
      <pc:docMkLst>
        <pc:docMk/>
      </pc:docMkLst>
      <pc:sldChg chg="modSp">
        <pc:chgData name="Somak Das" userId="S::sdas@floridapoly.edu::98cebb13-2fc4-4808-95b9-daeb7e6acc01" providerId="AD" clId="Web-{6D3A69C3-C2B6-B34F-54C6-FD308810F652}" dt="2024-08-28T04:53:25.790" v="1156" actId="20577"/>
        <pc:sldMkLst>
          <pc:docMk/>
          <pc:sldMk cId="3245362616" sldId="354"/>
        </pc:sldMkLst>
        <pc:spChg chg="mod">
          <ac:chgData name="Somak Das" userId="S::sdas@floridapoly.edu::98cebb13-2fc4-4808-95b9-daeb7e6acc01" providerId="AD" clId="Web-{6D3A69C3-C2B6-B34F-54C6-FD308810F652}" dt="2024-08-28T04:53:25.790" v="1156" actId="20577"/>
          <ac:spMkLst>
            <pc:docMk/>
            <pc:sldMk cId="3245362616" sldId="354"/>
            <ac:spMk id="3" creationId="{9556065C-AC8D-F8CF-D5A2-F5C7B2A8889E}"/>
          </ac:spMkLst>
        </pc:spChg>
        <pc:spChg chg="mod">
          <ac:chgData name="Somak Das" userId="S::sdas@floridapoly.edu::98cebb13-2fc4-4808-95b9-daeb7e6acc01" providerId="AD" clId="Web-{6D3A69C3-C2B6-B34F-54C6-FD308810F652}" dt="2024-08-28T04:53:15.321" v="1135" actId="1076"/>
          <ac:spMkLst>
            <pc:docMk/>
            <pc:sldMk cId="3245362616" sldId="354"/>
            <ac:spMk id="4" creationId="{11EE0B85-E429-8E8F-8471-C8730B66B3F1}"/>
          </ac:spMkLst>
        </pc:spChg>
        <pc:spChg chg="mod">
          <ac:chgData name="Somak Das" userId="S::sdas@floridapoly.edu::98cebb13-2fc4-4808-95b9-daeb7e6acc01" providerId="AD" clId="Web-{6D3A69C3-C2B6-B34F-54C6-FD308810F652}" dt="2024-08-28T04:53:15.337" v="1136" actId="1076"/>
          <ac:spMkLst>
            <pc:docMk/>
            <pc:sldMk cId="3245362616" sldId="354"/>
            <ac:spMk id="7" creationId="{C0C27DB5-DBAC-F6B2-48B7-EB391F83B449}"/>
          </ac:spMkLst>
        </pc:spChg>
        <pc:spChg chg="mod">
          <ac:chgData name="Somak Das" userId="S::sdas@floridapoly.edu::98cebb13-2fc4-4808-95b9-daeb7e6acc01" providerId="AD" clId="Web-{6D3A69C3-C2B6-B34F-54C6-FD308810F652}" dt="2024-08-28T04:53:15.353" v="1137" actId="1076"/>
          <ac:spMkLst>
            <pc:docMk/>
            <pc:sldMk cId="3245362616" sldId="354"/>
            <ac:spMk id="8" creationId="{26CBE47B-50B1-FB44-38B3-98A2FD157F6D}"/>
          </ac:spMkLst>
        </pc:spChg>
        <pc:spChg chg="mod">
          <ac:chgData name="Somak Das" userId="S::sdas@floridapoly.edu::98cebb13-2fc4-4808-95b9-daeb7e6acc01" providerId="AD" clId="Web-{6D3A69C3-C2B6-B34F-54C6-FD308810F652}" dt="2024-08-28T04:53:15.368" v="1138" actId="1076"/>
          <ac:spMkLst>
            <pc:docMk/>
            <pc:sldMk cId="3245362616" sldId="354"/>
            <ac:spMk id="9" creationId="{01C7816C-C07B-B55B-220A-C69E96BCCDD5}"/>
          </ac:spMkLst>
        </pc:spChg>
        <pc:spChg chg="mod">
          <ac:chgData name="Somak Das" userId="S::sdas@floridapoly.edu::98cebb13-2fc4-4808-95b9-daeb7e6acc01" providerId="AD" clId="Web-{6D3A69C3-C2B6-B34F-54C6-FD308810F652}" dt="2024-08-28T04:53:15.462" v="1146" actId="1076"/>
          <ac:spMkLst>
            <pc:docMk/>
            <pc:sldMk cId="3245362616" sldId="354"/>
            <ac:spMk id="14" creationId="{C5BFBF85-0D62-63CD-F1CE-D5A29506FC24}"/>
          </ac:spMkLst>
        </pc:spChg>
        <pc:spChg chg="mod">
          <ac:chgData name="Somak Das" userId="S::sdas@floridapoly.edu::98cebb13-2fc4-4808-95b9-daeb7e6acc01" providerId="AD" clId="Web-{6D3A69C3-C2B6-B34F-54C6-FD308810F652}" dt="2024-08-28T04:53:15.478" v="1147" actId="1076"/>
          <ac:spMkLst>
            <pc:docMk/>
            <pc:sldMk cId="3245362616" sldId="354"/>
            <ac:spMk id="16" creationId="{C0044535-F2D8-FFA7-8BBB-DE028AA40203}"/>
          </ac:spMkLst>
        </pc:spChg>
        <pc:spChg chg="mod">
          <ac:chgData name="Somak Das" userId="S::sdas@floridapoly.edu::98cebb13-2fc4-4808-95b9-daeb7e6acc01" providerId="AD" clId="Web-{6D3A69C3-C2B6-B34F-54C6-FD308810F652}" dt="2024-08-28T04:53:15.431" v="1144" actId="1076"/>
          <ac:spMkLst>
            <pc:docMk/>
            <pc:sldMk cId="3245362616" sldId="354"/>
            <ac:spMk id="20" creationId="{4BC6DF06-8AAC-9C87-F081-6F01BB8FC70D}"/>
          </ac:spMkLst>
        </pc:spChg>
        <pc:spChg chg="mod">
          <ac:chgData name="Somak Das" userId="S::sdas@floridapoly.edu::98cebb13-2fc4-4808-95b9-daeb7e6acc01" providerId="AD" clId="Web-{6D3A69C3-C2B6-B34F-54C6-FD308810F652}" dt="2024-08-28T04:53:15.446" v="1145" actId="1076"/>
          <ac:spMkLst>
            <pc:docMk/>
            <pc:sldMk cId="3245362616" sldId="354"/>
            <ac:spMk id="21" creationId="{B8EBE528-E30A-1B10-7528-3111E7BFCDC8}"/>
          </ac:spMkLst>
        </pc:spChg>
        <pc:spChg chg="mod">
          <ac:chgData name="Somak Das" userId="S::sdas@floridapoly.edu::98cebb13-2fc4-4808-95b9-daeb7e6acc01" providerId="AD" clId="Web-{6D3A69C3-C2B6-B34F-54C6-FD308810F652}" dt="2024-08-28T04:53:15.509" v="1150" actId="1076"/>
          <ac:spMkLst>
            <pc:docMk/>
            <pc:sldMk cId="3245362616" sldId="354"/>
            <ac:spMk id="22" creationId="{65CFFE8E-DD44-2774-3479-74F482CA0062}"/>
          </ac:spMkLst>
        </pc:spChg>
        <pc:spChg chg="mod">
          <ac:chgData name="Somak Das" userId="S::sdas@floridapoly.edu::98cebb13-2fc4-4808-95b9-daeb7e6acc01" providerId="AD" clId="Web-{6D3A69C3-C2B6-B34F-54C6-FD308810F652}" dt="2024-08-28T04:53:15.540" v="1152" actId="1076"/>
          <ac:spMkLst>
            <pc:docMk/>
            <pc:sldMk cId="3245362616" sldId="354"/>
            <ac:spMk id="25" creationId="{2D310DAF-EFD1-9019-43CC-9571589460FC}"/>
          </ac:spMkLst>
        </pc:spChg>
        <pc:cxnChg chg="mod">
          <ac:chgData name="Somak Das" userId="S::sdas@floridapoly.edu::98cebb13-2fc4-4808-95b9-daeb7e6acc01" providerId="AD" clId="Web-{6D3A69C3-C2B6-B34F-54C6-FD308810F652}" dt="2024-08-28T04:53:15.384" v="1139" actId="1076"/>
          <ac:cxnSpMkLst>
            <pc:docMk/>
            <pc:sldMk cId="3245362616" sldId="354"/>
            <ac:cxnSpMk id="10" creationId="{503D687C-C993-EF97-6802-C239BBAA4D2A}"/>
          </ac:cxnSpMkLst>
        </pc:cxnChg>
        <pc:cxnChg chg="mod">
          <ac:chgData name="Somak Das" userId="S::sdas@floridapoly.edu::98cebb13-2fc4-4808-95b9-daeb7e6acc01" providerId="AD" clId="Web-{6D3A69C3-C2B6-B34F-54C6-FD308810F652}" dt="2024-08-28T04:53:15.384" v="1140" actId="1076"/>
          <ac:cxnSpMkLst>
            <pc:docMk/>
            <pc:sldMk cId="3245362616" sldId="354"/>
            <ac:cxnSpMk id="12" creationId="{CAEFFA5A-E422-8A8A-76DE-590689BC5379}"/>
          </ac:cxnSpMkLst>
        </pc:cxnChg>
        <pc:cxnChg chg="mod">
          <ac:chgData name="Somak Das" userId="S::sdas@floridapoly.edu::98cebb13-2fc4-4808-95b9-daeb7e6acc01" providerId="AD" clId="Web-{6D3A69C3-C2B6-B34F-54C6-FD308810F652}" dt="2024-08-28T04:53:15.399" v="1141" actId="1076"/>
          <ac:cxnSpMkLst>
            <pc:docMk/>
            <pc:sldMk cId="3245362616" sldId="354"/>
            <ac:cxnSpMk id="13" creationId="{F2D651C0-46B1-7958-D9CC-828337C30633}"/>
          </ac:cxnSpMkLst>
        </pc:cxnChg>
        <pc:cxnChg chg="mod">
          <ac:chgData name="Somak Das" userId="S::sdas@floridapoly.edu::98cebb13-2fc4-4808-95b9-daeb7e6acc01" providerId="AD" clId="Web-{6D3A69C3-C2B6-B34F-54C6-FD308810F652}" dt="2024-08-28T04:53:15.415" v="1142" actId="1076"/>
          <ac:cxnSpMkLst>
            <pc:docMk/>
            <pc:sldMk cId="3245362616" sldId="354"/>
            <ac:cxnSpMk id="15" creationId="{D1C3ECE3-B524-4114-85FD-591FF270C481}"/>
          </ac:cxnSpMkLst>
        </pc:cxnChg>
        <pc:cxnChg chg="mod">
          <ac:chgData name="Somak Das" userId="S::sdas@floridapoly.edu::98cebb13-2fc4-4808-95b9-daeb7e6acc01" providerId="AD" clId="Web-{6D3A69C3-C2B6-B34F-54C6-FD308810F652}" dt="2024-08-28T04:53:15.478" v="1148" actId="1076"/>
          <ac:cxnSpMkLst>
            <pc:docMk/>
            <pc:sldMk cId="3245362616" sldId="354"/>
            <ac:cxnSpMk id="17" creationId="{B134A02D-1B50-CBEA-EDB7-3B32EC54EF71}"/>
          </ac:cxnSpMkLst>
        </pc:cxnChg>
        <pc:cxnChg chg="mod">
          <ac:chgData name="Somak Das" userId="S::sdas@floridapoly.edu::98cebb13-2fc4-4808-95b9-daeb7e6acc01" providerId="AD" clId="Web-{6D3A69C3-C2B6-B34F-54C6-FD308810F652}" dt="2024-08-28T04:53:15.493" v="1149" actId="1076"/>
          <ac:cxnSpMkLst>
            <pc:docMk/>
            <pc:sldMk cId="3245362616" sldId="354"/>
            <ac:cxnSpMk id="18" creationId="{E25FB93D-36B5-D3F2-74B4-DA53042EA434}"/>
          </ac:cxnSpMkLst>
        </pc:cxnChg>
        <pc:cxnChg chg="mod">
          <ac:chgData name="Somak Das" userId="S::sdas@floridapoly.edu::98cebb13-2fc4-4808-95b9-daeb7e6acc01" providerId="AD" clId="Web-{6D3A69C3-C2B6-B34F-54C6-FD308810F652}" dt="2024-08-28T04:53:15.415" v="1143" actId="1076"/>
          <ac:cxnSpMkLst>
            <pc:docMk/>
            <pc:sldMk cId="3245362616" sldId="354"/>
            <ac:cxnSpMk id="19" creationId="{8F6395DD-847B-0D38-3590-B34123BF4B43}"/>
          </ac:cxnSpMkLst>
        </pc:cxnChg>
        <pc:cxnChg chg="mod">
          <ac:chgData name="Somak Das" userId="S::sdas@floridapoly.edu::98cebb13-2fc4-4808-95b9-daeb7e6acc01" providerId="AD" clId="Web-{6D3A69C3-C2B6-B34F-54C6-FD308810F652}" dt="2024-08-28T04:53:15.524" v="1151" actId="1076"/>
          <ac:cxnSpMkLst>
            <pc:docMk/>
            <pc:sldMk cId="3245362616" sldId="354"/>
            <ac:cxnSpMk id="24" creationId="{E29897B8-D0C3-B19F-9A71-3D8BC1685F54}"/>
          </ac:cxnSpMkLst>
        </pc:cxnChg>
        <pc:cxnChg chg="mod">
          <ac:chgData name="Somak Das" userId="S::sdas@floridapoly.edu::98cebb13-2fc4-4808-95b9-daeb7e6acc01" providerId="AD" clId="Web-{6D3A69C3-C2B6-B34F-54C6-FD308810F652}" dt="2024-08-28T04:53:15.540" v="1153" actId="1076"/>
          <ac:cxnSpMkLst>
            <pc:docMk/>
            <pc:sldMk cId="3245362616" sldId="354"/>
            <ac:cxnSpMk id="26" creationId="{0E8C6F32-1D77-E2BF-F103-33C4B4B41B74}"/>
          </ac:cxnSpMkLst>
        </pc:cxnChg>
      </pc:sldChg>
      <pc:sldChg chg="addSp delSp modSp mod modClrScheme chgLayout">
        <pc:chgData name="Somak Das" userId="S::sdas@floridapoly.edu::98cebb13-2fc4-4808-95b9-daeb7e6acc01" providerId="AD" clId="Web-{6D3A69C3-C2B6-B34F-54C6-FD308810F652}" dt="2024-08-28T04:35:32.363" v="911" actId="20577"/>
        <pc:sldMkLst>
          <pc:docMk/>
          <pc:sldMk cId="413745526" sldId="357"/>
        </pc:sldMkLst>
        <pc:spChg chg="del">
          <ac:chgData name="Somak Das" userId="S::sdas@floridapoly.edu::98cebb13-2fc4-4808-95b9-daeb7e6acc01" providerId="AD" clId="Web-{6D3A69C3-C2B6-B34F-54C6-FD308810F652}" dt="2024-08-28T03:02:51.488" v="106"/>
          <ac:spMkLst>
            <pc:docMk/>
            <pc:sldMk cId="413745526" sldId="357"/>
            <ac:spMk id="2" creationId="{A43E3E30-0CCC-0FCC-69DC-1C2820744E12}"/>
          </ac:spMkLst>
        </pc:spChg>
        <pc:spChg chg="del">
          <ac:chgData name="Somak Das" userId="S::sdas@floridapoly.edu::98cebb13-2fc4-4808-95b9-daeb7e6acc01" providerId="AD" clId="Web-{6D3A69C3-C2B6-B34F-54C6-FD308810F652}" dt="2024-08-28T02:51:18.233" v="0"/>
          <ac:spMkLst>
            <pc:docMk/>
            <pc:sldMk cId="413745526" sldId="357"/>
            <ac:spMk id="3" creationId="{9556065C-AC8D-F8CF-D5A2-F5C7B2A8889E}"/>
          </ac:spMkLst>
        </pc:spChg>
        <pc:spChg chg="add mod ord">
          <ac:chgData name="Somak Das" userId="S::sdas@floridapoly.edu::98cebb13-2fc4-4808-95b9-daeb7e6acc01" providerId="AD" clId="Web-{6D3A69C3-C2B6-B34F-54C6-FD308810F652}" dt="2024-08-28T04:35:32.363" v="911" actId="20577"/>
          <ac:spMkLst>
            <pc:docMk/>
            <pc:sldMk cId="413745526" sldId="357"/>
            <ac:spMk id="5" creationId="{1D3DCBB2-C9EE-959F-234A-10AAE3BACC96}"/>
          </ac:spMkLst>
        </pc:spChg>
        <pc:spChg chg="del">
          <ac:chgData name="Somak Das" userId="S::sdas@floridapoly.edu::98cebb13-2fc4-4808-95b9-daeb7e6acc01" providerId="AD" clId="Web-{6D3A69C3-C2B6-B34F-54C6-FD308810F652}" dt="2024-08-28T02:53:27.627" v="55"/>
          <ac:spMkLst>
            <pc:docMk/>
            <pc:sldMk cId="413745526" sldId="357"/>
            <ac:spMk id="7" creationId="{14E4FBE0-2519-8375-AFC4-AD168790B03E}"/>
          </ac:spMkLst>
        </pc:spChg>
        <pc:spChg chg="add del mod">
          <ac:chgData name="Somak Das" userId="S::sdas@floridapoly.edu::98cebb13-2fc4-4808-95b9-daeb7e6acc01" providerId="AD" clId="Web-{6D3A69C3-C2B6-B34F-54C6-FD308810F652}" dt="2024-08-28T03:02:55.082" v="107"/>
          <ac:spMkLst>
            <pc:docMk/>
            <pc:sldMk cId="413745526" sldId="357"/>
            <ac:spMk id="17" creationId="{13508E8F-8940-B711-0E6B-4B00CB1BA833}"/>
          </ac:spMkLst>
        </pc:spChg>
        <pc:spChg chg="add del mod">
          <ac:chgData name="Somak Das" userId="S::sdas@floridapoly.edu::98cebb13-2fc4-4808-95b9-daeb7e6acc01" providerId="AD" clId="Web-{6D3A69C3-C2B6-B34F-54C6-FD308810F652}" dt="2024-08-28T03:52:06.703" v="431"/>
          <ac:spMkLst>
            <pc:docMk/>
            <pc:sldMk cId="413745526" sldId="357"/>
            <ac:spMk id="18" creationId="{FF628EFE-A5EF-5E6F-0E45-8BAFCAC480D2}"/>
          </ac:spMkLst>
        </pc:spChg>
        <pc:spChg chg="add del mod">
          <ac:chgData name="Somak Das" userId="S::sdas@floridapoly.edu::98cebb13-2fc4-4808-95b9-daeb7e6acc01" providerId="AD" clId="Web-{6D3A69C3-C2B6-B34F-54C6-FD308810F652}" dt="2024-08-28T03:51:59.813" v="430"/>
          <ac:spMkLst>
            <pc:docMk/>
            <pc:sldMk cId="413745526" sldId="357"/>
            <ac:spMk id="19" creationId="{D6EFD680-E186-4C66-094A-9F623F8A3073}"/>
          </ac:spMkLst>
        </pc:spChg>
        <pc:spChg chg="add mod">
          <ac:chgData name="Somak Das" userId="S::sdas@floridapoly.edu::98cebb13-2fc4-4808-95b9-daeb7e6acc01" providerId="AD" clId="Web-{6D3A69C3-C2B6-B34F-54C6-FD308810F652}" dt="2024-08-28T03:12:20.848" v="188" actId="20577"/>
          <ac:spMkLst>
            <pc:docMk/>
            <pc:sldMk cId="413745526" sldId="357"/>
            <ac:spMk id="20" creationId="{973406FD-4B99-A262-DB85-1FDD82942419}"/>
          </ac:spMkLst>
        </pc:spChg>
        <pc:spChg chg="add mod">
          <ac:chgData name="Somak Das" userId="S::sdas@floridapoly.edu::98cebb13-2fc4-4808-95b9-daeb7e6acc01" providerId="AD" clId="Web-{6D3A69C3-C2B6-B34F-54C6-FD308810F652}" dt="2024-08-28T03:12:09.114" v="186" actId="20577"/>
          <ac:spMkLst>
            <pc:docMk/>
            <pc:sldMk cId="413745526" sldId="357"/>
            <ac:spMk id="21" creationId="{77F6172F-5EEF-0278-1FBA-23D375DABBAF}"/>
          </ac:spMkLst>
        </pc:spChg>
        <pc:spChg chg="add del mod">
          <ac:chgData name="Somak Das" userId="S::sdas@floridapoly.edu::98cebb13-2fc4-4808-95b9-daeb7e6acc01" providerId="AD" clId="Web-{6D3A69C3-C2B6-B34F-54C6-FD308810F652}" dt="2024-08-28T03:51:43.968" v="426"/>
          <ac:spMkLst>
            <pc:docMk/>
            <pc:sldMk cId="413745526" sldId="357"/>
            <ac:spMk id="22" creationId="{143F981F-2BD9-B4C6-F297-DFE172DD38E2}"/>
          </ac:spMkLst>
        </pc:spChg>
        <pc:spChg chg="add del mod">
          <ac:chgData name="Somak Das" userId="S::sdas@floridapoly.edu::98cebb13-2fc4-4808-95b9-daeb7e6acc01" providerId="AD" clId="Web-{6D3A69C3-C2B6-B34F-54C6-FD308810F652}" dt="2024-08-28T03:51:48.047" v="427"/>
          <ac:spMkLst>
            <pc:docMk/>
            <pc:sldMk cId="413745526" sldId="357"/>
            <ac:spMk id="23" creationId="{B742EB51-6B4C-001B-BEFD-293518B5B430}"/>
          </ac:spMkLst>
        </pc:spChg>
        <pc:spChg chg="add mod">
          <ac:chgData name="Somak Das" userId="S::sdas@floridapoly.edu::98cebb13-2fc4-4808-95b9-daeb7e6acc01" providerId="AD" clId="Web-{6D3A69C3-C2B6-B34F-54C6-FD308810F652}" dt="2024-08-28T04:05:51.665" v="568" actId="1076"/>
          <ac:spMkLst>
            <pc:docMk/>
            <pc:sldMk cId="413745526" sldId="357"/>
            <ac:spMk id="24" creationId="{8B103066-B3FF-8701-85DD-5CC12504A011}"/>
          </ac:spMkLst>
        </pc:spChg>
        <pc:spChg chg="add mod">
          <ac:chgData name="Somak Das" userId="S::sdas@floridapoly.edu::98cebb13-2fc4-4808-95b9-daeb7e6acc01" providerId="AD" clId="Web-{6D3A69C3-C2B6-B34F-54C6-FD308810F652}" dt="2024-08-28T04:05:57.572" v="569" actId="1076"/>
          <ac:spMkLst>
            <pc:docMk/>
            <pc:sldMk cId="413745526" sldId="357"/>
            <ac:spMk id="25" creationId="{C6C01D54-939C-CC76-933C-8D62D932E17A}"/>
          </ac:spMkLst>
        </pc:spChg>
        <pc:picChg chg="mod">
          <ac:chgData name="Somak Das" userId="S::sdas@floridapoly.edu::98cebb13-2fc4-4808-95b9-daeb7e6acc01" providerId="AD" clId="Web-{6D3A69C3-C2B6-B34F-54C6-FD308810F652}" dt="2024-08-28T03:48:20.369" v="417" actId="1076"/>
          <ac:picMkLst>
            <pc:docMk/>
            <pc:sldMk cId="413745526" sldId="357"/>
            <ac:picMk id="6" creationId="{50535E7C-5C90-3DB5-404B-E48DB8C9ECFD}"/>
          </ac:picMkLst>
        </pc:picChg>
        <pc:picChg chg="add mod">
          <ac:chgData name="Somak Das" userId="S::sdas@floridapoly.edu::98cebb13-2fc4-4808-95b9-daeb7e6acc01" providerId="AD" clId="Web-{6D3A69C3-C2B6-B34F-54C6-FD308810F652}" dt="2024-08-28T03:47:17.914" v="405" actId="1076"/>
          <ac:picMkLst>
            <pc:docMk/>
            <pc:sldMk cId="413745526" sldId="357"/>
            <ac:picMk id="26" creationId="{05CCB9CF-70EB-1A66-DB70-9AFDB8AB328A}"/>
          </ac:picMkLst>
        </pc:picChg>
        <pc:picChg chg="add mod">
          <ac:chgData name="Somak Das" userId="S::sdas@floridapoly.edu::98cebb13-2fc4-4808-95b9-daeb7e6acc01" providerId="AD" clId="Web-{6D3A69C3-C2B6-B34F-54C6-FD308810F652}" dt="2024-08-28T03:47:06.741" v="403" actId="1076"/>
          <ac:picMkLst>
            <pc:docMk/>
            <pc:sldMk cId="413745526" sldId="357"/>
            <ac:picMk id="27" creationId="{A1179090-0590-B3EF-1906-EF2F90C3277A}"/>
          </ac:picMkLst>
        </pc:picChg>
        <pc:cxnChg chg="add mod">
          <ac:chgData name="Somak Das" userId="S::sdas@floridapoly.edu::98cebb13-2fc4-4808-95b9-daeb7e6acc01" providerId="AD" clId="Web-{6D3A69C3-C2B6-B34F-54C6-FD308810F652}" dt="2024-08-28T03:05:26.992" v="131" actId="1076"/>
          <ac:cxnSpMkLst>
            <pc:docMk/>
            <pc:sldMk cId="413745526" sldId="357"/>
            <ac:cxnSpMk id="8" creationId="{5A27EAF3-99FB-2892-7B02-2CC5FE712524}"/>
          </ac:cxnSpMkLst>
        </pc:cxnChg>
        <pc:cxnChg chg="add mod">
          <ac:chgData name="Somak Das" userId="S::sdas@floridapoly.edu::98cebb13-2fc4-4808-95b9-daeb7e6acc01" providerId="AD" clId="Web-{6D3A69C3-C2B6-B34F-54C6-FD308810F652}" dt="2024-08-28T03:06:57.589" v="144" actId="1076"/>
          <ac:cxnSpMkLst>
            <pc:docMk/>
            <pc:sldMk cId="413745526" sldId="357"/>
            <ac:cxnSpMk id="9" creationId="{6FEB3F56-CFC9-AB0F-5B92-76BAA28B65F0}"/>
          </ac:cxnSpMkLst>
        </pc:cxnChg>
        <pc:cxnChg chg="add del mod">
          <ac:chgData name="Somak Das" userId="S::sdas@floridapoly.edu::98cebb13-2fc4-4808-95b9-daeb7e6acc01" providerId="AD" clId="Web-{6D3A69C3-C2B6-B34F-54C6-FD308810F652}" dt="2024-08-28T03:51:52.469" v="428"/>
          <ac:cxnSpMkLst>
            <pc:docMk/>
            <pc:sldMk cId="413745526" sldId="357"/>
            <ac:cxnSpMk id="10" creationId="{A27B11EF-3D75-966C-C109-C6DC620A3973}"/>
          </ac:cxnSpMkLst>
        </pc:cxnChg>
        <pc:cxnChg chg="add del mod">
          <ac:chgData name="Somak Das" userId="S::sdas@floridapoly.edu::98cebb13-2fc4-4808-95b9-daeb7e6acc01" providerId="AD" clId="Web-{6D3A69C3-C2B6-B34F-54C6-FD308810F652}" dt="2024-08-28T03:52:15.469" v="433"/>
          <ac:cxnSpMkLst>
            <pc:docMk/>
            <pc:sldMk cId="413745526" sldId="357"/>
            <ac:cxnSpMk id="11" creationId="{FE2A5B5E-2A3C-1812-C2B2-CA8A313940D8}"/>
          </ac:cxnSpMkLst>
        </pc:cxnChg>
        <pc:cxnChg chg="add del mod">
          <ac:chgData name="Somak Das" userId="S::sdas@floridapoly.edu::98cebb13-2fc4-4808-95b9-daeb7e6acc01" providerId="AD" clId="Web-{6D3A69C3-C2B6-B34F-54C6-FD308810F652}" dt="2024-08-28T03:51:55.750" v="429"/>
          <ac:cxnSpMkLst>
            <pc:docMk/>
            <pc:sldMk cId="413745526" sldId="357"/>
            <ac:cxnSpMk id="12" creationId="{81ACD88F-BA77-5739-E07E-CF52EF17AFFB}"/>
          </ac:cxnSpMkLst>
        </pc:cxnChg>
        <pc:cxnChg chg="add del mod">
          <ac:chgData name="Somak Das" userId="S::sdas@floridapoly.edu::98cebb13-2fc4-4808-95b9-daeb7e6acc01" providerId="AD" clId="Web-{6D3A69C3-C2B6-B34F-54C6-FD308810F652}" dt="2024-08-28T03:52:12.766" v="432"/>
          <ac:cxnSpMkLst>
            <pc:docMk/>
            <pc:sldMk cId="413745526" sldId="357"/>
            <ac:cxnSpMk id="13" creationId="{D5391560-73F2-5DFA-D950-49DFEA2B4CE3}"/>
          </ac:cxnSpMkLst>
        </pc:cxnChg>
        <pc:cxnChg chg="add mod">
          <ac:chgData name="Somak Das" userId="S::sdas@floridapoly.edu::98cebb13-2fc4-4808-95b9-daeb7e6acc01" providerId="AD" clId="Web-{6D3A69C3-C2B6-B34F-54C6-FD308810F652}" dt="2024-08-28T03:08:07.669" v="153"/>
          <ac:cxnSpMkLst>
            <pc:docMk/>
            <pc:sldMk cId="413745526" sldId="357"/>
            <ac:cxnSpMk id="14" creationId="{F7CD3FE5-046C-D861-D5C6-16FA8295292C}"/>
          </ac:cxnSpMkLst>
        </pc:cxnChg>
        <pc:cxnChg chg="add mod">
          <ac:chgData name="Somak Das" userId="S::sdas@floridapoly.edu::98cebb13-2fc4-4808-95b9-daeb7e6acc01" providerId="AD" clId="Web-{6D3A69C3-C2B6-B34F-54C6-FD308810F652}" dt="2024-08-28T03:09:26.406" v="161" actId="1076"/>
          <ac:cxnSpMkLst>
            <pc:docMk/>
            <pc:sldMk cId="413745526" sldId="357"/>
            <ac:cxnSpMk id="15" creationId="{AFA6EFA6-37FC-0131-4B46-4EDB70B986AD}"/>
          </ac:cxnSpMkLst>
        </pc:cxnChg>
        <pc:cxnChg chg="add mod">
          <ac:chgData name="Somak Das" userId="S::sdas@floridapoly.edu::98cebb13-2fc4-4808-95b9-daeb7e6acc01" providerId="AD" clId="Web-{6D3A69C3-C2B6-B34F-54C6-FD308810F652}" dt="2024-08-28T04:06:33.088" v="574"/>
          <ac:cxnSpMkLst>
            <pc:docMk/>
            <pc:sldMk cId="413745526" sldId="357"/>
            <ac:cxnSpMk id="28" creationId="{CD5179B5-C8C4-8C6F-746A-9CC2F1EF0E10}"/>
          </ac:cxnSpMkLst>
        </pc:cxnChg>
        <pc:cxnChg chg="add mod">
          <ac:chgData name="Somak Das" userId="S::sdas@floridapoly.edu::98cebb13-2fc4-4808-95b9-daeb7e6acc01" providerId="AD" clId="Web-{6D3A69C3-C2B6-B34F-54C6-FD308810F652}" dt="2024-08-28T04:06:48.792" v="577" actId="14100"/>
          <ac:cxnSpMkLst>
            <pc:docMk/>
            <pc:sldMk cId="413745526" sldId="357"/>
            <ac:cxnSpMk id="29" creationId="{211F9953-F411-DB66-725C-E543681B10D2}"/>
          </ac:cxnSpMkLst>
        </pc:cxnChg>
      </pc:sldChg>
      <pc:sldChg chg="modSp del">
        <pc:chgData name="Somak Das" userId="S::sdas@floridapoly.edu::98cebb13-2fc4-4808-95b9-daeb7e6acc01" providerId="AD" clId="Web-{6D3A69C3-C2B6-B34F-54C6-FD308810F652}" dt="2024-08-28T04:54:20.527" v="1167"/>
        <pc:sldMkLst>
          <pc:docMk/>
          <pc:sldMk cId="798543756" sldId="358"/>
        </pc:sldMkLst>
        <pc:spChg chg="mod">
          <ac:chgData name="Somak Das" userId="S::sdas@floridapoly.edu::98cebb13-2fc4-4808-95b9-daeb7e6acc01" providerId="AD" clId="Web-{6D3A69C3-C2B6-B34F-54C6-FD308810F652}" dt="2024-08-28T04:42:51.364" v="975" actId="20577"/>
          <ac:spMkLst>
            <pc:docMk/>
            <pc:sldMk cId="798543756" sldId="358"/>
            <ac:spMk id="2" creationId="{A43E3E30-0CCC-0FCC-69DC-1C2820744E12}"/>
          </ac:spMkLst>
        </pc:spChg>
      </pc:sldChg>
      <pc:sldChg chg="del">
        <pc:chgData name="Somak Das" userId="S::sdas@floridapoly.edu::98cebb13-2fc4-4808-95b9-daeb7e6acc01" providerId="AD" clId="Web-{6D3A69C3-C2B6-B34F-54C6-FD308810F652}" dt="2024-08-28T04:54:28.996" v="1168"/>
        <pc:sldMkLst>
          <pc:docMk/>
          <pc:sldMk cId="2501000224" sldId="360"/>
        </pc:sldMkLst>
      </pc:sldChg>
      <pc:sldChg chg="del">
        <pc:chgData name="Somak Das" userId="S::sdas@floridapoly.edu::98cebb13-2fc4-4808-95b9-daeb7e6acc01" providerId="AD" clId="Web-{6D3A69C3-C2B6-B34F-54C6-FD308810F652}" dt="2024-08-28T04:54:35.668" v="1169"/>
        <pc:sldMkLst>
          <pc:docMk/>
          <pc:sldMk cId="1231324176" sldId="362"/>
        </pc:sldMkLst>
      </pc:sldChg>
      <pc:sldChg chg="del">
        <pc:chgData name="Somak Das" userId="S::sdas@floridapoly.edu::98cebb13-2fc4-4808-95b9-daeb7e6acc01" providerId="AD" clId="Web-{6D3A69C3-C2B6-B34F-54C6-FD308810F652}" dt="2024-08-28T04:54:38.558" v="1170"/>
        <pc:sldMkLst>
          <pc:docMk/>
          <pc:sldMk cId="2203140714" sldId="364"/>
        </pc:sldMkLst>
      </pc:sldChg>
      <pc:sldChg chg="modSp">
        <pc:chgData name="Somak Das" userId="S::sdas@floridapoly.edu::98cebb13-2fc4-4808-95b9-daeb7e6acc01" providerId="AD" clId="Web-{6D3A69C3-C2B6-B34F-54C6-FD308810F652}" dt="2024-08-28T04:49:10.860" v="1077" actId="14100"/>
        <pc:sldMkLst>
          <pc:docMk/>
          <pc:sldMk cId="1746890718" sldId="388"/>
        </pc:sldMkLst>
        <pc:spChg chg="mod">
          <ac:chgData name="Somak Das" userId="S::sdas@floridapoly.edu::98cebb13-2fc4-4808-95b9-daeb7e6acc01" providerId="AD" clId="Web-{6D3A69C3-C2B6-B34F-54C6-FD308810F652}" dt="2024-08-28T04:48:57.500" v="1074" actId="20577"/>
          <ac:spMkLst>
            <pc:docMk/>
            <pc:sldMk cId="1746890718" sldId="388"/>
            <ac:spMk id="3" creationId="{9556065C-AC8D-F8CF-D5A2-F5C7B2A8889E}"/>
          </ac:spMkLst>
        </pc:spChg>
        <pc:spChg chg="mod">
          <ac:chgData name="Somak Das" userId="S::sdas@floridapoly.edu::98cebb13-2fc4-4808-95b9-daeb7e6acc01" providerId="AD" clId="Web-{6D3A69C3-C2B6-B34F-54C6-FD308810F652}" dt="2024-08-28T04:49:00.219" v="1075" actId="1076"/>
          <ac:spMkLst>
            <pc:docMk/>
            <pc:sldMk cId="1746890718" sldId="388"/>
            <ac:spMk id="4" creationId="{879460E3-E1E9-966E-736A-F8006564153D}"/>
          </ac:spMkLst>
        </pc:spChg>
        <pc:cxnChg chg="mod">
          <ac:chgData name="Somak Das" userId="S::sdas@floridapoly.edu::98cebb13-2fc4-4808-95b9-daeb7e6acc01" providerId="AD" clId="Web-{6D3A69C3-C2B6-B34F-54C6-FD308810F652}" dt="2024-08-28T04:49:10.860" v="1077" actId="14100"/>
          <ac:cxnSpMkLst>
            <pc:docMk/>
            <pc:sldMk cId="1746890718" sldId="388"/>
            <ac:cxnSpMk id="5" creationId="{F8B0671C-AC08-4C5F-ED27-E8408FC067DC}"/>
          </ac:cxnSpMkLst>
        </pc:cxnChg>
      </pc:sldChg>
      <pc:sldChg chg="addSp delSp modSp add del">
        <pc:chgData name="Somak Das" userId="S::sdas@floridapoly.edu::98cebb13-2fc4-4808-95b9-daeb7e6acc01" providerId="AD" clId="Web-{6D3A69C3-C2B6-B34F-54C6-FD308810F652}" dt="2024-08-28T04:42:07.129" v="971"/>
        <pc:sldMkLst>
          <pc:docMk/>
          <pc:sldMk cId="2197864155" sldId="389"/>
        </pc:sldMkLst>
        <pc:spChg chg="del mod">
          <ac:chgData name="Somak Das" userId="S::sdas@floridapoly.edu::98cebb13-2fc4-4808-95b9-daeb7e6acc01" providerId="AD" clId="Web-{6D3A69C3-C2B6-B34F-54C6-FD308810F652}" dt="2024-08-28T04:24:42.074" v="825"/>
          <ac:spMkLst>
            <pc:docMk/>
            <pc:sldMk cId="2197864155" sldId="389"/>
            <ac:spMk id="3" creationId="{9556065C-AC8D-F8CF-D5A2-F5C7B2A8889E}"/>
          </ac:spMkLst>
        </pc:spChg>
        <pc:spChg chg="add mod">
          <ac:chgData name="Somak Das" userId="S::sdas@floridapoly.edu::98cebb13-2fc4-4808-95b9-daeb7e6acc01" providerId="AD" clId="Web-{6D3A69C3-C2B6-B34F-54C6-FD308810F652}" dt="2024-08-28T04:24:36.121" v="824" actId="20577"/>
          <ac:spMkLst>
            <pc:docMk/>
            <pc:sldMk cId="2197864155" sldId="389"/>
            <ac:spMk id="4" creationId="{C15125E9-5F56-5B41-85DB-6C59EA2B93D7}"/>
          </ac:spMkLst>
        </pc:spChg>
        <pc:spChg chg="del">
          <ac:chgData name="Somak Das" userId="S::sdas@floridapoly.edu::98cebb13-2fc4-4808-95b9-daeb7e6acc01" providerId="AD" clId="Web-{6D3A69C3-C2B6-B34F-54C6-FD308810F652}" dt="2024-08-28T04:24:59.512" v="828"/>
          <ac:spMkLst>
            <pc:docMk/>
            <pc:sldMk cId="2197864155" sldId="389"/>
            <ac:spMk id="7" creationId="{14E4FBE0-2519-8375-AFC4-AD168790B03E}"/>
          </ac:spMkLst>
        </pc:spChg>
        <pc:spChg chg="add del mod">
          <ac:chgData name="Somak Das" userId="S::sdas@floridapoly.edu::98cebb13-2fc4-4808-95b9-daeb7e6acc01" providerId="AD" clId="Web-{6D3A69C3-C2B6-B34F-54C6-FD308810F652}" dt="2024-08-28T04:24:52.465" v="827"/>
          <ac:spMkLst>
            <pc:docMk/>
            <pc:sldMk cId="2197864155" sldId="389"/>
            <ac:spMk id="8" creationId="{742C98B6-E9CE-7834-8FD9-354FED56FC91}"/>
          </ac:spMkLst>
        </pc:spChg>
        <pc:picChg chg="del">
          <ac:chgData name="Somak Das" userId="S::sdas@floridapoly.edu::98cebb13-2fc4-4808-95b9-daeb7e6acc01" providerId="AD" clId="Web-{6D3A69C3-C2B6-B34F-54C6-FD308810F652}" dt="2024-08-28T04:25:10.840" v="829"/>
          <ac:picMkLst>
            <pc:docMk/>
            <pc:sldMk cId="2197864155" sldId="389"/>
            <ac:picMk id="6" creationId="{50535E7C-5C90-3DB5-404B-E48DB8C9ECFD}"/>
          </ac:picMkLst>
        </pc:picChg>
      </pc:sldChg>
      <pc:sldChg chg="addSp delSp modSp add replId">
        <pc:chgData name="Somak Das" userId="S::sdas@floridapoly.edu::98cebb13-2fc4-4808-95b9-daeb7e6acc01" providerId="AD" clId="Web-{6D3A69C3-C2B6-B34F-54C6-FD308810F652}" dt="2024-08-28T04:35:20.909" v="905" actId="20577"/>
        <pc:sldMkLst>
          <pc:docMk/>
          <pc:sldMk cId="1585075032" sldId="390"/>
        </pc:sldMkLst>
        <pc:spChg chg="add mod">
          <ac:chgData name="Somak Das" userId="S::sdas@floridapoly.edu::98cebb13-2fc4-4808-95b9-daeb7e6acc01" providerId="AD" clId="Web-{6D3A69C3-C2B6-B34F-54C6-FD308810F652}" dt="2024-08-28T03:58:25.715" v="520" actId="20577"/>
          <ac:spMkLst>
            <pc:docMk/>
            <pc:sldMk cId="1585075032" sldId="390"/>
            <ac:spMk id="2" creationId="{4E9EEF31-1D52-AB2D-CD28-D9869BC22C65}"/>
          </ac:spMkLst>
        </pc:spChg>
        <pc:spChg chg="add">
          <ac:chgData name="Somak Das" userId="S::sdas@floridapoly.edu::98cebb13-2fc4-4808-95b9-daeb7e6acc01" providerId="AD" clId="Web-{6D3A69C3-C2B6-B34F-54C6-FD308810F652}" dt="2024-08-28T04:08:51.420" v="578"/>
          <ac:spMkLst>
            <pc:docMk/>
            <pc:sldMk cId="1585075032" sldId="390"/>
            <ac:spMk id="4" creationId="{2115B345-357D-2BBC-A17B-FB7664D6C708}"/>
          </ac:spMkLst>
        </pc:spChg>
        <pc:spChg chg="mod">
          <ac:chgData name="Somak Das" userId="S::sdas@floridapoly.edu::98cebb13-2fc4-4808-95b9-daeb7e6acc01" providerId="AD" clId="Web-{6D3A69C3-C2B6-B34F-54C6-FD308810F652}" dt="2024-08-28T04:35:20.909" v="905" actId="20577"/>
          <ac:spMkLst>
            <pc:docMk/>
            <pc:sldMk cId="1585075032" sldId="390"/>
            <ac:spMk id="5" creationId="{1D3DCBB2-C9EE-959F-234A-10AAE3BACC96}"/>
          </ac:spMkLst>
        </pc:spChg>
        <pc:spChg chg="add del">
          <ac:chgData name="Somak Das" userId="S::sdas@floridapoly.edu::98cebb13-2fc4-4808-95b9-daeb7e6acc01" providerId="AD" clId="Web-{6D3A69C3-C2B6-B34F-54C6-FD308810F652}" dt="2024-08-28T04:09:05.843" v="584"/>
          <ac:spMkLst>
            <pc:docMk/>
            <pc:sldMk cId="1585075032" sldId="390"/>
            <ac:spMk id="16" creationId="{D0C3B865-F14E-BFC4-CCC0-1C3F8CACD671}"/>
          </ac:spMkLst>
        </pc:spChg>
        <pc:spChg chg="mod">
          <ac:chgData name="Somak Das" userId="S::sdas@floridapoly.edu::98cebb13-2fc4-4808-95b9-daeb7e6acc01" providerId="AD" clId="Web-{6D3A69C3-C2B6-B34F-54C6-FD308810F652}" dt="2024-08-28T04:04:23.194" v="557" actId="14100"/>
          <ac:spMkLst>
            <pc:docMk/>
            <pc:sldMk cId="1585075032" sldId="390"/>
            <ac:spMk id="22" creationId="{143F981F-2BD9-B4C6-F297-DFE172DD38E2}"/>
          </ac:spMkLst>
        </pc:spChg>
        <pc:spChg chg="mod">
          <ac:chgData name="Somak Das" userId="S::sdas@floridapoly.edu::98cebb13-2fc4-4808-95b9-daeb7e6acc01" providerId="AD" clId="Web-{6D3A69C3-C2B6-B34F-54C6-FD308810F652}" dt="2024-08-28T04:10:04.032" v="596" actId="1076"/>
          <ac:spMkLst>
            <pc:docMk/>
            <pc:sldMk cId="1585075032" sldId="390"/>
            <ac:spMk id="23" creationId="{B742EB51-6B4C-001B-BEFD-293518B5B430}"/>
          </ac:spMkLst>
        </pc:spChg>
        <pc:spChg chg="del">
          <ac:chgData name="Somak Das" userId="S::sdas@floridapoly.edu::98cebb13-2fc4-4808-95b9-daeb7e6acc01" providerId="AD" clId="Web-{6D3A69C3-C2B6-B34F-54C6-FD308810F652}" dt="2024-08-28T04:08:58.718" v="582"/>
          <ac:spMkLst>
            <pc:docMk/>
            <pc:sldMk cId="1585075032" sldId="390"/>
            <ac:spMk id="24" creationId="{8B103066-B3FF-8701-85DD-5CC12504A011}"/>
          </ac:spMkLst>
        </pc:spChg>
        <pc:spChg chg="add del">
          <ac:chgData name="Somak Das" userId="S::sdas@floridapoly.edu::98cebb13-2fc4-4808-95b9-daeb7e6acc01" providerId="AD" clId="Web-{6D3A69C3-C2B6-B34F-54C6-FD308810F652}" dt="2024-08-28T04:09:30.093" v="589"/>
          <ac:spMkLst>
            <pc:docMk/>
            <pc:sldMk cId="1585075032" sldId="390"/>
            <ac:spMk id="25" creationId="{C6C01D54-939C-CC76-933C-8D62D932E17A}"/>
          </ac:spMkLst>
        </pc:spChg>
        <pc:spChg chg="add mod">
          <ac:chgData name="Somak Das" userId="S::sdas@floridapoly.edu::98cebb13-2fc4-4808-95b9-daeb7e6acc01" providerId="AD" clId="Web-{6D3A69C3-C2B6-B34F-54C6-FD308810F652}" dt="2024-08-28T04:12:52.115" v="663" actId="20577"/>
          <ac:spMkLst>
            <pc:docMk/>
            <pc:sldMk cId="1585075032" sldId="390"/>
            <ac:spMk id="33" creationId="{FBD8A620-50C0-136B-0E62-B778088BF0A9}"/>
          </ac:spMkLst>
        </pc:spChg>
        <pc:picChg chg="add del">
          <ac:chgData name="Somak Das" userId="S::sdas@floridapoly.edu::98cebb13-2fc4-4808-95b9-daeb7e6acc01" providerId="AD" clId="Web-{6D3A69C3-C2B6-B34F-54C6-FD308810F652}" dt="2024-08-28T04:09:19.343" v="587"/>
          <ac:picMkLst>
            <pc:docMk/>
            <pc:sldMk cId="1585075032" sldId="390"/>
            <ac:picMk id="6" creationId="{50535E7C-5C90-3DB5-404B-E48DB8C9ECFD}"/>
          </ac:picMkLst>
        </pc:picChg>
        <pc:picChg chg="del mod">
          <ac:chgData name="Somak Das" userId="S::sdas@floridapoly.edu::98cebb13-2fc4-4808-95b9-daeb7e6acc01" providerId="AD" clId="Web-{6D3A69C3-C2B6-B34F-54C6-FD308810F652}" dt="2024-08-28T03:53:56.504" v="461"/>
          <ac:picMkLst>
            <pc:docMk/>
            <pc:sldMk cId="1585075032" sldId="390"/>
            <ac:picMk id="26" creationId="{05CCB9CF-70EB-1A66-DB70-9AFDB8AB328A}"/>
          </ac:picMkLst>
        </pc:picChg>
        <pc:picChg chg="del mod">
          <ac:chgData name="Somak Das" userId="S::sdas@floridapoly.edu::98cebb13-2fc4-4808-95b9-daeb7e6acc01" providerId="AD" clId="Web-{6D3A69C3-C2B6-B34F-54C6-FD308810F652}" dt="2024-08-28T03:53:59.894" v="462"/>
          <ac:picMkLst>
            <pc:docMk/>
            <pc:sldMk cId="1585075032" sldId="390"/>
            <ac:picMk id="27" creationId="{A1179090-0590-B3EF-1906-EF2F90C3277A}"/>
          </ac:picMkLst>
        </pc:picChg>
        <pc:cxnChg chg="add mod">
          <ac:chgData name="Somak Das" userId="S::sdas@floridapoly.edu::98cebb13-2fc4-4808-95b9-daeb7e6acc01" providerId="AD" clId="Web-{6D3A69C3-C2B6-B34F-54C6-FD308810F652}" dt="2024-08-28T04:10:17.282" v="598" actId="14100"/>
          <ac:cxnSpMkLst>
            <pc:docMk/>
            <pc:sldMk cId="1585075032" sldId="390"/>
            <ac:cxnSpMk id="28" creationId="{5E267761-44BA-F362-2C68-2983DDEA2254}"/>
          </ac:cxnSpMkLst>
        </pc:cxnChg>
        <pc:cxnChg chg="add">
          <ac:chgData name="Somak Das" userId="S::sdas@floridapoly.edu::98cebb13-2fc4-4808-95b9-daeb7e6acc01" providerId="AD" clId="Web-{6D3A69C3-C2B6-B34F-54C6-FD308810F652}" dt="2024-08-28T04:08:51.452" v="581"/>
          <ac:cxnSpMkLst>
            <pc:docMk/>
            <pc:sldMk cId="1585075032" sldId="390"/>
            <ac:cxnSpMk id="30" creationId="{510F70A1-26D3-0825-7C9B-DE1B07B20C49}"/>
          </ac:cxnSpMkLst>
        </pc:cxnChg>
        <pc:cxnChg chg="add mod">
          <ac:chgData name="Somak Das" userId="S::sdas@floridapoly.edu::98cebb13-2fc4-4808-95b9-daeb7e6acc01" providerId="AD" clId="Web-{6D3A69C3-C2B6-B34F-54C6-FD308810F652}" dt="2024-08-28T04:10:08.782" v="597" actId="14100"/>
          <ac:cxnSpMkLst>
            <pc:docMk/>
            <pc:sldMk cId="1585075032" sldId="390"/>
            <ac:cxnSpMk id="31" creationId="{5F3A7493-D524-FE56-4731-42188424CFCB}"/>
          </ac:cxnSpMkLst>
        </pc:cxnChg>
        <pc:cxnChg chg="add mod">
          <ac:chgData name="Somak Das" userId="S::sdas@floridapoly.edu::98cebb13-2fc4-4808-95b9-daeb7e6acc01" providerId="AD" clId="Web-{6D3A69C3-C2B6-B34F-54C6-FD308810F652}" dt="2024-08-28T04:09:58.266" v="595" actId="14100"/>
          <ac:cxnSpMkLst>
            <pc:docMk/>
            <pc:sldMk cId="1585075032" sldId="390"/>
            <ac:cxnSpMk id="32" creationId="{7C9EAFB5-644A-07CD-26DB-DA622A582E23}"/>
          </ac:cxnSpMkLst>
        </pc:cxnChg>
      </pc:sldChg>
      <pc:sldChg chg="addSp delSp modSp add replId">
        <pc:chgData name="Somak Das" userId="S::sdas@floridapoly.edu::98cebb13-2fc4-4808-95b9-daeb7e6acc01" providerId="AD" clId="Web-{6D3A69C3-C2B6-B34F-54C6-FD308810F652}" dt="2024-08-28T04:51:45.100" v="1118" actId="20577"/>
        <pc:sldMkLst>
          <pc:docMk/>
          <pc:sldMk cId="2868495445" sldId="391"/>
        </pc:sldMkLst>
        <pc:spChg chg="del">
          <ac:chgData name="Somak Das" userId="S::sdas@floridapoly.edu::98cebb13-2fc4-4808-95b9-daeb7e6acc01" providerId="AD" clId="Web-{6D3A69C3-C2B6-B34F-54C6-FD308810F652}" dt="2024-08-28T04:27:08.109" v="846"/>
          <ac:spMkLst>
            <pc:docMk/>
            <pc:sldMk cId="2868495445" sldId="391"/>
            <ac:spMk id="2" creationId="{4E9EEF31-1D52-AB2D-CD28-D9869BC22C65}"/>
          </ac:spMkLst>
        </pc:spChg>
        <pc:spChg chg="mod">
          <ac:chgData name="Somak Das" userId="S::sdas@floridapoly.edu::98cebb13-2fc4-4808-95b9-daeb7e6acc01" providerId="AD" clId="Web-{6D3A69C3-C2B6-B34F-54C6-FD308810F652}" dt="2024-08-28T04:41:55.113" v="970" actId="20577"/>
          <ac:spMkLst>
            <pc:docMk/>
            <pc:sldMk cId="2868495445" sldId="391"/>
            <ac:spMk id="5" creationId="{1D3DCBB2-C9EE-959F-234A-10AAE3BACC96}"/>
          </ac:spMkLst>
        </pc:spChg>
        <pc:spChg chg="add mod">
          <ac:chgData name="Somak Das" userId="S::sdas@floridapoly.edu::98cebb13-2fc4-4808-95b9-daeb7e6acc01" providerId="AD" clId="Web-{6D3A69C3-C2B6-B34F-54C6-FD308810F652}" dt="2024-08-28T04:51:45.100" v="1118" actId="20577"/>
          <ac:spMkLst>
            <pc:docMk/>
            <pc:sldMk cId="2868495445" sldId="391"/>
            <ac:spMk id="7" creationId="{BC80D94F-020D-C5BE-3AEC-E3F0E0FEA989}"/>
          </ac:spMkLst>
        </pc:spChg>
        <pc:spChg chg="del">
          <ac:chgData name="Somak Das" userId="S::sdas@floridapoly.edu::98cebb13-2fc4-4808-95b9-daeb7e6acc01" providerId="AD" clId="Web-{6D3A69C3-C2B6-B34F-54C6-FD308810F652}" dt="2024-08-28T04:26:40.437" v="831"/>
          <ac:spMkLst>
            <pc:docMk/>
            <pc:sldMk cId="2868495445" sldId="391"/>
            <ac:spMk id="33" creationId="{FBD8A620-50C0-136B-0E62-B778088BF0A9}"/>
          </ac:spMkLst>
        </pc:spChg>
      </pc:sldChg>
      <pc:sldChg chg="addSp delSp modSp add mod replId modClrScheme delDesignElem chgLayout">
        <pc:chgData name="Somak Das" userId="S::sdas@floridapoly.edu::98cebb13-2fc4-4808-95b9-daeb7e6acc01" providerId="AD" clId="Web-{6D3A69C3-C2B6-B34F-54C6-FD308810F652}" dt="2024-08-28T04:57:58.081" v="1227" actId="20577"/>
        <pc:sldMkLst>
          <pc:docMk/>
          <pc:sldMk cId="3801865385" sldId="392"/>
        </pc:sldMkLst>
        <pc:spChg chg="mod ord">
          <ac:chgData name="Somak Das" userId="S::sdas@floridapoly.edu::98cebb13-2fc4-4808-95b9-daeb7e6acc01" providerId="AD" clId="Web-{6D3A69C3-C2B6-B34F-54C6-FD308810F652}" dt="2024-08-28T04:54:10.604" v="1166" actId="20577"/>
          <ac:spMkLst>
            <pc:docMk/>
            <pc:sldMk cId="3801865385" sldId="392"/>
            <ac:spMk id="2" creationId="{A43E3E30-0CCC-0FCC-69DC-1C2820744E12}"/>
          </ac:spMkLst>
        </pc:spChg>
        <pc:spChg chg="mod ord">
          <ac:chgData name="Somak Das" userId="S::sdas@floridapoly.edu::98cebb13-2fc4-4808-95b9-daeb7e6acc01" providerId="AD" clId="Web-{6D3A69C3-C2B6-B34F-54C6-FD308810F652}" dt="2024-08-28T04:52:13.101" v="1130" actId="20577"/>
          <ac:spMkLst>
            <pc:docMk/>
            <pc:sldMk cId="3801865385" sldId="392"/>
            <ac:spMk id="3" creationId="{9556065C-AC8D-F8CF-D5A2-F5C7B2A8889E}"/>
          </ac:spMkLst>
        </pc:spChg>
        <pc:spChg chg="del">
          <ac:chgData name="Somak Das" userId="S::sdas@floridapoly.edu::98cebb13-2fc4-4808-95b9-daeb7e6acc01" providerId="AD" clId="Web-{6D3A69C3-C2B6-B34F-54C6-FD308810F652}" dt="2024-08-28T04:44:33.352" v="995"/>
          <ac:spMkLst>
            <pc:docMk/>
            <pc:sldMk cId="3801865385" sldId="392"/>
            <ac:spMk id="4" creationId="{879460E3-E1E9-966E-736A-F8006564153D}"/>
          </ac:spMkLst>
        </pc:spChg>
        <pc:spChg chg="del">
          <ac:chgData name="Somak Das" userId="S::sdas@floridapoly.edu::98cebb13-2fc4-4808-95b9-daeb7e6acc01" providerId="AD" clId="Web-{6D3A69C3-C2B6-B34F-54C6-FD308810F652}" dt="2024-08-28T04:44:24.695" v="993"/>
          <ac:spMkLst>
            <pc:docMk/>
            <pc:sldMk cId="3801865385" sldId="392"/>
            <ac:spMk id="6" creationId="{B6515CFD-CE83-1088-7D9C-3A38FB8ADB94}"/>
          </ac:spMkLst>
        </pc:spChg>
        <pc:spChg chg="add">
          <ac:chgData name="Somak Das" userId="S::sdas@floridapoly.edu::98cebb13-2fc4-4808-95b9-daeb7e6acc01" providerId="AD" clId="Web-{6D3A69C3-C2B6-B34F-54C6-FD308810F652}" dt="2024-08-28T04:45:47.229" v="1010"/>
          <ac:spMkLst>
            <pc:docMk/>
            <pc:sldMk cId="3801865385" sldId="392"/>
            <ac:spMk id="7" creationId="{100EDD19-6802-4EC3-95CE-CFFAB042CFD6}"/>
          </ac:spMkLst>
        </pc:spChg>
        <pc:spChg chg="del">
          <ac:chgData name="Somak Das" userId="S::sdas@floridapoly.edu::98cebb13-2fc4-4808-95b9-daeb7e6acc01" providerId="AD" clId="Web-{6D3A69C3-C2B6-B34F-54C6-FD308810F652}" dt="2024-08-28T04:44:33.352" v="996"/>
          <ac:spMkLst>
            <pc:docMk/>
            <pc:sldMk cId="3801865385" sldId="392"/>
            <ac:spMk id="8" creationId="{100EDD19-6802-4EC3-95CE-CFFAB042CFD6}"/>
          </ac:spMkLst>
        </pc:spChg>
        <pc:spChg chg="add">
          <ac:chgData name="Somak Das" userId="S::sdas@floridapoly.edu::98cebb13-2fc4-4808-95b9-daeb7e6acc01" providerId="AD" clId="Web-{6D3A69C3-C2B6-B34F-54C6-FD308810F652}" dt="2024-08-28T04:45:47.229" v="1010"/>
          <ac:spMkLst>
            <pc:docMk/>
            <pc:sldMk cId="3801865385" sldId="392"/>
            <ac:spMk id="9" creationId="{DB17E863-922E-4C26-BD64-E8FD41D28661}"/>
          </ac:spMkLst>
        </pc:spChg>
        <pc:spChg chg="del">
          <ac:chgData name="Somak Das" userId="S::sdas@floridapoly.edu::98cebb13-2fc4-4808-95b9-daeb7e6acc01" providerId="AD" clId="Web-{6D3A69C3-C2B6-B34F-54C6-FD308810F652}" dt="2024-08-28T04:45:42.932" v="1009"/>
          <ac:spMkLst>
            <pc:docMk/>
            <pc:sldMk cId="3801865385" sldId="392"/>
            <ac:spMk id="10" creationId="{DB17E863-922E-4C26-BD64-E8FD41D28661}"/>
          </ac:spMkLst>
        </pc:spChg>
        <pc:spChg chg="add mod">
          <ac:chgData name="Somak Das" userId="S::sdas@floridapoly.edu::98cebb13-2fc4-4808-95b9-daeb7e6acc01" providerId="AD" clId="Web-{6D3A69C3-C2B6-B34F-54C6-FD308810F652}" dt="2024-08-28T04:57:58.081" v="1227" actId="20577"/>
          <ac:spMkLst>
            <pc:docMk/>
            <pc:sldMk cId="3801865385" sldId="392"/>
            <ac:spMk id="11" creationId="{14A3B0C7-3984-6CC6-384D-7AFE5521A871}"/>
          </ac:spMkLst>
        </pc:spChg>
        <pc:cxnChg chg="del">
          <ac:chgData name="Somak Das" userId="S::sdas@floridapoly.edu::98cebb13-2fc4-4808-95b9-daeb7e6acc01" providerId="AD" clId="Web-{6D3A69C3-C2B6-B34F-54C6-FD308810F652}" dt="2024-08-28T04:44:33.352" v="994"/>
          <ac:cxnSpMkLst>
            <pc:docMk/>
            <pc:sldMk cId="3801865385" sldId="392"/>
            <ac:cxnSpMk id="5" creationId="{F8B0671C-AC08-4C5F-ED27-E8408FC067DC}"/>
          </ac:cxnSpMkLst>
        </pc:cxnChg>
      </pc:sldChg>
      <pc:sldChg chg="addSp modSp new">
        <pc:chgData name="Somak Das" userId="S::sdas@floridapoly.edu::98cebb13-2fc4-4808-95b9-daeb7e6acc01" providerId="AD" clId="Web-{6D3A69C3-C2B6-B34F-54C6-FD308810F652}" dt="2024-08-28T05:28:59.578" v="1360" actId="1076"/>
        <pc:sldMkLst>
          <pc:docMk/>
          <pc:sldMk cId="608172697" sldId="393"/>
        </pc:sldMkLst>
        <pc:spChg chg="add mod ord">
          <ac:chgData name="Somak Das" userId="S::sdas@floridapoly.edu::98cebb13-2fc4-4808-95b9-daeb7e6acc01" providerId="AD" clId="Web-{6D3A69C3-C2B6-B34F-54C6-FD308810F652}" dt="2024-08-28T05:27:44.539" v="1343"/>
          <ac:spMkLst>
            <pc:docMk/>
            <pc:sldMk cId="608172697" sldId="393"/>
            <ac:spMk id="13" creationId="{52671995-9740-098B-046C-A3432A3F369B}"/>
          </ac:spMkLst>
        </pc:spChg>
        <pc:picChg chg="add mod">
          <ac:chgData name="Somak Das" userId="S::sdas@floridapoly.edu::98cebb13-2fc4-4808-95b9-daeb7e6acc01" providerId="AD" clId="Web-{6D3A69C3-C2B6-B34F-54C6-FD308810F652}" dt="2024-08-28T05:25:04.815" v="1268" actId="1076"/>
          <ac:picMkLst>
            <pc:docMk/>
            <pc:sldMk cId="608172697" sldId="393"/>
            <ac:picMk id="2" creationId="{F24CA17A-1816-62C0-2300-11937C74D7A0}"/>
          </ac:picMkLst>
        </pc:picChg>
        <pc:picChg chg="add mod">
          <ac:chgData name="Somak Das" userId="S::sdas@floridapoly.edu::98cebb13-2fc4-4808-95b9-daeb7e6acc01" providerId="AD" clId="Web-{6D3A69C3-C2B6-B34F-54C6-FD308810F652}" dt="2024-08-28T05:25:04.830" v="1269" actId="1076"/>
          <ac:picMkLst>
            <pc:docMk/>
            <pc:sldMk cId="608172697" sldId="393"/>
            <ac:picMk id="3" creationId="{CFE0BFA9-C7AA-97C3-43CA-3DBE319581B6}"/>
          </ac:picMkLst>
        </pc:picChg>
        <pc:picChg chg="add mod">
          <ac:chgData name="Somak Das" userId="S::sdas@floridapoly.edu::98cebb13-2fc4-4808-95b9-daeb7e6acc01" providerId="AD" clId="Web-{6D3A69C3-C2B6-B34F-54C6-FD308810F652}" dt="2024-08-28T05:25:04.862" v="1270" actId="1076"/>
          <ac:picMkLst>
            <pc:docMk/>
            <pc:sldMk cId="608172697" sldId="393"/>
            <ac:picMk id="4" creationId="{413D4302-E02D-FDD1-72D1-AD112B410FF9}"/>
          </ac:picMkLst>
        </pc:picChg>
        <pc:picChg chg="add mod">
          <ac:chgData name="Somak Das" userId="S::sdas@floridapoly.edu::98cebb13-2fc4-4808-95b9-daeb7e6acc01" providerId="AD" clId="Web-{6D3A69C3-C2B6-B34F-54C6-FD308810F652}" dt="2024-08-28T05:25:04.893" v="1271" actId="1076"/>
          <ac:picMkLst>
            <pc:docMk/>
            <pc:sldMk cId="608172697" sldId="393"/>
            <ac:picMk id="5" creationId="{B5F00481-EB0E-BDFA-7B96-030E7B3039B5}"/>
          </ac:picMkLst>
        </pc:picChg>
        <pc:picChg chg="add mod">
          <ac:chgData name="Somak Das" userId="S::sdas@floridapoly.edu::98cebb13-2fc4-4808-95b9-daeb7e6acc01" providerId="AD" clId="Web-{6D3A69C3-C2B6-B34F-54C6-FD308810F652}" dt="2024-08-28T05:25:04.909" v="1272" actId="1076"/>
          <ac:picMkLst>
            <pc:docMk/>
            <pc:sldMk cId="608172697" sldId="393"/>
            <ac:picMk id="6" creationId="{D256C11E-5C33-F7AE-8018-E487C29370FC}"/>
          </ac:picMkLst>
        </pc:picChg>
        <pc:picChg chg="add mod">
          <ac:chgData name="Somak Das" userId="S::sdas@floridapoly.edu::98cebb13-2fc4-4808-95b9-daeb7e6acc01" providerId="AD" clId="Web-{6D3A69C3-C2B6-B34F-54C6-FD308810F652}" dt="2024-08-28T05:28:57" v="1359" actId="1076"/>
          <ac:picMkLst>
            <pc:docMk/>
            <pc:sldMk cId="608172697" sldId="393"/>
            <ac:picMk id="7" creationId="{C8580A23-D3AF-5B5F-BC9A-C26ABB63E3C4}"/>
          </ac:picMkLst>
        </pc:picChg>
        <pc:picChg chg="add mod">
          <ac:chgData name="Somak Das" userId="S::sdas@floridapoly.edu::98cebb13-2fc4-4808-95b9-daeb7e6acc01" providerId="AD" clId="Web-{6D3A69C3-C2B6-B34F-54C6-FD308810F652}" dt="2024-08-28T05:28:59.578" v="1360" actId="1076"/>
          <ac:picMkLst>
            <pc:docMk/>
            <pc:sldMk cId="608172697" sldId="393"/>
            <ac:picMk id="8" creationId="{00C8AE71-7D76-4D9D-A48F-AE731DFDE0EE}"/>
          </ac:picMkLst>
        </pc:picChg>
        <pc:picChg chg="add mod">
          <ac:chgData name="Somak Das" userId="S::sdas@floridapoly.edu::98cebb13-2fc4-4808-95b9-daeb7e6acc01" providerId="AD" clId="Web-{6D3A69C3-C2B6-B34F-54C6-FD308810F652}" dt="2024-08-28T05:28:44.765" v="1357" actId="1076"/>
          <ac:picMkLst>
            <pc:docMk/>
            <pc:sldMk cId="608172697" sldId="393"/>
            <ac:picMk id="9" creationId="{61B446C9-D1AB-9157-1F8D-AD4BAFB34949}"/>
          </ac:picMkLst>
        </pc:picChg>
        <pc:picChg chg="add mod">
          <ac:chgData name="Somak Das" userId="S::sdas@floridapoly.edu::98cebb13-2fc4-4808-95b9-daeb7e6acc01" providerId="AD" clId="Web-{6D3A69C3-C2B6-B34F-54C6-FD308810F652}" dt="2024-08-28T05:28:38.249" v="1356" actId="1076"/>
          <ac:picMkLst>
            <pc:docMk/>
            <pc:sldMk cId="608172697" sldId="393"/>
            <ac:picMk id="10" creationId="{C54EF7D8-0984-71D4-4D8F-810BFDF62A79}"/>
          </ac:picMkLst>
        </pc:picChg>
        <pc:picChg chg="add mod">
          <ac:chgData name="Somak Das" userId="S::sdas@floridapoly.edu::98cebb13-2fc4-4808-95b9-daeb7e6acc01" providerId="AD" clId="Web-{6D3A69C3-C2B6-B34F-54C6-FD308810F652}" dt="2024-08-28T05:28:18.467" v="1352" actId="1076"/>
          <ac:picMkLst>
            <pc:docMk/>
            <pc:sldMk cId="608172697" sldId="393"/>
            <ac:picMk id="11" creationId="{4E6E9A45-D9AD-6D5A-9029-6D4652411873}"/>
          </ac:picMkLst>
        </pc:picChg>
        <pc:picChg chg="add mod">
          <ac:chgData name="Somak Das" userId="S::sdas@floridapoly.edu::98cebb13-2fc4-4808-95b9-daeb7e6acc01" providerId="AD" clId="Web-{6D3A69C3-C2B6-B34F-54C6-FD308810F652}" dt="2024-08-28T05:28:30.780" v="1355" actId="1076"/>
          <ac:picMkLst>
            <pc:docMk/>
            <pc:sldMk cId="608172697" sldId="393"/>
            <ac:picMk id="12" creationId="{D7BD84B3-F789-31C2-960F-AB84A9D6B2F4}"/>
          </ac:picMkLst>
        </pc:picChg>
      </pc:sldChg>
    </pc:docChg>
  </pc:docChgLst>
  <pc:docChgLst>
    <pc:chgData name="Somak Das" userId="S::sdas@floridapoly.edu::98cebb13-2fc4-4808-95b9-daeb7e6acc01" providerId="AD" clId="Web-{C8A71945-C54D-6D72-6343-0540A9C1C6DB}"/>
    <pc:docChg chg="delSld modSection">
      <pc:chgData name="Somak Das" userId="S::sdas@floridapoly.edu::98cebb13-2fc4-4808-95b9-daeb7e6acc01" providerId="AD" clId="Web-{C8A71945-C54D-6D72-6343-0540A9C1C6DB}" dt="2024-08-28T05:53:16.004" v="20"/>
      <pc:docMkLst>
        <pc:docMk/>
      </pc:docMkLst>
      <pc:sldChg chg="del">
        <pc:chgData name="Somak Das" userId="S::sdas@floridapoly.edu::98cebb13-2fc4-4808-95b9-daeb7e6acc01" providerId="AD" clId="Web-{C8A71945-C54D-6D72-6343-0540A9C1C6DB}" dt="2024-08-28T05:53:16.004" v="20"/>
        <pc:sldMkLst>
          <pc:docMk/>
          <pc:sldMk cId="783844113" sldId="256"/>
        </pc:sldMkLst>
      </pc:sldChg>
      <pc:sldChg chg="del">
        <pc:chgData name="Somak Das" userId="S::sdas@floridapoly.edu::98cebb13-2fc4-4808-95b9-daeb7e6acc01" providerId="AD" clId="Web-{C8A71945-C54D-6D72-6343-0540A9C1C6DB}" dt="2024-08-28T05:53:15.989" v="17"/>
        <pc:sldMkLst>
          <pc:docMk/>
          <pc:sldMk cId="1084738940" sldId="316"/>
        </pc:sldMkLst>
      </pc:sldChg>
      <pc:sldChg chg="del">
        <pc:chgData name="Somak Das" userId="S::sdas@floridapoly.edu::98cebb13-2fc4-4808-95b9-daeb7e6acc01" providerId="AD" clId="Web-{C8A71945-C54D-6D72-6343-0540A9C1C6DB}" dt="2024-08-28T05:53:15.989" v="19"/>
        <pc:sldMkLst>
          <pc:docMk/>
          <pc:sldMk cId="4139804777" sldId="330"/>
        </pc:sldMkLst>
      </pc:sldChg>
      <pc:sldChg chg="del">
        <pc:chgData name="Somak Das" userId="S::sdas@floridapoly.edu::98cebb13-2fc4-4808-95b9-daeb7e6acc01" providerId="AD" clId="Web-{C8A71945-C54D-6D72-6343-0540A9C1C6DB}" dt="2024-08-28T05:53:15.989" v="16"/>
        <pc:sldMkLst>
          <pc:docMk/>
          <pc:sldMk cId="2289991728" sldId="342"/>
        </pc:sldMkLst>
      </pc:sldChg>
      <pc:sldChg chg="del">
        <pc:chgData name="Somak Das" userId="S::sdas@floridapoly.edu::98cebb13-2fc4-4808-95b9-daeb7e6acc01" providerId="AD" clId="Web-{C8A71945-C54D-6D72-6343-0540A9C1C6DB}" dt="2024-08-28T05:53:15.958" v="0"/>
        <pc:sldMkLst>
          <pc:docMk/>
          <pc:sldMk cId="3564918759" sldId="347"/>
        </pc:sldMkLst>
      </pc:sldChg>
      <pc:sldChg chg="del">
        <pc:chgData name="Somak Das" userId="S::sdas@floridapoly.edu::98cebb13-2fc4-4808-95b9-daeb7e6acc01" providerId="AD" clId="Web-{C8A71945-C54D-6D72-6343-0540A9C1C6DB}" dt="2024-08-28T05:53:15.989" v="18"/>
        <pc:sldMkLst>
          <pc:docMk/>
          <pc:sldMk cId="1970439454" sldId="348"/>
        </pc:sldMkLst>
      </pc:sldChg>
      <pc:sldChg chg="del">
        <pc:chgData name="Somak Das" userId="S::sdas@floridapoly.edu::98cebb13-2fc4-4808-95b9-daeb7e6acc01" providerId="AD" clId="Web-{C8A71945-C54D-6D72-6343-0540A9C1C6DB}" dt="2024-08-28T05:53:15.989" v="15"/>
        <pc:sldMkLst>
          <pc:docMk/>
          <pc:sldMk cId="450661816" sldId="349"/>
        </pc:sldMkLst>
      </pc:sldChg>
      <pc:sldChg chg="del">
        <pc:chgData name="Somak Das" userId="S::sdas@floridapoly.edu::98cebb13-2fc4-4808-95b9-daeb7e6acc01" providerId="AD" clId="Web-{C8A71945-C54D-6D72-6343-0540A9C1C6DB}" dt="2024-08-28T05:53:15.989" v="14"/>
        <pc:sldMkLst>
          <pc:docMk/>
          <pc:sldMk cId="756175004" sldId="350"/>
        </pc:sldMkLst>
      </pc:sldChg>
      <pc:sldChg chg="del">
        <pc:chgData name="Somak Das" userId="S::sdas@floridapoly.edu::98cebb13-2fc4-4808-95b9-daeb7e6acc01" providerId="AD" clId="Web-{C8A71945-C54D-6D72-6343-0540A9C1C6DB}" dt="2024-08-28T05:53:15.989" v="13"/>
        <pc:sldMkLst>
          <pc:docMk/>
          <pc:sldMk cId="3912467275" sldId="351"/>
        </pc:sldMkLst>
      </pc:sldChg>
      <pc:sldChg chg="del">
        <pc:chgData name="Somak Das" userId="S::sdas@floridapoly.edu::98cebb13-2fc4-4808-95b9-daeb7e6acc01" providerId="AD" clId="Web-{C8A71945-C54D-6D72-6343-0540A9C1C6DB}" dt="2024-08-28T05:53:15.989" v="12"/>
        <pc:sldMkLst>
          <pc:docMk/>
          <pc:sldMk cId="839535825" sldId="352"/>
        </pc:sldMkLst>
      </pc:sldChg>
      <pc:sldChg chg="del">
        <pc:chgData name="Somak Das" userId="S::sdas@floridapoly.edu::98cebb13-2fc4-4808-95b9-daeb7e6acc01" providerId="AD" clId="Web-{C8A71945-C54D-6D72-6343-0540A9C1C6DB}" dt="2024-08-28T05:53:15.989" v="11"/>
        <pc:sldMkLst>
          <pc:docMk/>
          <pc:sldMk cId="2838901669" sldId="353"/>
        </pc:sldMkLst>
      </pc:sldChg>
      <pc:sldChg chg="del">
        <pc:chgData name="Somak Das" userId="S::sdas@floridapoly.edu::98cebb13-2fc4-4808-95b9-daeb7e6acc01" providerId="AD" clId="Web-{C8A71945-C54D-6D72-6343-0540A9C1C6DB}" dt="2024-08-28T05:53:15.973" v="8"/>
        <pc:sldMkLst>
          <pc:docMk/>
          <pc:sldMk cId="3245362616" sldId="354"/>
        </pc:sldMkLst>
      </pc:sldChg>
      <pc:sldChg chg="del">
        <pc:chgData name="Somak Das" userId="S::sdas@floridapoly.edu::98cebb13-2fc4-4808-95b9-daeb7e6acc01" providerId="AD" clId="Web-{C8A71945-C54D-6D72-6343-0540A9C1C6DB}" dt="2024-08-28T05:53:15.973" v="5"/>
        <pc:sldMkLst>
          <pc:docMk/>
          <pc:sldMk cId="413745526" sldId="357"/>
        </pc:sldMkLst>
      </pc:sldChg>
      <pc:sldChg chg="del">
        <pc:chgData name="Somak Das" userId="S::sdas@floridapoly.edu::98cebb13-2fc4-4808-95b9-daeb7e6acc01" providerId="AD" clId="Web-{C8A71945-C54D-6D72-6343-0540A9C1C6DB}" dt="2024-08-28T05:53:15.973" v="10"/>
        <pc:sldMkLst>
          <pc:docMk/>
          <pc:sldMk cId="3724979230" sldId="385"/>
        </pc:sldMkLst>
      </pc:sldChg>
      <pc:sldChg chg="del">
        <pc:chgData name="Somak Das" userId="S::sdas@floridapoly.edu::98cebb13-2fc4-4808-95b9-daeb7e6acc01" providerId="AD" clId="Web-{C8A71945-C54D-6D72-6343-0540A9C1C6DB}" dt="2024-08-28T05:53:15.973" v="9"/>
        <pc:sldMkLst>
          <pc:docMk/>
          <pc:sldMk cId="2545679489" sldId="386"/>
        </pc:sldMkLst>
      </pc:sldChg>
      <pc:sldChg chg="del">
        <pc:chgData name="Somak Das" userId="S::sdas@floridapoly.edu::98cebb13-2fc4-4808-95b9-daeb7e6acc01" providerId="AD" clId="Web-{C8A71945-C54D-6D72-6343-0540A9C1C6DB}" dt="2024-08-28T05:53:15.973" v="7"/>
        <pc:sldMkLst>
          <pc:docMk/>
          <pc:sldMk cId="3218015848" sldId="387"/>
        </pc:sldMkLst>
      </pc:sldChg>
      <pc:sldChg chg="del">
        <pc:chgData name="Somak Das" userId="S::sdas@floridapoly.edu::98cebb13-2fc4-4808-95b9-daeb7e6acc01" providerId="AD" clId="Web-{C8A71945-C54D-6D72-6343-0540A9C1C6DB}" dt="2024-08-28T05:53:15.973" v="6"/>
        <pc:sldMkLst>
          <pc:docMk/>
          <pc:sldMk cId="1746890718" sldId="388"/>
        </pc:sldMkLst>
      </pc:sldChg>
      <pc:sldChg chg="del">
        <pc:chgData name="Somak Das" userId="S::sdas@floridapoly.edu::98cebb13-2fc4-4808-95b9-daeb7e6acc01" providerId="AD" clId="Web-{C8A71945-C54D-6D72-6343-0540A9C1C6DB}" dt="2024-08-28T05:53:15.973" v="4"/>
        <pc:sldMkLst>
          <pc:docMk/>
          <pc:sldMk cId="1585075032" sldId="390"/>
        </pc:sldMkLst>
      </pc:sldChg>
      <pc:sldChg chg="del">
        <pc:chgData name="Somak Das" userId="S::sdas@floridapoly.edu::98cebb13-2fc4-4808-95b9-daeb7e6acc01" providerId="AD" clId="Web-{C8A71945-C54D-6D72-6343-0540A9C1C6DB}" dt="2024-08-28T05:53:15.973" v="3"/>
        <pc:sldMkLst>
          <pc:docMk/>
          <pc:sldMk cId="2868495445" sldId="391"/>
        </pc:sldMkLst>
      </pc:sldChg>
      <pc:sldChg chg="del">
        <pc:chgData name="Somak Das" userId="S::sdas@floridapoly.edu::98cebb13-2fc4-4808-95b9-daeb7e6acc01" providerId="AD" clId="Web-{C8A71945-C54D-6D72-6343-0540A9C1C6DB}" dt="2024-08-28T05:53:15.958" v="2"/>
        <pc:sldMkLst>
          <pc:docMk/>
          <pc:sldMk cId="3801865385" sldId="392"/>
        </pc:sldMkLst>
      </pc:sldChg>
      <pc:sldChg chg="del">
        <pc:chgData name="Somak Das" userId="S::sdas@floridapoly.edu::98cebb13-2fc4-4808-95b9-daeb7e6acc01" providerId="AD" clId="Web-{C8A71945-C54D-6D72-6343-0540A9C1C6DB}" dt="2024-08-28T05:53:15.958" v="1"/>
        <pc:sldMkLst>
          <pc:docMk/>
          <pc:sldMk cId="608172697" sldId="393"/>
        </pc:sldMkLst>
      </pc:sldChg>
    </pc:docChg>
  </pc:docChgLst>
  <pc:docChgLst>
    <pc:chgData name="Somak Das" userId="S::sdas@floridapoly.edu::98cebb13-2fc4-4808-95b9-daeb7e6acc01" providerId="AD" clId="Web-{6858E484-1DD0-903E-8B02-5011D36EF042}"/>
    <pc:docChg chg="addSld delSld modSld sldOrd modSection">
      <pc:chgData name="Somak Das" userId="S::sdas@floridapoly.edu::98cebb13-2fc4-4808-95b9-daeb7e6acc01" providerId="AD" clId="Web-{6858E484-1DD0-903E-8B02-5011D36EF042}" dt="2024-08-28T02:50:12.456" v="1801" actId="1076"/>
      <pc:docMkLst>
        <pc:docMk/>
      </pc:docMkLst>
      <pc:sldChg chg="modSp">
        <pc:chgData name="Somak Das" userId="S::sdas@floridapoly.edu::98cebb13-2fc4-4808-95b9-daeb7e6acc01" providerId="AD" clId="Web-{6858E484-1DD0-903E-8B02-5011D36EF042}" dt="2024-08-28T01:57:17.866" v="1304" actId="20577"/>
        <pc:sldMkLst>
          <pc:docMk/>
          <pc:sldMk cId="783844113" sldId="256"/>
        </pc:sldMkLst>
        <pc:spChg chg="mod">
          <ac:chgData name="Somak Das" userId="S::sdas@floridapoly.edu::98cebb13-2fc4-4808-95b9-daeb7e6acc01" providerId="AD" clId="Web-{6858E484-1DD0-903E-8B02-5011D36EF042}" dt="2024-08-28T01:57:17.866" v="1304" actId="20577"/>
          <ac:spMkLst>
            <pc:docMk/>
            <pc:sldMk cId="783844113" sldId="256"/>
            <ac:spMk id="6" creationId="{86649F24-8FCC-CDEB-B4C7-3B4C1F0F6A52}"/>
          </ac:spMkLst>
        </pc:spChg>
      </pc:sldChg>
      <pc:sldChg chg="modSp">
        <pc:chgData name="Somak Das" userId="S::sdas@floridapoly.edu::98cebb13-2fc4-4808-95b9-daeb7e6acc01" providerId="AD" clId="Web-{6858E484-1DD0-903E-8B02-5011D36EF042}" dt="2024-08-28T00:39:15.531" v="159" actId="20577"/>
        <pc:sldMkLst>
          <pc:docMk/>
          <pc:sldMk cId="2289991728" sldId="342"/>
        </pc:sldMkLst>
        <pc:spChg chg="mod">
          <ac:chgData name="Somak Das" userId="S::sdas@floridapoly.edu::98cebb13-2fc4-4808-95b9-daeb7e6acc01" providerId="AD" clId="Web-{6858E484-1DD0-903E-8B02-5011D36EF042}" dt="2024-08-28T00:39:15.531" v="159" actId="20577"/>
          <ac:spMkLst>
            <pc:docMk/>
            <pc:sldMk cId="2289991728" sldId="342"/>
            <ac:spMk id="3" creationId="{78D6B0DC-8DDB-A7DA-E1AC-AD2D78ED7DCB}"/>
          </ac:spMkLst>
        </pc:spChg>
      </pc:sldChg>
      <pc:sldChg chg="modSp">
        <pc:chgData name="Somak Das" userId="S::sdas@floridapoly.edu::98cebb13-2fc4-4808-95b9-daeb7e6acc01" providerId="AD" clId="Web-{6858E484-1DD0-903E-8B02-5011D36EF042}" dt="2024-08-28T00:34:40.742" v="82" actId="14100"/>
        <pc:sldMkLst>
          <pc:docMk/>
          <pc:sldMk cId="450661816" sldId="349"/>
        </pc:sldMkLst>
        <pc:spChg chg="mod">
          <ac:chgData name="Somak Das" userId="S::sdas@floridapoly.edu::98cebb13-2fc4-4808-95b9-daeb7e6acc01" providerId="AD" clId="Web-{6858E484-1DD0-903E-8B02-5011D36EF042}" dt="2024-08-28T00:34:38.132" v="81" actId="20577"/>
          <ac:spMkLst>
            <pc:docMk/>
            <pc:sldMk cId="450661816" sldId="349"/>
            <ac:spMk id="3" creationId="{9556065C-AC8D-F8CF-D5A2-F5C7B2A8889E}"/>
          </ac:spMkLst>
        </pc:spChg>
        <pc:picChg chg="mod">
          <ac:chgData name="Somak Das" userId="S::sdas@floridapoly.edu::98cebb13-2fc4-4808-95b9-daeb7e6acc01" providerId="AD" clId="Web-{6858E484-1DD0-903E-8B02-5011D36EF042}" dt="2024-08-28T00:34:40.742" v="82" actId="14100"/>
          <ac:picMkLst>
            <pc:docMk/>
            <pc:sldMk cId="450661816" sldId="349"/>
            <ac:picMk id="6" creationId="{6C46A5C2-1BE2-6602-320D-E379367D8360}"/>
          </ac:picMkLst>
        </pc:picChg>
      </pc:sldChg>
      <pc:sldChg chg="addSp delSp modSp">
        <pc:chgData name="Somak Das" userId="S::sdas@floridapoly.edu::98cebb13-2fc4-4808-95b9-daeb7e6acc01" providerId="AD" clId="Web-{6858E484-1DD0-903E-8B02-5011D36EF042}" dt="2024-08-28T00:41:23.770" v="177" actId="20577"/>
        <pc:sldMkLst>
          <pc:docMk/>
          <pc:sldMk cId="756175004" sldId="350"/>
        </pc:sldMkLst>
        <pc:spChg chg="mod">
          <ac:chgData name="Somak Das" userId="S::sdas@floridapoly.edu::98cebb13-2fc4-4808-95b9-daeb7e6acc01" providerId="AD" clId="Web-{6858E484-1DD0-903E-8B02-5011D36EF042}" dt="2024-08-28T00:39:57.892" v="160"/>
          <ac:spMkLst>
            <pc:docMk/>
            <pc:sldMk cId="756175004" sldId="350"/>
            <ac:spMk id="2" creationId="{A43E3E30-0CCC-0FCC-69DC-1C2820744E12}"/>
          </ac:spMkLst>
        </pc:spChg>
        <pc:spChg chg="mod ord">
          <ac:chgData name="Somak Das" userId="S::sdas@floridapoly.edu::98cebb13-2fc4-4808-95b9-daeb7e6acc01" providerId="AD" clId="Web-{6858E484-1DD0-903E-8B02-5011D36EF042}" dt="2024-08-28T00:41:23.770" v="177" actId="20577"/>
          <ac:spMkLst>
            <pc:docMk/>
            <pc:sldMk cId="756175004" sldId="350"/>
            <ac:spMk id="3" creationId="{9556065C-AC8D-F8CF-D5A2-F5C7B2A8889E}"/>
          </ac:spMkLst>
        </pc:spChg>
        <pc:spChg chg="del mod">
          <ac:chgData name="Somak Das" userId="S::sdas@floridapoly.edu::98cebb13-2fc4-4808-95b9-daeb7e6acc01" providerId="AD" clId="Web-{6858E484-1DD0-903E-8B02-5011D36EF042}" dt="2024-08-28T00:36:29.104" v="137"/>
          <ac:spMkLst>
            <pc:docMk/>
            <pc:sldMk cId="756175004" sldId="350"/>
            <ac:spMk id="8" creationId="{7BE43FA3-19D9-8187-186A-8D385EAF5745}"/>
          </ac:spMkLst>
        </pc:spChg>
        <pc:spChg chg="del mod">
          <ac:chgData name="Somak Das" userId="S::sdas@floridapoly.edu::98cebb13-2fc4-4808-95b9-daeb7e6acc01" providerId="AD" clId="Web-{6858E484-1DD0-903E-8B02-5011D36EF042}" dt="2024-08-28T00:36:29.104" v="136"/>
          <ac:spMkLst>
            <pc:docMk/>
            <pc:sldMk cId="756175004" sldId="350"/>
            <ac:spMk id="9" creationId="{BE014130-4091-E15F-51D4-C5A46F280418}"/>
          </ac:spMkLst>
        </pc:spChg>
        <pc:spChg chg="del mod">
          <ac:chgData name="Somak Das" userId="S::sdas@floridapoly.edu::98cebb13-2fc4-4808-95b9-daeb7e6acc01" providerId="AD" clId="Web-{6858E484-1DD0-903E-8B02-5011D36EF042}" dt="2024-08-28T00:36:29.104" v="135"/>
          <ac:spMkLst>
            <pc:docMk/>
            <pc:sldMk cId="756175004" sldId="350"/>
            <ac:spMk id="10" creationId="{21BB2043-E470-9C43-25AA-FC4AFCECBD91}"/>
          </ac:spMkLst>
        </pc:spChg>
        <pc:spChg chg="del mod">
          <ac:chgData name="Somak Das" userId="S::sdas@floridapoly.edu::98cebb13-2fc4-4808-95b9-daeb7e6acc01" providerId="AD" clId="Web-{6858E484-1DD0-903E-8B02-5011D36EF042}" dt="2024-08-28T00:36:29.104" v="134"/>
          <ac:spMkLst>
            <pc:docMk/>
            <pc:sldMk cId="756175004" sldId="350"/>
            <ac:spMk id="11" creationId="{FC38F92C-8107-D3B8-A935-33EE396CE83D}"/>
          </ac:spMkLst>
        </pc:spChg>
        <pc:spChg chg="del">
          <ac:chgData name="Somak Das" userId="S::sdas@floridapoly.edu::98cebb13-2fc4-4808-95b9-daeb7e6acc01" providerId="AD" clId="Web-{6858E484-1DD0-903E-8B02-5011D36EF042}" dt="2024-08-28T00:36:29.104" v="139"/>
          <ac:spMkLst>
            <pc:docMk/>
            <pc:sldMk cId="756175004" sldId="350"/>
            <ac:spMk id="12" creationId="{49B9E8A9-352D-4DCB-9485-C777000D4979}"/>
          </ac:spMkLst>
        </pc:spChg>
        <pc:spChg chg="del mod">
          <ac:chgData name="Somak Das" userId="S::sdas@floridapoly.edu::98cebb13-2fc4-4808-95b9-daeb7e6acc01" providerId="AD" clId="Web-{6858E484-1DD0-903E-8B02-5011D36EF042}" dt="2024-08-28T00:36:29.104" v="133"/>
          <ac:spMkLst>
            <pc:docMk/>
            <pc:sldMk cId="756175004" sldId="350"/>
            <ac:spMk id="13" creationId="{205D6A8C-7F2C-0A52-039A-8BB58ECAFD16}"/>
          </ac:spMkLst>
        </pc:spChg>
        <pc:spChg chg="del">
          <ac:chgData name="Somak Das" userId="S::sdas@floridapoly.edu::98cebb13-2fc4-4808-95b9-daeb7e6acc01" providerId="AD" clId="Web-{6858E484-1DD0-903E-8B02-5011D36EF042}" dt="2024-08-28T00:39:57.892" v="160"/>
          <ac:spMkLst>
            <pc:docMk/>
            <pc:sldMk cId="756175004" sldId="350"/>
            <ac:spMk id="14" creationId="{C2A9B0E5-C2C1-4B85-99A9-117A659D5FE0}"/>
          </ac:spMkLst>
        </pc:spChg>
        <pc:spChg chg="del mod">
          <ac:chgData name="Somak Das" userId="S::sdas@floridapoly.edu::98cebb13-2fc4-4808-95b9-daeb7e6acc01" providerId="AD" clId="Web-{6858E484-1DD0-903E-8B02-5011D36EF042}" dt="2024-08-28T00:36:29.104" v="132"/>
          <ac:spMkLst>
            <pc:docMk/>
            <pc:sldMk cId="756175004" sldId="350"/>
            <ac:spMk id="15" creationId="{C96283B7-0F28-3B2C-BBE7-E90A954519A5}"/>
          </ac:spMkLst>
        </pc:spChg>
        <pc:spChg chg="del">
          <ac:chgData name="Somak Das" userId="S::sdas@floridapoly.edu::98cebb13-2fc4-4808-95b9-daeb7e6acc01" providerId="AD" clId="Web-{6858E484-1DD0-903E-8B02-5011D36EF042}" dt="2024-08-28T00:36:29.104" v="138"/>
          <ac:spMkLst>
            <pc:docMk/>
            <pc:sldMk cId="756175004" sldId="350"/>
            <ac:spMk id="16" creationId="{3A8AEACA-9535-4BE8-A91B-8BE82BA54751}"/>
          </ac:spMkLst>
        </pc:spChg>
        <pc:spChg chg="del mod">
          <ac:chgData name="Somak Das" userId="S::sdas@floridapoly.edu::98cebb13-2fc4-4808-95b9-daeb7e6acc01" providerId="AD" clId="Web-{6858E484-1DD0-903E-8B02-5011D36EF042}" dt="2024-08-28T00:36:29.104" v="131"/>
          <ac:spMkLst>
            <pc:docMk/>
            <pc:sldMk cId="756175004" sldId="350"/>
            <ac:spMk id="17" creationId="{1B5D2364-A08F-16BF-7B06-D9E560FDEBEE}"/>
          </ac:spMkLst>
        </pc:spChg>
        <pc:spChg chg="del mod">
          <ac:chgData name="Somak Das" userId="S::sdas@floridapoly.edu::98cebb13-2fc4-4808-95b9-daeb7e6acc01" providerId="AD" clId="Web-{6858E484-1DD0-903E-8B02-5011D36EF042}" dt="2024-08-28T00:36:29.104" v="130"/>
          <ac:spMkLst>
            <pc:docMk/>
            <pc:sldMk cId="756175004" sldId="350"/>
            <ac:spMk id="18" creationId="{2B78BA7D-C89E-70B6-D78F-A9AD326795E2}"/>
          </ac:spMkLst>
        </pc:spChg>
        <pc:spChg chg="del mod">
          <ac:chgData name="Somak Das" userId="S::sdas@floridapoly.edu::98cebb13-2fc4-4808-95b9-daeb7e6acc01" providerId="AD" clId="Web-{6858E484-1DD0-903E-8B02-5011D36EF042}" dt="2024-08-28T00:36:29.104" v="129"/>
          <ac:spMkLst>
            <pc:docMk/>
            <pc:sldMk cId="756175004" sldId="350"/>
            <ac:spMk id="19" creationId="{99533F32-F2DE-98B6-E7B0-F294B94305F8}"/>
          </ac:spMkLst>
        </pc:spChg>
        <pc:spChg chg="del mod">
          <ac:chgData name="Somak Das" userId="S::sdas@floridapoly.edu::98cebb13-2fc4-4808-95b9-daeb7e6acc01" providerId="AD" clId="Web-{6858E484-1DD0-903E-8B02-5011D36EF042}" dt="2024-08-28T00:36:29.104" v="128"/>
          <ac:spMkLst>
            <pc:docMk/>
            <pc:sldMk cId="756175004" sldId="350"/>
            <ac:spMk id="20" creationId="{061D2922-AB69-3F6D-D068-8E5DB75A416D}"/>
          </ac:spMkLst>
        </pc:spChg>
        <pc:spChg chg="add">
          <ac:chgData name="Somak Das" userId="S::sdas@floridapoly.edu::98cebb13-2fc4-4808-95b9-daeb7e6acc01" providerId="AD" clId="Web-{6858E484-1DD0-903E-8B02-5011D36EF042}" dt="2024-08-28T00:39:57.892" v="160"/>
          <ac:spMkLst>
            <pc:docMk/>
            <pc:sldMk cId="756175004" sldId="350"/>
            <ac:spMk id="22" creationId="{352BEC0E-22F8-46D0-9632-375DB541B06C}"/>
          </ac:spMkLst>
        </pc:spChg>
        <pc:spChg chg="add">
          <ac:chgData name="Somak Das" userId="S::sdas@floridapoly.edu::98cebb13-2fc4-4808-95b9-daeb7e6acc01" providerId="AD" clId="Web-{6858E484-1DD0-903E-8B02-5011D36EF042}" dt="2024-08-28T00:39:57.892" v="160"/>
          <ac:spMkLst>
            <pc:docMk/>
            <pc:sldMk cId="756175004" sldId="350"/>
            <ac:spMk id="24" creationId="{3FCFB1DE-0B7E-48CC-BA90-B2AB0889F9D6}"/>
          </ac:spMkLst>
        </pc:spChg>
        <pc:picChg chg="mod ord">
          <ac:chgData name="Somak Das" userId="S::sdas@floridapoly.edu::98cebb13-2fc4-4808-95b9-daeb7e6acc01" providerId="AD" clId="Web-{6858E484-1DD0-903E-8B02-5011D36EF042}" dt="2024-08-28T00:40:16.236" v="163" actId="14100"/>
          <ac:picMkLst>
            <pc:docMk/>
            <pc:sldMk cId="756175004" sldId="350"/>
            <ac:picMk id="6" creationId="{50535E7C-5C90-3DB5-404B-E48DB8C9ECFD}"/>
          </ac:picMkLst>
        </pc:picChg>
        <pc:picChg chg="mod ord">
          <ac:chgData name="Somak Das" userId="S::sdas@floridapoly.edu::98cebb13-2fc4-4808-95b9-daeb7e6acc01" providerId="AD" clId="Web-{6858E484-1DD0-903E-8B02-5011D36EF042}" dt="2024-08-28T00:40:05.189" v="161" actId="14100"/>
          <ac:picMkLst>
            <pc:docMk/>
            <pc:sldMk cId="756175004" sldId="350"/>
            <ac:picMk id="7" creationId="{3B66406B-1473-10DB-FDAC-D45A14A22F5B}"/>
          </ac:picMkLst>
        </pc:picChg>
      </pc:sldChg>
      <pc:sldChg chg="addSp delSp modSp mod setBg">
        <pc:chgData name="Somak Das" userId="S::sdas@floridapoly.edu::98cebb13-2fc4-4808-95b9-daeb7e6acc01" providerId="AD" clId="Web-{6858E484-1DD0-903E-8B02-5011D36EF042}" dt="2024-08-28T01:05:11.236" v="611" actId="20577"/>
        <pc:sldMkLst>
          <pc:docMk/>
          <pc:sldMk cId="3912467275" sldId="351"/>
        </pc:sldMkLst>
        <pc:spChg chg="mod">
          <ac:chgData name="Somak Das" userId="S::sdas@floridapoly.edu::98cebb13-2fc4-4808-95b9-daeb7e6acc01" providerId="AD" clId="Web-{6858E484-1DD0-903E-8B02-5011D36EF042}" dt="2024-08-28T00:46:21.091" v="295"/>
          <ac:spMkLst>
            <pc:docMk/>
            <pc:sldMk cId="3912467275" sldId="351"/>
            <ac:spMk id="2" creationId="{A43E3E30-0CCC-0FCC-69DC-1C2820744E12}"/>
          </ac:spMkLst>
        </pc:spChg>
        <pc:spChg chg="mod">
          <ac:chgData name="Somak Das" userId="S::sdas@floridapoly.edu::98cebb13-2fc4-4808-95b9-daeb7e6acc01" providerId="AD" clId="Web-{6858E484-1DD0-903E-8B02-5011D36EF042}" dt="2024-08-28T00:49:27.815" v="372" actId="20577"/>
          <ac:spMkLst>
            <pc:docMk/>
            <pc:sldMk cId="3912467275" sldId="351"/>
            <ac:spMk id="3" creationId="{9556065C-AC8D-F8CF-D5A2-F5C7B2A8889E}"/>
          </ac:spMkLst>
        </pc:spChg>
        <pc:spChg chg="del mod">
          <ac:chgData name="Somak Das" userId="S::sdas@floridapoly.edu::98cebb13-2fc4-4808-95b9-daeb7e6acc01" providerId="AD" clId="Web-{6858E484-1DD0-903E-8B02-5011D36EF042}" dt="2024-08-28T00:42:31.334" v="187"/>
          <ac:spMkLst>
            <pc:docMk/>
            <pc:sldMk cId="3912467275" sldId="351"/>
            <ac:spMk id="5" creationId="{3F1CE5EF-1993-48B6-7353-FC6D457CA39A}"/>
          </ac:spMkLst>
        </pc:spChg>
        <pc:spChg chg="add del">
          <ac:chgData name="Somak Das" userId="S::sdas@floridapoly.edu::98cebb13-2fc4-4808-95b9-daeb7e6acc01" providerId="AD" clId="Web-{6858E484-1DD0-903E-8B02-5011D36EF042}" dt="2024-08-28T00:50:28.505" v="374"/>
          <ac:spMkLst>
            <pc:docMk/>
            <pc:sldMk cId="3912467275" sldId="351"/>
            <ac:spMk id="7" creationId="{DFEDAD02-6845-DBEA-4EB4-F75AEC7AD861}"/>
          </ac:spMkLst>
        </pc:spChg>
        <pc:spChg chg="add">
          <ac:chgData name="Somak Das" userId="S::sdas@floridapoly.edu::98cebb13-2fc4-4808-95b9-daeb7e6acc01" providerId="AD" clId="Web-{6858E484-1DD0-903E-8B02-5011D36EF042}" dt="2024-08-28T00:46:21.091" v="295"/>
          <ac:spMkLst>
            <pc:docMk/>
            <pc:sldMk cId="3912467275" sldId="351"/>
            <ac:spMk id="8" creationId="{69D47016-023F-44BD-981C-50E7A10A6609}"/>
          </ac:spMkLst>
        </pc:spChg>
        <pc:spChg chg="add mod">
          <ac:chgData name="Somak Das" userId="S::sdas@floridapoly.edu::98cebb13-2fc4-4808-95b9-daeb7e6acc01" providerId="AD" clId="Web-{6858E484-1DD0-903E-8B02-5011D36EF042}" dt="2024-08-28T01:03:13.888" v="581" actId="20577"/>
          <ac:spMkLst>
            <pc:docMk/>
            <pc:sldMk cId="3912467275" sldId="351"/>
            <ac:spMk id="9" creationId="{85EE88C8-1D33-E3FC-D91E-39CBD8A29572}"/>
          </ac:spMkLst>
        </pc:spChg>
        <pc:spChg chg="add">
          <ac:chgData name="Somak Das" userId="S::sdas@floridapoly.edu::98cebb13-2fc4-4808-95b9-daeb7e6acc01" providerId="AD" clId="Web-{6858E484-1DD0-903E-8B02-5011D36EF042}" dt="2024-08-28T00:46:21.091" v="295"/>
          <ac:spMkLst>
            <pc:docMk/>
            <pc:sldMk cId="3912467275" sldId="351"/>
            <ac:spMk id="10" creationId="{6D8B37B0-0682-433E-BC8D-498C04ABD9A7}"/>
          </ac:spMkLst>
        </pc:spChg>
        <pc:spChg chg="add mod">
          <ac:chgData name="Somak Das" userId="S::sdas@floridapoly.edu::98cebb13-2fc4-4808-95b9-daeb7e6acc01" providerId="AD" clId="Web-{6858E484-1DD0-903E-8B02-5011D36EF042}" dt="2024-08-28T01:03:22.014" v="582" actId="1076"/>
          <ac:spMkLst>
            <pc:docMk/>
            <pc:sldMk cId="3912467275" sldId="351"/>
            <ac:spMk id="11" creationId="{0A2CE0D6-434D-BD84-BEEF-027405F40705}"/>
          </ac:spMkLst>
        </pc:spChg>
        <pc:spChg chg="add mod">
          <ac:chgData name="Somak Das" userId="S::sdas@floridapoly.edu::98cebb13-2fc4-4808-95b9-daeb7e6acc01" providerId="AD" clId="Web-{6858E484-1DD0-903E-8B02-5011D36EF042}" dt="2024-08-28T01:03:29.107" v="583" actId="1076"/>
          <ac:spMkLst>
            <pc:docMk/>
            <pc:sldMk cId="3912467275" sldId="351"/>
            <ac:spMk id="12" creationId="{92169DED-78C2-C66D-C626-A5FC8161C10C}"/>
          </ac:spMkLst>
        </pc:spChg>
        <pc:spChg chg="add mod">
          <ac:chgData name="Somak Das" userId="S::sdas@floridapoly.edu::98cebb13-2fc4-4808-95b9-daeb7e6acc01" providerId="AD" clId="Web-{6858E484-1DD0-903E-8B02-5011D36EF042}" dt="2024-08-28T01:05:11.236" v="611" actId="20577"/>
          <ac:spMkLst>
            <pc:docMk/>
            <pc:sldMk cId="3912467275" sldId="351"/>
            <ac:spMk id="13" creationId="{9D3BEBC4-2179-CEDA-AF3C-A642C8BF32A3}"/>
          </ac:spMkLst>
        </pc:spChg>
        <pc:graphicFrameChg chg="add mod modGraphic">
          <ac:chgData name="Somak Das" userId="S::sdas@floridapoly.edu::98cebb13-2fc4-4808-95b9-daeb7e6acc01" providerId="AD" clId="Web-{6858E484-1DD0-903E-8B02-5011D36EF042}" dt="2024-08-28T00:49:02.893" v="370"/>
          <ac:graphicFrameMkLst>
            <pc:docMk/>
            <pc:sldMk cId="3912467275" sldId="351"/>
            <ac:graphicFrameMk id="4" creationId="{18DA96E2-6581-CF6C-1613-324A80D246B9}"/>
          </ac:graphicFrameMkLst>
        </pc:graphicFrameChg>
        <pc:picChg chg="mod ord">
          <ac:chgData name="Somak Das" userId="S::sdas@floridapoly.edu::98cebb13-2fc4-4808-95b9-daeb7e6acc01" providerId="AD" clId="Web-{6858E484-1DD0-903E-8B02-5011D36EF042}" dt="2024-08-28T00:46:29.763" v="296" actId="14100"/>
          <ac:picMkLst>
            <pc:docMk/>
            <pc:sldMk cId="3912467275" sldId="351"/>
            <ac:picMk id="6" creationId="{50535E7C-5C90-3DB5-404B-E48DB8C9ECFD}"/>
          </ac:picMkLst>
        </pc:picChg>
      </pc:sldChg>
      <pc:sldChg chg="delSp modSp">
        <pc:chgData name="Somak Das" userId="S::sdas@floridapoly.edu::98cebb13-2fc4-4808-95b9-daeb7e6acc01" providerId="AD" clId="Web-{6858E484-1DD0-903E-8B02-5011D36EF042}" dt="2024-08-28T01:32:28.500" v="1128" actId="20577"/>
        <pc:sldMkLst>
          <pc:docMk/>
          <pc:sldMk cId="839535825" sldId="352"/>
        </pc:sldMkLst>
        <pc:spChg chg="mod">
          <ac:chgData name="Somak Das" userId="S::sdas@floridapoly.edu::98cebb13-2fc4-4808-95b9-daeb7e6acc01" providerId="AD" clId="Web-{6858E484-1DD0-903E-8B02-5011D36EF042}" dt="2024-08-28T01:32:28.500" v="1128" actId="20577"/>
          <ac:spMkLst>
            <pc:docMk/>
            <pc:sldMk cId="839535825" sldId="352"/>
            <ac:spMk id="3" creationId="{9556065C-AC8D-F8CF-D5A2-F5C7B2A8889E}"/>
          </ac:spMkLst>
        </pc:spChg>
        <pc:spChg chg="del mod">
          <ac:chgData name="Somak Das" userId="S::sdas@floridapoly.edu::98cebb13-2fc4-4808-95b9-daeb7e6acc01" providerId="AD" clId="Web-{6858E484-1DD0-903E-8B02-5011D36EF042}" dt="2024-08-28T01:06:11.441" v="614"/>
          <ac:spMkLst>
            <pc:docMk/>
            <pc:sldMk cId="839535825" sldId="352"/>
            <ac:spMk id="5" creationId="{3F1CE5EF-1993-48B6-7353-FC6D457CA39A}"/>
          </ac:spMkLst>
        </pc:spChg>
        <pc:picChg chg="mod">
          <ac:chgData name="Somak Das" userId="S::sdas@floridapoly.edu::98cebb13-2fc4-4808-95b9-daeb7e6acc01" providerId="AD" clId="Web-{6858E484-1DD0-903E-8B02-5011D36EF042}" dt="2024-08-28T01:30:09.965" v="1099" actId="14100"/>
          <ac:picMkLst>
            <pc:docMk/>
            <pc:sldMk cId="839535825" sldId="352"/>
            <ac:picMk id="6" creationId="{50535E7C-5C90-3DB5-404B-E48DB8C9ECFD}"/>
          </ac:picMkLst>
        </pc:picChg>
      </pc:sldChg>
      <pc:sldChg chg="addSp delSp modSp mod setBg">
        <pc:chgData name="Somak Das" userId="S::sdas@floridapoly.edu::98cebb13-2fc4-4808-95b9-daeb7e6acc01" providerId="AD" clId="Web-{6858E484-1DD0-903E-8B02-5011D36EF042}" dt="2024-08-28T02:42:18.848" v="1740" actId="20577"/>
        <pc:sldMkLst>
          <pc:docMk/>
          <pc:sldMk cId="2838901669" sldId="353"/>
        </pc:sldMkLst>
        <pc:spChg chg="mod">
          <ac:chgData name="Somak Das" userId="S::sdas@floridapoly.edu::98cebb13-2fc4-4808-95b9-daeb7e6acc01" providerId="AD" clId="Web-{6858E484-1DD0-903E-8B02-5011D36EF042}" dt="2024-08-28T01:37:22.634" v="1206"/>
          <ac:spMkLst>
            <pc:docMk/>
            <pc:sldMk cId="2838901669" sldId="353"/>
            <ac:spMk id="2" creationId="{A43E3E30-0CCC-0FCC-69DC-1C2820744E12}"/>
          </ac:spMkLst>
        </pc:spChg>
        <pc:spChg chg="mod">
          <ac:chgData name="Somak Das" userId="S::sdas@floridapoly.edu::98cebb13-2fc4-4808-95b9-daeb7e6acc01" providerId="AD" clId="Web-{6858E484-1DD0-903E-8B02-5011D36EF042}" dt="2024-08-28T02:42:18.848" v="1740" actId="20577"/>
          <ac:spMkLst>
            <pc:docMk/>
            <pc:sldMk cId="2838901669" sldId="353"/>
            <ac:spMk id="3" creationId="{9556065C-AC8D-F8CF-D5A2-F5C7B2A8889E}"/>
          </ac:spMkLst>
        </pc:spChg>
        <pc:spChg chg="del">
          <ac:chgData name="Somak Das" userId="S::sdas@floridapoly.edu::98cebb13-2fc4-4808-95b9-daeb7e6acc01" providerId="AD" clId="Web-{6858E484-1DD0-903E-8B02-5011D36EF042}" dt="2024-08-28T01:31:05.513" v="1101"/>
          <ac:spMkLst>
            <pc:docMk/>
            <pc:sldMk cId="2838901669" sldId="353"/>
            <ac:spMk id="5" creationId="{3F1CE5EF-1993-48B6-7353-FC6D457CA39A}"/>
          </ac:spMkLst>
        </pc:spChg>
        <pc:spChg chg="add">
          <ac:chgData name="Somak Das" userId="S::sdas@floridapoly.edu::98cebb13-2fc4-4808-95b9-daeb7e6acc01" providerId="AD" clId="Web-{6858E484-1DD0-903E-8B02-5011D36EF042}" dt="2024-08-28T01:37:22.634" v="1206"/>
          <ac:spMkLst>
            <pc:docMk/>
            <pc:sldMk cId="2838901669" sldId="353"/>
            <ac:spMk id="8" creationId="{100EDD19-6802-4EC3-95CE-CFFAB042CFD6}"/>
          </ac:spMkLst>
        </pc:spChg>
        <pc:spChg chg="add">
          <ac:chgData name="Somak Das" userId="S::sdas@floridapoly.edu::98cebb13-2fc4-4808-95b9-daeb7e6acc01" providerId="AD" clId="Web-{6858E484-1DD0-903E-8B02-5011D36EF042}" dt="2024-08-28T01:37:22.634" v="1206"/>
          <ac:spMkLst>
            <pc:docMk/>
            <pc:sldMk cId="2838901669" sldId="353"/>
            <ac:spMk id="10" creationId="{DB17E863-922E-4C26-BD64-E8FD41D28661}"/>
          </ac:spMkLst>
        </pc:spChg>
        <pc:picChg chg="del">
          <ac:chgData name="Somak Das" userId="S::sdas@floridapoly.edu::98cebb13-2fc4-4808-95b9-daeb7e6acc01" providerId="AD" clId="Web-{6858E484-1DD0-903E-8B02-5011D36EF042}" dt="2024-08-28T01:31:09.045" v="1102"/>
          <ac:picMkLst>
            <pc:docMk/>
            <pc:sldMk cId="2838901669" sldId="353"/>
            <ac:picMk id="6" creationId="{50535E7C-5C90-3DB5-404B-E48DB8C9ECFD}"/>
          </ac:picMkLst>
        </pc:picChg>
      </pc:sldChg>
      <pc:sldChg chg="addSp delSp modSp ord">
        <pc:chgData name="Somak Das" userId="S::sdas@floridapoly.edu::98cebb13-2fc4-4808-95b9-daeb7e6acc01" providerId="AD" clId="Web-{6858E484-1DD0-903E-8B02-5011D36EF042}" dt="2024-08-28T02:35:01.283" v="1667" actId="20577"/>
        <pc:sldMkLst>
          <pc:docMk/>
          <pc:sldMk cId="3245362616" sldId="354"/>
        </pc:sldMkLst>
        <pc:spChg chg="mod">
          <ac:chgData name="Somak Das" userId="S::sdas@floridapoly.edu::98cebb13-2fc4-4808-95b9-daeb7e6acc01" providerId="AD" clId="Web-{6858E484-1DD0-903E-8B02-5011D36EF042}" dt="2024-08-28T02:16:14.900" v="1503" actId="1076"/>
          <ac:spMkLst>
            <pc:docMk/>
            <pc:sldMk cId="3245362616" sldId="354"/>
            <ac:spMk id="2" creationId="{A43E3E30-0CCC-0FCC-69DC-1C2820744E12}"/>
          </ac:spMkLst>
        </pc:spChg>
        <pc:spChg chg="mod">
          <ac:chgData name="Somak Das" userId="S::sdas@floridapoly.edu::98cebb13-2fc4-4808-95b9-daeb7e6acc01" providerId="AD" clId="Web-{6858E484-1DD0-903E-8B02-5011D36EF042}" dt="2024-08-28T02:34:24.016" v="1663" actId="1076"/>
          <ac:spMkLst>
            <pc:docMk/>
            <pc:sldMk cId="3245362616" sldId="354"/>
            <ac:spMk id="3" creationId="{9556065C-AC8D-F8CF-D5A2-F5C7B2A8889E}"/>
          </ac:spMkLst>
        </pc:spChg>
        <pc:spChg chg="mod">
          <ac:chgData name="Somak Das" userId="S::sdas@floridapoly.edu::98cebb13-2fc4-4808-95b9-daeb7e6acc01" providerId="AD" clId="Web-{6858E484-1DD0-903E-8B02-5011D36EF042}" dt="2024-08-28T02:18:12.845" v="1546"/>
          <ac:spMkLst>
            <pc:docMk/>
            <pc:sldMk cId="3245362616" sldId="354"/>
            <ac:spMk id="4" creationId="{11EE0B85-E429-8E8F-8471-C8730B66B3F1}"/>
          </ac:spMkLst>
        </pc:spChg>
        <pc:spChg chg="del">
          <ac:chgData name="Somak Das" userId="S::sdas@floridapoly.edu::98cebb13-2fc4-4808-95b9-daeb7e6acc01" providerId="AD" clId="Web-{6858E484-1DD0-903E-8B02-5011D36EF042}" dt="2024-08-28T02:05:00.208" v="1327"/>
          <ac:spMkLst>
            <pc:docMk/>
            <pc:sldMk cId="3245362616" sldId="354"/>
            <ac:spMk id="5" creationId="{3F1CE5EF-1993-48B6-7353-FC6D457CA39A}"/>
          </ac:spMkLst>
        </pc:spChg>
        <pc:spChg chg="mod">
          <ac:chgData name="Somak Das" userId="S::sdas@floridapoly.edu::98cebb13-2fc4-4808-95b9-daeb7e6acc01" providerId="AD" clId="Web-{6858E484-1DD0-903E-8B02-5011D36EF042}" dt="2024-08-28T02:32:00.059" v="1640" actId="1076"/>
          <ac:spMkLst>
            <pc:docMk/>
            <pc:sldMk cId="3245362616" sldId="354"/>
            <ac:spMk id="7" creationId="{C0C27DB5-DBAC-F6B2-48B7-EB391F83B449}"/>
          </ac:spMkLst>
        </pc:spChg>
        <pc:spChg chg="mod">
          <ac:chgData name="Somak Das" userId="S::sdas@floridapoly.edu::98cebb13-2fc4-4808-95b9-daeb7e6acc01" providerId="AD" clId="Web-{6858E484-1DD0-903E-8B02-5011D36EF042}" dt="2024-08-28T02:33:24.530" v="1660" actId="1076"/>
          <ac:spMkLst>
            <pc:docMk/>
            <pc:sldMk cId="3245362616" sldId="354"/>
            <ac:spMk id="8" creationId="{26CBE47B-50B1-FB44-38B3-98A2FD157F6D}"/>
          </ac:spMkLst>
        </pc:spChg>
        <pc:spChg chg="mod">
          <ac:chgData name="Somak Das" userId="S::sdas@floridapoly.edu::98cebb13-2fc4-4808-95b9-daeb7e6acc01" providerId="AD" clId="Web-{6858E484-1DD0-903E-8B02-5011D36EF042}" dt="2024-08-28T02:19:53.613" v="1566" actId="14100"/>
          <ac:spMkLst>
            <pc:docMk/>
            <pc:sldMk cId="3245362616" sldId="354"/>
            <ac:spMk id="9" creationId="{01C7816C-C07B-B55B-220A-C69E96BCCDD5}"/>
          </ac:spMkLst>
        </pc:spChg>
        <pc:spChg chg="add del mod">
          <ac:chgData name="Somak Das" userId="S::sdas@floridapoly.edu::98cebb13-2fc4-4808-95b9-daeb7e6acc01" providerId="AD" clId="Web-{6858E484-1DD0-903E-8B02-5011D36EF042}" dt="2024-08-28T02:19:43.753" v="1564"/>
          <ac:spMkLst>
            <pc:docMk/>
            <pc:sldMk cId="3245362616" sldId="354"/>
            <ac:spMk id="11" creationId="{FC17DBA4-0131-090B-0759-9B7506E51F3C}"/>
          </ac:spMkLst>
        </pc:spChg>
        <pc:spChg chg="add mod">
          <ac:chgData name="Somak Das" userId="S::sdas@floridapoly.edu::98cebb13-2fc4-4808-95b9-daeb7e6acc01" providerId="AD" clId="Web-{6858E484-1DD0-903E-8B02-5011D36EF042}" dt="2024-08-28T02:18:12.860" v="1553"/>
          <ac:spMkLst>
            <pc:docMk/>
            <pc:sldMk cId="3245362616" sldId="354"/>
            <ac:spMk id="14" creationId="{C5BFBF85-0D62-63CD-F1CE-D5A29506FC24}"/>
          </ac:spMkLst>
        </pc:spChg>
        <pc:spChg chg="add mod">
          <ac:chgData name="Somak Das" userId="S::sdas@floridapoly.edu::98cebb13-2fc4-4808-95b9-daeb7e6acc01" providerId="AD" clId="Web-{6858E484-1DD0-903E-8B02-5011D36EF042}" dt="2024-08-28T02:26:12.703" v="1633" actId="20577"/>
          <ac:spMkLst>
            <pc:docMk/>
            <pc:sldMk cId="3245362616" sldId="354"/>
            <ac:spMk id="16" creationId="{C0044535-F2D8-FFA7-8BBB-DE028AA40203}"/>
          </ac:spMkLst>
        </pc:spChg>
        <pc:spChg chg="mod">
          <ac:chgData name="Somak Das" userId="S::sdas@floridapoly.edu::98cebb13-2fc4-4808-95b9-daeb7e6acc01" providerId="AD" clId="Web-{6858E484-1DD0-903E-8B02-5011D36EF042}" dt="2024-08-28T02:33:35.109" v="1661" actId="1076"/>
          <ac:spMkLst>
            <pc:docMk/>
            <pc:sldMk cId="3245362616" sldId="354"/>
            <ac:spMk id="20" creationId="{4BC6DF06-8AAC-9C87-F081-6F01BB8FC70D}"/>
          </ac:spMkLst>
        </pc:spChg>
        <pc:spChg chg="mod">
          <ac:chgData name="Somak Das" userId="S::sdas@floridapoly.edu::98cebb13-2fc4-4808-95b9-daeb7e6acc01" providerId="AD" clId="Web-{6858E484-1DD0-903E-8B02-5011D36EF042}" dt="2024-08-28T02:32:00.106" v="1645" actId="1076"/>
          <ac:spMkLst>
            <pc:docMk/>
            <pc:sldMk cId="3245362616" sldId="354"/>
            <ac:spMk id="21" creationId="{B8EBE528-E30A-1B10-7528-3111E7BFCDC8}"/>
          </ac:spMkLst>
        </pc:spChg>
        <pc:spChg chg="add mod">
          <ac:chgData name="Somak Das" userId="S::sdas@floridapoly.edu::98cebb13-2fc4-4808-95b9-daeb7e6acc01" providerId="AD" clId="Web-{6858E484-1DD0-903E-8B02-5011D36EF042}" dt="2024-08-28T02:35:01.283" v="1667" actId="20577"/>
          <ac:spMkLst>
            <pc:docMk/>
            <pc:sldMk cId="3245362616" sldId="354"/>
            <ac:spMk id="22" creationId="{65CFFE8E-DD44-2774-3479-74F482CA0062}"/>
          </ac:spMkLst>
        </pc:spChg>
        <pc:spChg chg="del">
          <ac:chgData name="Somak Das" userId="S::sdas@floridapoly.edu::98cebb13-2fc4-4808-95b9-daeb7e6acc01" providerId="AD" clId="Web-{6858E484-1DD0-903E-8B02-5011D36EF042}" dt="2024-08-28T02:04:52.255" v="1325"/>
          <ac:spMkLst>
            <pc:docMk/>
            <pc:sldMk cId="3245362616" sldId="354"/>
            <ac:spMk id="23" creationId="{C8FE6EEE-BE1B-7417-F65F-2A5E83A14468}"/>
          </ac:spMkLst>
        </pc:spChg>
        <pc:spChg chg="add mod">
          <ac:chgData name="Somak Das" userId="S::sdas@floridapoly.edu::98cebb13-2fc4-4808-95b9-daeb7e6acc01" providerId="AD" clId="Web-{6858E484-1DD0-903E-8B02-5011D36EF042}" dt="2024-08-28T02:32:00.137" v="1647" actId="1076"/>
          <ac:spMkLst>
            <pc:docMk/>
            <pc:sldMk cId="3245362616" sldId="354"/>
            <ac:spMk id="25" creationId="{2D310DAF-EFD1-9019-43CC-9571589460FC}"/>
          </ac:spMkLst>
        </pc:spChg>
        <pc:picChg chg="del">
          <ac:chgData name="Somak Das" userId="S::sdas@floridapoly.edu::98cebb13-2fc4-4808-95b9-daeb7e6acc01" providerId="AD" clId="Web-{6858E484-1DD0-903E-8B02-5011D36EF042}" dt="2024-08-28T02:04:55.020" v="1326"/>
          <ac:picMkLst>
            <pc:docMk/>
            <pc:sldMk cId="3245362616" sldId="354"/>
            <ac:picMk id="6" creationId="{50535E7C-5C90-3DB5-404B-E48DB8C9ECFD}"/>
          </ac:picMkLst>
        </pc:picChg>
        <pc:cxnChg chg="mod">
          <ac:chgData name="Somak Das" userId="S::sdas@floridapoly.edu::98cebb13-2fc4-4808-95b9-daeb7e6acc01" providerId="AD" clId="Web-{6858E484-1DD0-903E-8B02-5011D36EF042}" dt="2024-08-28T02:16:42.495" v="1519" actId="1076"/>
          <ac:cxnSpMkLst>
            <pc:docMk/>
            <pc:sldMk cId="3245362616" sldId="354"/>
            <ac:cxnSpMk id="10" creationId="{503D687C-C993-EF97-6802-C239BBAA4D2A}"/>
          </ac:cxnSpMkLst>
        </pc:cxnChg>
        <pc:cxnChg chg="mod">
          <ac:chgData name="Somak Das" userId="S::sdas@floridapoly.edu::98cebb13-2fc4-4808-95b9-daeb7e6acc01" providerId="AD" clId="Web-{6858E484-1DD0-903E-8B02-5011D36EF042}" dt="2024-08-28T02:16:50.120" v="1523" actId="1076"/>
          <ac:cxnSpMkLst>
            <pc:docMk/>
            <pc:sldMk cId="3245362616" sldId="354"/>
            <ac:cxnSpMk id="12" creationId="{CAEFFA5A-E422-8A8A-76DE-590689BC5379}"/>
          </ac:cxnSpMkLst>
        </pc:cxnChg>
        <pc:cxnChg chg="mod">
          <ac:chgData name="Somak Das" userId="S::sdas@floridapoly.edu::98cebb13-2fc4-4808-95b9-daeb7e6acc01" providerId="AD" clId="Web-{6858E484-1DD0-903E-8B02-5011D36EF042}" dt="2024-08-28T02:32:00.059" v="1641" actId="1076"/>
          <ac:cxnSpMkLst>
            <pc:docMk/>
            <pc:sldMk cId="3245362616" sldId="354"/>
            <ac:cxnSpMk id="13" creationId="{F2D651C0-46B1-7958-D9CC-828337C30633}"/>
          </ac:cxnSpMkLst>
        </pc:cxnChg>
        <pc:cxnChg chg="mod">
          <ac:chgData name="Somak Das" userId="S::sdas@floridapoly.edu::98cebb13-2fc4-4808-95b9-daeb7e6acc01" providerId="AD" clId="Web-{6858E484-1DD0-903E-8B02-5011D36EF042}" dt="2024-08-28T02:34:46.611" v="1664" actId="1076"/>
          <ac:cxnSpMkLst>
            <pc:docMk/>
            <pc:sldMk cId="3245362616" sldId="354"/>
            <ac:cxnSpMk id="15" creationId="{D1C3ECE3-B524-4114-85FD-591FF270C481}"/>
          </ac:cxnSpMkLst>
        </pc:cxnChg>
        <pc:cxnChg chg="add mod">
          <ac:chgData name="Somak Das" userId="S::sdas@floridapoly.edu::98cebb13-2fc4-4808-95b9-daeb7e6acc01" providerId="AD" clId="Web-{6858E484-1DD0-903E-8B02-5011D36EF042}" dt="2024-08-28T02:17:06.886" v="1526" actId="1076"/>
          <ac:cxnSpMkLst>
            <pc:docMk/>
            <pc:sldMk cId="3245362616" sldId="354"/>
            <ac:cxnSpMk id="17" creationId="{B134A02D-1B50-CBEA-EDB7-3B32EC54EF71}"/>
          </ac:cxnSpMkLst>
        </pc:cxnChg>
        <pc:cxnChg chg="add mod">
          <ac:chgData name="Somak Das" userId="S::sdas@floridapoly.edu::98cebb13-2fc4-4808-95b9-daeb7e6acc01" providerId="AD" clId="Web-{6858E484-1DD0-903E-8B02-5011D36EF042}" dt="2024-08-28T02:31:38.261" v="1639" actId="14100"/>
          <ac:cxnSpMkLst>
            <pc:docMk/>
            <pc:sldMk cId="3245362616" sldId="354"/>
            <ac:cxnSpMk id="18" creationId="{E25FB93D-36B5-D3F2-74B4-DA53042EA434}"/>
          </ac:cxnSpMkLst>
        </pc:cxnChg>
        <pc:cxnChg chg="mod">
          <ac:chgData name="Somak Das" userId="S::sdas@floridapoly.edu::98cebb13-2fc4-4808-95b9-daeb7e6acc01" providerId="AD" clId="Web-{6858E484-1DD0-903E-8B02-5011D36EF042}" dt="2024-08-28T02:32:51.388" v="1654" actId="14100"/>
          <ac:cxnSpMkLst>
            <pc:docMk/>
            <pc:sldMk cId="3245362616" sldId="354"/>
            <ac:cxnSpMk id="19" creationId="{8F6395DD-847B-0D38-3590-B34123BF4B43}"/>
          </ac:cxnSpMkLst>
        </pc:cxnChg>
        <pc:cxnChg chg="add mod">
          <ac:chgData name="Somak Das" userId="S::sdas@floridapoly.edu::98cebb13-2fc4-4808-95b9-daeb7e6acc01" providerId="AD" clId="Web-{6858E484-1DD0-903E-8B02-5011D36EF042}" dt="2024-08-28T02:32:00.153" v="1649" actId="1076"/>
          <ac:cxnSpMkLst>
            <pc:docMk/>
            <pc:sldMk cId="3245362616" sldId="354"/>
            <ac:cxnSpMk id="24" creationId="{E29897B8-D0C3-B19F-9A71-3D8BC1685F54}"/>
          </ac:cxnSpMkLst>
        </pc:cxnChg>
        <pc:cxnChg chg="add mod">
          <ac:chgData name="Somak Das" userId="S::sdas@floridapoly.edu::98cebb13-2fc4-4808-95b9-daeb7e6acc01" providerId="AD" clId="Web-{6858E484-1DD0-903E-8B02-5011D36EF042}" dt="2024-08-28T02:33:17.233" v="1658" actId="1076"/>
          <ac:cxnSpMkLst>
            <pc:docMk/>
            <pc:sldMk cId="3245362616" sldId="354"/>
            <ac:cxnSpMk id="26" creationId="{0E8C6F32-1D77-E2BF-F103-33C4B4B41B74}"/>
          </ac:cxnSpMkLst>
        </pc:cxnChg>
      </pc:sldChg>
      <pc:sldChg chg="del">
        <pc:chgData name="Somak Das" userId="S::sdas@floridapoly.edu::98cebb13-2fc4-4808-95b9-daeb7e6acc01" providerId="AD" clId="Web-{6858E484-1DD0-903E-8B02-5011D36EF042}" dt="2024-08-28T02:48:02.374" v="1789"/>
        <pc:sldMkLst>
          <pc:docMk/>
          <pc:sldMk cId="4183556849" sldId="355"/>
        </pc:sldMkLst>
      </pc:sldChg>
      <pc:sldChg chg="del">
        <pc:chgData name="Somak Das" userId="S::sdas@floridapoly.edu::98cebb13-2fc4-4808-95b9-daeb7e6acc01" providerId="AD" clId="Web-{6858E484-1DD0-903E-8B02-5011D36EF042}" dt="2024-08-28T01:57:35.945" v="1305"/>
        <pc:sldMkLst>
          <pc:docMk/>
          <pc:sldMk cId="1929717596" sldId="356"/>
        </pc:sldMkLst>
      </pc:sldChg>
      <pc:sldChg chg="delSp">
        <pc:chgData name="Somak Das" userId="S::sdas@floridapoly.edu::98cebb13-2fc4-4808-95b9-daeb7e6acc01" providerId="AD" clId="Web-{6858E484-1DD0-903E-8B02-5011D36EF042}" dt="2024-08-28T02:47:11.310" v="1787"/>
        <pc:sldMkLst>
          <pc:docMk/>
          <pc:sldMk cId="413745526" sldId="357"/>
        </pc:sldMkLst>
        <pc:picChg chg="del">
          <ac:chgData name="Somak Das" userId="S::sdas@floridapoly.edu::98cebb13-2fc4-4808-95b9-daeb7e6acc01" providerId="AD" clId="Web-{6858E484-1DD0-903E-8B02-5011D36EF042}" dt="2024-08-28T02:47:11.310" v="1787"/>
          <ac:picMkLst>
            <pc:docMk/>
            <pc:sldMk cId="413745526" sldId="357"/>
            <ac:picMk id="4" creationId="{270FBBD8-074C-B728-4DF2-2B107CEE27C1}"/>
          </ac:picMkLst>
        </pc:picChg>
      </pc:sldChg>
      <pc:sldChg chg="del">
        <pc:chgData name="Somak Das" userId="S::sdas@floridapoly.edu::98cebb13-2fc4-4808-95b9-daeb7e6acc01" providerId="AD" clId="Web-{6858E484-1DD0-903E-8B02-5011D36EF042}" dt="2024-08-28T02:48:23.313" v="1791"/>
        <pc:sldMkLst>
          <pc:docMk/>
          <pc:sldMk cId="1580297987" sldId="359"/>
        </pc:sldMkLst>
      </pc:sldChg>
      <pc:sldChg chg="del">
        <pc:chgData name="Somak Das" userId="S::sdas@floridapoly.edu::98cebb13-2fc4-4808-95b9-daeb7e6acc01" providerId="AD" clId="Web-{6858E484-1DD0-903E-8B02-5011D36EF042}" dt="2024-08-28T02:48:48.641" v="1792"/>
        <pc:sldMkLst>
          <pc:docMk/>
          <pc:sldMk cId="2381675726" sldId="363"/>
        </pc:sldMkLst>
      </pc:sldChg>
      <pc:sldChg chg="modSp">
        <pc:chgData name="Somak Das" userId="S::sdas@floridapoly.edu::98cebb13-2fc4-4808-95b9-daeb7e6acc01" providerId="AD" clId="Web-{6858E484-1DD0-903E-8B02-5011D36EF042}" dt="2024-08-28T02:49:04.923" v="1799" actId="20577"/>
        <pc:sldMkLst>
          <pc:docMk/>
          <pc:sldMk cId="2203140714" sldId="364"/>
        </pc:sldMkLst>
        <pc:spChg chg="mod">
          <ac:chgData name="Somak Das" userId="S::sdas@floridapoly.edu::98cebb13-2fc4-4808-95b9-daeb7e6acc01" providerId="AD" clId="Web-{6858E484-1DD0-903E-8B02-5011D36EF042}" dt="2024-08-28T02:49:04.923" v="1799" actId="20577"/>
          <ac:spMkLst>
            <pc:docMk/>
            <pc:sldMk cId="2203140714" sldId="364"/>
            <ac:spMk id="2" creationId="{F1520D59-2F75-8C42-4FE9-0B1477CB1D3F}"/>
          </ac:spMkLst>
        </pc:spChg>
      </pc:sldChg>
      <pc:sldChg chg="addSp delSp modSp new mod setBg">
        <pc:chgData name="Somak Das" userId="S::sdas@floridapoly.edu::98cebb13-2fc4-4808-95b9-daeb7e6acc01" providerId="AD" clId="Web-{6858E484-1DD0-903E-8B02-5011D36EF042}" dt="2024-08-28T01:44:41.871" v="1266" actId="1076"/>
        <pc:sldMkLst>
          <pc:docMk/>
          <pc:sldMk cId="3724979230" sldId="385"/>
        </pc:sldMkLst>
        <pc:spChg chg="mod">
          <ac:chgData name="Somak Das" userId="S::sdas@floridapoly.edu::98cebb13-2fc4-4808-95b9-daeb7e6acc01" providerId="AD" clId="Web-{6858E484-1DD0-903E-8B02-5011D36EF042}" dt="2024-08-28T01:44:41.871" v="1266" actId="1076"/>
          <ac:spMkLst>
            <pc:docMk/>
            <pc:sldMk cId="3724979230" sldId="385"/>
            <ac:spMk id="2" creationId="{B772E65E-1598-20A8-75D1-ED4FDBD5D05C}"/>
          </ac:spMkLst>
        </pc:spChg>
        <pc:spChg chg="del">
          <ac:chgData name="Somak Das" userId="S::sdas@floridapoly.edu::98cebb13-2fc4-4808-95b9-daeb7e6acc01" providerId="AD" clId="Web-{6858E484-1DD0-903E-8B02-5011D36EF042}" dt="2024-08-28T01:40:53.331" v="1210"/>
          <ac:spMkLst>
            <pc:docMk/>
            <pc:sldMk cId="3724979230" sldId="385"/>
            <ac:spMk id="3" creationId="{56FA13C5-748C-8EDF-4AE5-CF37470CD3C6}"/>
          </ac:spMkLst>
        </pc:spChg>
        <pc:spChg chg="add mod">
          <ac:chgData name="Somak Das" userId="S::sdas@floridapoly.edu::98cebb13-2fc4-4808-95b9-daeb7e6acc01" providerId="AD" clId="Web-{6858E484-1DD0-903E-8B02-5011D36EF042}" dt="2024-08-28T01:43:58.354" v="1263" actId="20577"/>
          <ac:spMkLst>
            <pc:docMk/>
            <pc:sldMk cId="3724979230" sldId="385"/>
            <ac:spMk id="5" creationId="{FAEBE7E8-FD76-E70E-3B24-1E54FF2C80AF}"/>
          </ac:spMkLst>
        </pc:spChg>
        <pc:spChg chg="add del">
          <ac:chgData name="Somak Das" userId="S::sdas@floridapoly.edu::98cebb13-2fc4-4808-95b9-daeb7e6acc01" providerId="AD" clId="Web-{6858E484-1DD0-903E-8B02-5011D36EF042}" dt="2024-08-28T01:41:28.879" v="1215"/>
          <ac:spMkLst>
            <pc:docMk/>
            <pc:sldMk cId="3724979230" sldId="385"/>
            <ac:spMk id="9" creationId="{D4771268-CB57-404A-9271-370EB28F6090}"/>
          </ac:spMkLst>
        </pc:spChg>
        <pc:spChg chg="add">
          <ac:chgData name="Somak Das" userId="S::sdas@floridapoly.edu::98cebb13-2fc4-4808-95b9-daeb7e6acc01" providerId="AD" clId="Web-{6858E484-1DD0-903E-8B02-5011D36EF042}" dt="2024-08-28T01:41:28.879" v="1216"/>
          <ac:spMkLst>
            <pc:docMk/>
            <pc:sldMk cId="3724979230" sldId="385"/>
            <ac:spMk id="11" creationId="{3FCFB1DE-0B7E-48CC-BA90-B2AB0889F9D6}"/>
          </ac:spMkLst>
        </pc:spChg>
        <pc:spChg chg="add">
          <ac:chgData name="Somak Das" userId="S::sdas@floridapoly.edu::98cebb13-2fc4-4808-95b9-daeb7e6acc01" providerId="AD" clId="Web-{6858E484-1DD0-903E-8B02-5011D36EF042}" dt="2024-08-28T01:41:28.879" v="1216"/>
          <ac:spMkLst>
            <pc:docMk/>
            <pc:sldMk cId="3724979230" sldId="385"/>
            <ac:spMk id="12" creationId="{665DBBEF-238B-476B-96AB-8AAC3224ECEA}"/>
          </ac:spMkLst>
        </pc:spChg>
        <pc:picChg chg="add mod">
          <ac:chgData name="Somak Das" userId="S::sdas@floridapoly.edu::98cebb13-2fc4-4808-95b9-daeb7e6acc01" providerId="AD" clId="Web-{6858E484-1DD0-903E-8B02-5011D36EF042}" dt="2024-08-28T01:44:06.261" v="1264" actId="1076"/>
          <ac:picMkLst>
            <pc:docMk/>
            <pc:sldMk cId="3724979230" sldId="385"/>
            <ac:picMk id="4" creationId="{F399F1A6-90C1-3312-864D-8883211FAEDE}"/>
          </ac:picMkLst>
        </pc:picChg>
      </pc:sldChg>
      <pc:sldChg chg="modSp new">
        <pc:chgData name="Somak Das" userId="S::sdas@floridapoly.edu::98cebb13-2fc4-4808-95b9-daeb7e6acc01" providerId="AD" clId="Web-{6858E484-1DD0-903E-8B02-5011D36EF042}" dt="2024-08-28T02:39:04.965" v="1709" actId="20577"/>
        <pc:sldMkLst>
          <pc:docMk/>
          <pc:sldMk cId="2545679489" sldId="386"/>
        </pc:sldMkLst>
        <pc:spChg chg="mod">
          <ac:chgData name="Somak Das" userId="S::sdas@floridapoly.edu::98cebb13-2fc4-4808-95b9-daeb7e6acc01" providerId="AD" clId="Web-{6858E484-1DD0-903E-8B02-5011D36EF042}" dt="2024-08-28T01:52:01.091" v="1276" actId="20577"/>
          <ac:spMkLst>
            <pc:docMk/>
            <pc:sldMk cId="2545679489" sldId="386"/>
            <ac:spMk id="2" creationId="{DF1837AF-2E82-3CFB-172D-511ACCEA0EE3}"/>
          </ac:spMkLst>
        </pc:spChg>
        <pc:spChg chg="mod">
          <ac:chgData name="Somak Das" userId="S::sdas@floridapoly.edu::98cebb13-2fc4-4808-95b9-daeb7e6acc01" providerId="AD" clId="Web-{6858E484-1DD0-903E-8B02-5011D36EF042}" dt="2024-08-28T02:39:04.965" v="1709" actId="20577"/>
          <ac:spMkLst>
            <pc:docMk/>
            <pc:sldMk cId="2545679489" sldId="386"/>
            <ac:spMk id="3" creationId="{E40671FC-BCC1-4C34-9858-A3A6EBA1F1DF}"/>
          </ac:spMkLst>
        </pc:spChg>
      </pc:sldChg>
      <pc:sldChg chg="addSp delSp modSp new">
        <pc:chgData name="Somak Das" userId="S::sdas@floridapoly.edu::98cebb13-2fc4-4808-95b9-daeb7e6acc01" providerId="AD" clId="Web-{6858E484-1DD0-903E-8B02-5011D36EF042}" dt="2024-08-28T02:36:46.911" v="1697" actId="20577"/>
        <pc:sldMkLst>
          <pc:docMk/>
          <pc:sldMk cId="3218015848" sldId="387"/>
        </pc:sldMkLst>
        <pc:spChg chg="mod">
          <ac:chgData name="Somak Das" userId="S::sdas@floridapoly.edu::98cebb13-2fc4-4808-95b9-daeb7e6acc01" providerId="AD" clId="Web-{6858E484-1DD0-903E-8B02-5011D36EF042}" dt="2024-08-28T02:36:46.911" v="1697" actId="20577"/>
          <ac:spMkLst>
            <pc:docMk/>
            <pc:sldMk cId="3218015848" sldId="387"/>
            <ac:spMk id="2" creationId="{7EEC8B2B-FAA1-1DA3-7F82-71D0443CDC3A}"/>
          </ac:spMkLst>
        </pc:spChg>
        <pc:spChg chg="del mod">
          <ac:chgData name="Somak Das" userId="S::sdas@floridapoly.edu::98cebb13-2fc4-4808-95b9-daeb7e6acc01" providerId="AD" clId="Web-{6858E484-1DD0-903E-8B02-5011D36EF042}" dt="2024-08-28T02:03:13.471" v="1310"/>
          <ac:spMkLst>
            <pc:docMk/>
            <pc:sldMk cId="3218015848" sldId="387"/>
            <ac:spMk id="3" creationId="{9238EA81-BCF2-A2D3-0FE1-48032E6AB211}"/>
          </ac:spMkLst>
        </pc:spChg>
        <pc:spChg chg="add mod">
          <ac:chgData name="Somak Das" userId="S::sdas@floridapoly.edu::98cebb13-2fc4-4808-95b9-daeb7e6acc01" providerId="AD" clId="Web-{6858E484-1DD0-903E-8B02-5011D36EF042}" dt="2024-08-28T02:03:50.347" v="1321" actId="20577"/>
          <ac:spMkLst>
            <pc:docMk/>
            <pc:sldMk cId="3218015848" sldId="387"/>
            <ac:spMk id="6" creationId="{355FDF35-449D-7BEF-6AAC-EF555CC8FD9A}"/>
          </ac:spMkLst>
        </pc:spChg>
        <pc:picChg chg="add mod ord">
          <ac:chgData name="Somak Das" userId="S::sdas@floridapoly.edu::98cebb13-2fc4-4808-95b9-daeb7e6acc01" providerId="AD" clId="Web-{6858E484-1DD0-903E-8B02-5011D36EF042}" dt="2024-08-28T02:03:24.143" v="1314" actId="14100"/>
          <ac:picMkLst>
            <pc:docMk/>
            <pc:sldMk cId="3218015848" sldId="387"/>
            <ac:picMk id="4" creationId="{A5559F1A-9390-D942-0AB7-026EC418064F}"/>
          </ac:picMkLst>
        </pc:picChg>
        <pc:picChg chg="add mod">
          <ac:chgData name="Somak Das" userId="S::sdas@floridapoly.edu::98cebb13-2fc4-4808-95b9-daeb7e6acc01" providerId="AD" clId="Web-{6858E484-1DD0-903E-8B02-5011D36EF042}" dt="2024-08-28T02:03:17.533" v="1312" actId="1076"/>
          <ac:picMkLst>
            <pc:docMk/>
            <pc:sldMk cId="3218015848" sldId="387"/>
            <ac:picMk id="5" creationId="{9F8DEE1A-BB0F-51AE-E7D9-31CA77EC3218}"/>
          </ac:picMkLst>
        </pc:picChg>
      </pc:sldChg>
      <pc:sldChg chg="addSp modSp add replId">
        <pc:chgData name="Somak Das" userId="S::sdas@floridapoly.edu::98cebb13-2fc4-4808-95b9-daeb7e6acc01" providerId="AD" clId="Web-{6858E484-1DD0-903E-8B02-5011D36EF042}" dt="2024-08-28T02:50:12.456" v="1801" actId="1076"/>
        <pc:sldMkLst>
          <pc:docMk/>
          <pc:sldMk cId="1746890718" sldId="388"/>
        </pc:sldMkLst>
        <pc:spChg chg="mod">
          <ac:chgData name="Somak Das" userId="S::sdas@floridapoly.edu::98cebb13-2fc4-4808-95b9-daeb7e6acc01" providerId="AD" clId="Web-{6858E484-1DD0-903E-8B02-5011D36EF042}" dt="2024-08-28T02:38:53.199" v="1708" actId="20577"/>
          <ac:spMkLst>
            <pc:docMk/>
            <pc:sldMk cId="1746890718" sldId="388"/>
            <ac:spMk id="2" creationId="{A43E3E30-0CCC-0FCC-69DC-1C2820744E12}"/>
          </ac:spMkLst>
        </pc:spChg>
        <pc:spChg chg="mod">
          <ac:chgData name="Somak Das" userId="S::sdas@floridapoly.edu::98cebb13-2fc4-4808-95b9-daeb7e6acc01" providerId="AD" clId="Web-{6858E484-1DD0-903E-8B02-5011D36EF042}" dt="2024-08-28T02:50:01.347" v="1800" actId="20577"/>
          <ac:spMkLst>
            <pc:docMk/>
            <pc:sldMk cId="1746890718" sldId="388"/>
            <ac:spMk id="3" creationId="{9556065C-AC8D-F8CF-D5A2-F5C7B2A8889E}"/>
          </ac:spMkLst>
        </pc:spChg>
        <pc:spChg chg="add mod">
          <ac:chgData name="Somak Das" userId="S::sdas@floridapoly.edu::98cebb13-2fc4-4808-95b9-daeb7e6acc01" providerId="AD" clId="Web-{6858E484-1DD0-903E-8B02-5011D36EF042}" dt="2024-08-28T02:44:56.650" v="1776"/>
          <ac:spMkLst>
            <pc:docMk/>
            <pc:sldMk cId="1746890718" sldId="388"/>
            <ac:spMk id="4" creationId="{879460E3-E1E9-966E-736A-F8006564153D}"/>
          </ac:spMkLst>
        </pc:spChg>
        <pc:spChg chg="add mod">
          <ac:chgData name="Somak Das" userId="S::sdas@floridapoly.edu::98cebb13-2fc4-4808-95b9-daeb7e6acc01" providerId="AD" clId="Web-{6858E484-1DD0-903E-8B02-5011D36EF042}" dt="2024-08-28T02:50:12.456" v="1801" actId="1076"/>
          <ac:spMkLst>
            <pc:docMk/>
            <pc:sldMk cId="1746890718" sldId="388"/>
            <ac:spMk id="6" creationId="{B6515CFD-CE83-1088-7D9C-3A38FB8ADB94}"/>
          </ac:spMkLst>
        </pc:spChg>
        <pc:cxnChg chg="add mod">
          <ac:chgData name="Somak Das" userId="S::sdas@floridapoly.edu::98cebb13-2fc4-4808-95b9-daeb7e6acc01" providerId="AD" clId="Web-{6858E484-1DD0-903E-8B02-5011D36EF042}" dt="2024-08-28T02:46:04.824" v="1781" actId="14100"/>
          <ac:cxnSpMkLst>
            <pc:docMk/>
            <pc:sldMk cId="1746890718" sldId="388"/>
            <ac:cxnSpMk id="5" creationId="{F8B0671C-AC08-4C5F-ED27-E8408FC067DC}"/>
          </ac:cxnSpMkLst>
        </pc:cxnChg>
      </pc:sldChg>
      <pc:sldChg chg="add replId">
        <pc:chgData name="Somak Das" userId="S::sdas@floridapoly.edu::98cebb13-2fc4-4808-95b9-daeb7e6acc01" providerId="AD" clId="Web-{6858E484-1DD0-903E-8B02-5011D36EF042}" dt="2024-08-28T02:48:14.015" v="1790"/>
        <pc:sldMkLst>
          <pc:docMk/>
          <pc:sldMk cId="2197864155" sldId="389"/>
        </pc:sldMkLst>
      </pc:sldChg>
    </pc:docChg>
  </pc:docChgLst>
  <pc:docChgLst>
    <pc:chgData name="Somak Das" userId="S::sdas@floridapoly.edu::98cebb13-2fc4-4808-95b9-daeb7e6acc01" providerId="AD" clId="Web-{16F0B38C-007C-B487-377A-603CC8C24D8B}"/>
    <pc:docChg chg="addSld delSld modSld modSection">
      <pc:chgData name="Somak Das" userId="S::sdas@floridapoly.edu::98cebb13-2fc4-4808-95b9-daeb7e6acc01" providerId="AD" clId="Web-{16F0B38C-007C-B487-377A-603CC8C24D8B}" dt="2024-08-28T15:32:49.404" v="887"/>
      <pc:docMkLst>
        <pc:docMk/>
      </pc:docMkLst>
      <pc:sldChg chg="addSp delSp modSp">
        <pc:chgData name="Somak Das" userId="S::sdas@floridapoly.edu::98cebb13-2fc4-4808-95b9-daeb7e6acc01" providerId="AD" clId="Web-{16F0B38C-007C-B487-377A-603CC8C24D8B}" dt="2024-08-28T14:05:20.427" v="124" actId="20577"/>
        <pc:sldMkLst>
          <pc:docMk/>
          <pc:sldMk cId="3665023349" sldId="343"/>
        </pc:sldMkLst>
        <pc:spChg chg="mod">
          <ac:chgData name="Somak Das" userId="S::sdas@floridapoly.edu::98cebb13-2fc4-4808-95b9-daeb7e6acc01" providerId="AD" clId="Web-{16F0B38C-007C-B487-377A-603CC8C24D8B}" dt="2024-08-28T14:05:20.427" v="124" actId="20577"/>
          <ac:spMkLst>
            <pc:docMk/>
            <pc:sldMk cId="3665023349" sldId="343"/>
            <ac:spMk id="2" creationId="{4D3BEB11-28D7-C522-E5E9-6807A609E96E}"/>
          </ac:spMkLst>
        </pc:spChg>
        <pc:spChg chg="mod">
          <ac:chgData name="Somak Das" userId="S::sdas@floridapoly.edu::98cebb13-2fc4-4808-95b9-daeb7e6acc01" providerId="AD" clId="Web-{16F0B38C-007C-B487-377A-603CC8C24D8B}" dt="2024-08-28T14:03:06.344" v="105" actId="20577"/>
          <ac:spMkLst>
            <pc:docMk/>
            <pc:sldMk cId="3665023349" sldId="343"/>
            <ac:spMk id="3" creationId="{78D6B0DC-8DDB-A7DA-E1AC-AD2D78ED7DCB}"/>
          </ac:spMkLst>
        </pc:spChg>
        <pc:spChg chg="add del">
          <ac:chgData name="Somak Das" userId="S::sdas@floridapoly.edu::98cebb13-2fc4-4808-95b9-daeb7e6acc01" providerId="AD" clId="Web-{16F0B38C-007C-B487-377A-603CC8C24D8B}" dt="2024-08-28T13:53:04.478" v="14"/>
          <ac:spMkLst>
            <pc:docMk/>
            <pc:sldMk cId="3665023349" sldId="343"/>
            <ac:spMk id="4" creationId="{53B021B3-DE93-4AB7-8A18-CF5F1CED88B8}"/>
          </ac:spMkLst>
        </pc:spChg>
        <pc:spChg chg="add del">
          <ac:chgData name="Somak Das" userId="S::sdas@floridapoly.edu::98cebb13-2fc4-4808-95b9-daeb7e6acc01" providerId="AD" clId="Web-{16F0B38C-007C-B487-377A-603CC8C24D8B}" dt="2024-08-28T13:53:04.478" v="14"/>
          <ac:spMkLst>
            <pc:docMk/>
            <pc:sldMk cId="3665023349" sldId="343"/>
            <ac:spMk id="7" creationId="{52D502E5-F6B4-4D58-B4AE-FC466FF15EE8}"/>
          </ac:spMkLst>
        </pc:spChg>
        <pc:spChg chg="add del">
          <ac:chgData name="Somak Das" userId="S::sdas@floridapoly.edu::98cebb13-2fc4-4808-95b9-daeb7e6acc01" providerId="AD" clId="Web-{16F0B38C-007C-B487-377A-603CC8C24D8B}" dt="2024-08-28T13:53:04.478" v="14"/>
          <ac:spMkLst>
            <pc:docMk/>
            <pc:sldMk cId="3665023349" sldId="343"/>
            <ac:spMk id="11" creationId="{59F31D2D-1E0A-2AD5-0E1B-6A9A84FE5678}"/>
          </ac:spMkLst>
        </pc:spChg>
        <pc:spChg chg="add del">
          <ac:chgData name="Somak Das" userId="S::sdas@floridapoly.edu::98cebb13-2fc4-4808-95b9-daeb7e6acc01" providerId="AD" clId="Web-{16F0B38C-007C-B487-377A-603CC8C24D8B}" dt="2024-08-28T13:53:04.478" v="14"/>
          <ac:spMkLst>
            <pc:docMk/>
            <pc:sldMk cId="3665023349" sldId="343"/>
            <ac:spMk id="12" creationId="{1BB92166-AF64-9330-499B-3DD3A9FEB2D6}"/>
          </ac:spMkLst>
        </pc:spChg>
        <pc:spChg chg="add del">
          <ac:chgData name="Somak Das" userId="S::sdas@floridapoly.edu::98cebb13-2fc4-4808-95b9-daeb7e6acc01" providerId="AD" clId="Web-{16F0B38C-007C-B487-377A-603CC8C24D8B}" dt="2024-08-28T13:53:04.478" v="14"/>
          <ac:spMkLst>
            <pc:docMk/>
            <pc:sldMk cId="3665023349" sldId="343"/>
            <ac:spMk id="13" creationId="{FD368431-689F-C080-9710-D6A633581BEA}"/>
          </ac:spMkLst>
        </pc:spChg>
        <pc:spChg chg="add del">
          <ac:chgData name="Somak Das" userId="S::sdas@floridapoly.edu::98cebb13-2fc4-4808-95b9-daeb7e6acc01" providerId="AD" clId="Web-{16F0B38C-007C-B487-377A-603CC8C24D8B}" dt="2024-08-28T13:53:04.478" v="14"/>
          <ac:spMkLst>
            <pc:docMk/>
            <pc:sldMk cId="3665023349" sldId="343"/>
            <ac:spMk id="14" creationId="{4F1F5C71-9BD7-4BE7-2E98-F91032FE3F53}"/>
          </ac:spMkLst>
        </pc:spChg>
        <pc:spChg chg="add del">
          <ac:chgData name="Somak Das" userId="S::sdas@floridapoly.edu::98cebb13-2fc4-4808-95b9-daeb7e6acc01" providerId="AD" clId="Web-{16F0B38C-007C-B487-377A-603CC8C24D8B}" dt="2024-08-28T13:53:04.478" v="14"/>
          <ac:spMkLst>
            <pc:docMk/>
            <pc:sldMk cId="3665023349" sldId="343"/>
            <ac:spMk id="15" creationId="{A707EC8C-E26B-DF9F-5CB5-FD4D70A6A1BA}"/>
          </ac:spMkLst>
        </pc:spChg>
        <pc:spChg chg="add del">
          <ac:chgData name="Somak Das" userId="S::sdas@floridapoly.edu::98cebb13-2fc4-4808-95b9-daeb7e6acc01" providerId="AD" clId="Web-{16F0B38C-007C-B487-377A-603CC8C24D8B}" dt="2024-08-28T13:53:04.478" v="14"/>
          <ac:spMkLst>
            <pc:docMk/>
            <pc:sldMk cId="3665023349" sldId="343"/>
            <ac:spMk id="16" creationId="{D0658B09-856C-5FEC-DDA6-FF4A45529DE8}"/>
          </ac:spMkLst>
        </pc:spChg>
        <pc:spChg chg="add del">
          <ac:chgData name="Somak Das" userId="S::sdas@floridapoly.edu::98cebb13-2fc4-4808-95b9-daeb7e6acc01" providerId="AD" clId="Web-{16F0B38C-007C-B487-377A-603CC8C24D8B}" dt="2024-08-28T13:53:04.478" v="14"/>
          <ac:spMkLst>
            <pc:docMk/>
            <pc:sldMk cId="3665023349" sldId="343"/>
            <ac:spMk id="18" creationId="{8CE11F0D-E556-2600-F436-C4BA1A646F49}"/>
          </ac:spMkLst>
        </pc:spChg>
        <pc:spChg chg="add del">
          <ac:chgData name="Somak Das" userId="S::sdas@floridapoly.edu::98cebb13-2fc4-4808-95b9-daeb7e6acc01" providerId="AD" clId="Web-{16F0B38C-007C-B487-377A-603CC8C24D8B}" dt="2024-08-28T13:53:04.478" v="14"/>
          <ac:spMkLst>
            <pc:docMk/>
            <pc:sldMk cId="3665023349" sldId="343"/>
            <ac:spMk id="19" creationId="{89AF9DC8-0C83-B1FE-F703-C0D1C9E57227}"/>
          </ac:spMkLst>
        </pc:spChg>
        <pc:spChg chg="add del">
          <ac:chgData name="Somak Das" userId="S::sdas@floridapoly.edu::98cebb13-2fc4-4808-95b9-daeb7e6acc01" providerId="AD" clId="Web-{16F0B38C-007C-B487-377A-603CC8C24D8B}" dt="2024-08-28T13:53:04.478" v="14"/>
          <ac:spMkLst>
            <pc:docMk/>
            <pc:sldMk cId="3665023349" sldId="343"/>
            <ac:spMk id="21" creationId="{10B8CD3B-DEEE-32C2-2F5F-F40583F76484}"/>
          </ac:spMkLst>
        </pc:spChg>
        <pc:spChg chg="add del">
          <ac:chgData name="Somak Das" userId="S::sdas@floridapoly.edu::98cebb13-2fc4-4808-95b9-daeb7e6acc01" providerId="AD" clId="Web-{16F0B38C-007C-B487-377A-603CC8C24D8B}" dt="2024-08-28T13:53:04.478" v="14"/>
          <ac:spMkLst>
            <pc:docMk/>
            <pc:sldMk cId="3665023349" sldId="343"/>
            <ac:spMk id="22" creationId="{9E945400-C1D8-DD2A-0700-686F4F50E1E0}"/>
          </ac:spMkLst>
        </pc:spChg>
        <pc:spChg chg="add del">
          <ac:chgData name="Somak Das" userId="S::sdas@floridapoly.edu::98cebb13-2fc4-4808-95b9-daeb7e6acc01" providerId="AD" clId="Web-{16F0B38C-007C-B487-377A-603CC8C24D8B}" dt="2024-08-28T13:53:04.478" v="14"/>
          <ac:spMkLst>
            <pc:docMk/>
            <pc:sldMk cId="3665023349" sldId="343"/>
            <ac:spMk id="23" creationId="{28E29AED-0E93-7FEC-D7B5-0CE8DB131A0E}"/>
          </ac:spMkLst>
        </pc:spChg>
        <pc:spChg chg="add del">
          <ac:chgData name="Somak Das" userId="S::sdas@floridapoly.edu::98cebb13-2fc4-4808-95b9-daeb7e6acc01" providerId="AD" clId="Web-{16F0B38C-007C-B487-377A-603CC8C24D8B}" dt="2024-08-28T13:53:04.478" v="14"/>
          <ac:spMkLst>
            <pc:docMk/>
            <pc:sldMk cId="3665023349" sldId="343"/>
            <ac:spMk id="24" creationId="{94D70FB3-6C0B-849B-A27C-8F1142A02E7C}"/>
          </ac:spMkLst>
        </pc:spChg>
        <pc:spChg chg="add del">
          <ac:chgData name="Somak Das" userId="S::sdas@floridapoly.edu::98cebb13-2fc4-4808-95b9-daeb7e6acc01" providerId="AD" clId="Web-{16F0B38C-007C-B487-377A-603CC8C24D8B}" dt="2024-08-28T13:53:04.478" v="14"/>
          <ac:spMkLst>
            <pc:docMk/>
            <pc:sldMk cId="3665023349" sldId="343"/>
            <ac:spMk id="25" creationId="{C2D16203-EE7A-880C-03DD-780AA06BBE85}"/>
          </ac:spMkLst>
        </pc:spChg>
        <pc:spChg chg="add del">
          <ac:chgData name="Somak Das" userId="S::sdas@floridapoly.edu::98cebb13-2fc4-4808-95b9-daeb7e6acc01" providerId="AD" clId="Web-{16F0B38C-007C-B487-377A-603CC8C24D8B}" dt="2024-08-28T13:54:44.700" v="17"/>
          <ac:spMkLst>
            <pc:docMk/>
            <pc:sldMk cId="3665023349" sldId="343"/>
            <ac:spMk id="26" creationId="{53B021B3-DE93-4AB7-8A18-CF5F1CED88B8}"/>
          </ac:spMkLst>
        </pc:spChg>
        <pc:spChg chg="add del">
          <ac:chgData name="Somak Das" userId="S::sdas@floridapoly.edu::98cebb13-2fc4-4808-95b9-daeb7e6acc01" providerId="AD" clId="Web-{16F0B38C-007C-B487-377A-603CC8C24D8B}" dt="2024-08-28T13:54:44.700" v="17"/>
          <ac:spMkLst>
            <pc:docMk/>
            <pc:sldMk cId="3665023349" sldId="343"/>
            <ac:spMk id="27" creationId="{52D502E5-F6B4-4D58-B4AE-FC466FF15EE8}"/>
          </ac:spMkLst>
        </pc:spChg>
        <pc:spChg chg="add del">
          <ac:chgData name="Somak Das" userId="S::sdas@floridapoly.edu::98cebb13-2fc4-4808-95b9-daeb7e6acc01" providerId="AD" clId="Web-{16F0B38C-007C-B487-377A-603CC8C24D8B}" dt="2024-08-28T13:54:44.700" v="17"/>
          <ac:spMkLst>
            <pc:docMk/>
            <pc:sldMk cId="3665023349" sldId="343"/>
            <ac:spMk id="29" creationId="{59F31D2D-1E0A-2AD5-0E1B-6A9A84FE5678}"/>
          </ac:spMkLst>
        </pc:spChg>
        <pc:spChg chg="add del">
          <ac:chgData name="Somak Das" userId="S::sdas@floridapoly.edu::98cebb13-2fc4-4808-95b9-daeb7e6acc01" providerId="AD" clId="Web-{16F0B38C-007C-B487-377A-603CC8C24D8B}" dt="2024-08-28T13:54:44.700" v="17"/>
          <ac:spMkLst>
            <pc:docMk/>
            <pc:sldMk cId="3665023349" sldId="343"/>
            <ac:spMk id="30" creationId="{1BB92166-AF64-9330-499B-3DD3A9FEB2D6}"/>
          </ac:spMkLst>
        </pc:spChg>
        <pc:spChg chg="add del">
          <ac:chgData name="Somak Das" userId="S::sdas@floridapoly.edu::98cebb13-2fc4-4808-95b9-daeb7e6acc01" providerId="AD" clId="Web-{16F0B38C-007C-B487-377A-603CC8C24D8B}" dt="2024-08-28T13:54:44.700" v="17"/>
          <ac:spMkLst>
            <pc:docMk/>
            <pc:sldMk cId="3665023349" sldId="343"/>
            <ac:spMk id="31" creationId="{FD368431-689F-C080-9710-D6A633581BEA}"/>
          </ac:spMkLst>
        </pc:spChg>
        <pc:spChg chg="add del">
          <ac:chgData name="Somak Das" userId="S::sdas@floridapoly.edu::98cebb13-2fc4-4808-95b9-daeb7e6acc01" providerId="AD" clId="Web-{16F0B38C-007C-B487-377A-603CC8C24D8B}" dt="2024-08-28T13:54:44.700" v="17"/>
          <ac:spMkLst>
            <pc:docMk/>
            <pc:sldMk cId="3665023349" sldId="343"/>
            <ac:spMk id="32" creationId="{4F1F5C71-9BD7-4BE7-2E98-F91032FE3F53}"/>
          </ac:spMkLst>
        </pc:spChg>
        <pc:spChg chg="add del">
          <ac:chgData name="Somak Das" userId="S::sdas@floridapoly.edu::98cebb13-2fc4-4808-95b9-daeb7e6acc01" providerId="AD" clId="Web-{16F0B38C-007C-B487-377A-603CC8C24D8B}" dt="2024-08-28T13:54:44.700" v="17"/>
          <ac:spMkLst>
            <pc:docMk/>
            <pc:sldMk cId="3665023349" sldId="343"/>
            <ac:spMk id="33" creationId="{A707EC8C-E26B-DF9F-5CB5-FD4D70A6A1BA}"/>
          </ac:spMkLst>
        </pc:spChg>
        <pc:spChg chg="add del">
          <ac:chgData name="Somak Das" userId="S::sdas@floridapoly.edu::98cebb13-2fc4-4808-95b9-daeb7e6acc01" providerId="AD" clId="Web-{16F0B38C-007C-B487-377A-603CC8C24D8B}" dt="2024-08-28T13:54:44.700" v="17"/>
          <ac:spMkLst>
            <pc:docMk/>
            <pc:sldMk cId="3665023349" sldId="343"/>
            <ac:spMk id="34" creationId="{D0658B09-856C-5FEC-DDA6-FF4A45529DE8}"/>
          </ac:spMkLst>
        </pc:spChg>
        <pc:spChg chg="add del">
          <ac:chgData name="Somak Das" userId="S::sdas@floridapoly.edu::98cebb13-2fc4-4808-95b9-daeb7e6acc01" providerId="AD" clId="Web-{16F0B38C-007C-B487-377A-603CC8C24D8B}" dt="2024-08-28T13:54:44.700" v="17"/>
          <ac:spMkLst>
            <pc:docMk/>
            <pc:sldMk cId="3665023349" sldId="343"/>
            <ac:spMk id="35" creationId="{8CE11F0D-E556-2600-F436-C4BA1A646F49}"/>
          </ac:spMkLst>
        </pc:spChg>
        <pc:spChg chg="add del">
          <ac:chgData name="Somak Das" userId="S::sdas@floridapoly.edu::98cebb13-2fc4-4808-95b9-daeb7e6acc01" providerId="AD" clId="Web-{16F0B38C-007C-B487-377A-603CC8C24D8B}" dt="2024-08-28T13:54:44.700" v="17"/>
          <ac:spMkLst>
            <pc:docMk/>
            <pc:sldMk cId="3665023349" sldId="343"/>
            <ac:spMk id="36" creationId="{89AF9DC8-0C83-B1FE-F703-C0D1C9E57227}"/>
          </ac:spMkLst>
        </pc:spChg>
        <pc:spChg chg="add del">
          <ac:chgData name="Somak Das" userId="S::sdas@floridapoly.edu::98cebb13-2fc4-4808-95b9-daeb7e6acc01" providerId="AD" clId="Web-{16F0B38C-007C-B487-377A-603CC8C24D8B}" dt="2024-08-28T13:54:44.700" v="17"/>
          <ac:spMkLst>
            <pc:docMk/>
            <pc:sldMk cId="3665023349" sldId="343"/>
            <ac:spMk id="37" creationId="{10B8CD3B-DEEE-32C2-2F5F-F40583F76484}"/>
          </ac:spMkLst>
        </pc:spChg>
        <pc:spChg chg="add del">
          <ac:chgData name="Somak Das" userId="S::sdas@floridapoly.edu::98cebb13-2fc4-4808-95b9-daeb7e6acc01" providerId="AD" clId="Web-{16F0B38C-007C-B487-377A-603CC8C24D8B}" dt="2024-08-28T13:54:44.700" v="17"/>
          <ac:spMkLst>
            <pc:docMk/>
            <pc:sldMk cId="3665023349" sldId="343"/>
            <ac:spMk id="38" creationId="{9E945400-C1D8-DD2A-0700-686F4F50E1E0}"/>
          </ac:spMkLst>
        </pc:spChg>
        <pc:spChg chg="add del">
          <ac:chgData name="Somak Das" userId="S::sdas@floridapoly.edu::98cebb13-2fc4-4808-95b9-daeb7e6acc01" providerId="AD" clId="Web-{16F0B38C-007C-B487-377A-603CC8C24D8B}" dt="2024-08-28T13:54:44.700" v="17"/>
          <ac:spMkLst>
            <pc:docMk/>
            <pc:sldMk cId="3665023349" sldId="343"/>
            <ac:spMk id="39" creationId="{28E29AED-0E93-7FEC-D7B5-0CE8DB131A0E}"/>
          </ac:spMkLst>
        </pc:spChg>
        <pc:spChg chg="add del">
          <ac:chgData name="Somak Das" userId="S::sdas@floridapoly.edu::98cebb13-2fc4-4808-95b9-daeb7e6acc01" providerId="AD" clId="Web-{16F0B38C-007C-B487-377A-603CC8C24D8B}" dt="2024-08-28T13:54:44.700" v="17"/>
          <ac:spMkLst>
            <pc:docMk/>
            <pc:sldMk cId="3665023349" sldId="343"/>
            <ac:spMk id="40" creationId="{94D70FB3-6C0B-849B-A27C-8F1142A02E7C}"/>
          </ac:spMkLst>
        </pc:spChg>
        <pc:spChg chg="add del">
          <ac:chgData name="Somak Das" userId="S::sdas@floridapoly.edu::98cebb13-2fc4-4808-95b9-daeb7e6acc01" providerId="AD" clId="Web-{16F0B38C-007C-B487-377A-603CC8C24D8B}" dt="2024-08-28T13:54:44.700" v="17"/>
          <ac:spMkLst>
            <pc:docMk/>
            <pc:sldMk cId="3665023349" sldId="343"/>
            <ac:spMk id="41" creationId="{C2D16203-EE7A-880C-03DD-780AA06BBE85}"/>
          </ac:spMkLst>
        </pc:spChg>
        <pc:spChg chg="add mod">
          <ac:chgData name="Somak Das" userId="S::sdas@floridapoly.edu::98cebb13-2fc4-4808-95b9-daeb7e6acc01" providerId="AD" clId="Web-{16F0B38C-007C-B487-377A-603CC8C24D8B}" dt="2024-08-28T13:59:48.790" v="45"/>
          <ac:spMkLst>
            <pc:docMk/>
            <pc:sldMk cId="3665023349" sldId="343"/>
            <ac:spMk id="42" creationId="{71DD1877-9F8B-5F3F-56AB-D1B1A6E7F041}"/>
          </ac:spMkLst>
        </pc:spChg>
        <pc:picChg chg="add del">
          <ac:chgData name="Somak Das" userId="S::sdas@floridapoly.edu::98cebb13-2fc4-4808-95b9-daeb7e6acc01" providerId="AD" clId="Web-{16F0B38C-007C-B487-377A-603CC8C24D8B}" dt="2024-08-28T13:53:04.478" v="14"/>
          <ac:picMkLst>
            <pc:docMk/>
            <pc:sldMk cId="3665023349" sldId="343"/>
            <ac:picMk id="8" creationId="{F0000F2B-3F9A-7DCF-159C-00F49788EE61}"/>
          </ac:picMkLst>
        </pc:picChg>
        <pc:picChg chg="add del">
          <ac:chgData name="Somak Das" userId="S::sdas@floridapoly.edu::98cebb13-2fc4-4808-95b9-daeb7e6acc01" providerId="AD" clId="Web-{16F0B38C-007C-B487-377A-603CC8C24D8B}" dt="2024-08-28T13:54:47.091" v="18"/>
          <ac:picMkLst>
            <pc:docMk/>
            <pc:sldMk cId="3665023349" sldId="343"/>
            <ac:picMk id="20" creationId="{8ACD7155-55E9-9155-2A93-FD0C051A52EC}"/>
          </ac:picMkLst>
        </pc:picChg>
        <pc:picChg chg="add del">
          <ac:chgData name="Somak Das" userId="S::sdas@floridapoly.edu::98cebb13-2fc4-4808-95b9-daeb7e6acc01" providerId="AD" clId="Web-{16F0B38C-007C-B487-377A-603CC8C24D8B}" dt="2024-08-28T13:54:44.700" v="17"/>
          <ac:picMkLst>
            <pc:docMk/>
            <pc:sldMk cId="3665023349" sldId="343"/>
            <ac:picMk id="28" creationId="{F0000F2B-3F9A-7DCF-159C-00F49788EE61}"/>
          </ac:picMkLst>
        </pc:picChg>
      </pc:sldChg>
      <pc:sldChg chg="modSp">
        <pc:chgData name="Somak Das" userId="S::sdas@floridapoly.edu::98cebb13-2fc4-4808-95b9-daeb7e6acc01" providerId="AD" clId="Web-{16F0B38C-007C-B487-377A-603CC8C24D8B}" dt="2024-08-28T13:50:12.971" v="4" actId="1076"/>
        <pc:sldMkLst>
          <pc:docMk/>
          <pc:sldMk cId="2275632493" sldId="365"/>
        </pc:sldMkLst>
        <pc:spChg chg="mod">
          <ac:chgData name="Somak Das" userId="S::sdas@floridapoly.edu::98cebb13-2fc4-4808-95b9-daeb7e6acc01" providerId="AD" clId="Web-{16F0B38C-007C-B487-377A-603CC8C24D8B}" dt="2024-08-28T13:50:12.971" v="4" actId="1076"/>
          <ac:spMkLst>
            <pc:docMk/>
            <pc:sldMk cId="2275632493" sldId="365"/>
            <ac:spMk id="6" creationId="{86649F24-8FCC-CDEB-B4C7-3B4C1F0F6A52}"/>
          </ac:spMkLst>
        </pc:spChg>
      </pc:sldChg>
      <pc:sldChg chg="delSp modSp mod modClrScheme chgLayout">
        <pc:chgData name="Somak Das" userId="S::sdas@floridapoly.edu::98cebb13-2fc4-4808-95b9-daeb7e6acc01" providerId="AD" clId="Web-{16F0B38C-007C-B487-377A-603CC8C24D8B}" dt="2024-08-28T15:32:49.404" v="887"/>
        <pc:sldMkLst>
          <pc:docMk/>
          <pc:sldMk cId="4026378510" sldId="366"/>
        </pc:sldMkLst>
        <pc:spChg chg="mod ord">
          <ac:chgData name="Somak Das" userId="S::sdas@floridapoly.edu::98cebb13-2fc4-4808-95b9-daeb7e6acc01" providerId="AD" clId="Web-{16F0B38C-007C-B487-377A-603CC8C24D8B}" dt="2024-08-28T15:29:49.116" v="886"/>
          <ac:spMkLst>
            <pc:docMk/>
            <pc:sldMk cId="4026378510" sldId="366"/>
            <ac:spMk id="2" creationId="{4D3BEB11-28D7-C522-E5E9-6807A609E96E}"/>
          </ac:spMkLst>
        </pc:spChg>
        <pc:spChg chg="mod ord">
          <ac:chgData name="Somak Das" userId="S::sdas@floridapoly.edu::98cebb13-2fc4-4808-95b9-daeb7e6acc01" providerId="AD" clId="Web-{16F0B38C-007C-B487-377A-603CC8C24D8B}" dt="2024-08-28T15:29:49.116" v="886"/>
          <ac:spMkLst>
            <pc:docMk/>
            <pc:sldMk cId="4026378510" sldId="366"/>
            <ac:spMk id="3" creationId="{78D6B0DC-8DDB-A7DA-E1AC-AD2D78ED7DCB}"/>
          </ac:spMkLst>
        </pc:spChg>
        <pc:picChg chg="mod">
          <ac:chgData name="Somak Das" userId="S::sdas@floridapoly.edu::98cebb13-2fc4-4808-95b9-daeb7e6acc01" providerId="AD" clId="Web-{16F0B38C-007C-B487-377A-603CC8C24D8B}" dt="2024-08-28T15:21:31.925" v="828" actId="1076"/>
          <ac:picMkLst>
            <pc:docMk/>
            <pc:sldMk cId="4026378510" sldId="366"/>
            <ac:picMk id="7" creationId="{6F6976E1-4066-78FF-0D38-8CC5E311648F}"/>
          </ac:picMkLst>
        </pc:picChg>
        <pc:picChg chg="del">
          <ac:chgData name="Somak Das" userId="S::sdas@floridapoly.edu::98cebb13-2fc4-4808-95b9-daeb7e6acc01" providerId="AD" clId="Web-{16F0B38C-007C-B487-377A-603CC8C24D8B}" dt="2024-08-28T15:09:19.867" v="608"/>
          <ac:picMkLst>
            <pc:docMk/>
            <pc:sldMk cId="4026378510" sldId="366"/>
            <ac:picMk id="11" creationId="{EB78B041-4A74-9EC8-D506-FE9FCCD95E04}"/>
          </ac:picMkLst>
        </pc:picChg>
        <pc:picChg chg="mod">
          <ac:chgData name="Somak Das" userId="S::sdas@floridapoly.edu::98cebb13-2fc4-4808-95b9-daeb7e6acc01" providerId="AD" clId="Web-{16F0B38C-007C-B487-377A-603CC8C24D8B}" dt="2024-08-28T15:32:49.404" v="887"/>
          <ac:picMkLst>
            <pc:docMk/>
            <pc:sldMk cId="4026378510" sldId="366"/>
            <ac:picMk id="16" creationId="{4F334977-0BD6-6E1B-2299-19AAB5F0A57B}"/>
          </ac:picMkLst>
        </pc:picChg>
        <pc:picChg chg="del mod">
          <ac:chgData name="Somak Das" userId="S::sdas@floridapoly.edu::98cebb13-2fc4-4808-95b9-daeb7e6acc01" providerId="AD" clId="Web-{16F0B38C-007C-B487-377A-603CC8C24D8B}" dt="2024-08-28T15:27:22.564" v="884"/>
          <ac:picMkLst>
            <pc:docMk/>
            <pc:sldMk cId="4026378510" sldId="366"/>
            <ac:picMk id="19" creationId="{0844BCAD-81F9-95B7-7CAA-A81B4B0E2DB6}"/>
          </ac:picMkLst>
        </pc:picChg>
        <pc:picChg chg="del mod">
          <ac:chgData name="Somak Das" userId="S::sdas@floridapoly.edu::98cebb13-2fc4-4808-95b9-daeb7e6acc01" providerId="AD" clId="Web-{16F0B38C-007C-B487-377A-603CC8C24D8B}" dt="2024-08-28T15:24:06.931" v="844"/>
          <ac:picMkLst>
            <pc:docMk/>
            <pc:sldMk cId="4026378510" sldId="366"/>
            <ac:picMk id="21" creationId="{4B1B8C37-C76B-0073-5B46-78B84567EA7A}"/>
          </ac:picMkLst>
        </pc:picChg>
      </pc:sldChg>
      <pc:sldChg chg="del">
        <pc:chgData name="Somak Das" userId="S::sdas@floridapoly.edu::98cebb13-2fc4-4808-95b9-daeb7e6acc01" providerId="AD" clId="Web-{16F0B38C-007C-B487-377A-603CC8C24D8B}" dt="2024-08-28T13:51:11.395" v="5"/>
        <pc:sldMkLst>
          <pc:docMk/>
          <pc:sldMk cId="3756043976" sldId="367"/>
        </pc:sldMkLst>
      </pc:sldChg>
      <pc:sldChg chg="modSp">
        <pc:chgData name="Somak Das" userId="S::sdas@floridapoly.edu::98cebb13-2fc4-4808-95b9-daeb7e6acc01" providerId="AD" clId="Web-{16F0B38C-007C-B487-377A-603CC8C24D8B}" dt="2024-08-28T14:10:44.673" v="170" actId="14100"/>
        <pc:sldMkLst>
          <pc:docMk/>
          <pc:sldMk cId="3985552435" sldId="368"/>
        </pc:sldMkLst>
        <pc:spChg chg="mod">
          <ac:chgData name="Somak Das" userId="S::sdas@floridapoly.edu::98cebb13-2fc4-4808-95b9-daeb7e6acc01" providerId="AD" clId="Web-{16F0B38C-007C-B487-377A-603CC8C24D8B}" dt="2024-08-28T14:10:44.673" v="170" actId="14100"/>
          <ac:spMkLst>
            <pc:docMk/>
            <pc:sldMk cId="3985552435" sldId="368"/>
            <ac:spMk id="2" creationId="{4D3BEB11-28D7-C522-E5E9-6807A609E96E}"/>
          </ac:spMkLst>
        </pc:spChg>
        <pc:spChg chg="mod">
          <ac:chgData name="Somak Das" userId="S::sdas@floridapoly.edu::98cebb13-2fc4-4808-95b9-daeb7e6acc01" providerId="AD" clId="Web-{16F0B38C-007C-B487-377A-603CC8C24D8B}" dt="2024-08-28T14:09:38.655" v="148" actId="20577"/>
          <ac:spMkLst>
            <pc:docMk/>
            <pc:sldMk cId="3985552435" sldId="368"/>
            <ac:spMk id="3" creationId="{78D6B0DC-8DDB-A7DA-E1AC-AD2D78ED7DCB}"/>
          </ac:spMkLst>
        </pc:spChg>
      </pc:sldChg>
      <pc:sldChg chg="addSp delSp modSp add replId">
        <pc:chgData name="Somak Das" userId="S::sdas@floridapoly.edu::98cebb13-2fc4-4808-95b9-daeb7e6acc01" providerId="AD" clId="Web-{16F0B38C-007C-B487-377A-603CC8C24D8B}" dt="2024-08-28T14:59:43.767" v="601" actId="20577"/>
        <pc:sldMkLst>
          <pc:docMk/>
          <pc:sldMk cId="4097139382" sldId="385"/>
        </pc:sldMkLst>
        <pc:spChg chg="mod">
          <ac:chgData name="Somak Das" userId="S::sdas@floridapoly.edu::98cebb13-2fc4-4808-95b9-daeb7e6acc01" providerId="AD" clId="Web-{16F0B38C-007C-B487-377A-603CC8C24D8B}" dt="2024-08-28T14:59:43.767" v="601" actId="20577"/>
          <ac:spMkLst>
            <pc:docMk/>
            <pc:sldMk cId="4097139382" sldId="385"/>
            <ac:spMk id="2" creationId="{4D3BEB11-28D7-C522-E5E9-6807A609E96E}"/>
          </ac:spMkLst>
        </pc:spChg>
        <pc:spChg chg="del mod">
          <ac:chgData name="Somak Das" userId="S::sdas@floridapoly.edu::98cebb13-2fc4-4808-95b9-daeb7e6acc01" providerId="AD" clId="Web-{16F0B38C-007C-B487-377A-603CC8C24D8B}" dt="2024-08-28T14:12:38.459" v="194"/>
          <ac:spMkLst>
            <pc:docMk/>
            <pc:sldMk cId="4097139382" sldId="385"/>
            <ac:spMk id="3" creationId="{78D6B0DC-8DDB-A7DA-E1AC-AD2D78ED7DCB}"/>
          </ac:spMkLst>
        </pc:spChg>
        <pc:spChg chg="del">
          <ac:chgData name="Somak Das" userId="S::sdas@floridapoly.edu::98cebb13-2fc4-4808-95b9-daeb7e6acc01" providerId="AD" clId="Web-{16F0B38C-007C-B487-377A-603CC8C24D8B}" dt="2024-08-28T14:12:06.161" v="188"/>
          <ac:spMkLst>
            <pc:docMk/>
            <pc:sldMk cId="4097139382" sldId="385"/>
            <ac:spMk id="9" creationId="{5DD5144A-4474-2479-FA5D-0FB5B8C4C171}"/>
          </ac:spMkLst>
        </pc:spChg>
        <pc:spChg chg="del">
          <ac:chgData name="Somak Das" userId="S::sdas@floridapoly.edu::98cebb13-2fc4-4808-95b9-daeb7e6acc01" providerId="AD" clId="Web-{16F0B38C-007C-B487-377A-603CC8C24D8B}" dt="2024-08-28T14:12:00.723" v="187"/>
          <ac:spMkLst>
            <pc:docMk/>
            <pc:sldMk cId="4097139382" sldId="385"/>
            <ac:spMk id="10" creationId="{0276F1E8-2449-BCC1-6357-841D80B71EA8}"/>
          </ac:spMkLst>
        </pc:spChg>
        <pc:spChg chg="mod">
          <ac:chgData name="Somak Das" userId="S::sdas@floridapoly.edu::98cebb13-2fc4-4808-95b9-daeb7e6acc01" providerId="AD" clId="Web-{16F0B38C-007C-B487-377A-603CC8C24D8B}" dt="2024-08-28T14:52:21.016" v="573" actId="1076"/>
          <ac:spMkLst>
            <pc:docMk/>
            <pc:sldMk cId="4097139382" sldId="385"/>
            <ac:spMk id="15" creationId="{216BFA64-3032-6100-5E2A-946FC81C6E09}"/>
          </ac:spMkLst>
        </pc:spChg>
        <pc:spChg chg="add mod">
          <ac:chgData name="Somak Das" userId="S::sdas@floridapoly.edu::98cebb13-2fc4-4808-95b9-daeb7e6acc01" providerId="AD" clId="Web-{16F0B38C-007C-B487-377A-603CC8C24D8B}" dt="2024-08-28T14:34:28.320" v="448" actId="1076"/>
          <ac:spMkLst>
            <pc:docMk/>
            <pc:sldMk cId="4097139382" sldId="385"/>
            <ac:spMk id="16" creationId="{C3D88507-9FDA-2FBE-D93F-E4D99E8C49B8}"/>
          </ac:spMkLst>
        </pc:spChg>
        <pc:spChg chg="del">
          <ac:chgData name="Somak Das" userId="S::sdas@floridapoly.edu::98cebb13-2fc4-4808-95b9-daeb7e6acc01" providerId="AD" clId="Web-{16F0B38C-007C-B487-377A-603CC8C24D8B}" dt="2024-08-28T14:12:54.350" v="197"/>
          <ac:spMkLst>
            <pc:docMk/>
            <pc:sldMk cId="4097139382" sldId="385"/>
            <ac:spMk id="17" creationId="{2E4E6A32-1D8A-B594-4757-83C24109F215}"/>
          </ac:spMkLst>
        </pc:spChg>
        <pc:spChg chg="add mod">
          <ac:chgData name="Somak Das" userId="S::sdas@floridapoly.edu::98cebb13-2fc4-4808-95b9-daeb7e6acc01" providerId="AD" clId="Web-{16F0B38C-007C-B487-377A-603CC8C24D8B}" dt="2024-08-28T14:34:28.320" v="447" actId="1076"/>
          <ac:spMkLst>
            <pc:docMk/>
            <pc:sldMk cId="4097139382" sldId="385"/>
            <ac:spMk id="18" creationId="{06720BA1-AA1B-A1BC-B8B2-267872770798}"/>
          </ac:spMkLst>
        </pc:spChg>
        <pc:spChg chg="add del mod">
          <ac:chgData name="Somak Das" userId="S::sdas@floridapoly.edu::98cebb13-2fc4-4808-95b9-daeb7e6acc01" providerId="AD" clId="Web-{16F0B38C-007C-B487-377A-603CC8C24D8B}" dt="2024-08-28T14:25:51.035" v="358"/>
          <ac:spMkLst>
            <pc:docMk/>
            <pc:sldMk cId="4097139382" sldId="385"/>
            <ac:spMk id="19" creationId="{5E3D40A3-A3B4-7D0F-36DD-646E8D5BB2FA}"/>
          </ac:spMkLst>
        </pc:spChg>
        <pc:spChg chg="add mod">
          <ac:chgData name="Somak Das" userId="S::sdas@floridapoly.edu::98cebb13-2fc4-4808-95b9-daeb7e6acc01" providerId="AD" clId="Web-{16F0B38C-007C-B487-377A-603CC8C24D8B}" dt="2024-08-28T14:34:28.320" v="446" actId="1076"/>
          <ac:spMkLst>
            <pc:docMk/>
            <pc:sldMk cId="4097139382" sldId="385"/>
            <ac:spMk id="20" creationId="{B58B756D-DE9D-6F4C-285B-A8FDECD8D17B}"/>
          </ac:spMkLst>
        </pc:spChg>
        <pc:spChg chg="add mod">
          <ac:chgData name="Somak Das" userId="S::sdas@floridapoly.edu::98cebb13-2fc4-4808-95b9-daeb7e6acc01" providerId="AD" clId="Web-{16F0B38C-007C-B487-377A-603CC8C24D8B}" dt="2024-08-28T14:34:28.320" v="444" actId="1076"/>
          <ac:spMkLst>
            <pc:docMk/>
            <pc:sldMk cId="4097139382" sldId="385"/>
            <ac:spMk id="22" creationId="{49A377C7-B240-7293-8B74-CD3E3D41A9B0}"/>
          </ac:spMkLst>
        </pc:spChg>
        <pc:spChg chg="add mod">
          <ac:chgData name="Somak Das" userId="S::sdas@floridapoly.edu::98cebb13-2fc4-4808-95b9-daeb7e6acc01" providerId="AD" clId="Web-{16F0B38C-007C-B487-377A-603CC8C24D8B}" dt="2024-08-28T14:34:28.320" v="443" actId="1076"/>
          <ac:spMkLst>
            <pc:docMk/>
            <pc:sldMk cId="4097139382" sldId="385"/>
            <ac:spMk id="23" creationId="{EED19BB9-6417-A715-EA61-35E372144DE2}"/>
          </ac:spMkLst>
        </pc:spChg>
        <pc:spChg chg="add del mod">
          <ac:chgData name="Somak Das" userId="S::sdas@floridapoly.edu::98cebb13-2fc4-4808-95b9-daeb7e6acc01" providerId="AD" clId="Web-{16F0B38C-007C-B487-377A-603CC8C24D8B}" dt="2024-08-28T14:28:48.448" v="387"/>
          <ac:spMkLst>
            <pc:docMk/>
            <pc:sldMk cId="4097139382" sldId="385"/>
            <ac:spMk id="25" creationId="{A3A0A61A-9B3B-A28B-744F-B66B860EEE1A}"/>
          </ac:spMkLst>
        </pc:spChg>
        <pc:spChg chg="add mod ord">
          <ac:chgData name="Somak Das" userId="S::sdas@floridapoly.edu::98cebb13-2fc4-4808-95b9-daeb7e6acc01" providerId="AD" clId="Web-{16F0B38C-007C-B487-377A-603CC8C24D8B}" dt="2024-08-28T14:43:19.465" v="543"/>
          <ac:spMkLst>
            <pc:docMk/>
            <pc:sldMk cId="4097139382" sldId="385"/>
            <ac:spMk id="33" creationId="{76D45FCB-D5BE-3F91-BD77-8FD4898AF9EA}"/>
          </ac:spMkLst>
        </pc:spChg>
        <pc:spChg chg="add mod">
          <ac:chgData name="Somak Das" userId="S::sdas@floridapoly.edu::98cebb13-2fc4-4808-95b9-daeb7e6acc01" providerId="AD" clId="Web-{16F0B38C-007C-B487-377A-603CC8C24D8B}" dt="2024-08-28T14:43:34.887" v="545" actId="1076"/>
          <ac:spMkLst>
            <pc:docMk/>
            <pc:sldMk cId="4097139382" sldId="385"/>
            <ac:spMk id="34" creationId="{CC3EC1D0-9C54-1270-3E9D-E74CDAD1929B}"/>
          </ac:spMkLst>
        </pc:spChg>
        <pc:spChg chg="add mod">
          <ac:chgData name="Somak Das" userId="S::sdas@floridapoly.edu::98cebb13-2fc4-4808-95b9-daeb7e6acc01" providerId="AD" clId="Web-{16F0B38C-007C-B487-377A-603CC8C24D8B}" dt="2024-08-28T14:44:20.389" v="549" actId="20577"/>
          <ac:spMkLst>
            <pc:docMk/>
            <pc:sldMk cId="4097139382" sldId="385"/>
            <ac:spMk id="35" creationId="{20E81312-B6AF-45F1-6841-2A0ED56D4BDC}"/>
          </ac:spMkLst>
        </pc:spChg>
        <pc:spChg chg="add mod ord">
          <ac:chgData name="Somak Das" userId="S::sdas@floridapoly.edu::98cebb13-2fc4-4808-95b9-daeb7e6acc01" providerId="AD" clId="Web-{16F0B38C-007C-B487-377A-603CC8C24D8B}" dt="2024-08-28T14:42:40.885" v="539"/>
          <ac:spMkLst>
            <pc:docMk/>
            <pc:sldMk cId="4097139382" sldId="385"/>
            <ac:spMk id="37" creationId="{EE788281-A85A-6A81-A47E-84ED545A5398}"/>
          </ac:spMkLst>
        </pc:spChg>
        <pc:spChg chg="add del mod">
          <ac:chgData name="Somak Das" userId="S::sdas@floridapoly.edu::98cebb13-2fc4-4808-95b9-daeb7e6acc01" providerId="AD" clId="Web-{16F0B38C-007C-B487-377A-603CC8C24D8B}" dt="2024-08-28T14:45:23.782" v="560"/>
          <ac:spMkLst>
            <pc:docMk/>
            <pc:sldMk cId="4097139382" sldId="385"/>
            <ac:spMk id="38" creationId="{0AD41508-37FF-BB67-12A0-85AD92B9DA5A}"/>
          </ac:spMkLst>
        </pc:spChg>
        <pc:spChg chg="add mod">
          <ac:chgData name="Somak Das" userId="S::sdas@floridapoly.edu::98cebb13-2fc4-4808-95b9-daeb7e6acc01" providerId="AD" clId="Web-{16F0B38C-007C-B487-377A-603CC8C24D8B}" dt="2024-08-28T14:53:15.909" v="579" actId="1076"/>
          <ac:spMkLst>
            <pc:docMk/>
            <pc:sldMk cId="4097139382" sldId="385"/>
            <ac:spMk id="42" creationId="{BCACE951-AC7C-8308-3377-BF4F5A69B9AD}"/>
          </ac:spMkLst>
        </pc:spChg>
        <pc:picChg chg="mod ord">
          <ac:chgData name="Somak Das" userId="S::sdas@floridapoly.edu::98cebb13-2fc4-4808-95b9-daeb7e6acc01" providerId="AD" clId="Web-{16F0B38C-007C-B487-377A-603CC8C24D8B}" dt="2024-08-28T14:45:05.781" v="557" actId="1076"/>
          <ac:picMkLst>
            <pc:docMk/>
            <pc:sldMk cId="4097139382" sldId="385"/>
            <ac:picMk id="5" creationId="{63AC7670-6DC5-7960-AC16-50AC8F8E2B9B}"/>
          </ac:picMkLst>
        </pc:picChg>
        <pc:picChg chg="mod">
          <ac:chgData name="Somak Das" userId="S::sdas@floridapoly.edu::98cebb13-2fc4-4808-95b9-daeb7e6acc01" providerId="AD" clId="Web-{16F0B38C-007C-B487-377A-603CC8C24D8B}" dt="2024-08-28T14:26:57.788" v="368" actId="1076"/>
          <ac:picMkLst>
            <pc:docMk/>
            <pc:sldMk cId="4097139382" sldId="385"/>
            <ac:picMk id="6" creationId="{DA05F2B8-F03B-B63B-4AA2-4E906B0FA76F}"/>
          </ac:picMkLst>
        </pc:picChg>
        <pc:picChg chg="mod">
          <ac:chgData name="Somak Das" userId="S::sdas@floridapoly.edu::98cebb13-2fc4-4808-95b9-daeb7e6acc01" providerId="AD" clId="Web-{16F0B38C-007C-B487-377A-603CC8C24D8B}" dt="2024-08-28T14:52:21.001" v="571" actId="1076"/>
          <ac:picMkLst>
            <pc:docMk/>
            <pc:sldMk cId="4097139382" sldId="385"/>
            <ac:picMk id="12" creationId="{34DABB26-E85B-E3AA-5B48-DA322D7BCAE3}"/>
          </ac:picMkLst>
        </pc:picChg>
        <pc:picChg chg="mod">
          <ac:chgData name="Somak Das" userId="S::sdas@floridapoly.edu::98cebb13-2fc4-4808-95b9-daeb7e6acc01" providerId="AD" clId="Web-{16F0B38C-007C-B487-377A-603CC8C24D8B}" dt="2024-08-28T14:52:21.001" v="572" actId="1076"/>
          <ac:picMkLst>
            <pc:docMk/>
            <pc:sldMk cId="4097139382" sldId="385"/>
            <ac:picMk id="13" creationId="{5237F4B0-22FF-5564-DA6C-E106786C82A3}"/>
          </ac:picMkLst>
        </pc:picChg>
        <pc:picChg chg="add mod">
          <ac:chgData name="Somak Das" userId="S::sdas@floridapoly.edu::98cebb13-2fc4-4808-95b9-daeb7e6acc01" providerId="AD" clId="Web-{16F0B38C-007C-B487-377A-603CC8C24D8B}" dt="2024-08-28T14:53:40.082" v="583" actId="14100"/>
          <ac:picMkLst>
            <pc:docMk/>
            <pc:sldMk cId="4097139382" sldId="385"/>
            <ac:picMk id="41" creationId="{39AD12CE-494B-D6E3-DBE8-874E4D25ADC1}"/>
          </ac:picMkLst>
        </pc:picChg>
        <pc:picChg chg="add mod">
          <ac:chgData name="Somak Das" userId="S::sdas@floridapoly.edu::98cebb13-2fc4-4808-95b9-daeb7e6acc01" providerId="AD" clId="Web-{16F0B38C-007C-B487-377A-603CC8C24D8B}" dt="2024-08-28T14:58:18.467" v="595" actId="1076"/>
          <ac:picMkLst>
            <pc:docMk/>
            <pc:sldMk cId="4097139382" sldId="385"/>
            <ac:picMk id="43" creationId="{6F18D2FE-99EE-EB6A-20A1-2D88722A28CF}"/>
          </ac:picMkLst>
        </pc:picChg>
        <pc:cxnChg chg="add mod">
          <ac:chgData name="Somak Das" userId="S::sdas@floridapoly.edu::98cebb13-2fc4-4808-95b9-daeb7e6acc01" providerId="AD" clId="Web-{16F0B38C-007C-B487-377A-603CC8C24D8B}" dt="2024-08-28T14:34:28.320" v="453" actId="1076"/>
          <ac:cxnSpMkLst>
            <pc:docMk/>
            <pc:sldMk cId="4097139382" sldId="385"/>
            <ac:cxnSpMk id="4" creationId="{5241E302-41A1-D6DD-8309-C7D30224537E}"/>
          </ac:cxnSpMkLst>
        </pc:cxnChg>
        <pc:cxnChg chg="add mod">
          <ac:chgData name="Somak Das" userId="S::sdas@floridapoly.edu::98cebb13-2fc4-4808-95b9-daeb7e6acc01" providerId="AD" clId="Web-{16F0B38C-007C-B487-377A-603CC8C24D8B}" dt="2024-08-28T14:34:28.320" v="452" actId="1076"/>
          <ac:cxnSpMkLst>
            <pc:docMk/>
            <pc:sldMk cId="4097139382" sldId="385"/>
            <ac:cxnSpMk id="7" creationId="{3F3ACF04-EF1A-C300-A80C-AEA3AAC516EB}"/>
          </ac:cxnSpMkLst>
        </pc:cxnChg>
        <pc:cxnChg chg="add mod">
          <ac:chgData name="Somak Das" userId="S::sdas@floridapoly.edu::98cebb13-2fc4-4808-95b9-daeb7e6acc01" providerId="AD" clId="Web-{16F0B38C-007C-B487-377A-603CC8C24D8B}" dt="2024-08-28T14:34:28.320" v="451" actId="1076"/>
          <ac:cxnSpMkLst>
            <pc:docMk/>
            <pc:sldMk cId="4097139382" sldId="385"/>
            <ac:cxnSpMk id="8" creationId="{B0DB6124-05F3-B036-B622-27403D8DA94D}"/>
          </ac:cxnSpMkLst>
        </pc:cxnChg>
        <pc:cxnChg chg="add del mod">
          <ac:chgData name="Somak Das" userId="S::sdas@floridapoly.edu::98cebb13-2fc4-4808-95b9-daeb7e6acc01" providerId="AD" clId="Web-{16F0B38C-007C-B487-377A-603CC8C24D8B}" dt="2024-08-28T14:34:28.320" v="450" actId="1076"/>
          <ac:cxnSpMkLst>
            <pc:docMk/>
            <pc:sldMk cId="4097139382" sldId="385"/>
            <ac:cxnSpMk id="11" creationId="{7C5AB2A7-D4B0-A9D9-2A25-C4D39F684439}"/>
          </ac:cxnSpMkLst>
        </pc:cxnChg>
        <pc:cxnChg chg="add mod">
          <ac:chgData name="Somak Das" userId="S::sdas@floridapoly.edu::98cebb13-2fc4-4808-95b9-daeb7e6acc01" providerId="AD" clId="Web-{16F0B38C-007C-B487-377A-603CC8C24D8B}" dt="2024-08-28T14:34:28.320" v="449" actId="1076"/>
          <ac:cxnSpMkLst>
            <pc:docMk/>
            <pc:sldMk cId="4097139382" sldId="385"/>
            <ac:cxnSpMk id="14" creationId="{2378EE44-7010-9463-9760-DD05E3FADAFB}"/>
          </ac:cxnSpMkLst>
        </pc:cxnChg>
        <pc:cxnChg chg="add mod">
          <ac:chgData name="Somak Das" userId="S::sdas@floridapoly.edu::98cebb13-2fc4-4808-95b9-daeb7e6acc01" providerId="AD" clId="Web-{16F0B38C-007C-B487-377A-603CC8C24D8B}" dt="2024-08-28T14:34:28.320" v="445" actId="1076"/>
          <ac:cxnSpMkLst>
            <pc:docMk/>
            <pc:sldMk cId="4097139382" sldId="385"/>
            <ac:cxnSpMk id="21" creationId="{558CA780-CAFD-34C8-79C3-798733E48F0F}"/>
          </ac:cxnSpMkLst>
        </pc:cxnChg>
        <pc:cxnChg chg="add del mod">
          <ac:chgData name="Somak Das" userId="S::sdas@floridapoly.edu::98cebb13-2fc4-4808-95b9-daeb7e6acc01" providerId="AD" clId="Web-{16F0B38C-007C-B487-377A-603CC8C24D8B}" dt="2024-08-28T14:27:46.758" v="377"/>
          <ac:cxnSpMkLst>
            <pc:docMk/>
            <pc:sldMk cId="4097139382" sldId="385"/>
            <ac:cxnSpMk id="24" creationId="{F5BEC6EF-A347-2954-A538-4347E5D9371A}"/>
          </ac:cxnSpMkLst>
        </pc:cxnChg>
        <pc:cxnChg chg="add mod">
          <ac:chgData name="Somak Das" userId="S::sdas@floridapoly.edu::98cebb13-2fc4-4808-95b9-daeb7e6acc01" providerId="AD" clId="Web-{16F0B38C-007C-B487-377A-603CC8C24D8B}" dt="2024-08-28T14:34:28.320" v="441" actId="1076"/>
          <ac:cxnSpMkLst>
            <pc:docMk/>
            <pc:sldMk cId="4097139382" sldId="385"/>
            <ac:cxnSpMk id="26" creationId="{40EEB2DE-E7EE-0EDA-4C29-71D034DA6B4A}"/>
          </ac:cxnSpMkLst>
        </pc:cxnChg>
        <pc:cxnChg chg="add mod">
          <ac:chgData name="Somak Das" userId="S::sdas@floridapoly.edu::98cebb13-2fc4-4808-95b9-daeb7e6acc01" providerId="AD" clId="Web-{16F0B38C-007C-B487-377A-603CC8C24D8B}" dt="2024-08-28T14:34:28.320" v="442" actId="1076"/>
          <ac:cxnSpMkLst>
            <pc:docMk/>
            <pc:sldMk cId="4097139382" sldId="385"/>
            <ac:cxnSpMk id="27" creationId="{2C1CB99D-E14D-4F85-4C75-00E3B1647E71}"/>
          </ac:cxnSpMkLst>
        </pc:cxnChg>
        <pc:cxnChg chg="add mod">
          <ac:chgData name="Somak Das" userId="S::sdas@floridapoly.edu::98cebb13-2fc4-4808-95b9-daeb7e6acc01" providerId="AD" clId="Web-{16F0B38C-007C-B487-377A-603CC8C24D8B}" dt="2024-08-28T14:36:44.622" v="507" actId="1076"/>
          <ac:cxnSpMkLst>
            <pc:docMk/>
            <pc:sldMk cId="4097139382" sldId="385"/>
            <ac:cxnSpMk id="28" creationId="{8A277EBF-D585-7721-7E37-8FE3AF591879}"/>
          </ac:cxnSpMkLst>
        </pc:cxnChg>
        <pc:cxnChg chg="add mod ord">
          <ac:chgData name="Somak Das" userId="S::sdas@floridapoly.edu::98cebb13-2fc4-4808-95b9-daeb7e6acc01" providerId="AD" clId="Web-{16F0B38C-007C-B487-377A-603CC8C24D8B}" dt="2024-08-28T14:44:45.562" v="553" actId="1076"/>
          <ac:cxnSpMkLst>
            <pc:docMk/>
            <pc:sldMk cId="4097139382" sldId="385"/>
            <ac:cxnSpMk id="29" creationId="{ACEC1CCC-0EE7-9D59-FF24-ADE2B2D1D5E9}"/>
          </ac:cxnSpMkLst>
        </pc:cxnChg>
        <pc:cxnChg chg="add mod ord">
          <ac:chgData name="Somak Das" userId="S::sdas@floridapoly.edu::98cebb13-2fc4-4808-95b9-daeb7e6acc01" providerId="AD" clId="Web-{16F0B38C-007C-B487-377A-603CC8C24D8B}" dt="2024-08-28T14:39:46.988" v="522" actId="14100"/>
          <ac:cxnSpMkLst>
            <pc:docMk/>
            <pc:sldMk cId="4097139382" sldId="385"/>
            <ac:cxnSpMk id="30" creationId="{9FFC5A06-F959-B138-B877-DF86218DC8B8}"/>
          </ac:cxnSpMkLst>
        </pc:cxnChg>
        <pc:cxnChg chg="add mod">
          <ac:chgData name="Somak Das" userId="S::sdas@floridapoly.edu::98cebb13-2fc4-4808-95b9-daeb7e6acc01" providerId="AD" clId="Web-{16F0B38C-007C-B487-377A-603CC8C24D8B}" dt="2024-08-28T14:45:15.485" v="558" actId="1076"/>
          <ac:cxnSpMkLst>
            <pc:docMk/>
            <pc:sldMk cId="4097139382" sldId="385"/>
            <ac:cxnSpMk id="31" creationId="{1007B27B-001B-E292-23BF-FFB24DFC80B0}"/>
          </ac:cxnSpMkLst>
        </pc:cxnChg>
        <pc:cxnChg chg="add mod">
          <ac:chgData name="Somak Das" userId="S::sdas@floridapoly.edu::98cebb13-2fc4-4808-95b9-daeb7e6acc01" providerId="AD" clId="Web-{16F0B38C-007C-B487-377A-603CC8C24D8B}" dt="2024-08-28T14:42:04.790" v="534" actId="14100"/>
          <ac:cxnSpMkLst>
            <pc:docMk/>
            <pc:sldMk cId="4097139382" sldId="385"/>
            <ac:cxnSpMk id="32" creationId="{3CE9D583-0F48-F1F4-7F2B-BE6BB12CE2AB}"/>
          </ac:cxnSpMkLst>
        </pc:cxnChg>
        <pc:cxnChg chg="add mod">
          <ac:chgData name="Somak Das" userId="S::sdas@floridapoly.edu::98cebb13-2fc4-4808-95b9-daeb7e6acc01" providerId="AD" clId="Web-{16F0B38C-007C-B487-377A-603CC8C24D8B}" dt="2024-08-28T14:38:39.439" v="518" actId="14100"/>
          <ac:cxnSpMkLst>
            <pc:docMk/>
            <pc:sldMk cId="4097139382" sldId="385"/>
            <ac:cxnSpMk id="36" creationId="{906E7BA7-A7CF-DF12-E291-FFD0DB657D4F}"/>
          </ac:cxnSpMkLst>
        </pc:cxnChg>
        <pc:cxnChg chg="add del mod">
          <ac:chgData name="Somak Das" userId="S::sdas@floridapoly.edu::98cebb13-2fc4-4808-95b9-daeb7e6acc01" providerId="AD" clId="Web-{16F0B38C-007C-B487-377A-603CC8C24D8B}" dt="2024-08-28T14:45:23.782" v="559"/>
          <ac:cxnSpMkLst>
            <pc:docMk/>
            <pc:sldMk cId="4097139382" sldId="385"/>
            <ac:cxnSpMk id="39" creationId="{2A5B9C8D-B59F-3F25-D641-E747318A3C9F}"/>
          </ac:cxnSpMkLst>
        </pc:cxnChg>
        <pc:cxnChg chg="add mod">
          <ac:chgData name="Somak Das" userId="S::sdas@floridapoly.edu::98cebb13-2fc4-4808-95b9-daeb7e6acc01" providerId="AD" clId="Web-{16F0B38C-007C-B487-377A-603CC8C24D8B}" dt="2024-08-28T14:44:09.701" v="546" actId="1076"/>
          <ac:cxnSpMkLst>
            <pc:docMk/>
            <pc:sldMk cId="4097139382" sldId="385"/>
            <ac:cxnSpMk id="40" creationId="{A3F67B6F-3F8D-FC2E-1297-5102766B6269}"/>
          </ac:cxnSpMkLst>
        </pc:cxnChg>
      </pc:sldChg>
    </pc:docChg>
  </pc:docChgLst>
  <pc:docChgLst>
    <pc:chgData name="Somak Das" userId="S::sdas@floridapoly.edu::98cebb13-2fc4-4808-95b9-daeb7e6acc01" providerId="AD" clId="Web-{2BA42B70-2560-0A0A-8FF8-7C6117BDD0F6}"/>
    <pc:docChg chg="addSld delSld modSld modSection">
      <pc:chgData name="Somak Das" userId="S::sdas@floridapoly.edu::98cebb13-2fc4-4808-95b9-daeb7e6acc01" providerId="AD" clId="Web-{2BA42B70-2560-0A0A-8FF8-7C6117BDD0F6}" dt="2024-09-10T17:51:54.793" v="234"/>
      <pc:docMkLst>
        <pc:docMk/>
      </pc:docMkLst>
      <pc:sldChg chg="delSp modSp add del mod modClrScheme chgLayout">
        <pc:chgData name="Somak Das" userId="S::sdas@floridapoly.edu::98cebb13-2fc4-4808-95b9-daeb7e6acc01" providerId="AD" clId="Web-{2BA42B70-2560-0A0A-8FF8-7C6117BDD0F6}" dt="2024-09-10T17:51:54.793" v="232"/>
        <pc:sldMkLst>
          <pc:docMk/>
          <pc:sldMk cId="2138922154" sldId="260"/>
        </pc:sldMkLst>
        <pc:spChg chg="mod ord">
          <ac:chgData name="Somak Das" userId="S::sdas@floridapoly.edu::98cebb13-2fc4-4808-95b9-daeb7e6acc01" providerId="AD" clId="Web-{2BA42B70-2560-0A0A-8FF8-7C6117BDD0F6}" dt="2024-09-10T15:42:22.682" v="131" actId="1076"/>
          <ac:spMkLst>
            <pc:docMk/>
            <pc:sldMk cId="2138922154" sldId="260"/>
            <ac:spMk id="2" creationId="{9C424EBE-BD35-0D80-15C6-EF7A589932FE}"/>
          </ac:spMkLst>
        </pc:spChg>
        <pc:spChg chg="mod ord">
          <ac:chgData name="Somak Das" userId="S::sdas@floridapoly.edu::98cebb13-2fc4-4808-95b9-daeb7e6acc01" providerId="AD" clId="Web-{2BA42B70-2560-0A0A-8FF8-7C6117BDD0F6}" dt="2024-09-10T15:42:22.698" v="132" actId="1076"/>
          <ac:spMkLst>
            <pc:docMk/>
            <pc:sldMk cId="2138922154" sldId="260"/>
            <ac:spMk id="3" creationId="{B1E0CF54-1E55-2F38-DFD4-E834CAF1851F}"/>
          </ac:spMkLst>
        </pc:spChg>
        <pc:spChg chg="mod ord">
          <ac:chgData name="Somak Das" userId="S::sdas@floridapoly.edu::98cebb13-2fc4-4808-95b9-daeb7e6acc01" providerId="AD" clId="Web-{2BA42B70-2560-0A0A-8FF8-7C6117BDD0F6}" dt="2024-09-10T15:41:52.119" v="124"/>
          <ac:spMkLst>
            <pc:docMk/>
            <pc:sldMk cId="2138922154" sldId="260"/>
            <ac:spMk id="4" creationId="{0550AB3A-1B21-3EDE-78A0-F4EF78ABA03F}"/>
          </ac:spMkLst>
        </pc:spChg>
        <pc:spChg chg="del mod ord">
          <ac:chgData name="Somak Das" userId="S::sdas@floridapoly.edu::98cebb13-2fc4-4808-95b9-daeb7e6acc01" providerId="AD" clId="Web-{2BA42B70-2560-0A0A-8FF8-7C6117BDD0F6}" dt="2024-09-10T15:42:28.401" v="136"/>
          <ac:spMkLst>
            <pc:docMk/>
            <pc:sldMk cId="2138922154" sldId="260"/>
            <ac:spMk id="5" creationId="{0B582662-ACD5-74E2-66AF-6CCE3C945299}"/>
          </ac:spMkLst>
        </pc:spChg>
        <pc:spChg chg="del mod ord">
          <ac:chgData name="Somak Das" userId="S::sdas@floridapoly.edu::98cebb13-2fc4-4808-95b9-daeb7e6acc01" providerId="AD" clId="Web-{2BA42B70-2560-0A0A-8FF8-7C6117BDD0F6}" dt="2024-09-10T15:42:30.636" v="137"/>
          <ac:spMkLst>
            <pc:docMk/>
            <pc:sldMk cId="2138922154" sldId="260"/>
            <ac:spMk id="6" creationId="{90D77983-64E0-8AF8-9F24-CC7490496C74}"/>
          </ac:spMkLst>
        </pc:spChg>
        <pc:spChg chg="mod">
          <ac:chgData name="Somak Das" userId="S::sdas@floridapoly.edu::98cebb13-2fc4-4808-95b9-daeb7e6acc01" providerId="AD" clId="Web-{2BA42B70-2560-0A0A-8FF8-7C6117BDD0F6}" dt="2024-09-10T15:42:22.745" v="134" actId="1076"/>
          <ac:spMkLst>
            <pc:docMk/>
            <pc:sldMk cId="2138922154" sldId="260"/>
            <ac:spMk id="8" creationId="{91F03231-4ADC-0C46-228A-3DCA1446DD0D}"/>
          </ac:spMkLst>
        </pc:spChg>
        <pc:picChg chg="mod">
          <ac:chgData name="Somak Das" userId="S::sdas@floridapoly.edu::98cebb13-2fc4-4808-95b9-daeb7e6acc01" providerId="AD" clId="Web-{2BA42B70-2560-0A0A-8FF8-7C6117BDD0F6}" dt="2024-09-10T15:42:22.729" v="133" actId="1076"/>
          <ac:picMkLst>
            <pc:docMk/>
            <pc:sldMk cId="2138922154" sldId="260"/>
            <ac:picMk id="7" creationId="{7E015A35-C88D-9CA7-41A8-E327533432BC}"/>
          </ac:picMkLst>
        </pc:picChg>
      </pc:sldChg>
      <pc:sldChg chg="modSp add del mod modClrScheme chgLayout">
        <pc:chgData name="Somak Das" userId="S::sdas@floridapoly.edu::98cebb13-2fc4-4808-95b9-daeb7e6acc01" providerId="AD" clId="Web-{2BA42B70-2560-0A0A-8FF8-7C6117BDD0F6}" dt="2024-09-10T17:51:54.793" v="231"/>
        <pc:sldMkLst>
          <pc:docMk/>
          <pc:sldMk cId="2572161537" sldId="261"/>
        </pc:sldMkLst>
        <pc:spChg chg="mod ord">
          <ac:chgData name="Somak Das" userId="S::sdas@floridapoly.edu::98cebb13-2fc4-4808-95b9-daeb7e6acc01" providerId="AD" clId="Web-{2BA42B70-2560-0A0A-8FF8-7C6117BDD0F6}" dt="2024-09-10T15:42:11.713" v="128" actId="1076"/>
          <ac:spMkLst>
            <pc:docMk/>
            <pc:sldMk cId="2572161537" sldId="261"/>
            <ac:spMk id="2" creationId="{6C0BA4F4-B647-3060-9A5E-BF6F6F2FCB07}"/>
          </ac:spMkLst>
        </pc:spChg>
        <pc:spChg chg="mod ord">
          <ac:chgData name="Somak Das" userId="S::sdas@floridapoly.edu::98cebb13-2fc4-4808-95b9-daeb7e6acc01" providerId="AD" clId="Web-{2BA42B70-2560-0A0A-8FF8-7C6117BDD0F6}" dt="2024-09-10T15:42:00.807" v="125"/>
          <ac:spMkLst>
            <pc:docMk/>
            <pc:sldMk cId="2572161537" sldId="261"/>
            <ac:spMk id="4" creationId="{D207C503-EE4A-08FC-E836-5F1DE4CBDEF8}"/>
          </ac:spMkLst>
        </pc:spChg>
        <pc:spChg chg="mod ord">
          <ac:chgData name="Somak Das" userId="S::sdas@floridapoly.edu::98cebb13-2fc4-4808-95b9-daeb7e6acc01" providerId="AD" clId="Web-{2BA42B70-2560-0A0A-8FF8-7C6117BDD0F6}" dt="2024-09-10T15:42:00.807" v="125"/>
          <ac:spMkLst>
            <pc:docMk/>
            <pc:sldMk cId="2572161537" sldId="261"/>
            <ac:spMk id="5" creationId="{A550DE2D-9958-86C8-80C7-94EC330372A3}"/>
          </ac:spMkLst>
        </pc:spChg>
        <pc:spChg chg="mod ord">
          <ac:chgData name="Somak Das" userId="S::sdas@floridapoly.edu::98cebb13-2fc4-4808-95b9-daeb7e6acc01" providerId="AD" clId="Web-{2BA42B70-2560-0A0A-8FF8-7C6117BDD0F6}" dt="2024-09-10T15:42:00.807" v="125"/>
          <ac:spMkLst>
            <pc:docMk/>
            <pc:sldMk cId="2572161537" sldId="261"/>
            <ac:spMk id="6" creationId="{C10AD03D-1A34-C72E-849E-27C8469C2353}"/>
          </ac:spMkLst>
        </pc:spChg>
        <pc:graphicFrameChg chg="mod ord">
          <ac:chgData name="Somak Das" userId="S::sdas@floridapoly.edu::98cebb13-2fc4-4808-95b9-daeb7e6acc01" providerId="AD" clId="Web-{2BA42B70-2560-0A0A-8FF8-7C6117BDD0F6}" dt="2024-09-10T15:42:06.401" v="126" actId="1076"/>
          <ac:graphicFrameMkLst>
            <pc:docMk/>
            <pc:sldMk cId="2572161537" sldId="261"/>
            <ac:graphicFrameMk id="9" creationId="{E06B1261-A904-3121-9BCD-1775158C2F65}"/>
          </ac:graphicFrameMkLst>
        </pc:graphicFrameChg>
      </pc:sldChg>
      <pc:sldChg chg="modSp add del mod modClrScheme chgLayout">
        <pc:chgData name="Somak Das" userId="S::sdas@floridapoly.edu::98cebb13-2fc4-4808-95b9-daeb7e6acc01" providerId="AD" clId="Web-{2BA42B70-2560-0A0A-8FF8-7C6117BDD0F6}" dt="2024-09-10T17:51:54.762" v="230"/>
        <pc:sldMkLst>
          <pc:docMk/>
          <pc:sldMk cId="177904782" sldId="262"/>
        </pc:sldMkLst>
        <pc:spChg chg="mod ord">
          <ac:chgData name="Somak Das" userId="S::sdas@floridapoly.edu::98cebb13-2fc4-4808-95b9-daeb7e6acc01" providerId="AD" clId="Web-{2BA42B70-2560-0A0A-8FF8-7C6117BDD0F6}" dt="2024-09-10T17:20:44.025" v="160" actId="1076"/>
          <ac:spMkLst>
            <pc:docMk/>
            <pc:sldMk cId="177904782" sldId="262"/>
            <ac:spMk id="2" creationId="{D617B704-AD33-DF7D-594E-43296C7DB364}"/>
          </ac:spMkLst>
        </pc:spChg>
        <pc:spChg chg="mod ord">
          <ac:chgData name="Somak Das" userId="S::sdas@floridapoly.edu::98cebb13-2fc4-4808-95b9-daeb7e6acc01" providerId="AD" clId="Web-{2BA42B70-2560-0A0A-8FF8-7C6117BDD0F6}" dt="2024-09-10T15:42:53.152" v="139"/>
          <ac:spMkLst>
            <pc:docMk/>
            <pc:sldMk cId="177904782" sldId="262"/>
            <ac:spMk id="4" creationId="{5BB216BC-AA71-686B-A2B8-58EFB48601E0}"/>
          </ac:spMkLst>
        </pc:spChg>
        <pc:spChg chg="mod ord">
          <ac:chgData name="Somak Das" userId="S::sdas@floridapoly.edu::98cebb13-2fc4-4808-95b9-daeb7e6acc01" providerId="AD" clId="Web-{2BA42B70-2560-0A0A-8FF8-7C6117BDD0F6}" dt="2024-09-10T15:42:53.152" v="139"/>
          <ac:spMkLst>
            <pc:docMk/>
            <pc:sldMk cId="177904782" sldId="262"/>
            <ac:spMk id="5" creationId="{70F96E04-C63E-CA48-093F-F845D8B245FA}"/>
          </ac:spMkLst>
        </pc:spChg>
        <pc:spChg chg="mod ord">
          <ac:chgData name="Somak Das" userId="S::sdas@floridapoly.edu::98cebb13-2fc4-4808-95b9-daeb7e6acc01" providerId="AD" clId="Web-{2BA42B70-2560-0A0A-8FF8-7C6117BDD0F6}" dt="2024-09-10T15:42:53.152" v="139"/>
          <ac:spMkLst>
            <pc:docMk/>
            <pc:sldMk cId="177904782" sldId="262"/>
            <ac:spMk id="6" creationId="{E4C50036-4711-71BE-CE5C-372A95BBB9AA}"/>
          </ac:spMkLst>
        </pc:spChg>
        <pc:spChg chg="mod">
          <ac:chgData name="Somak Das" userId="S::sdas@floridapoly.edu::98cebb13-2fc4-4808-95b9-daeb7e6acc01" providerId="AD" clId="Web-{2BA42B70-2560-0A0A-8FF8-7C6117BDD0F6}" dt="2024-09-10T17:21:20.792" v="163" actId="14100"/>
          <ac:spMkLst>
            <pc:docMk/>
            <pc:sldMk cId="177904782" sldId="262"/>
            <ac:spMk id="13" creationId="{C0231AE8-0283-94E9-4807-FF2590493D09}"/>
          </ac:spMkLst>
        </pc:spChg>
        <pc:spChg chg="mod">
          <ac:chgData name="Somak Das" userId="S::sdas@floridapoly.edu::98cebb13-2fc4-4808-95b9-daeb7e6acc01" providerId="AD" clId="Web-{2BA42B70-2560-0A0A-8FF8-7C6117BDD0F6}" dt="2024-09-10T17:19:51.976" v="151" actId="1076"/>
          <ac:spMkLst>
            <pc:docMk/>
            <pc:sldMk cId="177904782" sldId="262"/>
            <ac:spMk id="17" creationId="{CD458B9C-23B2-6456-2403-C249C4CC314D}"/>
          </ac:spMkLst>
        </pc:spChg>
      </pc:sldChg>
      <pc:sldChg chg="modSp add del mod modClrScheme chgLayout">
        <pc:chgData name="Somak Das" userId="S::sdas@floridapoly.edu::98cebb13-2fc4-4808-95b9-daeb7e6acc01" providerId="AD" clId="Web-{2BA42B70-2560-0A0A-8FF8-7C6117BDD0F6}" dt="2024-09-10T17:51:54.746" v="229"/>
        <pc:sldMkLst>
          <pc:docMk/>
          <pc:sldMk cId="2952251931" sldId="263"/>
        </pc:sldMkLst>
        <pc:spChg chg="mod ord">
          <ac:chgData name="Somak Das" userId="S::sdas@floridapoly.edu::98cebb13-2fc4-4808-95b9-daeb7e6acc01" providerId="AD" clId="Web-{2BA42B70-2560-0A0A-8FF8-7C6117BDD0F6}" dt="2024-09-10T17:23:32.280" v="167" actId="1076"/>
          <ac:spMkLst>
            <pc:docMk/>
            <pc:sldMk cId="2952251931" sldId="263"/>
            <ac:spMk id="2" creationId="{D617B704-AD33-DF7D-594E-43296C7DB364}"/>
          </ac:spMkLst>
        </pc:spChg>
        <pc:spChg chg="mod ord">
          <ac:chgData name="Somak Das" userId="S::sdas@floridapoly.edu::98cebb13-2fc4-4808-95b9-daeb7e6acc01" providerId="AD" clId="Web-{2BA42B70-2560-0A0A-8FF8-7C6117BDD0F6}" dt="2024-09-10T17:23:12.029" v="165"/>
          <ac:spMkLst>
            <pc:docMk/>
            <pc:sldMk cId="2952251931" sldId="263"/>
            <ac:spMk id="4" creationId="{5BB216BC-AA71-686B-A2B8-58EFB48601E0}"/>
          </ac:spMkLst>
        </pc:spChg>
        <pc:spChg chg="mod ord">
          <ac:chgData name="Somak Das" userId="S::sdas@floridapoly.edu::98cebb13-2fc4-4808-95b9-daeb7e6acc01" providerId="AD" clId="Web-{2BA42B70-2560-0A0A-8FF8-7C6117BDD0F6}" dt="2024-09-10T17:23:12.029" v="165"/>
          <ac:spMkLst>
            <pc:docMk/>
            <pc:sldMk cId="2952251931" sldId="263"/>
            <ac:spMk id="5" creationId="{70F96E04-C63E-CA48-093F-F845D8B245FA}"/>
          </ac:spMkLst>
        </pc:spChg>
        <pc:spChg chg="mod ord">
          <ac:chgData name="Somak Das" userId="S::sdas@floridapoly.edu::98cebb13-2fc4-4808-95b9-daeb7e6acc01" providerId="AD" clId="Web-{2BA42B70-2560-0A0A-8FF8-7C6117BDD0F6}" dt="2024-09-10T17:23:12.029" v="165"/>
          <ac:spMkLst>
            <pc:docMk/>
            <pc:sldMk cId="2952251931" sldId="263"/>
            <ac:spMk id="6" creationId="{E4C50036-4711-71BE-CE5C-372A95BBB9AA}"/>
          </ac:spMkLst>
        </pc:spChg>
        <pc:spChg chg="mod">
          <ac:chgData name="Somak Das" userId="S::sdas@floridapoly.edu::98cebb13-2fc4-4808-95b9-daeb7e6acc01" providerId="AD" clId="Web-{2BA42B70-2560-0A0A-8FF8-7C6117BDD0F6}" dt="2024-09-10T17:22:59.779" v="164" actId="1076"/>
          <ac:spMkLst>
            <pc:docMk/>
            <pc:sldMk cId="2952251931" sldId="263"/>
            <ac:spMk id="25" creationId="{0CD3D540-FA18-7186-ECEB-85FC19929020}"/>
          </ac:spMkLst>
        </pc:spChg>
      </pc:sldChg>
      <pc:sldChg chg="modSp add del mod modClrScheme chgLayout">
        <pc:chgData name="Somak Das" userId="S::sdas@floridapoly.edu::98cebb13-2fc4-4808-95b9-daeb7e6acc01" providerId="AD" clId="Web-{2BA42B70-2560-0A0A-8FF8-7C6117BDD0F6}" dt="2024-09-10T17:51:54.746" v="228"/>
        <pc:sldMkLst>
          <pc:docMk/>
          <pc:sldMk cId="2489808861" sldId="264"/>
        </pc:sldMkLst>
        <pc:spChg chg="mod ord">
          <ac:chgData name="Somak Das" userId="S::sdas@floridapoly.edu::98cebb13-2fc4-4808-95b9-daeb7e6acc01" providerId="AD" clId="Web-{2BA42B70-2560-0A0A-8FF8-7C6117BDD0F6}" dt="2024-09-10T17:23:53.874" v="169" actId="1076"/>
          <ac:spMkLst>
            <pc:docMk/>
            <pc:sldMk cId="2489808861" sldId="264"/>
            <ac:spMk id="2" creationId="{B2FD32C8-AAC3-FE7E-0B28-845795C641E6}"/>
          </ac:spMkLst>
        </pc:spChg>
        <pc:spChg chg="mod ord">
          <ac:chgData name="Somak Das" userId="S::sdas@floridapoly.edu::98cebb13-2fc4-4808-95b9-daeb7e6acc01" providerId="AD" clId="Web-{2BA42B70-2560-0A0A-8FF8-7C6117BDD0F6}" dt="2024-09-10T17:24:21.110" v="176" actId="14100"/>
          <ac:spMkLst>
            <pc:docMk/>
            <pc:sldMk cId="2489808861" sldId="264"/>
            <ac:spMk id="3" creationId="{BE9AEF52-C7AA-C5E4-3C7B-E4F837BCCEC3}"/>
          </ac:spMkLst>
        </pc:spChg>
        <pc:spChg chg="mod ord">
          <ac:chgData name="Somak Das" userId="S::sdas@floridapoly.edu::98cebb13-2fc4-4808-95b9-daeb7e6acc01" providerId="AD" clId="Web-{2BA42B70-2560-0A0A-8FF8-7C6117BDD0F6}" dt="2024-09-10T17:23:47.531" v="168"/>
          <ac:spMkLst>
            <pc:docMk/>
            <pc:sldMk cId="2489808861" sldId="264"/>
            <ac:spMk id="4" creationId="{6F0717B9-2D22-2195-039B-EB042F5801FB}"/>
          </ac:spMkLst>
        </pc:spChg>
        <pc:spChg chg="mod ord">
          <ac:chgData name="Somak Das" userId="S::sdas@floridapoly.edu::98cebb13-2fc4-4808-95b9-daeb7e6acc01" providerId="AD" clId="Web-{2BA42B70-2560-0A0A-8FF8-7C6117BDD0F6}" dt="2024-09-10T17:23:47.531" v="168"/>
          <ac:spMkLst>
            <pc:docMk/>
            <pc:sldMk cId="2489808861" sldId="264"/>
            <ac:spMk id="5" creationId="{C0DD902C-53C5-1123-2658-CC026ED65185}"/>
          </ac:spMkLst>
        </pc:spChg>
        <pc:spChg chg="mod ord">
          <ac:chgData name="Somak Das" userId="S::sdas@floridapoly.edu::98cebb13-2fc4-4808-95b9-daeb7e6acc01" providerId="AD" clId="Web-{2BA42B70-2560-0A0A-8FF8-7C6117BDD0F6}" dt="2024-09-10T17:23:47.531" v="168"/>
          <ac:spMkLst>
            <pc:docMk/>
            <pc:sldMk cId="2489808861" sldId="264"/>
            <ac:spMk id="6" creationId="{52360AC7-CFF0-E4FA-8D47-6BD9E1D2A663}"/>
          </ac:spMkLst>
        </pc:spChg>
      </pc:sldChg>
      <pc:sldChg chg="modSp add del mod modClrScheme chgLayout">
        <pc:chgData name="Somak Das" userId="S::sdas@floridapoly.edu::98cebb13-2fc4-4808-95b9-daeb7e6acc01" providerId="AD" clId="Web-{2BA42B70-2560-0A0A-8FF8-7C6117BDD0F6}" dt="2024-09-10T17:51:54.746" v="227"/>
        <pc:sldMkLst>
          <pc:docMk/>
          <pc:sldMk cId="297459727" sldId="265"/>
        </pc:sldMkLst>
        <pc:spChg chg="mod ord">
          <ac:chgData name="Somak Das" userId="S::sdas@floridapoly.edu::98cebb13-2fc4-4808-95b9-daeb7e6acc01" providerId="AD" clId="Web-{2BA42B70-2560-0A0A-8FF8-7C6117BDD0F6}" dt="2024-09-10T17:24:50.908" v="178" actId="1076"/>
          <ac:spMkLst>
            <pc:docMk/>
            <pc:sldMk cId="297459727" sldId="265"/>
            <ac:spMk id="2" creationId="{B2FD32C8-AAC3-FE7E-0B28-845795C641E6}"/>
          </ac:spMkLst>
        </pc:spChg>
        <pc:spChg chg="mod ord">
          <ac:chgData name="Somak Das" userId="S::sdas@floridapoly.edu::98cebb13-2fc4-4808-95b9-daeb7e6acc01" providerId="AD" clId="Web-{2BA42B70-2560-0A0A-8FF8-7C6117BDD0F6}" dt="2024-09-10T17:25:19.205" v="188" actId="1076"/>
          <ac:spMkLst>
            <pc:docMk/>
            <pc:sldMk cId="297459727" sldId="265"/>
            <ac:spMk id="3" creationId="{BE9AEF52-C7AA-C5E4-3C7B-E4F837BCCEC3}"/>
          </ac:spMkLst>
        </pc:spChg>
        <pc:spChg chg="mod ord">
          <ac:chgData name="Somak Das" userId="S::sdas@floridapoly.edu::98cebb13-2fc4-4808-95b9-daeb7e6acc01" providerId="AD" clId="Web-{2BA42B70-2560-0A0A-8FF8-7C6117BDD0F6}" dt="2024-09-10T17:24:43.126" v="177"/>
          <ac:spMkLst>
            <pc:docMk/>
            <pc:sldMk cId="297459727" sldId="265"/>
            <ac:spMk id="4" creationId="{6F0717B9-2D22-2195-039B-EB042F5801FB}"/>
          </ac:spMkLst>
        </pc:spChg>
        <pc:spChg chg="mod ord">
          <ac:chgData name="Somak Das" userId="S::sdas@floridapoly.edu::98cebb13-2fc4-4808-95b9-daeb7e6acc01" providerId="AD" clId="Web-{2BA42B70-2560-0A0A-8FF8-7C6117BDD0F6}" dt="2024-09-10T17:24:43.126" v="177"/>
          <ac:spMkLst>
            <pc:docMk/>
            <pc:sldMk cId="297459727" sldId="265"/>
            <ac:spMk id="5" creationId="{C0DD902C-53C5-1123-2658-CC026ED65185}"/>
          </ac:spMkLst>
        </pc:spChg>
        <pc:spChg chg="mod ord">
          <ac:chgData name="Somak Das" userId="S::sdas@floridapoly.edu::98cebb13-2fc4-4808-95b9-daeb7e6acc01" providerId="AD" clId="Web-{2BA42B70-2560-0A0A-8FF8-7C6117BDD0F6}" dt="2024-09-10T17:24:43.126" v="177"/>
          <ac:spMkLst>
            <pc:docMk/>
            <pc:sldMk cId="297459727" sldId="265"/>
            <ac:spMk id="6" creationId="{52360AC7-CFF0-E4FA-8D47-6BD9E1D2A663}"/>
          </ac:spMkLst>
        </pc:spChg>
        <pc:picChg chg="mod">
          <ac:chgData name="Somak Das" userId="S::sdas@floridapoly.edu::98cebb13-2fc4-4808-95b9-daeb7e6acc01" providerId="AD" clId="Web-{2BA42B70-2560-0A0A-8FF8-7C6117BDD0F6}" dt="2024-09-10T17:25:09.674" v="187" actId="1076"/>
          <ac:picMkLst>
            <pc:docMk/>
            <pc:sldMk cId="297459727" sldId="265"/>
            <ac:picMk id="7" creationId="{4E2D0909-2914-7CCC-8DFC-ED52D51F4E71}"/>
          </ac:picMkLst>
        </pc:picChg>
      </pc:sldChg>
      <pc:sldChg chg="modSp add del mod modClrScheme chgLayout">
        <pc:chgData name="Somak Das" userId="S::sdas@floridapoly.edu::98cebb13-2fc4-4808-95b9-daeb7e6acc01" providerId="AD" clId="Web-{2BA42B70-2560-0A0A-8FF8-7C6117BDD0F6}" dt="2024-09-10T17:51:54.746" v="224"/>
        <pc:sldMkLst>
          <pc:docMk/>
          <pc:sldMk cId="1383117199" sldId="266"/>
        </pc:sldMkLst>
        <pc:spChg chg="mod ord">
          <ac:chgData name="Somak Das" userId="S::sdas@floridapoly.edu::98cebb13-2fc4-4808-95b9-daeb7e6acc01" providerId="AD" clId="Web-{2BA42B70-2560-0A0A-8FF8-7C6117BDD0F6}" dt="2024-09-10T17:27:16.553" v="204" actId="1076"/>
          <ac:spMkLst>
            <pc:docMk/>
            <pc:sldMk cId="1383117199" sldId="266"/>
            <ac:spMk id="2" creationId="{B2FD32C8-AAC3-FE7E-0B28-845795C641E6}"/>
          </ac:spMkLst>
        </pc:spChg>
        <pc:spChg chg="mod ord">
          <ac:chgData name="Somak Das" userId="S::sdas@floridapoly.edu::98cebb13-2fc4-4808-95b9-daeb7e6acc01" providerId="AD" clId="Web-{2BA42B70-2560-0A0A-8FF8-7C6117BDD0F6}" dt="2024-09-10T17:27:25.928" v="206" actId="14100"/>
          <ac:spMkLst>
            <pc:docMk/>
            <pc:sldMk cId="1383117199" sldId="266"/>
            <ac:spMk id="3" creationId="{BE9AEF52-C7AA-C5E4-3C7B-E4F837BCCEC3}"/>
          </ac:spMkLst>
        </pc:spChg>
        <pc:spChg chg="mod ord">
          <ac:chgData name="Somak Das" userId="S::sdas@floridapoly.edu::98cebb13-2fc4-4808-95b9-daeb7e6acc01" providerId="AD" clId="Web-{2BA42B70-2560-0A0A-8FF8-7C6117BDD0F6}" dt="2024-09-10T17:27:11.521" v="203"/>
          <ac:spMkLst>
            <pc:docMk/>
            <pc:sldMk cId="1383117199" sldId="266"/>
            <ac:spMk id="4" creationId="{6F0717B9-2D22-2195-039B-EB042F5801FB}"/>
          </ac:spMkLst>
        </pc:spChg>
        <pc:spChg chg="mod ord">
          <ac:chgData name="Somak Das" userId="S::sdas@floridapoly.edu::98cebb13-2fc4-4808-95b9-daeb7e6acc01" providerId="AD" clId="Web-{2BA42B70-2560-0A0A-8FF8-7C6117BDD0F6}" dt="2024-09-10T17:27:11.521" v="203"/>
          <ac:spMkLst>
            <pc:docMk/>
            <pc:sldMk cId="1383117199" sldId="266"/>
            <ac:spMk id="5" creationId="{C0DD902C-53C5-1123-2658-CC026ED65185}"/>
          </ac:spMkLst>
        </pc:spChg>
        <pc:spChg chg="mod ord">
          <ac:chgData name="Somak Das" userId="S::sdas@floridapoly.edu::98cebb13-2fc4-4808-95b9-daeb7e6acc01" providerId="AD" clId="Web-{2BA42B70-2560-0A0A-8FF8-7C6117BDD0F6}" dt="2024-09-10T17:27:11.521" v="203"/>
          <ac:spMkLst>
            <pc:docMk/>
            <pc:sldMk cId="1383117199" sldId="266"/>
            <ac:spMk id="6" creationId="{52360AC7-CFF0-E4FA-8D47-6BD9E1D2A663}"/>
          </ac:spMkLst>
        </pc:spChg>
      </pc:sldChg>
      <pc:sldChg chg="modSp add del mod modClrScheme chgLayout">
        <pc:chgData name="Somak Das" userId="S::sdas@floridapoly.edu::98cebb13-2fc4-4808-95b9-daeb7e6acc01" providerId="AD" clId="Web-{2BA42B70-2560-0A0A-8FF8-7C6117BDD0F6}" dt="2024-09-10T17:51:54.746" v="226"/>
        <pc:sldMkLst>
          <pc:docMk/>
          <pc:sldMk cId="2828046712" sldId="267"/>
        </pc:sldMkLst>
        <pc:spChg chg="mod ord">
          <ac:chgData name="Somak Das" userId="S::sdas@floridapoly.edu::98cebb13-2fc4-4808-95b9-daeb7e6acc01" providerId="AD" clId="Web-{2BA42B70-2560-0A0A-8FF8-7C6117BDD0F6}" dt="2024-09-10T17:25:55.675" v="196" actId="20577"/>
          <ac:spMkLst>
            <pc:docMk/>
            <pc:sldMk cId="2828046712" sldId="267"/>
            <ac:spMk id="2" creationId="{B2FD32C8-AAC3-FE7E-0B28-845795C641E6}"/>
          </ac:spMkLst>
        </pc:spChg>
        <pc:spChg chg="mod ord">
          <ac:chgData name="Somak Das" userId="S::sdas@floridapoly.edu::98cebb13-2fc4-4808-95b9-daeb7e6acc01" providerId="AD" clId="Web-{2BA42B70-2560-0A0A-8FF8-7C6117BDD0F6}" dt="2024-09-10T17:25:47.269" v="191" actId="1076"/>
          <ac:spMkLst>
            <pc:docMk/>
            <pc:sldMk cId="2828046712" sldId="267"/>
            <ac:spMk id="3" creationId="{BE9AEF52-C7AA-C5E4-3C7B-E4F837BCCEC3}"/>
          </ac:spMkLst>
        </pc:spChg>
        <pc:spChg chg="mod ord">
          <ac:chgData name="Somak Das" userId="S::sdas@floridapoly.edu::98cebb13-2fc4-4808-95b9-daeb7e6acc01" providerId="AD" clId="Web-{2BA42B70-2560-0A0A-8FF8-7C6117BDD0F6}" dt="2024-09-10T17:25:33.003" v="189"/>
          <ac:spMkLst>
            <pc:docMk/>
            <pc:sldMk cId="2828046712" sldId="267"/>
            <ac:spMk id="4" creationId="{6F0717B9-2D22-2195-039B-EB042F5801FB}"/>
          </ac:spMkLst>
        </pc:spChg>
        <pc:spChg chg="mod ord">
          <ac:chgData name="Somak Das" userId="S::sdas@floridapoly.edu::98cebb13-2fc4-4808-95b9-daeb7e6acc01" providerId="AD" clId="Web-{2BA42B70-2560-0A0A-8FF8-7C6117BDD0F6}" dt="2024-09-10T17:25:33.003" v="189"/>
          <ac:spMkLst>
            <pc:docMk/>
            <pc:sldMk cId="2828046712" sldId="267"/>
            <ac:spMk id="5" creationId="{C0DD902C-53C5-1123-2658-CC026ED65185}"/>
          </ac:spMkLst>
        </pc:spChg>
        <pc:spChg chg="mod ord">
          <ac:chgData name="Somak Das" userId="S::sdas@floridapoly.edu::98cebb13-2fc4-4808-95b9-daeb7e6acc01" providerId="AD" clId="Web-{2BA42B70-2560-0A0A-8FF8-7C6117BDD0F6}" dt="2024-09-10T17:25:33.003" v="189"/>
          <ac:spMkLst>
            <pc:docMk/>
            <pc:sldMk cId="2828046712" sldId="267"/>
            <ac:spMk id="6" creationId="{52360AC7-CFF0-E4FA-8D47-6BD9E1D2A663}"/>
          </ac:spMkLst>
        </pc:spChg>
      </pc:sldChg>
      <pc:sldChg chg="modSp add del mod modClrScheme chgLayout">
        <pc:chgData name="Somak Das" userId="S::sdas@floridapoly.edu::98cebb13-2fc4-4808-95b9-daeb7e6acc01" providerId="AD" clId="Web-{2BA42B70-2560-0A0A-8FF8-7C6117BDD0F6}" dt="2024-09-10T17:51:54.746" v="225"/>
        <pc:sldMkLst>
          <pc:docMk/>
          <pc:sldMk cId="2600324576" sldId="268"/>
        </pc:sldMkLst>
        <pc:spChg chg="mod ord">
          <ac:chgData name="Somak Das" userId="S::sdas@floridapoly.edu::98cebb13-2fc4-4808-95b9-daeb7e6acc01" providerId="AD" clId="Web-{2BA42B70-2560-0A0A-8FF8-7C6117BDD0F6}" dt="2024-09-10T17:26:30.551" v="198" actId="1076"/>
          <ac:spMkLst>
            <pc:docMk/>
            <pc:sldMk cId="2600324576" sldId="268"/>
            <ac:spMk id="2" creationId="{B2FD32C8-AAC3-FE7E-0B28-845795C641E6}"/>
          </ac:spMkLst>
        </pc:spChg>
        <pc:spChg chg="mod ord">
          <ac:chgData name="Somak Das" userId="S::sdas@floridapoly.edu::98cebb13-2fc4-4808-95b9-daeb7e6acc01" providerId="AD" clId="Web-{2BA42B70-2560-0A0A-8FF8-7C6117BDD0F6}" dt="2024-09-10T17:26:41.380" v="202" actId="20577"/>
          <ac:spMkLst>
            <pc:docMk/>
            <pc:sldMk cId="2600324576" sldId="268"/>
            <ac:spMk id="3" creationId="{BE9AEF52-C7AA-C5E4-3C7B-E4F837BCCEC3}"/>
          </ac:spMkLst>
        </pc:spChg>
        <pc:spChg chg="mod ord">
          <ac:chgData name="Somak Das" userId="S::sdas@floridapoly.edu::98cebb13-2fc4-4808-95b9-daeb7e6acc01" providerId="AD" clId="Web-{2BA42B70-2560-0A0A-8FF8-7C6117BDD0F6}" dt="2024-09-10T17:26:22.051" v="197"/>
          <ac:spMkLst>
            <pc:docMk/>
            <pc:sldMk cId="2600324576" sldId="268"/>
            <ac:spMk id="4" creationId="{6F0717B9-2D22-2195-039B-EB042F5801FB}"/>
          </ac:spMkLst>
        </pc:spChg>
        <pc:spChg chg="mod ord">
          <ac:chgData name="Somak Das" userId="S::sdas@floridapoly.edu::98cebb13-2fc4-4808-95b9-daeb7e6acc01" providerId="AD" clId="Web-{2BA42B70-2560-0A0A-8FF8-7C6117BDD0F6}" dt="2024-09-10T17:26:22.051" v="197"/>
          <ac:spMkLst>
            <pc:docMk/>
            <pc:sldMk cId="2600324576" sldId="268"/>
            <ac:spMk id="5" creationId="{C0DD902C-53C5-1123-2658-CC026ED65185}"/>
          </ac:spMkLst>
        </pc:spChg>
        <pc:spChg chg="mod ord">
          <ac:chgData name="Somak Das" userId="S::sdas@floridapoly.edu::98cebb13-2fc4-4808-95b9-daeb7e6acc01" providerId="AD" clId="Web-{2BA42B70-2560-0A0A-8FF8-7C6117BDD0F6}" dt="2024-09-10T17:26:22.051" v="197"/>
          <ac:spMkLst>
            <pc:docMk/>
            <pc:sldMk cId="2600324576" sldId="268"/>
            <ac:spMk id="6" creationId="{52360AC7-CFF0-E4FA-8D47-6BD9E1D2A663}"/>
          </ac:spMkLst>
        </pc:spChg>
      </pc:sldChg>
      <pc:sldChg chg="addSp modSp new del mod modClrScheme chgLayout">
        <pc:chgData name="Somak Das" userId="S::sdas@floridapoly.edu::98cebb13-2fc4-4808-95b9-daeb7e6acc01" providerId="AD" clId="Web-{2BA42B70-2560-0A0A-8FF8-7C6117BDD0F6}" dt="2024-09-10T17:51:54.793" v="234"/>
        <pc:sldMkLst>
          <pc:docMk/>
          <pc:sldMk cId="3683365250" sldId="388"/>
        </pc:sldMkLst>
        <pc:spChg chg="add mod">
          <ac:chgData name="Somak Das" userId="S::sdas@floridapoly.edu::98cebb13-2fc4-4808-95b9-daeb7e6acc01" providerId="AD" clId="Web-{2BA42B70-2560-0A0A-8FF8-7C6117BDD0F6}" dt="2024-09-10T15:40:20.664" v="108" actId="1076"/>
          <ac:spMkLst>
            <pc:docMk/>
            <pc:sldMk cId="3683365250" sldId="388"/>
            <ac:spMk id="2" creationId="{54FD5E15-B9F7-22AD-BEE9-D76DC9523202}"/>
          </ac:spMkLst>
        </pc:spChg>
        <pc:spChg chg="add mod">
          <ac:chgData name="Somak Das" userId="S::sdas@floridapoly.edu::98cebb13-2fc4-4808-95b9-daeb7e6acc01" providerId="AD" clId="Web-{2BA42B70-2560-0A0A-8FF8-7C6117BDD0F6}" dt="2024-09-10T15:41:17.447" v="120" actId="20577"/>
          <ac:spMkLst>
            <pc:docMk/>
            <pc:sldMk cId="3683365250" sldId="388"/>
            <ac:spMk id="3" creationId="{E312DA93-87DA-42A4-C6F4-EDCE22687F2C}"/>
          </ac:spMkLst>
        </pc:spChg>
      </pc:sldChg>
      <pc:sldChg chg="addSp delSp modSp new del mod modClrScheme chgLayout">
        <pc:chgData name="Somak Das" userId="S::sdas@floridapoly.edu::98cebb13-2fc4-4808-95b9-daeb7e6acc01" providerId="AD" clId="Web-{2BA42B70-2560-0A0A-8FF8-7C6117BDD0F6}" dt="2024-09-10T17:51:54.793" v="233"/>
        <pc:sldMkLst>
          <pc:docMk/>
          <pc:sldMk cId="899146184" sldId="389"/>
        </pc:sldMkLst>
        <pc:spChg chg="add del mod">
          <ac:chgData name="Somak Das" userId="S::sdas@floridapoly.edu::98cebb13-2fc4-4808-95b9-daeb7e6acc01" providerId="AD" clId="Web-{2BA42B70-2560-0A0A-8FF8-7C6117BDD0F6}" dt="2024-09-10T17:33:26.361" v="219" actId="20577"/>
          <ac:spMkLst>
            <pc:docMk/>
            <pc:sldMk cId="899146184" sldId="389"/>
            <ac:spMk id="2" creationId="{32008503-0FB0-5415-870C-4E6F938D5C5E}"/>
          </ac:spMkLst>
        </pc:spChg>
        <pc:spChg chg="add del mod">
          <ac:chgData name="Somak Das" userId="S::sdas@floridapoly.edu::98cebb13-2fc4-4808-95b9-daeb7e6acc01" providerId="AD" clId="Web-{2BA42B70-2560-0A0A-8FF8-7C6117BDD0F6}" dt="2024-09-10T17:33:37.206" v="223" actId="20577"/>
          <ac:spMkLst>
            <pc:docMk/>
            <pc:sldMk cId="899146184" sldId="389"/>
            <ac:spMk id="3" creationId="{DBE6DE07-611E-FFF4-7AA6-3D4EF9077C41}"/>
          </ac:spMkLst>
        </pc:spChg>
      </pc:sldChg>
    </pc:docChg>
  </pc:docChgLst>
  <pc:docChgLst>
    <pc:chgData name="Somak Das" userId="S::sdas@floridapoly.edu::98cebb13-2fc4-4808-95b9-daeb7e6acc01" providerId="AD" clId="Web-{906E69B2-860D-1161-533F-1413CCE595E6}"/>
    <pc:docChg chg="addSld modSld modSection">
      <pc:chgData name="Somak Das" userId="S::sdas@floridapoly.edu::98cebb13-2fc4-4808-95b9-daeb7e6acc01" providerId="AD" clId="Web-{906E69B2-860D-1161-533F-1413CCE595E6}" dt="2024-09-13T02:31:00.329" v="41"/>
      <pc:docMkLst>
        <pc:docMk/>
      </pc:docMkLst>
      <pc:sldChg chg="modSp">
        <pc:chgData name="Somak Das" userId="S::sdas@floridapoly.edu::98cebb13-2fc4-4808-95b9-daeb7e6acc01" providerId="AD" clId="Web-{906E69B2-860D-1161-533F-1413CCE595E6}" dt="2024-09-13T02:10:51.862" v="13" actId="20577"/>
        <pc:sldMkLst>
          <pc:docMk/>
          <pc:sldMk cId="3391494169" sldId="372"/>
        </pc:sldMkLst>
        <pc:spChg chg="mod">
          <ac:chgData name="Somak Das" userId="S::sdas@floridapoly.edu::98cebb13-2fc4-4808-95b9-daeb7e6acc01" providerId="AD" clId="Web-{906E69B2-860D-1161-533F-1413CCE595E6}" dt="2024-09-13T02:10:51.862" v="13" actId="20577"/>
          <ac:spMkLst>
            <pc:docMk/>
            <pc:sldMk cId="3391494169" sldId="372"/>
            <ac:spMk id="4" creationId="{2708C614-1A75-382D-182A-7C2840105176}"/>
          </ac:spMkLst>
        </pc:spChg>
      </pc:sldChg>
      <pc:sldChg chg="addSp delSp modSp add replId">
        <pc:chgData name="Somak Das" userId="S::sdas@floridapoly.edu::98cebb13-2fc4-4808-95b9-daeb7e6acc01" providerId="AD" clId="Web-{906E69B2-860D-1161-533F-1413CCE595E6}" dt="2024-09-13T02:31:00.329" v="41"/>
        <pc:sldMkLst>
          <pc:docMk/>
          <pc:sldMk cId="2925833054" sldId="373"/>
        </pc:sldMkLst>
        <pc:spChg chg="mod">
          <ac:chgData name="Somak Das" userId="S::sdas@floridapoly.edu::98cebb13-2fc4-4808-95b9-daeb7e6acc01" providerId="AD" clId="Web-{906E69B2-860D-1161-533F-1413CCE595E6}" dt="2024-09-13T02:27:42.683" v="32" actId="20577"/>
          <ac:spMkLst>
            <pc:docMk/>
            <pc:sldMk cId="2925833054" sldId="373"/>
            <ac:spMk id="2" creationId="{4158143C-ACFC-F557-95A4-D626317706E0}"/>
          </ac:spMkLst>
        </pc:spChg>
        <pc:spChg chg="del">
          <ac:chgData name="Somak Das" userId="S::sdas@floridapoly.edu::98cebb13-2fc4-4808-95b9-daeb7e6acc01" providerId="AD" clId="Web-{906E69B2-860D-1161-533F-1413CCE595E6}" dt="2024-09-13T02:27:50.168" v="34"/>
          <ac:spMkLst>
            <pc:docMk/>
            <pc:sldMk cId="2925833054" sldId="373"/>
            <ac:spMk id="3" creationId="{78D6B0DC-8DDB-A7DA-E1AC-AD2D78ED7DCB}"/>
          </ac:spMkLst>
        </pc:spChg>
        <pc:spChg chg="del">
          <ac:chgData name="Somak Das" userId="S::sdas@floridapoly.edu::98cebb13-2fc4-4808-95b9-daeb7e6acc01" providerId="AD" clId="Web-{906E69B2-860D-1161-533F-1413CCE595E6}" dt="2024-09-13T02:27:50.168" v="33"/>
          <ac:spMkLst>
            <pc:docMk/>
            <pc:sldMk cId="2925833054" sldId="373"/>
            <ac:spMk id="4" creationId="{2708C614-1A75-382D-182A-7C2840105176}"/>
          </ac:spMkLst>
        </pc:spChg>
        <pc:picChg chg="add mod">
          <ac:chgData name="Somak Das" userId="S::sdas@floridapoly.edu::98cebb13-2fc4-4808-95b9-daeb7e6acc01" providerId="AD" clId="Web-{906E69B2-860D-1161-533F-1413CCE595E6}" dt="2024-09-13T02:30:08.921" v="37" actId="1076"/>
          <ac:picMkLst>
            <pc:docMk/>
            <pc:sldMk cId="2925833054" sldId="373"/>
            <ac:picMk id="5" creationId="{0235A278-8C1B-B2FB-CEEE-C7E269AD0472}"/>
          </ac:picMkLst>
        </pc:picChg>
        <pc:picChg chg="add del mod">
          <ac:chgData name="Somak Das" userId="S::sdas@floridapoly.edu::98cebb13-2fc4-4808-95b9-daeb7e6acc01" providerId="AD" clId="Web-{906E69B2-860D-1161-533F-1413CCE595E6}" dt="2024-09-13T02:31:00.329" v="41"/>
          <ac:picMkLst>
            <pc:docMk/>
            <pc:sldMk cId="2925833054" sldId="373"/>
            <ac:picMk id="6" creationId="{219114EB-DD2A-8CF8-34D8-967F289366A7}"/>
          </ac:picMkLst>
        </pc:picChg>
      </pc:sldChg>
      <pc:sldChg chg="addSp modSp new mod setBg">
        <pc:chgData name="Somak Das" userId="S::sdas@floridapoly.edu::98cebb13-2fc4-4808-95b9-daeb7e6acc01" providerId="AD" clId="Web-{906E69B2-860D-1161-533F-1413CCE595E6}" dt="2024-09-13T02:27:01.307" v="17"/>
        <pc:sldMkLst>
          <pc:docMk/>
          <pc:sldMk cId="1913425355" sldId="374"/>
        </pc:sldMkLst>
        <pc:spChg chg="add">
          <ac:chgData name="Somak Das" userId="S::sdas@floridapoly.edu::98cebb13-2fc4-4808-95b9-daeb7e6acc01" providerId="AD" clId="Web-{906E69B2-860D-1161-533F-1413CCE595E6}" dt="2024-09-13T02:27:01.307" v="17"/>
          <ac:spMkLst>
            <pc:docMk/>
            <pc:sldMk cId="1913425355" sldId="374"/>
            <ac:spMk id="7" creationId="{F3060C83-F051-4F0E-ABAD-AA0DFC48B218}"/>
          </ac:spMkLst>
        </pc:spChg>
        <pc:spChg chg="add">
          <ac:chgData name="Somak Das" userId="S::sdas@floridapoly.edu::98cebb13-2fc4-4808-95b9-daeb7e6acc01" providerId="AD" clId="Web-{906E69B2-860D-1161-533F-1413CCE595E6}" dt="2024-09-13T02:27:01.307" v="17"/>
          <ac:spMkLst>
            <pc:docMk/>
            <pc:sldMk cId="1913425355" sldId="374"/>
            <ac:spMk id="9" creationId="{83C98ABE-055B-441F-B07E-44F97F083C39}"/>
          </ac:spMkLst>
        </pc:spChg>
        <pc:spChg chg="add">
          <ac:chgData name="Somak Das" userId="S::sdas@floridapoly.edu::98cebb13-2fc4-4808-95b9-daeb7e6acc01" providerId="AD" clId="Web-{906E69B2-860D-1161-533F-1413CCE595E6}" dt="2024-09-13T02:27:01.307" v="17"/>
          <ac:spMkLst>
            <pc:docMk/>
            <pc:sldMk cId="1913425355" sldId="374"/>
            <ac:spMk id="11" creationId="{29FDB030-9B49-4CED-8CCD-4D99382388AC}"/>
          </ac:spMkLst>
        </pc:spChg>
        <pc:spChg chg="add">
          <ac:chgData name="Somak Das" userId="S::sdas@floridapoly.edu::98cebb13-2fc4-4808-95b9-daeb7e6acc01" providerId="AD" clId="Web-{906E69B2-860D-1161-533F-1413CCE595E6}" dt="2024-09-13T02:27:01.307" v="17"/>
          <ac:spMkLst>
            <pc:docMk/>
            <pc:sldMk cId="1913425355" sldId="374"/>
            <ac:spMk id="13" creationId="{3783CA14-24A1-485C-8B30-D6A5D87987AD}"/>
          </ac:spMkLst>
        </pc:spChg>
        <pc:spChg chg="add">
          <ac:chgData name="Somak Das" userId="S::sdas@floridapoly.edu::98cebb13-2fc4-4808-95b9-daeb7e6acc01" providerId="AD" clId="Web-{906E69B2-860D-1161-533F-1413CCE595E6}" dt="2024-09-13T02:27:01.307" v="17"/>
          <ac:spMkLst>
            <pc:docMk/>
            <pc:sldMk cId="1913425355" sldId="374"/>
            <ac:spMk id="15" creationId="{9A97C86A-04D6-40F7-AE84-31AB43E6A846}"/>
          </ac:spMkLst>
        </pc:spChg>
        <pc:spChg chg="add">
          <ac:chgData name="Somak Das" userId="S::sdas@floridapoly.edu::98cebb13-2fc4-4808-95b9-daeb7e6acc01" providerId="AD" clId="Web-{906E69B2-860D-1161-533F-1413CCE595E6}" dt="2024-09-13T02:27:01.307" v="17"/>
          <ac:spMkLst>
            <pc:docMk/>
            <pc:sldMk cId="1913425355" sldId="374"/>
            <ac:spMk id="17" creationId="{FF9F2414-84E8-453E-B1F3-389FDE8192D9}"/>
          </ac:spMkLst>
        </pc:spChg>
        <pc:spChg chg="add">
          <ac:chgData name="Somak Das" userId="S::sdas@floridapoly.edu::98cebb13-2fc4-4808-95b9-daeb7e6acc01" providerId="AD" clId="Web-{906E69B2-860D-1161-533F-1413CCE595E6}" dt="2024-09-13T02:27:01.307" v="17"/>
          <ac:spMkLst>
            <pc:docMk/>
            <pc:sldMk cId="1913425355" sldId="374"/>
            <ac:spMk id="19" creationId="{3ECA69A1-7536-43AC-85EF-C7106179F5ED}"/>
          </ac:spMkLst>
        </pc:spChg>
        <pc:picChg chg="add mod">
          <ac:chgData name="Somak Das" userId="S::sdas@floridapoly.edu::98cebb13-2fc4-4808-95b9-daeb7e6acc01" providerId="AD" clId="Web-{906E69B2-860D-1161-533F-1413CCE595E6}" dt="2024-09-13T02:27:01.307" v="17"/>
          <ac:picMkLst>
            <pc:docMk/>
            <pc:sldMk cId="1913425355" sldId="374"/>
            <ac:picMk id="2" creationId="{BEA8A4CC-C5EB-B9FB-8D56-E51A1297BDA3}"/>
          </ac:picMkLst>
        </pc:picChg>
      </pc:sldChg>
      <pc:sldChg chg="add replId">
        <pc:chgData name="Somak Das" userId="S::sdas@floridapoly.edu::98cebb13-2fc4-4808-95b9-daeb7e6acc01" providerId="AD" clId="Web-{906E69B2-860D-1161-533F-1413CCE595E6}" dt="2024-09-13T02:30:57.032" v="40"/>
        <pc:sldMkLst>
          <pc:docMk/>
          <pc:sldMk cId="3047300004" sldId="375"/>
        </pc:sldMkLst>
      </pc:sldChg>
    </pc:docChg>
  </pc:docChgLst>
  <pc:docChgLst>
    <pc:chgData name="Edwar Romero-Ramirez" userId="92bc0edd-ad5d-44a7-8ba7-72607029cc7a" providerId="ADAL" clId="{2411B0E9-5B86-5F47-8642-73065063E12B}"/>
    <pc:docChg chg="undo custSel addSld delSld modSld modSection">
      <pc:chgData name="Edwar Romero-Ramirez" userId="92bc0edd-ad5d-44a7-8ba7-72607029cc7a" providerId="ADAL" clId="{2411B0E9-5B86-5F47-8642-73065063E12B}" dt="2024-06-16T16:54:59.138" v="859" actId="20577"/>
      <pc:docMkLst>
        <pc:docMk/>
      </pc:docMkLst>
      <pc:sldChg chg="modSp">
        <pc:chgData name="Edwar Romero-Ramirez" userId="92bc0edd-ad5d-44a7-8ba7-72607029cc7a" providerId="ADAL" clId="{2411B0E9-5B86-5F47-8642-73065063E12B}" dt="2024-06-16T15:45:33.550" v="21" actId="20577"/>
        <pc:sldMkLst>
          <pc:docMk/>
          <pc:sldMk cId="783844113" sldId="256"/>
        </pc:sldMkLst>
        <pc:spChg chg="mod">
          <ac:chgData name="Edwar Romero-Ramirez" userId="92bc0edd-ad5d-44a7-8ba7-72607029cc7a" providerId="ADAL" clId="{2411B0E9-5B86-5F47-8642-73065063E12B}" dt="2024-06-16T15:45:33.550" v="21" actId="20577"/>
          <ac:spMkLst>
            <pc:docMk/>
            <pc:sldMk cId="783844113" sldId="256"/>
            <ac:spMk id="6" creationId="{86649F24-8FCC-CDEB-B4C7-3B4C1F0F6A52}"/>
          </ac:spMkLst>
        </pc:spChg>
      </pc:sldChg>
      <pc:sldChg chg="add del">
        <pc:chgData name="Edwar Romero-Ramirez" userId="92bc0edd-ad5d-44a7-8ba7-72607029cc7a" providerId="ADAL" clId="{2411B0E9-5B86-5F47-8642-73065063E12B}" dt="2024-06-16T16:16:43.593" v="78" actId="22"/>
        <pc:sldMkLst>
          <pc:docMk/>
          <pc:sldMk cId="3509818843" sldId="346"/>
        </pc:sldMkLst>
      </pc:sldChg>
      <pc:sldChg chg="modSp">
        <pc:chgData name="Edwar Romero-Ramirez" userId="92bc0edd-ad5d-44a7-8ba7-72607029cc7a" providerId="ADAL" clId="{2411B0E9-5B86-5F47-8642-73065063E12B}" dt="2024-06-16T15:46:20.600" v="73" actId="20577"/>
        <pc:sldMkLst>
          <pc:docMk/>
          <pc:sldMk cId="2275632493" sldId="365"/>
        </pc:sldMkLst>
        <pc:spChg chg="mod">
          <ac:chgData name="Edwar Romero-Ramirez" userId="92bc0edd-ad5d-44a7-8ba7-72607029cc7a" providerId="ADAL" clId="{2411B0E9-5B86-5F47-8642-73065063E12B}" dt="2024-06-16T15:46:20.600" v="73" actId="20577"/>
          <ac:spMkLst>
            <pc:docMk/>
            <pc:sldMk cId="2275632493" sldId="365"/>
            <ac:spMk id="6" creationId="{86649F24-8FCC-CDEB-B4C7-3B4C1F0F6A52}"/>
          </ac:spMkLst>
        </pc:spChg>
      </pc:sldChg>
      <pc:sldChg chg="addSp delSp modSp add modNotesTx">
        <pc:chgData name="Edwar Romero-Ramirez" userId="92bc0edd-ad5d-44a7-8ba7-72607029cc7a" providerId="ADAL" clId="{2411B0E9-5B86-5F47-8642-73065063E12B}" dt="2024-06-16T16:36:41.504" v="287" actId="20577"/>
        <pc:sldMkLst>
          <pc:docMk/>
          <pc:sldMk cId="936853904" sldId="375"/>
        </pc:sldMkLst>
        <pc:spChg chg="mod">
          <ac:chgData name="Edwar Romero-Ramirez" userId="92bc0edd-ad5d-44a7-8ba7-72607029cc7a" providerId="ADAL" clId="{2411B0E9-5B86-5F47-8642-73065063E12B}" dt="2024-06-16T16:29:56.247" v="89" actId="22"/>
          <ac:spMkLst>
            <pc:docMk/>
            <pc:sldMk cId="936853904" sldId="375"/>
            <ac:spMk id="2" creationId="{759D9DBF-9C2C-417C-A23D-83C897A4DDC9}"/>
          </ac:spMkLst>
        </pc:spChg>
        <pc:spChg chg="mod">
          <ac:chgData name="Edwar Romero-Ramirez" userId="92bc0edd-ad5d-44a7-8ba7-72607029cc7a" providerId="ADAL" clId="{2411B0E9-5B86-5F47-8642-73065063E12B}" dt="2024-06-16T16:36:41.504" v="287" actId="20577"/>
          <ac:spMkLst>
            <pc:docMk/>
            <pc:sldMk cId="936853904" sldId="375"/>
            <ac:spMk id="3" creationId="{10AD0E58-93FB-6A47-493C-616E6D59704E}"/>
          </ac:spMkLst>
        </pc:spChg>
        <pc:picChg chg="del">
          <ac:chgData name="Edwar Romero-Ramirez" userId="92bc0edd-ad5d-44a7-8ba7-72607029cc7a" providerId="ADAL" clId="{2411B0E9-5B86-5F47-8642-73065063E12B}" dt="2024-06-16T16:16:58.346" v="81" actId="478"/>
          <ac:picMkLst>
            <pc:docMk/>
            <pc:sldMk cId="936853904" sldId="375"/>
            <ac:picMk id="9" creationId="{FA24FF5C-1E27-EF8D-1247-D801F07A3A86}"/>
          </ac:picMkLst>
        </pc:picChg>
        <pc:picChg chg="del">
          <ac:chgData name="Edwar Romero-Ramirez" userId="92bc0edd-ad5d-44a7-8ba7-72607029cc7a" providerId="ADAL" clId="{2411B0E9-5B86-5F47-8642-73065063E12B}" dt="2024-06-16T16:16:57.622" v="80" actId="478"/>
          <ac:picMkLst>
            <pc:docMk/>
            <pc:sldMk cId="936853904" sldId="375"/>
            <ac:picMk id="10" creationId="{36811DD9-DD55-2B88-0E59-03FBDEBA3E88}"/>
          </ac:picMkLst>
        </pc:picChg>
        <pc:picChg chg="del">
          <ac:chgData name="Edwar Romero-Ramirez" userId="92bc0edd-ad5d-44a7-8ba7-72607029cc7a" providerId="ADAL" clId="{2411B0E9-5B86-5F47-8642-73065063E12B}" dt="2024-06-16T16:16:59.067" v="82" actId="478"/>
          <ac:picMkLst>
            <pc:docMk/>
            <pc:sldMk cId="936853904" sldId="375"/>
            <ac:picMk id="11" creationId="{68E480E0-FA87-048B-6A65-3BDB885AEE62}"/>
          </ac:picMkLst>
        </pc:picChg>
        <pc:picChg chg="add del mod">
          <ac:chgData name="Edwar Romero-Ramirez" userId="92bc0edd-ad5d-44a7-8ba7-72607029cc7a" providerId="ADAL" clId="{2411B0E9-5B86-5F47-8642-73065063E12B}" dt="2024-06-16T16:29:35.925" v="88" actId="478"/>
          <ac:picMkLst>
            <pc:docMk/>
            <pc:sldMk cId="936853904" sldId="375"/>
            <ac:picMk id="14" creationId="{E805E368-FDFA-96F2-0ECC-C29DAE2E68B9}"/>
          </ac:picMkLst>
        </pc:picChg>
        <pc:picChg chg="del">
          <ac:chgData name="Edwar Romero-Ramirez" userId="92bc0edd-ad5d-44a7-8ba7-72607029cc7a" providerId="ADAL" clId="{2411B0E9-5B86-5F47-8642-73065063E12B}" dt="2024-06-16T16:16:55.585" v="79" actId="478"/>
          <ac:picMkLst>
            <pc:docMk/>
            <pc:sldMk cId="936853904" sldId="375"/>
            <ac:picMk id="15" creationId="{8302A4BB-BEF3-78C0-548F-1C00B9EB3CB8}"/>
          </ac:picMkLst>
        </pc:picChg>
        <pc:picChg chg="del">
          <ac:chgData name="Edwar Romero-Ramirez" userId="92bc0edd-ad5d-44a7-8ba7-72607029cc7a" providerId="ADAL" clId="{2411B0E9-5B86-5F47-8642-73065063E12B}" dt="2024-06-16T16:30:00.912" v="90" actId="478"/>
          <ac:picMkLst>
            <pc:docMk/>
            <pc:sldMk cId="936853904" sldId="375"/>
            <ac:picMk id="16" creationId="{3EDE6D08-50D5-0D43-BF0F-F0C4A669C3FF}"/>
          </ac:picMkLst>
        </pc:picChg>
        <pc:picChg chg="add del mod">
          <ac:chgData name="Edwar Romero-Ramirez" userId="92bc0edd-ad5d-44a7-8ba7-72607029cc7a" providerId="ADAL" clId="{2411B0E9-5B86-5F47-8642-73065063E12B}" dt="2024-06-16T16:33:44.306" v="98" actId="478"/>
          <ac:picMkLst>
            <pc:docMk/>
            <pc:sldMk cId="936853904" sldId="375"/>
            <ac:picMk id="19" creationId="{02F94B82-4E59-E16F-0BAA-857B171BE1D8}"/>
          </ac:picMkLst>
        </pc:picChg>
        <pc:picChg chg="add del mod">
          <ac:chgData name="Edwar Romero-Ramirez" userId="92bc0edd-ad5d-44a7-8ba7-72607029cc7a" providerId="ADAL" clId="{2411B0E9-5B86-5F47-8642-73065063E12B}" dt="2024-06-16T16:33:43.015" v="97" actId="478"/>
          <ac:picMkLst>
            <pc:docMk/>
            <pc:sldMk cId="936853904" sldId="375"/>
            <ac:picMk id="22" creationId="{AEF6C886-AAF3-B7CD-ED50-FBA0771CC37A}"/>
          </ac:picMkLst>
        </pc:picChg>
        <pc:picChg chg="add mod">
          <ac:chgData name="Edwar Romero-Ramirez" userId="92bc0edd-ad5d-44a7-8ba7-72607029cc7a" providerId="ADAL" clId="{2411B0E9-5B86-5F47-8642-73065063E12B}" dt="2024-06-16T16:34:11.554" v="103" actId="14100"/>
          <ac:picMkLst>
            <pc:docMk/>
            <pc:sldMk cId="936853904" sldId="375"/>
            <ac:picMk id="25" creationId="{0A199BFD-2875-969E-ED1E-947E2F403C4B}"/>
          </ac:picMkLst>
        </pc:picChg>
        <pc:picChg chg="add mod">
          <ac:chgData name="Edwar Romero-Ramirez" userId="92bc0edd-ad5d-44a7-8ba7-72607029cc7a" providerId="ADAL" clId="{2411B0E9-5B86-5F47-8642-73065063E12B}" dt="2024-06-16T16:34:18.518" v="105" actId="14100"/>
          <ac:picMkLst>
            <pc:docMk/>
            <pc:sldMk cId="936853904" sldId="375"/>
            <ac:picMk id="28" creationId="{E287BECC-3C16-892D-10A9-365E452677A7}"/>
          </ac:picMkLst>
        </pc:picChg>
      </pc:sldChg>
      <pc:sldChg chg="addSp delSp modSp add">
        <pc:chgData name="Edwar Romero-Ramirez" userId="92bc0edd-ad5d-44a7-8ba7-72607029cc7a" providerId="ADAL" clId="{2411B0E9-5B86-5F47-8642-73065063E12B}" dt="2024-06-16T16:49:36.996" v="491" actId="207"/>
        <pc:sldMkLst>
          <pc:docMk/>
          <pc:sldMk cId="783102877" sldId="376"/>
        </pc:sldMkLst>
        <pc:spChg chg="mod">
          <ac:chgData name="Edwar Romero-Ramirez" userId="92bc0edd-ad5d-44a7-8ba7-72607029cc7a" providerId="ADAL" clId="{2411B0E9-5B86-5F47-8642-73065063E12B}" dt="2024-06-16T16:42:56.135" v="300" actId="20577"/>
          <ac:spMkLst>
            <pc:docMk/>
            <pc:sldMk cId="783102877" sldId="376"/>
            <ac:spMk id="3" creationId="{10AD0E58-93FB-6A47-493C-616E6D59704E}"/>
          </ac:spMkLst>
        </pc:spChg>
        <pc:spChg chg="add mod ord">
          <ac:chgData name="Edwar Romero-Ramirez" userId="92bc0edd-ad5d-44a7-8ba7-72607029cc7a" providerId="ADAL" clId="{2411B0E9-5B86-5F47-8642-73065063E12B}" dt="2024-06-16T16:49:36.996" v="491" actId="207"/>
          <ac:spMkLst>
            <pc:docMk/>
            <pc:sldMk cId="783102877" sldId="376"/>
            <ac:spMk id="16" creationId="{1CB7A709-C4D1-B131-0F7B-00239AA28768}"/>
          </ac:spMkLst>
        </pc:spChg>
        <pc:spChg chg="add del">
          <ac:chgData name="Edwar Romero-Ramirez" userId="92bc0edd-ad5d-44a7-8ba7-72607029cc7a" providerId="ADAL" clId="{2411B0E9-5B86-5F47-8642-73065063E12B}" dt="2024-06-16T16:44:21.305" v="306" actId="22"/>
          <ac:spMkLst>
            <pc:docMk/>
            <pc:sldMk cId="783102877" sldId="376"/>
            <ac:spMk id="18" creationId="{96B2D98A-19E8-011A-D328-A3BC57C6DD03}"/>
          </ac:spMkLst>
        </pc:spChg>
        <pc:picChg chg="add del mod">
          <ac:chgData name="Edwar Romero-Ramirez" userId="92bc0edd-ad5d-44a7-8ba7-72607029cc7a" providerId="ADAL" clId="{2411B0E9-5B86-5F47-8642-73065063E12B}" dt="2024-06-16T16:43:57.216" v="303" actId="478"/>
          <ac:picMkLst>
            <pc:docMk/>
            <pc:sldMk cId="783102877" sldId="376"/>
            <ac:picMk id="11" creationId="{DAD410AE-1172-7544-2038-4A1D8E899633}"/>
          </ac:picMkLst>
        </pc:picChg>
        <pc:picChg chg="add mod">
          <ac:chgData name="Edwar Romero-Ramirez" userId="92bc0edd-ad5d-44a7-8ba7-72607029cc7a" providerId="ADAL" clId="{2411B0E9-5B86-5F47-8642-73065063E12B}" dt="2024-06-16T16:42:28.957" v="297" actId="1076"/>
          <ac:picMkLst>
            <pc:docMk/>
            <pc:sldMk cId="783102877" sldId="376"/>
            <ac:picMk id="14" creationId="{30837F2A-69A9-79E5-78E6-FAC3CD27033B}"/>
          </ac:picMkLst>
        </pc:picChg>
        <pc:picChg chg="add mod">
          <ac:chgData name="Edwar Romero-Ramirez" userId="92bc0edd-ad5d-44a7-8ba7-72607029cc7a" providerId="ADAL" clId="{2411B0E9-5B86-5F47-8642-73065063E12B}" dt="2024-06-16T16:49:00.496" v="487" actId="1076"/>
          <ac:picMkLst>
            <pc:docMk/>
            <pc:sldMk cId="783102877" sldId="376"/>
            <ac:picMk id="21" creationId="{5BBEB755-66AC-53A3-3491-7136D2DC31FF}"/>
          </ac:picMkLst>
        </pc:picChg>
        <pc:picChg chg="del">
          <ac:chgData name="Edwar Romero-Ramirez" userId="92bc0edd-ad5d-44a7-8ba7-72607029cc7a" providerId="ADAL" clId="{2411B0E9-5B86-5F47-8642-73065063E12B}" dt="2024-06-16T16:40:49.623" v="289" actId="478"/>
          <ac:picMkLst>
            <pc:docMk/>
            <pc:sldMk cId="783102877" sldId="376"/>
            <ac:picMk id="25" creationId="{0A199BFD-2875-969E-ED1E-947E2F403C4B}"/>
          </ac:picMkLst>
        </pc:picChg>
        <pc:picChg chg="del">
          <ac:chgData name="Edwar Romero-Ramirez" userId="92bc0edd-ad5d-44a7-8ba7-72607029cc7a" providerId="ADAL" clId="{2411B0E9-5B86-5F47-8642-73065063E12B}" dt="2024-06-16T16:40:51.519" v="290" actId="478"/>
          <ac:picMkLst>
            <pc:docMk/>
            <pc:sldMk cId="783102877" sldId="376"/>
            <ac:picMk id="28" creationId="{E287BECC-3C16-892D-10A9-365E452677A7}"/>
          </ac:picMkLst>
        </pc:picChg>
      </pc:sldChg>
      <pc:sldChg chg="delSp modSp add">
        <pc:chgData name="Edwar Romero-Ramirez" userId="92bc0edd-ad5d-44a7-8ba7-72607029cc7a" providerId="ADAL" clId="{2411B0E9-5B86-5F47-8642-73065063E12B}" dt="2024-06-16T16:54:59.138" v="859" actId="20577"/>
        <pc:sldMkLst>
          <pc:docMk/>
          <pc:sldMk cId="3036108891" sldId="377"/>
        </pc:sldMkLst>
        <pc:spChg chg="mod">
          <ac:chgData name="Edwar Romero-Ramirez" userId="92bc0edd-ad5d-44a7-8ba7-72607029cc7a" providerId="ADAL" clId="{2411B0E9-5B86-5F47-8642-73065063E12B}" dt="2024-06-16T16:54:59.138" v="859" actId="20577"/>
          <ac:spMkLst>
            <pc:docMk/>
            <pc:sldMk cId="3036108891" sldId="377"/>
            <ac:spMk id="3" creationId="{10AD0E58-93FB-6A47-493C-616E6D59704E}"/>
          </ac:spMkLst>
        </pc:spChg>
        <pc:spChg chg="del">
          <ac:chgData name="Edwar Romero-Ramirez" userId="92bc0edd-ad5d-44a7-8ba7-72607029cc7a" providerId="ADAL" clId="{2411B0E9-5B86-5F47-8642-73065063E12B}" dt="2024-06-16T16:50:54.307" v="493" actId="478"/>
          <ac:spMkLst>
            <pc:docMk/>
            <pc:sldMk cId="3036108891" sldId="377"/>
            <ac:spMk id="16" creationId="{1CB7A709-C4D1-B131-0F7B-00239AA28768}"/>
          </ac:spMkLst>
        </pc:spChg>
        <pc:picChg chg="del">
          <ac:chgData name="Edwar Romero-Ramirez" userId="92bc0edd-ad5d-44a7-8ba7-72607029cc7a" providerId="ADAL" clId="{2411B0E9-5B86-5F47-8642-73065063E12B}" dt="2024-06-16T16:50:56.156" v="494" actId="478"/>
          <ac:picMkLst>
            <pc:docMk/>
            <pc:sldMk cId="3036108891" sldId="377"/>
            <ac:picMk id="14" creationId="{30837F2A-69A9-79E5-78E6-FAC3CD27033B}"/>
          </ac:picMkLst>
        </pc:picChg>
        <pc:picChg chg="del">
          <ac:chgData name="Edwar Romero-Ramirez" userId="92bc0edd-ad5d-44a7-8ba7-72607029cc7a" providerId="ADAL" clId="{2411B0E9-5B86-5F47-8642-73065063E12B}" dt="2024-06-16T16:50:57.616" v="495" actId="478"/>
          <ac:picMkLst>
            <pc:docMk/>
            <pc:sldMk cId="3036108891" sldId="377"/>
            <ac:picMk id="21" creationId="{5BBEB755-66AC-53A3-3491-7136D2DC31FF}"/>
          </ac:picMkLst>
        </pc:picChg>
      </pc:sldChg>
    </pc:docChg>
  </pc:docChgLst>
  <pc:docChgLst>
    <pc:chgData name="Edwar Romero-Ramirez" userId="92bc0edd-ad5d-44a7-8ba7-72607029cc7a" providerId="ADAL" clId="{82FA9D74-6A72-4B45-873D-1296FFFC9B42}"/>
    <pc:docChg chg="undo custSel addSld delSld modSld modSection">
      <pc:chgData name="Edwar Romero-Ramirez" userId="92bc0edd-ad5d-44a7-8ba7-72607029cc7a" providerId="ADAL" clId="{82FA9D74-6A72-4B45-873D-1296FFFC9B42}" dt="2024-07-01T16:33:23.613" v="3567" actId="113"/>
      <pc:docMkLst>
        <pc:docMk/>
      </pc:docMkLst>
      <pc:sldChg chg="modSp mod">
        <pc:chgData name="Edwar Romero-Ramirez" userId="92bc0edd-ad5d-44a7-8ba7-72607029cc7a" providerId="ADAL" clId="{82FA9D74-6A72-4B45-873D-1296FFFC9B42}" dt="2024-07-01T16:33:23.613" v="3567" actId="113"/>
        <pc:sldMkLst>
          <pc:docMk/>
          <pc:sldMk cId="4139804777" sldId="330"/>
        </pc:sldMkLst>
        <pc:spChg chg="mod">
          <ac:chgData name="Edwar Romero-Ramirez" userId="92bc0edd-ad5d-44a7-8ba7-72607029cc7a" providerId="ADAL" clId="{82FA9D74-6A72-4B45-873D-1296FFFC9B42}" dt="2024-07-01T16:33:23.613" v="3567" actId="113"/>
          <ac:spMkLst>
            <pc:docMk/>
            <pc:sldMk cId="4139804777" sldId="330"/>
            <ac:spMk id="3" creationId="{799B180D-4364-B046-CF85-E1C85B403559}"/>
          </ac:spMkLst>
        </pc:spChg>
      </pc:sldChg>
      <pc:sldChg chg="modSp mod">
        <pc:chgData name="Edwar Romero-Ramirez" userId="92bc0edd-ad5d-44a7-8ba7-72607029cc7a" providerId="ADAL" clId="{82FA9D74-6A72-4B45-873D-1296FFFC9B42}" dt="2024-05-29T16:50:38.687" v="148" actId="207"/>
        <pc:sldMkLst>
          <pc:docMk/>
          <pc:sldMk cId="2289991728" sldId="342"/>
        </pc:sldMkLst>
        <pc:spChg chg="mod">
          <ac:chgData name="Edwar Romero-Ramirez" userId="92bc0edd-ad5d-44a7-8ba7-72607029cc7a" providerId="ADAL" clId="{82FA9D74-6A72-4B45-873D-1296FFFC9B42}" dt="2024-05-29T16:50:38.687" v="148" actId="207"/>
          <ac:spMkLst>
            <pc:docMk/>
            <pc:sldMk cId="2289991728" sldId="342"/>
            <ac:spMk id="3" creationId="{78D6B0DC-8DDB-A7DA-E1AC-AD2D78ED7DCB}"/>
          </ac:spMkLst>
        </pc:spChg>
      </pc:sldChg>
      <pc:sldChg chg="modSp mod">
        <pc:chgData name="Edwar Romero-Ramirez" userId="92bc0edd-ad5d-44a7-8ba7-72607029cc7a" providerId="ADAL" clId="{82FA9D74-6A72-4B45-873D-1296FFFC9B42}" dt="2024-06-25T03:25:08.344" v="2756" actId="20577"/>
        <pc:sldMkLst>
          <pc:docMk/>
          <pc:sldMk cId="1865576695" sldId="344"/>
        </pc:sldMkLst>
        <pc:spChg chg="mod">
          <ac:chgData name="Edwar Romero-Ramirez" userId="92bc0edd-ad5d-44a7-8ba7-72607029cc7a" providerId="ADAL" clId="{82FA9D74-6A72-4B45-873D-1296FFFC9B42}" dt="2024-06-25T03:25:08.344" v="2756" actId="20577"/>
          <ac:spMkLst>
            <pc:docMk/>
            <pc:sldMk cId="1865576695" sldId="344"/>
            <ac:spMk id="2" creationId="{4D3BEB11-28D7-C522-E5E9-6807A609E96E}"/>
          </ac:spMkLst>
        </pc:spChg>
      </pc:sldChg>
      <pc:sldChg chg="addSp delSp modSp new mod modNotesTx">
        <pc:chgData name="Edwar Romero-Ramirez" userId="92bc0edd-ad5d-44a7-8ba7-72607029cc7a" providerId="ADAL" clId="{82FA9D74-6A72-4B45-873D-1296FFFC9B42}" dt="2024-06-06T15:16:05.436" v="613" actId="207"/>
        <pc:sldMkLst>
          <pc:docMk/>
          <pc:sldMk cId="450661816" sldId="349"/>
        </pc:sldMkLst>
        <pc:spChg chg="mod">
          <ac:chgData name="Edwar Romero-Ramirez" userId="92bc0edd-ad5d-44a7-8ba7-72607029cc7a" providerId="ADAL" clId="{82FA9D74-6A72-4B45-873D-1296FFFC9B42}" dt="2024-05-29T16:46:40.607" v="69" actId="20577"/>
          <ac:spMkLst>
            <pc:docMk/>
            <pc:sldMk cId="450661816" sldId="349"/>
            <ac:spMk id="2" creationId="{A43E3E30-0CCC-0FCC-69DC-1C2820744E12}"/>
          </ac:spMkLst>
        </pc:spChg>
        <pc:spChg chg="mod">
          <ac:chgData name="Edwar Romero-Ramirez" userId="92bc0edd-ad5d-44a7-8ba7-72607029cc7a" providerId="ADAL" clId="{82FA9D74-6A72-4B45-873D-1296FFFC9B42}" dt="2024-06-06T15:16:05.436" v="613" actId="207"/>
          <ac:spMkLst>
            <pc:docMk/>
            <pc:sldMk cId="450661816" sldId="349"/>
            <ac:spMk id="3" creationId="{9556065C-AC8D-F8CF-D5A2-F5C7B2A8889E}"/>
          </ac:spMkLst>
        </pc:spChg>
        <pc:picChg chg="add del mod modCrop">
          <ac:chgData name="Edwar Romero-Ramirez" userId="92bc0edd-ad5d-44a7-8ba7-72607029cc7a" providerId="ADAL" clId="{82FA9D74-6A72-4B45-873D-1296FFFC9B42}" dt="2024-06-06T15:08:53.574" v="305" actId="478"/>
          <ac:picMkLst>
            <pc:docMk/>
            <pc:sldMk cId="450661816" sldId="349"/>
            <ac:picMk id="5" creationId="{CD575DE4-55EC-7782-3D00-39E2D524E9E6}"/>
          </ac:picMkLst>
        </pc:picChg>
        <pc:picChg chg="add mod">
          <ac:chgData name="Edwar Romero-Ramirez" userId="92bc0edd-ad5d-44a7-8ba7-72607029cc7a" providerId="ADAL" clId="{82FA9D74-6A72-4B45-873D-1296FFFC9B42}" dt="2024-06-06T15:09:01.399" v="308" actId="1076"/>
          <ac:picMkLst>
            <pc:docMk/>
            <pc:sldMk cId="450661816" sldId="349"/>
            <ac:picMk id="6" creationId="{6C46A5C2-1BE2-6602-320D-E379367D8360}"/>
          </ac:picMkLst>
        </pc:picChg>
      </pc:sldChg>
      <pc:sldChg chg="addSp delSp modSp add mod modNotesTx">
        <pc:chgData name="Edwar Romero-Ramirez" userId="92bc0edd-ad5d-44a7-8ba7-72607029cc7a" providerId="ADAL" clId="{82FA9D74-6A72-4B45-873D-1296FFFC9B42}" dt="2024-06-06T15:24:52.006" v="807" actId="108"/>
        <pc:sldMkLst>
          <pc:docMk/>
          <pc:sldMk cId="756175004" sldId="350"/>
        </pc:sldMkLst>
        <pc:spChg chg="mod">
          <ac:chgData name="Edwar Romero-Ramirez" userId="92bc0edd-ad5d-44a7-8ba7-72607029cc7a" providerId="ADAL" clId="{82FA9D74-6A72-4B45-873D-1296FFFC9B42}" dt="2024-06-06T15:24:52.006" v="807" actId="108"/>
          <ac:spMkLst>
            <pc:docMk/>
            <pc:sldMk cId="756175004" sldId="350"/>
            <ac:spMk id="3" creationId="{9556065C-AC8D-F8CF-D5A2-F5C7B2A8889E}"/>
          </ac:spMkLst>
        </pc:spChg>
        <pc:spChg chg="add mod">
          <ac:chgData name="Edwar Romero-Ramirez" userId="92bc0edd-ad5d-44a7-8ba7-72607029cc7a" providerId="ADAL" clId="{82FA9D74-6A72-4B45-873D-1296FFFC9B42}" dt="2024-06-06T15:14:14.457" v="552" actId="57"/>
          <ac:spMkLst>
            <pc:docMk/>
            <pc:sldMk cId="756175004" sldId="350"/>
            <ac:spMk id="5" creationId="{3F1CE5EF-1993-48B6-7353-FC6D457CA39A}"/>
          </ac:spMkLst>
        </pc:spChg>
        <pc:picChg chg="del">
          <ac:chgData name="Edwar Romero-Ramirez" userId="92bc0edd-ad5d-44a7-8ba7-72607029cc7a" providerId="ADAL" clId="{82FA9D74-6A72-4B45-873D-1296FFFC9B42}" dt="2024-05-29T16:54:21.358" v="260" actId="478"/>
          <ac:picMkLst>
            <pc:docMk/>
            <pc:sldMk cId="756175004" sldId="350"/>
            <ac:picMk id="5" creationId="{CD575DE4-55EC-7782-3D00-39E2D524E9E6}"/>
          </ac:picMkLst>
        </pc:picChg>
        <pc:picChg chg="add mod">
          <ac:chgData name="Edwar Romero-Ramirez" userId="92bc0edd-ad5d-44a7-8ba7-72607029cc7a" providerId="ADAL" clId="{82FA9D74-6A72-4B45-873D-1296FFFC9B42}" dt="2024-05-29T16:54:32.230" v="264" actId="1076"/>
          <ac:picMkLst>
            <pc:docMk/>
            <pc:sldMk cId="756175004" sldId="350"/>
            <ac:picMk id="6" creationId="{50535E7C-5C90-3DB5-404B-E48DB8C9ECFD}"/>
          </ac:picMkLst>
        </pc:picChg>
      </pc:sldChg>
      <pc:sldChg chg="modSp add mod">
        <pc:chgData name="Edwar Romero-Ramirez" userId="92bc0edd-ad5d-44a7-8ba7-72607029cc7a" providerId="ADAL" clId="{82FA9D74-6A72-4B45-873D-1296FFFC9B42}" dt="2024-06-06T15:32:25.850" v="1313" actId="20577"/>
        <pc:sldMkLst>
          <pc:docMk/>
          <pc:sldMk cId="3912467275" sldId="351"/>
        </pc:sldMkLst>
        <pc:spChg chg="mod">
          <ac:chgData name="Edwar Romero-Ramirez" userId="92bc0edd-ad5d-44a7-8ba7-72607029cc7a" providerId="ADAL" clId="{82FA9D74-6A72-4B45-873D-1296FFFC9B42}" dt="2024-06-06T15:25:14.678" v="824" actId="20577"/>
          <ac:spMkLst>
            <pc:docMk/>
            <pc:sldMk cId="3912467275" sldId="351"/>
            <ac:spMk id="2" creationId="{A43E3E30-0CCC-0FCC-69DC-1C2820744E12}"/>
          </ac:spMkLst>
        </pc:spChg>
        <pc:spChg chg="mod">
          <ac:chgData name="Edwar Romero-Ramirez" userId="92bc0edd-ad5d-44a7-8ba7-72607029cc7a" providerId="ADAL" clId="{82FA9D74-6A72-4B45-873D-1296FFFC9B42}" dt="2024-06-06T15:32:25.850" v="1313" actId="20577"/>
          <ac:spMkLst>
            <pc:docMk/>
            <pc:sldMk cId="3912467275" sldId="351"/>
            <ac:spMk id="3" creationId="{9556065C-AC8D-F8CF-D5A2-F5C7B2A8889E}"/>
          </ac:spMkLst>
        </pc:spChg>
        <pc:picChg chg="ord">
          <ac:chgData name="Edwar Romero-Ramirez" userId="92bc0edd-ad5d-44a7-8ba7-72607029cc7a" providerId="ADAL" clId="{82FA9D74-6A72-4B45-873D-1296FFFC9B42}" dt="2024-06-06T15:25:44.033" v="830" actId="167"/>
          <ac:picMkLst>
            <pc:docMk/>
            <pc:sldMk cId="3912467275" sldId="351"/>
            <ac:picMk id="6" creationId="{50535E7C-5C90-3DB5-404B-E48DB8C9ECFD}"/>
          </ac:picMkLst>
        </pc:picChg>
      </pc:sldChg>
      <pc:sldChg chg="modSp add mod">
        <pc:chgData name="Edwar Romero-Ramirez" userId="92bc0edd-ad5d-44a7-8ba7-72607029cc7a" providerId="ADAL" clId="{82FA9D74-6A72-4B45-873D-1296FFFC9B42}" dt="2024-06-06T16:56:34.081" v="2728" actId="20577"/>
        <pc:sldMkLst>
          <pc:docMk/>
          <pc:sldMk cId="839535825" sldId="352"/>
        </pc:sldMkLst>
        <pc:spChg chg="mod">
          <ac:chgData name="Edwar Romero-Ramirez" userId="92bc0edd-ad5d-44a7-8ba7-72607029cc7a" providerId="ADAL" clId="{82FA9D74-6A72-4B45-873D-1296FFFC9B42}" dt="2024-06-06T16:56:34.081" v="2728" actId="20577"/>
          <ac:spMkLst>
            <pc:docMk/>
            <pc:sldMk cId="839535825" sldId="352"/>
            <ac:spMk id="3" creationId="{9556065C-AC8D-F8CF-D5A2-F5C7B2A8889E}"/>
          </ac:spMkLst>
        </pc:spChg>
      </pc:sldChg>
      <pc:sldChg chg="modSp add mod">
        <pc:chgData name="Edwar Romero-Ramirez" userId="92bc0edd-ad5d-44a7-8ba7-72607029cc7a" providerId="ADAL" clId="{82FA9D74-6A72-4B45-873D-1296FFFC9B42}" dt="2024-06-06T16:56:30.062" v="2725" actId="20577"/>
        <pc:sldMkLst>
          <pc:docMk/>
          <pc:sldMk cId="2838901669" sldId="353"/>
        </pc:sldMkLst>
        <pc:spChg chg="mod">
          <ac:chgData name="Edwar Romero-Ramirez" userId="92bc0edd-ad5d-44a7-8ba7-72607029cc7a" providerId="ADAL" clId="{82FA9D74-6A72-4B45-873D-1296FFFC9B42}" dt="2024-06-06T16:56:30.062" v="2725" actId="20577"/>
          <ac:spMkLst>
            <pc:docMk/>
            <pc:sldMk cId="2838901669" sldId="353"/>
            <ac:spMk id="3" creationId="{9556065C-AC8D-F8CF-D5A2-F5C7B2A8889E}"/>
          </ac:spMkLst>
        </pc:spChg>
      </pc:sldChg>
      <pc:sldChg chg="addSp modSp add mod">
        <pc:chgData name="Edwar Romero-Ramirez" userId="92bc0edd-ad5d-44a7-8ba7-72607029cc7a" providerId="ADAL" clId="{82FA9D74-6A72-4B45-873D-1296FFFC9B42}" dt="2024-06-06T16:42:24.521" v="2225" actId="1038"/>
        <pc:sldMkLst>
          <pc:docMk/>
          <pc:sldMk cId="3245362616" sldId="354"/>
        </pc:sldMkLst>
        <pc:spChg chg="mod">
          <ac:chgData name="Edwar Romero-Ramirez" userId="92bc0edd-ad5d-44a7-8ba7-72607029cc7a" providerId="ADAL" clId="{82FA9D74-6A72-4B45-873D-1296FFFC9B42}" dt="2024-06-06T16:39:04.444" v="2021" actId="20577"/>
          <ac:spMkLst>
            <pc:docMk/>
            <pc:sldMk cId="3245362616" sldId="354"/>
            <ac:spMk id="2" creationId="{A43E3E30-0CCC-0FCC-69DC-1C2820744E12}"/>
          </ac:spMkLst>
        </pc:spChg>
        <pc:spChg chg="mod">
          <ac:chgData name="Edwar Romero-Ramirez" userId="92bc0edd-ad5d-44a7-8ba7-72607029cc7a" providerId="ADAL" clId="{82FA9D74-6A72-4B45-873D-1296FFFC9B42}" dt="2024-06-06T16:37:34.605" v="1991" actId="207"/>
          <ac:spMkLst>
            <pc:docMk/>
            <pc:sldMk cId="3245362616" sldId="354"/>
            <ac:spMk id="3" creationId="{9556065C-AC8D-F8CF-D5A2-F5C7B2A8889E}"/>
          </ac:spMkLst>
        </pc:spChg>
        <pc:spChg chg="add mod">
          <ac:chgData name="Edwar Romero-Ramirez" userId="92bc0edd-ad5d-44a7-8ba7-72607029cc7a" providerId="ADAL" clId="{82FA9D74-6A72-4B45-873D-1296FFFC9B42}" dt="2024-06-06T16:41:59.626" v="2205" actId="1038"/>
          <ac:spMkLst>
            <pc:docMk/>
            <pc:sldMk cId="3245362616" sldId="354"/>
            <ac:spMk id="4" creationId="{11EE0B85-E429-8E8F-8471-C8730B66B3F1}"/>
          </ac:spMkLst>
        </pc:spChg>
        <pc:spChg chg="add mod">
          <ac:chgData name="Edwar Romero-Ramirez" userId="92bc0edd-ad5d-44a7-8ba7-72607029cc7a" providerId="ADAL" clId="{82FA9D74-6A72-4B45-873D-1296FFFC9B42}" dt="2024-06-06T16:41:38.623" v="2152" actId="1038"/>
          <ac:spMkLst>
            <pc:docMk/>
            <pc:sldMk cId="3245362616" sldId="354"/>
            <ac:spMk id="7" creationId="{C0C27DB5-DBAC-F6B2-48B7-EB391F83B449}"/>
          </ac:spMkLst>
        </pc:spChg>
        <pc:spChg chg="add mod">
          <ac:chgData name="Edwar Romero-Ramirez" userId="92bc0edd-ad5d-44a7-8ba7-72607029cc7a" providerId="ADAL" clId="{82FA9D74-6A72-4B45-873D-1296FFFC9B42}" dt="2024-06-06T16:41:38.623" v="2152" actId="1038"/>
          <ac:spMkLst>
            <pc:docMk/>
            <pc:sldMk cId="3245362616" sldId="354"/>
            <ac:spMk id="8" creationId="{26CBE47B-50B1-FB44-38B3-98A2FD157F6D}"/>
          </ac:spMkLst>
        </pc:spChg>
        <pc:spChg chg="add mod">
          <ac:chgData name="Edwar Romero-Ramirez" userId="92bc0edd-ad5d-44a7-8ba7-72607029cc7a" providerId="ADAL" clId="{82FA9D74-6A72-4B45-873D-1296FFFC9B42}" dt="2024-06-06T16:41:38.623" v="2152" actId="1038"/>
          <ac:spMkLst>
            <pc:docMk/>
            <pc:sldMk cId="3245362616" sldId="354"/>
            <ac:spMk id="9" creationId="{01C7816C-C07B-B55B-220A-C69E96BCCDD5}"/>
          </ac:spMkLst>
        </pc:spChg>
        <pc:spChg chg="add mod">
          <ac:chgData name="Edwar Romero-Ramirez" userId="92bc0edd-ad5d-44a7-8ba7-72607029cc7a" providerId="ADAL" clId="{82FA9D74-6A72-4B45-873D-1296FFFC9B42}" dt="2024-06-06T16:41:38.623" v="2152" actId="1038"/>
          <ac:spMkLst>
            <pc:docMk/>
            <pc:sldMk cId="3245362616" sldId="354"/>
            <ac:spMk id="20" creationId="{4BC6DF06-8AAC-9C87-F081-6F01BB8FC70D}"/>
          </ac:spMkLst>
        </pc:spChg>
        <pc:spChg chg="add mod">
          <ac:chgData name="Edwar Romero-Ramirez" userId="92bc0edd-ad5d-44a7-8ba7-72607029cc7a" providerId="ADAL" clId="{82FA9D74-6A72-4B45-873D-1296FFFC9B42}" dt="2024-06-06T16:42:08.323" v="2208" actId="14100"/>
          <ac:spMkLst>
            <pc:docMk/>
            <pc:sldMk cId="3245362616" sldId="354"/>
            <ac:spMk id="21" creationId="{B8EBE528-E30A-1B10-7528-3111E7BFCDC8}"/>
          </ac:spMkLst>
        </pc:spChg>
        <pc:spChg chg="add mod">
          <ac:chgData name="Edwar Romero-Ramirez" userId="92bc0edd-ad5d-44a7-8ba7-72607029cc7a" providerId="ADAL" clId="{82FA9D74-6A72-4B45-873D-1296FFFC9B42}" dt="2024-06-06T16:41:22.340" v="2131" actId="1076"/>
          <ac:spMkLst>
            <pc:docMk/>
            <pc:sldMk cId="3245362616" sldId="354"/>
            <ac:spMk id="23" creationId="{C8FE6EEE-BE1B-7417-F65F-2A5E83A14468}"/>
          </ac:spMkLst>
        </pc:spChg>
        <pc:cxnChg chg="add mod">
          <ac:chgData name="Edwar Romero-Ramirez" userId="92bc0edd-ad5d-44a7-8ba7-72607029cc7a" providerId="ADAL" clId="{82FA9D74-6A72-4B45-873D-1296FFFC9B42}" dt="2024-06-06T16:42:13.138" v="2216" actId="1037"/>
          <ac:cxnSpMkLst>
            <pc:docMk/>
            <pc:sldMk cId="3245362616" sldId="354"/>
            <ac:cxnSpMk id="10" creationId="{503D687C-C993-EF97-6802-C239BBAA4D2A}"/>
          </ac:cxnSpMkLst>
        </pc:cxnChg>
        <pc:cxnChg chg="add mod">
          <ac:chgData name="Edwar Romero-Ramirez" userId="92bc0edd-ad5d-44a7-8ba7-72607029cc7a" providerId="ADAL" clId="{82FA9D74-6A72-4B45-873D-1296FFFC9B42}" dt="2024-06-06T16:42:24.521" v="2225" actId="1038"/>
          <ac:cxnSpMkLst>
            <pc:docMk/>
            <pc:sldMk cId="3245362616" sldId="354"/>
            <ac:cxnSpMk id="12" creationId="{CAEFFA5A-E422-8A8A-76DE-590689BC5379}"/>
          </ac:cxnSpMkLst>
        </pc:cxnChg>
        <pc:cxnChg chg="add mod">
          <ac:chgData name="Edwar Romero-Ramirez" userId="92bc0edd-ad5d-44a7-8ba7-72607029cc7a" providerId="ADAL" clId="{82FA9D74-6A72-4B45-873D-1296FFFC9B42}" dt="2024-06-06T16:41:59.626" v="2205" actId="1038"/>
          <ac:cxnSpMkLst>
            <pc:docMk/>
            <pc:sldMk cId="3245362616" sldId="354"/>
            <ac:cxnSpMk id="13" creationId="{F2D651C0-46B1-7958-D9CC-828337C30633}"/>
          </ac:cxnSpMkLst>
        </pc:cxnChg>
        <pc:cxnChg chg="add mod">
          <ac:chgData name="Edwar Romero-Ramirez" userId="92bc0edd-ad5d-44a7-8ba7-72607029cc7a" providerId="ADAL" clId="{82FA9D74-6A72-4B45-873D-1296FFFC9B42}" dt="2024-06-06T16:42:21.328" v="2222" actId="1038"/>
          <ac:cxnSpMkLst>
            <pc:docMk/>
            <pc:sldMk cId="3245362616" sldId="354"/>
            <ac:cxnSpMk id="15" creationId="{D1C3ECE3-B524-4114-85FD-591FF270C481}"/>
          </ac:cxnSpMkLst>
        </pc:cxnChg>
        <pc:cxnChg chg="add mod">
          <ac:chgData name="Edwar Romero-Ramirez" userId="92bc0edd-ad5d-44a7-8ba7-72607029cc7a" providerId="ADAL" clId="{82FA9D74-6A72-4B45-873D-1296FFFC9B42}" dt="2024-06-06T16:42:22.324" v="2223" actId="1038"/>
          <ac:cxnSpMkLst>
            <pc:docMk/>
            <pc:sldMk cId="3245362616" sldId="354"/>
            <ac:cxnSpMk id="19" creationId="{8F6395DD-847B-0D38-3590-B34123BF4B43}"/>
          </ac:cxnSpMkLst>
        </pc:cxnChg>
      </pc:sldChg>
      <pc:sldChg chg="modSp add del mod">
        <pc:chgData name="Edwar Romero-Ramirez" userId="92bc0edd-ad5d-44a7-8ba7-72607029cc7a" providerId="ADAL" clId="{82FA9D74-6A72-4B45-873D-1296FFFC9B42}" dt="2024-06-06T16:47:08.715" v="2226" actId="47"/>
        <pc:sldMkLst>
          <pc:docMk/>
          <pc:sldMk cId="976568637" sldId="355"/>
        </pc:sldMkLst>
        <pc:spChg chg="mod">
          <ac:chgData name="Edwar Romero-Ramirez" userId="92bc0edd-ad5d-44a7-8ba7-72607029cc7a" providerId="ADAL" clId="{82FA9D74-6A72-4B45-873D-1296FFFC9B42}" dt="2024-06-06T16:39:11.674" v="2022" actId="6549"/>
          <ac:spMkLst>
            <pc:docMk/>
            <pc:sldMk cId="976568637" sldId="355"/>
            <ac:spMk id="2" creationId="{A43E3E30-0CCC-0FCC-69DC-1C2820744E12}"/>
          </ac:spMkLst>
        </pc:spChg>
      </pc:sldChg>
      <pc:sldChg chg="addSp delSp modSp add mod">
        <pc:chgData name="Edwar Romero-Ramirez" userId="92bc0edd-ad5d-44a7-8ba7-72607029cc7a" providerId="ADAL" clId="{82FA9D74-6A72-4B45-873D-1296FFFC9B42}" dt="2024-06-06T16:57:03.174" v="2734" actId="14100"/>
        <pc:sldMkLst>
          <pc:docMk/>
          <pc:sldMk cId="4183556849" sldId="355"/>
        </pc:sldMkLst>
        <pc:spChg chg="mod">
          <ac:chgData name="Edwar Romero-Ramirez" userId="92bc0edd-ad5d-44a7-8ba7-72607029cc7a" providerId="ADAL" clId="{82FA9D74-6A72-4B45-873D-1296FFFC9B42}" dt="2024-06-06T16:56:58.633" v="2733" actId="27636"/>
          <ac:spMkLst>
            <pc:docMk/>
            <pc:sldMk cId="4183556849" sldId="355"/>
            <ac:spMk id="3" creationId="{9556065C-AC8D-F8CF-D5A2-F5C7B2A8889E}"/>
          </ac:spMkLst>
        </pc:spChg>
        <pc:spChg chg="add del">
          <ac:chgData name="Edwar Romero-Ramirez" userId="92bc0edd-ad5d-44a7-8ba7-72607029cc7a" providerId="ADAL" clId="{82FA9D74-6A72-4B45-873D-1296FFFC9B42}" dt="2024-06-06T16:53:10.400" v="2452" actId="478"/>
          <ac:spMkLst>
            <pc:docMk/>
            <pc:sldMk cId="4183556849" sldId="355"/>
            <ac:spMk id="4" creationId="{11EE0B85-E429-8E8F-8471-C8730B66B3F1}"/>
          </ac:spMkLst>
        </pc:spChg>
        <pc:spChg chg="add del">
          <ac:chgData name="Edwar Romero-Ramirez" userId="92bc0edd-ad5d-44a7-8ba7-72607029cc7a" providerId="ADAL" clId="{82FA9D74-6A72-4B45-873D-1296FFFC9B42}" dt="2024-06-06T16:53:04.923" v="2451" actId="478"/>
          <ac:spMkLst>
            <pc:docMk/>
            <pc:sldMk cId="4183556849" sldId="355"/>
            <ac:spMk id="5" creationId="{3F1CE5EF-1993-48B6-7353-FC6D457CA39A}"/>
          </ac:spMkLst>
        </pc:spChg>
        <pc:spChg chg="add del">
          <ac:chgData name="Edwar Romero-Ramirez" userId="92bc0edd-ad5d-44a7-8ba7-72607029cc7a" providerId="ADAL" clId="{82FA9D74-6A72-4B45-873D-1296FFFC9B42}" dt="2024-06-06T16:53:10.400" v="2452" actId="478"/>
          <ac:spMkLst>
            <pc:docMk/>
            <pc:sldMk cId="4183556849" sldId="355"/>
            <ac:spMk id="7" creationId="{C0C27DB5-DBAC-F6B2-48B7-EB391F83B449}"/>
          </ac:spMkLst>
        </pc:spChg>
        <pc:spChg chg="add del">
          <ac:chgData name="Edwar Romero-Ramirez" userId="92bc0edd-ad5d-44a7-8ba7-72607029cc7a" providerId="ADAL" clId="{82FA9D74-6A72-4B45-873D-1296FFFC9B42}" dt="2024-06-06T16:53:10.400" v="2452" actId="478"/>
          <ac:spMkLst>
            <pc:docMk/>
            <pc:sldMk cId="4183556849" sldId="355"/>
            <ac:spMk id="8" creationId="{26CBE47B-50B1-FB44-38B3-98A2FD157F6D}"/>
          </ac:spMkLst>
        </pc:spChg>
        <pc:spChg chg="add del">
          <ac:chgData name="Edwar Romero-Ramirez" userId="92bc0edd-ad5d-44a7-8ba7-72607029cc7a" providerId="ADAL" clId="{82FA9D74-6A72-4B45-873D-1296FFFC9B42}" dt="2024-06-06T16:53:11.681" v="2453" actId="478"/>
          <ac:spMkLst>
            <pc:docMk/>
            <pc:sldMk cId="4183556849" sldId="355"/>
            <ac:spMk id="9" creationId="{01C7816C-C07B-B55B-220A-C69E96BCCDD5}"/>
          </ac:spMkLst>
        </pc:spChg>
        <pc:spChg chg="add del">
          <ac:chgData name="Edwar Romero-Ramirez" userId="92bc0edd-ad5d-44a7-8ba7-72607029cc7a" providerId="ADAL" clId="{82FA9D74-6A72-4B45-873D-1296FFFC9B42}" dt="2024-06-06T16:53:10.400" v="2452" actId="478"/>
          <ac:spMkLst>
            <pc:docMk/>
            <pc:sldMk cId="4183556849" sldId="355"/>
            <ac:spMk id="20" creationId="{4BC6DF06-8AAC-9C87-F081-6F01BB8FC70D}"/>
          </ac:spMkLst>
        </pc:spChg>
        <pc:spChg chg="add del">
          <ac:chgData name="Edwar Romero-Ramirez" userId="92bc0edd-ad5d-44a7-8ba7-72607029cc7a" providerId="ADAL" clId="{82FA9D74-6A72-4B45-873D-1296FFFC9B42}" dt="2024-06-06T16:53:10.400" v="2452" actId="478"/>
          <ac:spMkLst>
            <pc:docMk/>
            <pc:sldMk cId="4183556849" sldId="355"/>
            <ac:spMk id="21" creationId="{B8EBE528-E30A-1B10-7528-3111E7BFCDC8}"/>
          </ac:spMkLst>
        </pc:spChg>
        <pc:spChg chg="del">
          <ac:chgData name="Edwar Romero-Ramirez" userId="92bc0edd-ad5d-44a7-8ba7-72607029cc7a" providerId="ADAL" clId="{82FA9D74-6A72-4B45-873D-1296FFFC9B42}" dt="2024-06-06T16:51:19.742" v="2431" actId="478"/>
          <ac:spMkLst>
            <pc:docMk/>
            <pc:sldMk cId="4183556849" sldId="355"/>
            <ac:spMk id="23" creationId="{C8FE6EEE-BE1B-7417-F65F-2A5E83A14468}"/>
          </ac:spMkLst>
        </pc:spChg>
        <pc:picChg chg="mod">
          <ac:chgData name="Edwar Romero-Ramirez" userId="92bc0edd-ad5d-44a7-8ba7-72607029cc7a" providerId="ADAL" clId="{82FA9D74-6A72-4B45-873D-1296FFFC9B42}" dt="2024-06-06T16:52:39.904" v="2436" actId="1076"/>
          <ac:picMkLst>
            <pc:docMk/>
            <pc:sldMk cId="4183556849" sldId="355"/>
            <ac:picMk id="6" creationId="{50535E7C-5C90-3DB5-404B-E48DB8C9ECFD}"/>
          </ac:picMkLst>
        </pc:picChg>
        <pc:picChg chg="add del mod">
          <ac:chgData name="Edwar Romero-Ramirez" userId="92bc0edd-ad5d-44a7-8ba7-72607029cc7a" providerId="ADAL" clId="{82FA9D74-6A72-4B45-873D-1296FFFC9B42}" dt="2024-06-06T16:53:00.951" v="2447" actId="22"/>
          <ac:picMkLst>
            <pc:docMk/>
            <pc:sldMk cId="4183556849" sldId="355"/>
            <ac:picMk id="14" creationId="{FEAFB513-1FDC-6C84-3F0A-982CF17DD146}"/>
          </ac:picMkLst>
        </pc:picChg>
        <pc:picChg chg="add mod">
          <ac:chgData name="Edwar Romero-Ramirez" userId="92bc0edd-ad5d-44a7-8ba7-72607029cc7a" providerId="ADAL" clId="{82FA9D74-6A72-4B45-873D-1296FFFC9B42}" dt="2024-06-06T16:57:03.174" v="2734" actId="14100"/>
          <ac:picMkLst>
            <pc:docMk/>
            <pc:sldMk cId="4183556849" sldId="355"/>
            <ac:picMk id="17" creationId="{81A7133B-4EF4-6F2E-F115-3E1B669ABF10}"/>
          </ac:picMkLst>
        </pc:picChg>
        <pc:cxnChg chg="add del">
          <ac:chgData name="Edwar Romero-Ramirez" userId="92bc0edd-ad5d-44a7-8ba7-72607029cc7a" providerId="ADAL" clId="{82FA9D74-6A72-4B45-873D-1296FFFC9B42}" dt="2024-06-06T16:53:10.400" v="2452" actId="478"/>
          <ac:cxnSpMkLst>
            <pc:docMk/>
            <pc:sldMk cId="4183556849" sldId="355"/>
            <ac:cxnSpMk id="10" creationId="{503D687C-C993-EF97-6802-C239BBAA4D2A}"/>
          </ac:cxnSpMkLst>
        </pc:cxnChg>
        <pc:cxnChg chg="add del">
          <ac:chgData name="Edwar Romero-Ramirez" userId="92bc0edd-ad5d-44a7-8ba7-72607029cc7a" providerId="ADAL" clId="{82FA9D74-6A72-4B45-873D-1296FFFC9B42}" dt="2024-06-06T16:53:10.400" v="2452" actId="478"/>
          <ac:cxnSpMkLst>
            <pc:docMk/>
            <pc:sldMk cId="4183556849" sldId="355"/>
            <ac:cxnSpMk id="12" creationId="{CAEFFA5A-E422-8A8A-76DE-590689BC5379}"/>
          </ac:cxnSpMkLst>
        </pc:cxnChg>
        <pc:cxnChg chg="add del">
          <ac:chgData name="Edwar Romero-Ramirez" userId="92bc0edd-ad5d-44a7-8ba7-72607029cc7a" providerId="ADAL" clId="{82FA9D74-6A72-4B45-873D-1296FFFC9B42}" dt="2024-06-06T16:53:10.400" v="2452" actId="478"/>
          <ac:cxnSpMkLst>
            <pc:docMk/>
            <pc:sldMk cId="4183556849" sldId="355"/>
            <ac:cxnSpMk id="13" creationId="{F2D651C0-46B1-7958-D9CC-828337C30633}"/>
          </ac:cxnSpMkLst>
        </pc:cxnChg>
        <pc:cxnChg chg="add del">
          <ac:chgData name="Edwar Romero-Ramirez" userId="92bc0edd-ad5d-44a7-8ba7-72607029cc7a" providerId="ADAL" clId="{82FA9D74-6A72-4B45-873D-1296FFFC9B42}" dt="2024-06-06T16:53:10.400" v="2452" actId="478"/>
          <ac:cxnSpMkLst>
            <pc:docMk/>
            <pc:sldMk cId="4183556849" sldId="355"/>
            <ac:cxnSpMk id="15" creationId="{D1C3ECE3-B524-4114-85FD-591FF270C481}"/>
          </ac:cxnSpMkLst>
        </pc:cxnChg>
        <pc:cxnChg chg="add del mod">
          <ac:chgData name="Edwar Romero-Ramirez" userId="92bc0edd-ad5d-44a7-8ba7-72607029cc7a" providerId="ADAL" clId="{82FA9D74-6A72-4B45-873D-1296FFFC9B42}" dt="2024-06-06T16:53:10.400" v="2452" actId="478"/>
          <ac:cxnSpMkLst>
            <pc:docMk/>
            <pc:sldMk cId="4183556849" sldId="355"/>
            <ac:cxnSpMk id="19" creationId="{8F6395DD-847B-0D38-3590-B34123BF4B43}"/>
          </ac:cxnSpMkLst>
        </pc:cxnChg>
      </pc:sldChg>
      <pc:sldChg chg="modSp mod">
        <pc:chgData name="Edwar Romero-Ramirez" userId="92bc0edd-ad5d-44a7-8ba7-72607029cc7a" providerId="ADAL" clId="{82FA9D74-6A72-4B45-873D-1296FFFC9B42}" dt="2024-06-25T03:41:30.011" v="2849" actId="207"/>
        <pc:sldMkLst>
          <pc:docMk/>
          <pc:sldMk cId="869483577" sldId="372"/>
        </pc:sldMkLst>
        <pc:spChg chg="mod">
          <ac:chgData name="Edwar Romero-Ramirez" userId="92bc0edd-ad5d-44a7-8ba7-72607029cc7a" providerId="ADAL" clId="{82FA9D74-6A72-4B45-873D-1296FFFC9B42}" dt="2024-06-25T03:41:30.011" v="2849" actId="207"/>
          <ac:spMkLst>
            <pc:docMk/>
            <pc:sldMk cId="869483577" sldId="372"/>
            <ac:spMk id="3" creationId="{10AD0E58-93FB-6A47-493C-616E6D59704E}"/>
          </ac:spMkLst>
        </pc:spChg>
      </pc:sldChg>
      <pc:sldChg chg="modSp mod">
        <pc:chgData name="Edwar Romero-Ramirez" userId="92bc0edd-ad5d-44a7-8ba7-72607029cc7a" providerId="ADAL" clId="{82FA9D74-6A72-4B45-873D-1296FFFC9B42}" dt="2024-06-25T03:26:51.350" v="2777" actId="20577"/>
        <pc:sldMkLst>
          <pc:docMk/>
          <pc:sldMk cId="783102877" sldId="376"/>
        </pc:sldMkLst>
        <pc:spChg chg="mod">
          <ac:chgData name="Edwar Romero-Ramirez" userId="92bc0edd-ad5d-44a7-8ba7-72607029cc7a" providerId="ADAL" clId="{82FA9D74-6A72-4B45-873D-1296FFFC9B42}" dt="2024-06-25T03:26:51.350" v="2777" actId="20577"/>
          <ac:spMkLst>
            <pc:docMk/>
            <pc:sldMk cId="783102877" sldId="376"/>
            <ac:spMk id="16" creationId="{1CB7A709-C4D1-B131-0F7B-00239AA28768}"/>
          </ac:spMkLst>
        </pc:spChg>
      </pc:sldChg>
      <pc:sldChg chg="modSp mod">
        <pc:chgData name="Edwar Romero-Ramirez" userId="92bc0edd-ad5d-44a7-8ba7-72607029cc7a" providerId="ADAL" clId="{82FA9D74-6A72-4B45-873D-1296FFFC9B42}" dt="2024-06-25T03:28:07.986" v="2836" actId="2711"/>
        <pc:sldMkLst>
          <pc:docMk/>
          <pc:sldMk cId="3036108891" sldId="377"/>
        </pc:sldMkLst>
        <pc:spChg chg="mod">
          <ac:chgData name="Edwar Romero-Ramirez" userId="92bc0edd-ad5d-44a7-8ba7-72607029cc7a" providerId="ADAL" clId="{82FA9D74-6A72-4B45-873D-1296FFFC9B42}" dt="2024-06-25T03:28:07.986" v="2836" actId="2711"/>
          <ac:spMkLst>
            <pc:docMk/>
            <pc:sldMk cId="3036108891" sldId="377"/>
            <ac:spMk id="3" creationId="{10AD0E58-93FB-6A47-493C-616E6D59704E}"/>
          </ac:spMkLst>
        </pc:spChg>
      </pc:sldChg>
      <pc:sldChg chg="addSp modSp add mod">
        <pc:chgData name="Edwar Romero-Ramirez" userId="92bc0edd-ad5d-44a7-8ba7-72607029cc7a" providerId="ADAL" clId="{82FA9D74-6A72-4B45-873D-1296FFFC9B42}" dt="2024-06-25T03:55:04.842" v="3116" actId="20577"/>
        <pc:sldMkLst>
          <pc:docMk/>
          <pc:sldMk cId="4151336825" sldId="378"/>
        </pc:sldMkLst>
        <pc:spChg chg="mod">
          <ac:chgData name="Edwar Romero-Ramirez" userId="92bc0edd-ad5d-44a7-8ba7-72607029cc7a" providerId="ADAL" clId="{82FA9D74-6A72-4B45-873D-1296FFFC9B42}" dt="2024-06-25T03:55:04.842" v="3116" actId="20577"/>
          <ac:spMkLst>
            <pc:docMk/>
            <pc:sldMk cId="4151336825" sldId="378"/>
            <ac:spMk id="3" creationId="{10AD0E58-93FB-6A47-493C-616E6D59704E}"/>
          </ac:spMkLst>
        </pc:spChg>
        <pc:picChg chg="add mod">
          <ac:chgData name="Edwar Romero-Ramirez" userId="92bc0edd-ad5d-44a7-8ba7-72607029cc7a" providerId="ADAL" clId="{82FA9D74-6A72-4B45-873D-1296FFFC9B42}" dt="2024-06-25T03:48:13.119" v="3069" actId="1076"/>
          <ac:picMkLst>
            <pc:docMk/>
            <pc:sldMk cId="4151336825" sldId="378"/>
            <ac:picMk id="9" creationId="{9F69BC43-398D-9BFC-149B-04AD59E69085}"/>
          </ac:picMkLst>
        </pc:picChg>
        <pc:picChg chg="add mod">
          <ac:chgData name="Edwar Romero-Ramirez" userId="92bc0edd-ad5d-44a7-8ba7-72607029cc7a" providerId="ADAL" clId="{82FA9D74-6A72-4B45-873D-1296FFFC9B42}" dt="2024-06-25T03:48:21.438" v="3071" actId="1076"/>
          <ac:picMkLst>
            <pc:docMk/>
            <pc:sldMk cId="4151336825" sldId="378"/>
            <ac:picMk id="10" creationId="{6F18252A-F3F1-5583-7513-D72BCC4D94F3}"/>
          </ac:picMkLst>
        </pc:picChg>
        <pc:picChg chg="add mod">
          <ac:chgData name="Edwar Romero-Ramirez" userId="92bc0edd-ad5d-44a7-8ba7-72607029cc7a" providerId="ADAL" clId="{82FA9D74-6A72-4B45-873D-1296FFFC9B42}" dt="2024-06-25T03:48:45.867" v="3074" actId="1076"/>
          <ac:picMkLst>
            <pc:docMk/>
            <pc:sldMk cId="4151336825" sldId="378"/>
            <ac:picMk id="11" creationId="{97343BB2-9917-8019-B25E-EE9A1EE61458}"/>
          </ac:picMkLst>
        </pc:picChg>
        <pc:picChg chg="add mod">
          <ac:chgData name="Edwar Romero-Ramirez" userId="92bc0edd-ad5d-44a7-8ba7-72607029cc7a" providerId="ADAL" clId="{82FA9D74-6A72-4B45-873D-1296FFFC9B42}" dt="2024-06-25T03:49:06.739" v="3077" actId="1076"/>
          <ac:picMkLst>
            <pc:docMk/>
            <pc:sldMk cId="4151336825" sldId="378"/>
            <ac:picMk id="12" creationId="{E28413AD-7FC6-C6B6-75B1-4E8C41C2F902}"/>
          </ac:picMkLst>
        </pc:picChg>
      </pc:sldChg>
      <pc:sldChg chg="addSp modSp add mod">
        <pc:chgData name="Edwar Romero-Ramirez" userId="92bc0edd-ad5d-44a7-8ba7-72607029cc7a" providerId="ADAL" clId="{82FA9D74-6A72-4B45-873D-1296FFFC9B42}" dt="2024-06-25T03:55:42.603" v="3144" actId="1076"/>
        <pc:sldMkLst>
          <pc:docMk/>
          <pc:sldMk cId="1345516017" sldId="379"/>
        </pc:sldMkLst>
        <pc:spChg chg="mod">
          <ac:chgData name="Edwar Romero-Ramirez" userId="92bc0edd-ad5d-44a7-8ba7-72607029cc7a" providerId="ADAL" clId="{82FA9D74-6A72-4B45-873D-1296FFFC9B42}" dt="2024-06-25T03:55:35.318" v="3142" actId="6549"/>
          <ac:spMkLst>
            <pc:docMk/>
            <pc:sldMk cId="1345516017" sldId="379"/>
            <ac:spMk id="3" creationId="{10AD0E58-93FB-6A47-493C-616E6D59704E}"/>
          </ac:spMkLst>
        </pc:spChg>
        <pc:picChg chg="add mod ord">
          <ac:chgData name="Edwar Romero-Ramirez" userId="92bc0edd-ad5d-44a7-8ba7-72607029cc7a" providerId="ADAL" clId="{82FA9D74-6A72-4B45-873D-1296FFFC9B42}" dt="2024-06-25T03:55:42.603" v="3144" actId="1076"/>
          <ac:picMkLst>
            <pc:docMk/>
            <pc:sldMk cId="1345516017" sldId="379"/>
            <ac:picMk id="14" creationId="{D00639C3-5122-C304-E110-5216E1F218F7}"/>
          </ac:picMkLst>
        </pc:picChg>
      </pc:sldChg>
      <pc:sldChg chg="addSp delSp modSp new mod">
        <pc:chgData name="Edwar Romero-Ramirez" userId="92bc0edd-ad5d-44a7-8ba7-72607029cc7a" providerId="ADAL" clId="{82FA9D74-6A72-4B45-873D-1296FFFC9B42}" dt="2024-07-01T16:13:38.502" v="3365" actId="478"/>
        <pc:sldMkLst>
          <pc:docMk/>
          <pc:sldMk cId="3150395374" sldId="383"/>
        </pc:sldMkLst>
        <pc:spChg chg="mod">
          <ac:chgData name="Edwar Romero-Ramirez" userId="92bc0edd-ad5d-44a7-8ba7-72607029cc7a" providerId="ADAL" clId="{82FA9D74-6A72-4B45-873D-1296FFFC9B42}" dt="2024-07-01T15:34:50.074" v="3160" actId="20577"/>
          <ac:spMkLst>
            <pc:docMk/>
            <pc:sldMk cId="3150395374" sldId="383"/>
            <ac:spMk id="2" creationId="{9DC51857-EA65-D333-D7C8-9CE88404D2D7}"/>
          </ac:spMkLst>
        </pc:spChg>
        <pc:spChg chg="mod">
          <ac:chgData name="Edwar Romero-Ramirez" userId="92bc0edd-ad5d-44a7-8ba7-72607029cc7a" providerId="ADAL" clId="{82FA9D74-6A72-4B45-873D-1296FFFC9B42}" dt="2024-07-01T16:08:26.862" v="3304" actId="20577"/>
          <ac:spMkLst>
            <pc:docMk/>
            <pc:sldMk cId="3150395374" sldId="383"/>
            <ac:spMk id="3" creationId="{3CFB9FEF-949D-C661-DEE1-652BD644907F}"/>
          </ac:spMkLst>
        </pc:spChg>
        <pc:spChg chg="add mod">
          <ac:chgData name="Edwar Romero-Ramirez" userId="92bc0edd-ad5d-44a7-8ba7-72607029cc7a" providerId="ADAL" clId="{82FA9D74-6A72-4B45-873D-1296FFFC9B42}" dt="2024-07-01T16:09:03.071" v="3341" actId="114"/>
          <ac:spMkLst>
            <pc:docMk/>
            <pc:sldMk cId="3150395374" sldId="383"/>
            <ac:spMk id="8" creationId="{0A07C953-DB59-F204-FFE7-3D5234087679}"/>
          </ac:spMkLst>
        </pc:spChg>
        <pc:picChg chg="add del mod">
          <ac:chgData name="Edwar Romero-Ramirez" userId="92bc0edd-ad5d-44a7-8ba7-72607029cc7a" providerId="ADAL" clId="{82FA9D74-6A72-4B45-873D-1296FFFC9B42}" dt="2024-07-01T16:06:37.136" v="3248" actId="21"/>
          <ac:picMkLst>
            <pc:docMk/>
            <pc:sldMk cId="3150395374" sldId="383"/>
            <ac:picMk id="5" creationId="{653FF7A9-F8E8-6536-99CE-49C42FC9AF4C}"/>
          </ac:picMkLst>
        </pc:picChg>
        <pc:picChg chg="add del mod">
          <ac:chgData name="Edwar Romero-Ramirez" userId="92bc0edd-ad5d-44a7-8ba7-72607029cc7a" providerId="ADAL" clId="{82FA9D74-6A72-4B45-873D-1296FFFC9B42}" dt="2024-07-01T16:06:42.853" v="3250" actId="478"/>
          <ac:picMkLst>
            <pc:docMk/>
            <pc:sldMk cId="3150395374" sldId="383"/>
            <ac:picMk id="6" creationId="{653FF7A9-F8E8-6536-99CE-49C42FC9AF4C}"/>
          </ac:picMkLst>
        </pc:picChg>
        <pc:picChg chg="add mod">
          <ac:chgData name="Edwar Romero-Ramirez" userId="92bc0edd-ad5d-44a7-8ba7-72607029cc7a" providerId="ADAL" clId="{82FA9D74-6A72-4B45-873D-1296FFFC9B42}" dt="2024-07-01T16:10:17.827" v="3348" actId="1076"/>
          <ac:picMkLst>
            <pc:docMk/>
            <pc:sldMk cId="3150395374" sldId="383"/>
            <ac:picMk id="7" creationId="{CD544E25-DC97-3A6E-1C82-0D3D049C8796}"/>
          </ac:picMkLst>
        </pc:picChg>
        <pc:picChg chg="add del">
          <ac:chgData name="Edwar Romero-Ramirez" userId="92bc0edd-ad5d-44a7-8ba7-72607029cc7a" providerId="ADAL" clId="{82FA9D74-6A72-4B45-873D-1296FFFC9B42}" dt="2024-07-01T16:09:31.607" v="3343" actId="478"/>
          <ac:picMkLst>
            <pc:docMk/>
            <pc:sldMk cId="3150395374" sldId="383"/>
            <ac:picMk id="9" creationId="{B1120F3A-C0AE-6DA9-4515-8D69A06B4FA3}"/>
          </ac:picMkLst>
        </pc:picChg>
        <pc:picChg chg="add del mod">
          <ac:chgData name="Edwar Romero-Ramirez" userId="92bc0edd-ad5d-44a7-8ba7-72607029cc7a" providerId="ADAL" clId="{82FA9D74-6A72-4B45-873D-1296FFFC9B42}" dt="2024-07-01T16:13:38.502" v="3365" actId="478"/>
          <ac:picMkLst>
            <pc:docMk/>
            <pc:sldMk cId="3150395374" sldId="383"/>
            <ac:picMk id="11" creationId="{5978662A-320C-812C-6CA3-38B9B6E51C09}"/>
          </ac:picMkLst>
        </pc:picChg>
      </pc:sldChg>
      <pc:sldChg chg="modSp new mod">
        <pc:chgData name="Edwar Romero-Ramirez" userId="92bc0edd-ad5d-44a7-8ba7-72607029cc7a" providerId="ADAL" clId="{82FA9D74-6A72-4B45-873D-1296FFFC9B42}" dt="2024-07-01T16:23:48.219" v="3565" actId="20577"/>
        <pc:sldMkLst>
          <pc:docMk/>
          <pc:sldMk cId="4067671551" sldId="384"/>
        </pc:sldMkLst>
        <pc:spChg chg="mod">
          <ac:chgData name="Edwar Romero-Ramirez" userId="92bc0edd-ad5d-44a7-8ba7-72607029cc7a" providerId="ADAL" clId="{82FA9D74-6A72-4B45-873D-1296FFFC9B42}" dt="2024-07-01T16:11:01.166" v="3350"/>
          <ac:spMkLst>
            <pc:docMk/>
            <pc:sldMk cId="4067671551" sldId="384"/>
            <ac:spMk id="2" creationId="{37B3F289-2194-CA52-4827-48B980892C56}"/>
          </ac:spMkLst>
        </pc:spChg>
        <pc:spChg chg="mod">
          <ac:chgData name="Edwar Romero-Ramirez" userId="92bc0edd-ad5d-44a7-8ba7-72607029cc7a" providerId="ADAL" clId="{82FA9D74-6A72-4B45-873D-1296FFFC9B42}" dt="2024-07-01T16:23:48.219" v="3565" actId="20577"/>
          <ac:spMkLst>
            <pc:docMk/>
            <pc:sldMk cId="4067671551" sldId="384"/>
            <ac:spMk id="3" creationId="{C5E5E4AC-83D8-A3ED-9302-CF3856A0F32B}"/>
          </ac:spMkLst>
        </pc:spChg>
      </pc:sldChg>
      <pc:sldChg chg="addSp delSp modSp add del mod">
        <pc:chgData name="Edwar Romero-Ramirez" userId="92bc0edd-ad5d-44a7-8ba7-72607029cc7a" providerId="ADAL" clId="{82FA9D74-6A72-4B45-873D-1296FFFC9B42}" dt="2024-07-01T16:13:46.088" v="3366" actId="47"/>
        <pc:sldMkLst>
          <pc:docMk/>
          <pc:sldMk cId="61963637" sldId="385"/>
        </pc:sldMkLst>
        <pc:spChg chg="add del mod">
          <ac:chgData name="Edwar Romero-Ramirez" userId="92bc0edd-ad5d-44a7-8ba7-72607029cc7a" providerId="ADAL" clId="{82FA9D74-6A72-4B45-873D-1296FFFC9B42}" dt="2024-07-01T16:13:36.656" v="3362" actId="478"/>
          <ac:spMkLst>
            <pc:docMk/>
            <pc:sldMk cId="61963637" sldId="385"/>
            <ac:spMk id="3" creationId="{3CFB9FEF-949D-C661-DEE1-652BD644907F}"/>
          </ac:spMkLst>
        </pc:spChg>
        <pc:spChg chg="add del mod">
          <ac:chgData name="Edwar Romero-Ramirez" userId="92bc0edd-ad5d-44a7-8ba7-72607029cc7a" providerId="ADAL" clId="{82FA9D74-6A72-4B45-873D-1296FFFC9B42}" dt="2024-07-01T16:13:36.656" v="3362" actId="478"/>
          <ac:spMkLst>
            <pc:docMk/>
            <pc:sldMk cId="61963637" sldId="385"/>
            <ac:spMk id="5" creationId="{8E58FECE-A695-8CAB-1912-50A402400C7B}"/>
          </ac:spMkLst>
        </pc:spChg>
        <pc:spChg chg="mod">
          <ac:chgData name="Edwar Romero-Ramirez" userId="92bc0edd-ad5d-44a7-8ba7-72607029cc7a" providerId="ADAL" clId="{82FA9D74-6A72-4B45-873D-1296FFFC9B42}" dt="2024-07-01T16:13:35.136" v="3360" actId="1076"/>
          <ac:spMkLst>
            <pc:docMk/>
            <pc:sldMk cId="61963637" sldId="385"/>
            <ac:spMk id="8" creationId="{0A07C953-DB59-F204-FFE7-3D5234087679}"/>
          </ac:spMkLst>
        </pc:spChg>
        <pc:picChg chg="add del">
          <ac:chgData name="Edwar Romero-Ramirez" userId="92bc0edd-ad5d-44a7-8ba7-72607029cc7a" providerId="ADAL" clId="{82FA9D74-6A72-4B45-873D-1296FFFC9B42}" dt="2024-07-01T16:13:37.915" v="3364" actId="478"/>
          <ac:picMkLst>
            <pc:docMk/>
            <pc:sldMk cId="61963637" sldId="385"/>
            <ac:picMk id="7" creationId="{CD544E25-DC97-3A6E-1C82-0D3D049C8796}"/>
          </ac:picMkLst>
        </pc:picChg>
        <pc:picChg chg="mod">
          <ac:chgData name="Edwar Romero-Ramirez" userId="92bc0edd-ad5d-44a7-8ba7-72607029cc7a" providerId="ADAL" clId="{82FA9D74-6A72-4B45-873D-1296FFFC9B42}" dt="2024-07-01T16:13:37.264" v="3363" actId="1076"/>
          <ac:picMkLst>
            <pc:docMk/>
            <pc:sldMk cId="61963637" sldId="385"/>
            <ac:picMk id="11" creationId="{5978662A-320C-812C-6CA3-38B9B6E51C09}"/>
          </ac:picMkLst>
        </pc:picChg>
      </pc:sldChg>
    </pc:docChg>
  </pc:docChgLst>
  <pc:docChgLst>
    <pc:chgData name="Edwar Romero-Ramirez" userId="92bc0edd-ad5d-44a7-8ba7-72607029cc7a" providerId="ADAL" clId="{78465D34-1EB2-491B-8403-F3ACF65151D3}"/>
    <pc:docChg chg="custSel addSld delSld modSld modSection">
      <pc:chgData name="Edwar Romero-Ramirez" userId="92bc0edd-ad5d-44a7-8ba7-72607029cc7a" providerId="ADAL" clId="{78465D34-1EB2-491B-8403-F3ACF65151D3}" dt="2024-08-08T20:40:05.500" v="129" actId="113"/>
      <pc:docMkLst>
        <pc:docMk/>
      </pc:docMkLst>
      <pc:sldChg chg="modSp mod">
        <pc:chgData name="Edwar Romero-Ramirez" userId="92bc0edd-ad5d-44a7-8ba7-72607029cc7a" providerId="ADAL" clId="{78465D34-1EB2-491B-8403-F3ACF65151D3}" dt="2024-08-08T20:37:49.066" v="10" actId="14100"/>
        <pc:sldMkLst>
          <pc:docMk/>
          <pc:sldMk cId="783844113" sldId="256"/>
        </pc:sldMkLst>
        <pc:spChg chg="mod">
          <ac:chgData name="Edwar Romero-Ramirez" userId="92bc0edd-ad5d-44a7-8ba7-72607029cc7a" providerId="ADAL" clId="{78465D34-1EB2-491B-8403-F3ACF65151D3}" dt="2024-08-08T20:37:49.066" v="10" actId="14100"/>
          <ac:spMkLst>
            <pc:docMk/>
            <pc:sldMk cId="783844113" sldId="256"/>
            <ac:spMk id="6" creationId="{86649F24-8FCC-CDEB-B4C7-3B4C1F0F6A52}"/>
          </ac:spMkLst>
        </pc:spChg>
      </pc:sldChg>
      <pc:sldChg chg="del">
        <pc:chgData name="Edwar Romero-Ramirez" userId="92bc0edd-ad5d-44a7-8ba7-72607029cc7a" providerId="ADAL" clId="{78465D34-1EB2-491B-8403-F3ACF65151D3}" dt="2024-08-08T20:38:25.943" v="24" actId="47"/>
        <pc:sldMkLst>
          <pc:docMk/>
          <pc:sldMk cId="1156585679" sldId="301"/>
        </pc:sldMkLst>
      </pc:sldChg>
      <pc:sldChg chg="del">
        <pc:chgData name="Edwar Romero-Ramirez" userId="92bc0edd-ad5d-44a7-8ba7-72607029cc7a" providerId="ADAL" clId="{78465D34-1EB2-491B-8403-F3ACF65151D3}" dt="2024-08-08T20:38:25.943" v="24" actId="47"/>
        <pc:sldMkLst>
          <pc:docMk/>
          <pc:sldMk cId="342402045" sldId="339"/>
        </pc:sldMkLst>
      </pc:sldChg>
      <pc:sldChg chg="del">
        <pc:chgData name="Edwar Romero-Ramirez" userId="92bc0edd-ad5d-44a7-8ba7-72607029cc7a" providerId="ADAL" clId="{78465D34-1EB2-491B-8403-F3ACF65151D3}" dt="2024-08-08T20:38:25.943" v="24" actId="47"/>
        <pc:sldMkLst>
          <pc:docMk/>
          <pc:sldMk cId="1865576695" sldId="344"/>
        </pc:sldMkLst>
      </pc:sldChg>
      <pc:sldChg chg="del">
        <pc:chgData name="Edwar Romero-Ramirez" userId="92bc0edd-ad5d-44a7-8ba7-72607029cc7a" providerId="ADAL" clId="{78465D34-1EB2-491B-8403-F3ACF65151D3}" dt="2024-08-08T20:38:25.943" v="24" actId="47"/>
        <pc:sldMkLst>
          <pc:docMk/>
          <pc:sldMk cId="2642871710" sldId="345"/>
        </pc:sldMkLst>
      </pc:sldChg>
      <pc:sldChg chg="modSp mod">
        <pc:chgData name="Edwar Romero-Ramirez" userId="92bc0edd-ad5d-44a7-8ba7-72607029cc7a" providerId="ADAL" clId="{78465D34-1EB2-491B-8403-F3ACF65151D3}" dt="2024-08-08T20:38:07.255" v="23" actId="20577"/>
        <pc:sldMkLst>
          <pc:docMk/>
          <pc:sldMk cId="2275632493" sldId="365"/>
        </pc:sldMkLst>
        <pc:spChg chg="mod">
          <ac:chgData name="Edwar Romero-Ramirez" userId="92bc0edd-ad5d-44a7-8ba7-72607029cc7a" providerId="ADAL" clId="{78465D34-1EB2-491B-8403-F3ACF65151D3}" dt="2024-08-08T20:38:07.255" v="23" actId="20577"/>
          <ac:spMkLst>
            <pc:docMk/>
            <pc:sldMk cId="2275632493" sldId="365"/>
            <ac:spMk id="6" creationId="{86649F24-8FCC-CDEB-B4C7-3B4C1F0F6A52}"/>
          </ac:spMkLst>
        </pc:spChg>
        <pc:picChg chg="mod">
          <ac:chgData name="Edwar Romero-Ramirez" userId="92bc0edd-ad5d-44a7-8ba7-72607029cc7a" providerId="ADAL" clId="{78465D34-1EB2-491B-8403-F3ACF65151D3}" dt="2024-08-08T20:37:58.829" v="12" actId="14100"/>
          <ac:picMkLst>
            <pc:docMk/>
            <pc:sldMk cId="2275632493" sldId="365"/>
            <ac:picMk id="4" creationId="{03A91DEA-A578-1C25-E401-D5C259262012}"/>
          </ac:picMkLst>
        </pc:picChg>
      </pc:sldChg>
      <pc:sldChg chg="modSp new mod">
        <pc:chgData name="Edwar Romero-Ramirez" userId="92bc0edd-ad5d-44a7-8ba7-72607029cc7a" providerId="ADAL" clId="{78465D34-1EB2-491B-8403-F3ACF65151D3}" dt="2024-08-08T20:40:05.500" v="129" actId="113"/>
        <pc:sldMkLst>
          <pc:docMk/>
          <pc:sldMk cId="438380780" sldId="385"/>
        </pc:sldMkLst>
        <pc:spChg chg="mod">
          <ac:chgData name="Edwar Romero-Ramirez" userId="92bc0edd-ad5d-44a7-8ba7-72607029cc7a" providerId="ADAL" clId="{78465D34-1EB2-491B-8403-F3ACF65151D3}" dt="2024-08-08T20:38:47.175" v="43" actId="20577"/>
          <ac:spMkLst>
            <pc:docMk/>
            <pc:sldMk cId="438380780" sldId="385"/>
            <ac:spMk id="2" creationId="{1B1231CD-7D50-348D-B42A-F1123924C1DA}"/>
          </ac:spMkLst>
        </pc:spChg>
        <pc:spChg chg="mod">
          <ac:chgData name="Edwar Romero-Ramirez" userId="92bc0edd-ad5d-44a7-8ba7-72607029cc7a" providerId="ADAL" clId="{78465D34-1EB2-491B-8403-F3ACF65151D3}" dt="2024-08-08T20:40:05.500" v="129" actId="113"/>
          <ac:spMkLst>
            <pc:docMk/>
            <pc:sldMk cId="438380780" sldId="385"/>
            <ac:spMk id="3" creationId="{E2ADC5D7-6603-DD44-46FE-8F78F40CF0BD}"/>
          </ac:spMkLst>
        </pc:spChg>
      </pc:sldChg>
    </pc:docChg>
  </pc:docChgLst>
  <pc:docChgLst>
    <pc:chgData name="Somak Das" userId="S::sdas@floridapoly.edu::98cebb13-2fc4-4808-95b9-daeb7e6acc01" providerId="AD" clId="Web-{E506F93A-9FAB-15B1-4D9E-A1DDB1AEA615}"/>
    <pc:docChg chg="modSld">
      <pc:chgData name="Somak Das" userId="S::sdas@floridapoly.edu::98cebb13-2fc4-4808-95b9-daeb7e6acc01" providerId="AD" clId="Web-{E506F93A-9FAB-15B1-4D9E-A1DDB1AEA615}" dt="2024-08-29T01:03:13.188" v="11" actId="20577"/>
      <pc:docMkLst>
        <pc:docMk/>
      </pc:docMkLst>
      <pc:sldChg chg="modSp">
        <pc:chgData name="Somak Das" userId="S::sdas@floridapoly.edu::98cebb13-2fc4-4808-95b9-daeb7e6acc01" providerId="AD" clId="Web-{E506F93A-9FAB-15B1-4D9E-A1DDB1AEA615}" dt="2024-08-29T01:03:13.188" v="11" actId="20577"/>
        <pc:sldMkLst>
          <pc:docMk/>
          <pc:sldMk cId="4026378510" sldId="366"/>
        </pc:sldMkLst>
        <pc:spChg chg="mod">
          <ac:chgData name="Somak Das" userId="S::sdas@floridapoly.edu::98cebb13-2fc4-4808-95b9-daeb7e6acc01" providerId="AD" clId="Web-{E506F93A-9FAB-15B1-4D9E-A1DDB1AEA615}" dt="2024-08-29T01:03:13.188" v="11" actId="20577"/>
          <ac:spMkLst>
            <pc:docMk/>
            <pc:sldMk cId="4026378510" sldId="366"/>
            <ac:spMk id="3" creationId="{78D6B0DC-8DDB-A7DA-E1AC-AD2D78ED7DCB}"/>
          </ac:spMkLst>
        </pc:spChg>
        <pc:picChg chg="mod">
          <ac:chgData name="Somak Das" userId="S::sdas@floridapoly.edu::98cebb13-2fc4-4808-95b9-daeb7e6acc01" providerId="AD" clId="Web-{E506F93A-9FAB-15B1-4D9E-A1DDB1AEA615}" dt="2024-08-29T01:02:38.624" v="6" actId="1076"/>
          <ac:picMkLst>
            <pc:docMk/>
            <pc:sldMk cId="4026378510" sldId="366"/>
            <ac:picMk id="7" creationId="{6F6976E1-4066-78FF-0D38-8CC5E311648F}"/>
          </ac:picMkLst>
        </pc:picChg>
        <pc:picChg chg="mod">
          <ac:chgData name="Somak Das" userId="S::sdas@floridapoly.edu::98cebb13-2fc4-4808-95b9-daeb7e6acc01" providerId="AD" clId="Web-{E506F93A-9FAB-15B1-4D9E-A1DDB1AEA615}" dt="2024-08-29T01:02:42.921" v="7" actId="1076"/>
          <ac:picMkLst>
            <pc:docMk/>
            <pc:sldMk cId="4026378510" sldId="366"/>
            <ac:picMk id="16" creationId="{4F334977-0BD6-6E1B-2299-19AAB5F0A57B}"/>
          </ac:picMkLst>
        </pc:picChg>
      </pc:sldChg>
    </pc:docChg>
  </pc:docChgLst>
  <pc:docChgLst>
    <pc:chgData name="Somak Das" userId="S::sdas@floridapoly.edu::98cebb13-2fc4-4808-95b9-daeb7e6acc01" providerId="AD" clId="Web-{C567F2B6-9DE0-F9B7-6AA3-12993BCB21C5}"/>
    <pc:docChg chg="addSld delSld modSld modSection">
      <pc:chgData name="Somak Das" userId="S::sdas@floridapoly.edu::98cebb13-2fc4-4808-95b9-daeb7e6acc01" providerId="AD" clId="Web-{C567F2B6-9DE0-F9B7-6AA3-12993BCB21C5}" dt="2024-09-10T05:06:35.426" v="618" actId="1076"/>
      <pc:docMkLst>
        <pc:docMk/>
      </pc:docMkLst>
      <pc:sldChg chg="del">
        <pc:chgData name="Somak Das" userId="S::sdas@floridapoly.edu::98cebb13-2fc4-4808-95b9-daeb7e6acc01" providerId="AD" clId="Web-{C567F2B6-9DE0-F9B7-6AA3-12993BCB21C5}" dt="2024-09-10T04:50:49.412" v="575"/>
        <pc:sldMkLst>
          <pc:docMk/>
          <pc:sldMk cId="3509818843" sldId="346"/>
        </pc:sldMkLst>
      </pc:sldChg>
      <pc:sldChg chg="modSp">
        <pc:chgData name="Somak Das" userId="S::sdas@floridapoly.edu::98cebb13-2fc4-4808-95b9-daeb7e6acc01" providerId="AD" clId="Web-{C567F2B6-9DE0-F9B7-6AA3-12993BCB21C5}" dt="2024-09-10T04:51:30.085" v="593" actId="20577"/>
        <pc:sldMkLst>
          <pc:docMk/>
          <pc:sldMk cId="2275632493" sldId="365"/>
        </pc:sldMkLst>
        <pc:spChg chg="mod">
          <ac:chgData name="Somak Das" userId="S::sdas@floridapoly.edu::98cebb13-2fc4-4808-95b9-daeb7e6acc01" providerId="AD" clId="Web-{C567F2B6-9DE0-F9B7-6AA3-12993BCB21C5}" dt="2024-09-10T04:51:30.085" v="593" actId="20577"/>
          <ac:spMkLst>
            <pc:docMk/>
            <pc:sldMk cId="2275632493" sldId="365"/>
            <ac:spMk id="6" creationId="{86649F24-8FCC-CDEB-B4C7-3B4C1F0F6A52}"/>
          </ac:spMkLst>
        </pc:spChg>
      </pc:sldChg>
      <pc:sldChg chg="addSp delSp modSp mod setBg">
        <pc:chgData name="Somak Das" userId="S::sdas@floridapoly.edu::98cebb13-2fc4-4808-95b9-daeb7e6acc01" providerId="AD" clId="Web-{C567F2B6-9DE0-F9B7-6AA3-12993BCB21C5}" dt="2024-09-10T03:58:59.845" v="238" actId="20577"/>
        <pc:sldMkLst>
          <pc:docMk/>
          <pc:sldMk cId="124241174" sldId="370"/>
        </pc:sldMkLst>
        <pc:spChg chg="mod ord">
          <ac:chgData name="Somak Das" userId="S::sdas@floridapoly.edu::98cebb13-2fc4-4808-95b9-daeb7e6acc01" providerId="AD" clId="Web-{C567F2B6-9DE0-F9B7-6AA3-12993BCB21C5}" dt="2024-09-10T03:43:54.442" v="174" actId="14100"/>
          <ac:spMkLst>
            <pc:docMk/>
            <pc:sldMk cId="124241174" sldId="370"/>
            <ac:spMk id="2" creationId="{759D9DBF-9C2C-417C-A23D-83C897A4DDC9}"/>
          </ac:spMkLst>
        </pc:spChg>
        <pc:spChg chg="mod ord">
          <ac:chgData name="Somak Das" userId="S::sdas@floridapoly.edu::98cebb13-2fc4-4808-95b9-daeb7e6acc01" providerId="AD" clId="Web-{C567F2B6-9DE0-F9B7-6AA3-12993BCB21C5}" dt="2024-09-10T03:58:59.845" v="238" actId="20577"/>
          <ac:spMkLst>
            <pc:docMk/>
            <pc:sldMk cId="124241174" sldId="370"/>
            <ac:spMk id="3" creationId="{10AD0E58-93FB-6A47-493C-616E6D59704E}"/>
          </ac:spMkLst>
        </pc:spChg>
        <pc:spChg chg="del">
          <ac:chgData name="Somak Das" userId="S::sdas@floridapoly.edu::98cebb13-2fc4-4808-95b9-daeb7e6acc01" providerId="AD" clId="Web-{C567F2B6-9DE0-F9B7-6AA3-12993BCB21C5}" dt="2024-09-10T01:51:07.631" v="41"/>
          <ac:spMkLst>
            <pc:docMk/>
            <pc:sldMk cId="124241174" sldId="370"/>
            <ac:spMk id="6" creationId="{87932B86-8520-EC02-CE45-7F86CE4E4327}"/>
          </ac:spMkLst>
        </pc:spChg>
        <pc:spChg chg="del">
          <ac:chgData name="Somak Das" userId="S::sdas@floridapoly.edu::98cebb13-2fc4-4808-95b9-daeb7e6acc01" providerId="AD" clId="Web-{C567F2B6-9DE0-F9B7-6AA3-12993BCB21C5}" dt="2024-09-10T01:51:07.631" v="40"/>
          <ac:spMkLst>
            <pc:docMk/>
            <pc:sldMk cId="124241174" sldId="370"/>
            <ac:spMk id="7" creationId="{D16AFA21-6D25-2976-5E6B-A0ED945A9809}"/>
          </ac:spMkLst>
        </pc:spChg>
        <pc:spChg chg="del">
          <ac:chgData name="Somak Das" userId="S::sdas@floridapoly.edu::98cebb13-2fc4-4808-95b9-daeb7e6acc01" providerId="AD" clId="Web-{C567F2B6-9DE0-F9B7-6AA3-12993BCB21C5}" dt="2024-09-10T01:51:07.631" v="39"/>
          <ac:spMkLst>
            <pc:docMk/>
            <pc:sldMk cId="124241174" sldId="370"/>
            <ac:spMk id="8" creationId="{C50EF145-7639-DABE-9E0E-C2DD0841793A}"/>
          </ac:spMkLst>
        </pc:spChg>
        <pc:spChg chg="add del">
          <ac:chgData name="Somak Das" userId="S::sdas@floridapoly.edu::98cebb13-2fc4-4808-95b9-daeb7e6acc01" providerId="AD" clId="Web-{C567F2B6-9DE0-F9B7-6AA3-12993BCB21C5}" dt="2024-09-10T02:45:37.279" v="73"/>
          <ac:spMkLst>
            <pc:docMk/>
            <pc:sldMk cId="124241174" sldId="370"/>
            <ac:spMk id="14" creationId="{0A597D97-203B-498B-95D3-E90DC961039F}"/>
          </ac:spMkLst>
        </pc:spChg>
        <pc:spChg chg="add del">
          <ac:chgData name="Somak Das" userId="S::sdas@floridapoly.edu::98cebb13-2fc4-4808-95b9-daeb7e6acc01" providerId="AD" clId="Web-{C567F2B6-9DE0-F9B7-6AA3-12993BCB21C5}" dt="2024-09-10T02:45:37.279" v="73"/>
          <ac:spMkLst>
            <pc:docMk/>
            <pc:sldMk cId="124241174" sldId="370"/>
            <ac:spMk id="16" creationId="{6A6EF10E-DF41-4BD3-8EB4-6F646531DC26}"/>
          </ac:spMkLst>
        </pc:spChg>
        <pc:spChg chg="add del">
          <ac:chgData name="Somak Das" userId="S::sdas@floridapoly.edu::98cebb13-2fc4-4808-95b9-daeb7e6acc01" providerId="AD" clId="Web-{C567F2B6-9DE0-F9B7-6AA3-12993BCB21C5}" dt="2024-09-10T02:45:37.279" v="72"/>
          <ac:spMkLst>
            <pc:docMk/>
            <pc:sldMk cId="124241174" sldId="370"/>
            <ac:spMk id="21" creationId="{C4879EFC-8E62-4E00-973C-C45EE9EC676D}"/>
          </ac:spMkLst>
        </pc:spChg>
        <pc:spChg chg="add del">
          <ac:chgData name="Somak Das" userId="S::sdas@floridapoly.edu::98cebb13-2fc4-4808-95b9-daeb7e6acc01" providerId="AD" clId="Web-{C567F2B6-9DE0-F9B7-6AA3-12993BCB21C5}" dt="2024-09-10T02:45:37.279" v="72"/>
          <ac:spMkLst>
            <pc:docMk/>
            <pc:sldMk cId="124241174" sldId="370"/>
            <ac:spMk id="23" creationId="{D6A9C53F-5F90-40A5-8C85-5412D39C8C68}"/>
          </ac:spMkLst>
        </pc:spChg>
        <pc:spChg chg="add">
          <ac:chgData name="Somak Das" userId="S::sdas@floridapoly.edu::98cebb13-2fc4-4808-95b9-daeb7e6acc01" providerId="AD" clId="Web-{C567F2B6-9DE0-F9B7-6AA3-12993BCB21C5}" dt="2024-09-10T02:45:37.279" v="73"/>
          <ac:spMkLst>
            <pc:docMk/>
            <pc:sldMk cId="124241174" sldId="370"/>
            <ac:spMk id="25" creationId="{0A597D97-203B-498B-95D3-E90DC961039F}"/>
          </ac:spMkLst>
        </pc:spChg>
        <pc:spChg chg="add">
          <ac:chgData name="Somak Das" userId="S::sdas@floridapoly.edu::98cebb13-2fc4-4808-95b9-daeb7e6acc01" providerId="AD" clId="Web-{C567F2B6-9DE0-F9B7-6AA3-12993BCB21C5}" dt="2024-09-10T02:45:37.279" v="73"/>
          <ac:spMkLst>
            <pc:docMk/>
            <pc:sldMk cId="124241174" sldId="370"/>
            <ac:spMk id="26" creationId="{6A6EF10E-DF41-4BD3-8EB4-6F646531DC26}"/>
          </ac:spMkLst>
        </pc:spChg>
        <pc:picChg chg="add mod ord">
          <ac:chgData name="Somak Das" userId="S::sdas@floridapoly.edu::98cebb13-2fc4-4808-95b9-daeb7e6acc01" providerId="AD" clId="Web-{C567F2B6-9DE0-F9B7-6AA3-12993BCB21C5}" dt="2024-09-10T03:37:05.163" v="122"/>
          <ac:picMkLst>
            <pc:docMk/>
            <pc:sldMk cId="124241174" sldId="370"/>
            <ac:picMk id="4" creationId="{1D4D0AFD-ED7E-616B-F959-BC855BE9C8CE}"/>
          </ac:picMkLst>
        </pc:picChg>
        <pc:picChg chg="del">
          <ac:chgData name="Somak Das" userId="S::sdas@floridapoly.edu::98cebb13-2fc4-4808-95b9-daeb7e6acc01" providerId="AD" clId="Web-{C567F2B6-9DE0-F9B7-6AA3-12993BCB21C5}" dt="2024-09-10T01:51:07.631" v="43"/>
          <ac:picMkLst>
            <pc:docMk/>
            <pc:sldMk cId="124241174" sldId="370"/>
            <ac:picMk id="4" creationId="{30EA1868-5C0A-F0E1-934D-046727971184}"/>
          </ac:picMkLst>
        </pc:picChg>
        <pc:picChg chg="del">
          <ac:chgData name="Somak Das" userId="S::sdas@floridapoly.edu::98cebb13-2fc4-4808-95b9-daeb7e6acc01" providerId="AD" clId="Web-{C567F2B6-9DE0-F9B7-6AA3-12993BCB21C5}" dt="2024-09-10T01:51:07.631" v="42"/>
          <ac:picMkLst>
            <pc:docMk/>
            <pc:sldMk cId="124241174" sldId="370"/>
            <ac:picMk id="5" creationId="{41223042-EA55-1905-E8F5-A3F03A655388}"/>
          </ac:picMkLst>
        </pc:picChg>
        <pc:picChg chg="add del mod">
          <ac:chgData name="Somak Das" userId="S::sdas@floridapoly.edu::98cebb13-2fc4-4808-95b9-daeb7e6acc01" providerId="AD" clId="Web-{C567F2B6-9DE0-F9B7-6AA3-12993BCB21C5}" dt="2024-09-10T03:36:57.476" v="119"/>
          <ac:picMkLst>
            <pc:docMk/>
            <pc:sldMk cId="124241174" sldId="370"/>
            <ac:picMk id="5" creationId="{7F127904-E3B5-70F3-292A-001483D46C97}"/>
          </ac:picMkLst>
        </pc:picChg>
        <pc:picChg chg="add del mod ord">
          <ac:chgData name="Somak Das" userId="S::sdas@floridapoly.edu::98cebb13-2fc4-4808-95b9-daeb7e6acc01" providerId="AD" clId="Web-{C567F2B6-9DE0-F9B7-6AA3-12993BCB21C5}" dt="2024-09-10T02:51:18.653" v="83"/>
          <ac:picMkLst>
            <pc:docMk/>
            <pc:sldMk cId="124241174" sldId="370"/>
            <ac:picMk id="5" creationId="{ED5E0EA7-A3AA-C04F-2EE3-B1FAB78ACBA7}"/>
          </ac:picMkLst>
        </pc:picChg>
        <pc:picChg chg="add del mod">
          <ac:chgData name="Somak Das" userId="S::sdas@floridapoly.edu::98cebb13-2fc4-4808-95b9-daeb7e6acc01" providerId="AD" clId="Web-{C567F2B6-9DE0-F9B7-6AA3-12993BCB21C5}" dt="2024-09-10T03:53:40.804" v="195" actId="14100"/>
          <ac:picMkLst>
            <pc:docMk/>
            <pc:sldMk cId="124241174" sldId="370"/>
            <ac:picMk id="6" creationId="{5AEFCE0B-9A95-F31D-1F11-4D7D1F4FCFDD}"/>
          </ac:picMkLst>
        </pc:picChg>
        <pc:picChg chg="add del mod">
          <ac:chgData name="Somak Das" userId="S::sdas@floridapoly.edu::98cebb13-2fc4-4808-95b9-daeb7e6acc01" providerId="AD" clId="Web-{C567F2B6-9DE0-F9B7-6AA3-12993BCB21C5}" dt="2024-09-10T03:53:34.725" v="194" actId="14100"/>
          <ac:picMkLst>
            <pc:docMk/>
            <pc:sldMk cId="124241174" sldId="370"/>
            <ac:picMk id="7" creationId="{07728410-210E-3F34-8872-1CBB61CF8A50}"/>
          </ac:picMkLst>
        </pc:picChg>
        <pc:picChg chg="del">
          <ac:chgData name="Somak Das" userId="S::sdas@floridapoly.edu::98cebb13-2fc4-4808-95b9-daeb7e6acc01" providerId="AD" clId="Web-{C567F2B6-9DE0-F9B7-6AA3-12993BCB21C5}" dt="2024-09-10T01:52:01.197" v="53"/>
          <ac:picMkLst>
            <pc:docMk/>
            <pc:sldMk cId="124241174" sldId="370"/>
            <ac:picMk id="9" creationId="{FA24FF5C-1E27-EF8D-1247-D801F07A3A86}"/>
          </ac:picMkLst>
        </pc:picChg>
        <pc:picChg chg="del">
          <ac:chgData name="Somak Das" userId="S::sdas@floridapoly.edu::98cebb13-2fc4-4808-95b9-daeb7e6acc01" providerId="AD" clId="Web-{C567F2B6-9DE0-F9B7-6AA3-12993BCB21C5}" dt="2024-09-10T01:51:59.041" v="52"/>
          <ac:picMkLst>
            <pc:docMk/>
            <pc:sldMk cId="124241174" sldId="370"/>
            <ac:picMk id="10" creationId="{36811DD9-DD55-2B88-0E59-03FBDEBA3E88}"/>
          </ac:picMkLst>
        </pc:picChg>
        <pc:picChg chg="del">
          <ac:chgData name="Somak Das" userId="S::sdas@floridapoly.edu::98cebb13-2fc4-4808-95b9-daeb7e6acc01" providerId="AD" clId="Web-{C567F2B6-9DE0-F9B7-6AA3-12993BCB21C5}" dt="2024-09-10T01:52:04.104" v="54"/>
          <ac:picMkLst>
            <pc:docMk/>
            <pc:sldMk cId="124241174" sldId="370"/>
            <ac:picMk id="11" creationId="{68E480E0-FA87-048B-6A65-3BDB885AEE62}"/>
          </ac:picMkLst>
        </pc:picChg>
        <pc:picChg chg="del">
          <ac:chgData name="Somak Das" userId="S::sdas@floridapoly.edu::98cebb13-2fc4-4808-95b9-daeb7e6acc01" providerId="AD" clId="Web-{C567F2B6-9DE0-F9B7-6AA3-12993BCB21C5}" dt="2024-09-10T01:51:56.353" v="51"/>
          <ac:picMkLst>
            <pc:docMk/>
            <pc:sldMk cId="124241174" sldId="370"/>
            <ac:picMk id="15" creationId="{8302A4BB-BEF3-78C0-548F-1C00B9EB3CB8}"/>
          </ac:picMkLst>
        </pc:picChg>
      </pc:sldChg>
      <pc:sldChg chg="add del">
        <pc:chgData name="Somak Das" userId="S::sdas@floridapoly.edu::98cebb13-2fc4-4808-95b9-daeb7e6acc01" providerId="AD" clId="Web-{C567F2B6-9DE0-F9B7-6AA3-12993BCB21C5}" dt="2024-09-10T03:43:00.050" v="173"/>
        <pc:sldMkLst>
          <pc:docMk/>
          <pc:sldMk cId="3451763861" sldId="371"/>
        </pc:sldMkLst>
      </pc:sldChg>
      <pc:sldChg chg="del">
        <pc:chgData name="Somak Das" userId="S::sdas@floridapoly.edu::98cebb13-2fc4-4808-95b9-daeb7e6acc01" providerId="AD" clId="Web-{C567F2B6-9DE0-F9B7-6AA3-12993BCB21C5}" dt="2024-09-10T04:20:46.592" v="361"/>
        <pc:sldMkLst>
          <pc:docMk/>
          <pc:sldMk cId="869483577" sldId="372"/>
        </pc:sldMkLst>
      </pc:sldChg>
      <pc:sldChg chg="del">
        <pc:chgData name="Somak Das" userId="S::sdas@floridapoly.edu::98cebb13-2fc4-4808-95b9-daeb7e6acc01" providerId="AD" clId="Web-{C567F2B6-9DE0-F9B7-6AA3-12993BCB21C5}" dt="2024-09-10T04:21:00.608" v="362"/>
        <pc:sldMkLst>
          <pc:docMk/>
          <pc:sldMk cId="3182590695" sldId="373"/>
        </pc:sldMkLst>
      </pc:sldChg>
      <pc:sldChg chg="del">
        <pc:chgData name="Somak Das" userId="S::sdas@floridapoly.edu::98cebb13-2fc4-4808-95b9-daeb7e6acc01" providerId="AD" clId="Web-{C567F2B6-9DE0-F9B7-6AA3-12993BCB21C5}" dt="2024-09-10T04:21:09.092" v="363"/>
        <pc:sldMkLst>
          <pc:docMk/>
          <pc:sldMk cId="1169307009" sldId="374"/>
        </pc:sldMkLst>
      </pc:sldChg>
      <pc:sldChg chg="del">
        <pc:chgData name="Somak Das" userId="S::sdas@floridapoly.edu::98cebb13-2fc4-4808-95b9-daeb7e6acc01" providerId="AD" clId="Web-{C567F2B6-9DE0-F9B7-6AA3-12993BCB21C5}" dt="2024-09-10T04:21:13.874" v="364"/>
        <pc:sldMkLst>
          <pc:docMk/>
          <pc:sldMk cId="936853904" sldId="375"/>
        </pc:sldMkLst>
      </pc:sldChg>
      <pc:sldChg chg="del">
        <pc:chgData name="Somak Das" userId="S::sdas@floridapoly.edu::98cebb13-2fc4-4808-95b9-daeb7e6acc01" providerId="AD" clId="Web-{C567F2B6-9DE0-F9B7-6AA3-12993BCB21C5}" dt="2024-09-10T04:21:21.046" v="365"/>
        <pc:sldMkLst>
          <pc:docMk/>
          <pc:sldMk cId="783102877" sldId="376"/>
        </pc:sldMkLst>
      </pc:sldChg>
      <pc:sldChg chg="addSp delSp modSp">
        <pc:chgData name="Somak Das" userId="S::sdas@floridapoly.edu::98cebb13-2fc4-4808-95b9-daeb7e6acc01" providerId="AD" clId="Web-{C567F2B6-9DE0-F9B7-6AA3-12993BCB21C5}" dt="2024-09-10T04:47:07.249" v="547" actId="20577"/>
        <pc:sldMkLst>
          <pc:docMk/>
          <pc:sldMk cId="3036108891" sldId="377"/>
        </pc:sldMkLst>
        <pc:spChg chg="del">
          <ac:chgData name="Somak Das" userId="S::sdas@floridapoly.edu::98cebb13-2fc4-4808-95b9-daeb7e6acc01" providerId="AD" clId="Web-{C567F2B6-9DE0-F9B7-6AA3-12993BCB21C5}" dt="2024-09-10T04:45:12.933" v="523"/>
          <ac:spMkLst>
            <pc:docMk/>
            <pc:sldMk cId="3036108891" sldId="377"/>
            <ac:spMk id="2" creationId="{759D9DBF-9C2C-417C-A23D-83C897A4DDC9}"/>
          </ac:spMkLst>
        </pc:spChg>
        <pc:spChg chg="mod">
          <ac:chgData name="Somak Das" userId="S::sdas@floridapoly.edu::98cebb13-2fc4-4808-95b9-daeb7e6acc01" providerId="AD" clId="Web-{C567F2B6-9DE0-F9B7-6AA3-12993BCB21C5}" dt="2024-09-10T04:47:07.249" v="547" actId="20577"/>
          <ac:spMkLst>
            <pc:docMk/>
            <pc:sldMk cId="3036108891" sldId="377"/>
            <ac:spMk id="3" creationId="{10AD0E58-93FB-6A47-493C-616E6D59704E}"/>
          </ac:spMkLst>
        </pc:spChg>
        <pc:spChg chg="add del mod">
          <ac:chgData name="Somak Das" userId="S::sdas@floridapoly.edu::98cebb13-2fc4-4808-95b9-daeb7e6acc01" providerId="AD" clId="Web-{C567F2B6-9DE0-F9B7-6AA3-12993BCB21C5}" dt="2024-09-10T04:45:16.152" v="524"/>
          <ac:spMkLst>
            <pc:docMk/>
            <pc:sldMk cId="3036108891" sldId="377"/>
            <ac:spMk id="10" creationId="{FABB9036-9CB9-CC8E-245A-8E5B0C2D0CD7}"/>
          </ac:spMkLst>
        </pc:spChg>
      </pc:sldChg>
      <pc:sldChg chg="modSp">
        <pc:chgData name="Somak Das" userId="S::sdas@floridapoly.edu::98cebb13-2fc4-4808-95b9-daeb7e6acc01" providerId="AD" clId="Web-{C567F2B6-9DE0-F9B7-6AA3-12993BCB21C5}" dt="2024-09-10T04:49:39.363" v="568" actId="20577"/>
        <pc:sldMkLst>
          <pc:docMk/>
          <pc:sldMk cId="4151336825" sldId="378"/>
        </pc:sldMkLst>
        <pc:spChg chg="mod">
          <ac:chgData name="Somak Das" userId="S::sdas@floridapoly.edu::98cebb13-2fc4-4808-95b9-daeb7e6acc01" providerId="AD" clId="Web-{C567F2B6-9DE0-F9B7-6AA3-12993BCB21C5}" dt="2024-09-10T04:48:30.455" v="556" actId="20577"/>
          <ac:spMkLst>
            <pc:docMk/>
            <pc:sldMk cId="4151336825" sldId="378"/>
            <ac:spMk id="2" creationId="{759D9DBF-9C2C-417C-A23D-83C897A4DDC9}"/>
          </ac:spMkLst>
        </pc:spChg>
        <pc:spChg chg="mod">
          <ac:chgData name="Somak Das" userId="S::sdas@floridapoly.edu::98cebb13-2fc4-4808-95b9-daeb7e6acc01" providerId="AD" clId="Web-{C567F2B6-9DE0-F9B7-6AA3-12993BCB21C5}" dt="2024-09-10T04:49:39.363" v="568" actId="20577"/>
          <ac:spMkLst>
            <pc:docMk/>
            <pc:sldMk cId="4151336825" sldId="378"/>
            <ac:spMk id="3" creationId="{10AD0E58-93FB-6A47-493C-616E6D59704E}"/>
          </ac:spMkLst>
        </pc:spChg>
        <pc:picChg chg="mod">
          <ac:chgData name="Somak Das" userId="S::sdas@floridapoly.edu::98cebb13-2fc4-4808-95b9-daeb7e6acc01" providerId="AD" clId="Web-{C567F2B6-9DE0-F9B7-6AA3-12993BCB21C5}" dt="2024-09-10T04:48:40.158" v="557" actId="1076"/>
          <ac:picMkLst>
            <pc:docMk/>
            <pc:sldMk cId="4151336825" sldId="378"/>
            <ac:picMk id="9" creationId="{9F69BC43-398D-9BFC-149B-04AD59E69085}"/>
          </ac:picMkLst>
        </pc:picChg>
        <pc:picChg chg="mod">
          <ac:chgData name="Somak Das" userId="S::sdas@floridapoly.edu::98cebb13-2fc4-4808-95b9-daeb7e6acc01" providerId="AD" clId="Web-{C567F2B6-9DE0-F9B7-6AA3-12993BCB21C5}" dt="2024-09-10T04:48:43.315" v="558" actId="1076"/>
          <ac:picMkLst>
            <pc:docMk/>
            <pc:sldMk cId="4151336825" sldId="378"/>
            <ac:picMk id="10" creationId="{6F18252A-F3F1-5583-7513-D72BCC4D94F3}"/>
          </ac:picMkLst>
        </pc:picChg>
        <pc:picChg chg="mod">
          <ac:chgData name="Somak Das" userId="S::sdas@floridapoly.edu::98cebb13-2fc4-4808-95b9-daeb7e6acc01" providerId="AD" clId="Web-{C567F2B6-9DE0-F9B7-6AA3-12993BCB21C5}" dt="2024-09-10T04:48:47.127" v="559" actId="1076"/>
          <ac:picMkLst>
            <pc:docMk/>
            <pc:sldMk cId="4151336825" sldId="378"/>
            <ac:picMk id="11" creationId="{97343BB2-9917-8019-B25E-EE9A1EE61458}"/>
          </ac:picMkLst>
        </pc:picChg>
        <pc:picChg chg="mod">
          <ac:chgData name="Somak Das" userId="S::sdas@floridapoly.edu::98cebb13-2fc4-4808-95b9-daeb7e6acc01" providerId="AD" clId="Web-{C567F2B6-9DE0-F9B7-6AA3-12993BCB21C5}" dt="2024-09-10T04:48:49.971" v="560" actId="1076"/>
          <ac:picMkLst>
            <pc:docMk/>
            <pc:sldMk cId="4151336825" sldId="378"/>
            <ac:picMk id="12" creationId="{E28413AD-7FC6-C6B6-75B1-4E8C41C2F902}"/>
          </ac:picMkLst>
        </pc:picChg>
      </pc:sldChg>
      <pc:sldChg chg="del">
        <pc:chgData name="Somak Das" userId="S::sdas@floridapoly.edu::98cebb13-2fc4-4808-95b9-daeb7e6acc01" providerId="AD" clId="Web-{C567F2B6-9DE0-F9B7-6AA3-12993BCB21C5}" dt="2024-09-10T04:49:52.270" v="569"/>
        <pc:sldMkLst>
          <pc:docMk/>
          <pc:sldMk cId="1345516017" sldId="379"/>
        </pc:sldMkLst>
      </pc:sldChg>
      <pc:sldChg chg="del">
        <pc:chgData name="Somak Das" userId="S::sdas@floridapoly.edu::98cebb13-2fc4-4808-95b9-daeb7e6acc01" providerId="AD" clId="Web-{C567F2B6-9DE0-F9B7-6AA3-12993BCB21C5}" dt="2024-09-10T04:49:55.098" v="570"/>
        <pc:sldMkLst>
          <pc:docMk/>
          <pc:sldMk cId="1122387926" sldId="380"/>
        </pc:sldMkLst>
      </pc:sldChg>
      <pc:sldChg chg="del">
        <pc:chgData name="Somak Das" userId="S::sdas@floridapoly.edu::98cebb13-2fc4-4808-95b9-daeb7e6acc01" providerId="AD" clId="Web-{C567F2B6-9DE0-F9B7-6AA3-12993BCB21C5}" dt="2024-09-10T04:50:05.208" v="571"/>
        <pc:sldMkLst>
          <pc:docMk/>
          <pc:sldMk cId="508060794" sldId="381"/>
        </pc:sldMkLst>
      </pc:sldChg>
      <pc:sldChg chg="del">
        <pc:chgData name="Somak Das" userId="S::sdas@floridapoly.edu::98cebb13-2fc4-4808-95b9-daeb7e6acc01" providerId="AD" clId="Web-{C567F2B6-9DE0-F9B7-6AA3-12993BCB21C5}" dt="2024-09-10T04:50:18.942" v="572"/>
        <pc:sldMkLst>
          <pc:docMk/>
          <pc:sldMk cId="3501253409" sldId="382"/>
        </pc:sldMkLst>
      </pc:sldChg>
      <pc:sldChg chg="del">
        <pc:chgData name="Somak Das" userId="S::sdas@floridapoly.edu::98cebb13-2fc4-4808-95b9-daeb7e6acc01" providerId="AD" clId="Web-{C567F2B6-9DE0-F9B7-6AA3-12993BCB21C5}" dt="2024-09-10T04:50:26.005" v="573"/>
        <pc:sldMkLst>
          <pc:docMk/>
          <pc:sldMk cId="3150395374" sldId="383"/>
        </pc:sldMkLst>
      </pc:sldChg>
      <pc:sldChg chg="del">
        <pc:chgData name="Somak Das" userId="S::sdas@floridapoly.edu::98cebb13-2fc4-4808-95b9-daeb7e6acc01" providerId="AD" clId="Web-{C567F2B6-9DE0-F9B7-6AA3-12993BCB21C5}" dt="2024-09-10T04:50:39.881" v="574"/>
        <pc:sldMkLst>
          <pc:docMk/>
          <pc:sldMk cId="4067671551" sldId="384"/>
        </pc:sldMkLst>
      </pc:sldChg>
      <pc:sldChg chg="addSp delSp modSp add replId">
        <pc:chgData name="Somak Das" userId="S::sdas@floridapoly.edu::98cebb13-2fc4-4808-95b9-daeb7e6acc01" providerId="AD" clId="Web-{C567F2B6-9DE0-F9B7-6AA3-12993BCB21C5}" dt="2024-09-10T04:20:09.559" v="360" actId="20577"/>
        <pc:sldMkLst>
          <pc:docMk/>
          <pc:sldMk cId="1485239032" sldId="386"/>
        </pc:sldMkLst>
        <pc:spChg chg="mod">
          <ac:chgData name="Somak Das" userId="S::sdas@floridapoly.edu::98cebb13-2fc4-4808-95b9-daeb7e6acc01" providerId="AD" clId="Web-{C567F2B6-9DE0-F9B7-6AA3-12993BCB21C5}" dt="2024-09-10T03:38:17.040" v="134" actId="14100"/>
          <ac:spMkLst>
            <pc:docMk/>
            <pc:sldMk cId="1485239032" sldId="386"/>
            <ac:spMk id="2" creationId="{759D9DBF-9C2C-417C-A23D-83C897A4DDC9}"/>
          </ac:spMkLst>
        </pc:spChg>
        <pc:spChg chg="mod">
          <ac:chgData name="Somak Das" userId="S::sdas@floridapoly.edu::98cebb13-2fc4-4808-95b9-daeb7e6acc01" providerId="AD" clId="Web-{C567F2B6-9DE0-F9B7-6AA3-12993BCB21C5}" dt="2024-09-10T04:20:09.559" v="360" actId="20577"/>
          <ac:spMkLst>
            <pc:docMk/>
            <pc:sldMk cId="1485239032" sldId="386"/>
            <ac:spMk id="3" creationId="{10AD0E58-93FB-6A47-493C-616E6D59704E}"/>
          </ac:spMkLst>
        </pc:spChg>
        <pc:picChg chg="del mod">
          <ac:chgData name="Somak Das" userId="S::sdas@floridapoly.edu::98cebb13-2fc4-4808-95b9-daeb7e6acc01" providerId="AD" clId="Web-{C567F2B6-9DE0-F9B7-6AA3-12993BCB21C5}" dt="2024-09-10T03:37:17.257" v="125"/>
          <ac:picMkLst>
            <pc:docMk/>
            <pc:sldMk cId="1485239032" sldId="386"/>
            <ac:picMk id="4" creationId="{1D4D0AFD-ED7E-616B-F959-BC855BE9C8CE}"/>
          </ac:picMkLst>
        </pc:picChg>
        <pc:picChg chg="add mod">
          <ac:chgData name="Somak Das" userId="S::sdas@floridapoly.edu::98cebb13-2fc4-4808-95b9-daeb7e6acc01" providerId="AD" clId="Web-{C567F2B6-9DE0-F9B7-6AA3-12993BCB21C5}" dt="2024-09-10T03:37:49.915" v="132" actId="14100"/>
          <ac:picMkLst>
            <pc:docMk/>
            <pc:sldMk cId="1485239032" sldId="386"/>
            <ac:picMk id="5" creationId="{20E07EC0-453F-8CA2-4653-EC9698FAB737}"/>
          </ac:picMkLst>
        </pc:picChg>
        <pc:picChg chg="del">
          <ac:chgData name="Somak Das" userId="S::sdas@floridapoly.edu::98cebb13-2fc4-4808-95b9-daeb7e6acc01" providerId="AD" clId="Web-{C567F2B6-9DE0-F9B7-6AA3-12993BCB21C5}" dt="2024-09-10T03:37:22.898" v="127"/>
          <ac:picMkLst>
            <pc:docMk/>
            <pc:sldMk cId="1485239032" sldId="386"/>
            <ac:picMk id="6" creationId="{5AEFCE0B-9A95-F31D-1F11-4D7D1F4FCFDD}"/>
          </ac:picMkLst>
        </pc:picChg>
        <pc:picChg chg="del">
          <ac:chgData name="Somak Das" userId="S::sdas@floridapoly.edu::98cebb13-2fc4-4808-95b9-daeb7e6acc01" providerId="AD" clId="Web-{C567F2B6-9DE0-F9B7-6AA3-12993BCB21C5}" dt="2024-09-10T03:37:22.898" v="126"/>
          <ac:picMkLst>
            <pc:docMk/>
            <pc:sldMk cId="1485239032" sldId="386"/>
            <ac:picMk id="7" creationId="{07728410-210E-3F34-8872-1CBB61CF8A50}"/>
          </ac:picMkLst>
        </pc:picChg>
        <pc:picChg chg="add mod">
          <ac:chgData name="Somak Das" userId="S::sdas@floridapoly.edu::98cebb13-2fc4-4808-95b9-daeb7e6acc01" providerId="AD" clId="Web-{C567F2B6-9DE0-F9B7-6AA3-12993BCB21C5}" dt="2024-09-10T03:38:00.415" v="133" actId="14100"/>
          <ac:picMkLst>
            <pc:docMk/>
            <pc:sldMk cId="1485239032" sldId="386"/>
            <ac:picMk id="8" creationId="{C7740499-B6DD-13DD-36E9-456407A71EB8}"/>
          </ac:picMkLst>
        </pc:picChg>
      </pc:sldChg>
      <pc:sldChg chg="addSp delSp modSp new mod modClrScheme chgLayout">
        <pc:chgData name="Somak Das" userId="S::sdas@floridapoly.edu::98cebb13-2fc4-4808-95b9-daeb7e6acc01" providerId="AD" clId="Web-{C567F2B6-9DE0-F9B7-6AA3-12993BCB21C5}" dt="2024-09-10T05:06:35.426" v="618" actId="1076"/>
        <pc:sldMkLst>
          <pc:docMk/>
          <pc:sldMk cId="4220725411" sldId="387"/>
        </pc:sldMkLst>
        <pc:spChg chg="mod ord">
          <ac:chgData name="Somak Das" userId="S::sdas@floridapoly.edu::98cebb13-2fc4-4808-95b9-daeb7e6acc01" providerId="AD" clId="Web-{C567F2B6-9DE0-F9B7-6AA3-12993BCB21C5}" dt="2024-09-10T05:06:15.800" v="614" actId="1076"/>
          <ac:spMkLst>
            <pc:docMk/>
            <pc:sldMk cId="4220725411" sldId="387"/>
            <ac:spMk id="2" creationId="{E00639A2-B3AC-E36C-BAB6-E18BE6181617}"/>
          </ac:spMkLst>
        </pc:spChg>
        <pc:spChg chg="del">
          <ac:chgData name="Somak Das" userId="S::sdas@floridapoly.edu::98cebb13-2fc4-4808-95b9-daeb7e6acc01" providerId="AD" clId="Web-{C567F2B6-9DE0-F9B7-6AA3-12993BCB21C5}" dt="2024-09-10T05:04:35.610" v="597"/>
          <ac:spMkLst>
            <pc:docMk/>
            <pc:sldMk cId="4220725411" sldId="387"/>
            <ac:spMk id="3" creationId="{44E2A396-4B53-4D2C-0D12-049F4CBF240E}"/>
          </ac:spMkLst>
        </pc:spChg>
        <pc:picChg chg="add mod ord">
          <ac:chgData name="Somak Das" userId="S::sdas@floridapoly.edu::98cebb13-2fc4-4808-95b9-daeb7e6acc01" providerId="AD" clId="Web-{C567F2B6-9DE0-F9B7-6AA3-12993BCB21C5}" dt="2024-09-10T05:06:35.426" v="618" actId="1076"/>
          <ac:picMkLst>
            <pc:docMk/>
            <pc:sldMk cId="4220725411" sldId="387"/>
            <ac:picMk id="4" creationId="{ED5E3120-192E-2CB2-1808-051C0373B330}"/>
          </ac:picMkLst>
        </pc:picChg>
        <pc:picChg chg="add mod">
          <ac:chgData name="Somak Das" userId="S::sdas@floridapoly.edu::98cebb13-2fc4-4808-95b9-daeb7e6acc01" providerId="AD" clId="Web-{C567F2B6-9DE0-F9B7-6AA3-12993BCB21C5}" dt="2024-09-10T05:06:28.238" v="616" actId="1076"/>
          <ac:picMkLst>
            <pc:docMk/>
            <pc:sldMk cId="4220725411" sldId="387"/>
            <ac:picMk id="5" creationId="{EBC87650-D28B-1B39-91AD-92E551103B36}"/>
          </ac:picMkLst>
        </pc:picChg>
        <pc:picChg chg="add mod">
          <ac:chgData name="Somak Das" userId="S::sdas@floridapoly.edu::98cebb13-2fc4-4808-95b9-daeb7e6acc01" providerId="AD" clId="Web-{C567F2B6-9DE0-F9B7-6AA3-12993BCB21C5}" dt="2024-09-10T05:05:31.471" v="610" actId="1076"/>
          <ac:picMkLst>
            <pc:docMk/>
            <pc:sldMk cId="4220725411" sldId="387"/>
            <ac:picMk id="6" creationId="{0F01C4C1-DB01-201D-6612-19DAD3A2258E}"/>
          </ac:picMkLst>
        </pc:picChg>
      </pc:sldChg>
    </pc:docChg>
  </pc:docChgLst>
  <pc:docChgLst>
    <pc:chgData name="Somak Das" userId="S::sdas@floridapoly.edu::98cebb13-2fc4-4808-95b9-daeb7e6acc01" providerId="AD" clId="Web-{F1A7CDCC-44CA-439A-1D03-B8944CA92B3D}"/>
    <pc:docChg chg="addSld delSld modSld modSection">
      <pc:chgData name="Somak Das" userId="S::sdas@floridapoly.edu::98cebb13-2fc4-4808-95b9-daeb7e6acc01" providerId="AD" clId="Web-{F1A7CDCC-44CA-439A-1D03-B8944CA92B3D}" dt="2024-09-11T17:10:45.895" v="363"/>
      <pc:docMkLst>
        <pc:docMk/>
      </pc:docMkLst>
      <pc:sldChg chg="delSp modSp mod modClrScheme chgLayout">
        <pc:chgData name="Somak Das" userId="S::sdas@floridapoly.edu::98cebb13-2fc4-4808-95b9-daeb7e6acc01" providerId="AD" clId="Web-{F1A7CDCC-44CA-439A-1D03-B8944CA92B3D}" dt="2024-09-11T17:10:22.363" v="361"/>
        <pc:sldMkLst>
          <pc:docMk/>
          <pc:sldMk cId="3665023349" sldId="343"/>
        </pc:sldMkLst>
        <pc:spChg chg="del mod">
          <ac:chgData name="Somak Das" userId="S::sdas@floridapoly.edu::98cebb13-2fc4-4808-95b9-daeb7e6acc01" providerId="AD" clId="Web-{F1A7CDCC-44CA-439A-1D03-B8944CA92B3D}" dt="2024-09-11T14:27:41.262" v="23"/>
          <ac:spMkLst>
            <pc:docMk/>
            <pc:sldMk cId="3665023349" sldId="343"/>
            <ac:spMk id="2" creationId="{4D3BEB11-28D7-C522-E5E9-6807A609E96E}"/>
          </ac:spMkLst>
        </pc:spChg>
        <pc:spChg chg="mod ord">
          <ac:chgData name="Somak Das" userId="S::sdas@floridapoly.edu::98cebb13-2fc4-4808-95b9-daeb7e6acc01" providerId="AD" clId="Web-{F1A7CDCC-44CA-439A-1D03-B8944CA92B3D}" dt="2024-09-11T14:27:41.262" v="23"/>
          <ac:spMkLst>
            <pc:docMk/>
            <pc:sldMk cId="3665023349" sldId="343"/>
            <ac:spMk id="3" creationId="{78D6B0DC-8DDB-A7DA-E1AC-AD2D78ED7DCB}"/>
          </ac:spMkLst>
        </pc:spChg>
        <pc:spChg chg="del">
          <ac:chgData name="Somak Das" userId="S::sdas@floridapoly.edu::98cebb13-2fc4-4808-95b9-daeb7e6acc01" providerId="AD" clId="Web-{F1A7CDCC-44CA-439A-1D03-B8944CA92B3D}" dt="2024-09-11T14:27:21.183" v="19"/>
          <ac:spMkLst>
            <pc:docMk/>
            <pc:sldMk cId="3665023349" sldId="343"/>
            <ac:spMk id="9" creationId="{5DD5144A-4474-2479-FA5D-0FB5B8C4C171}"/>
          </ac:spMkLst>
        </pc:spChg>
        <pc:spChg chg="del">
          <ac:chgData name="Somak Das" userId="S::sdas@floridapoly.edu::98cebb13-2fc4-4808-95b9-daeb7e6acc01" providerId="AD" clId="Web-{F1A7CDCC-44CA-439A-1D03-B8944CA92B3D}" dt="2024-09-11T14:27:21.183" v="18"/>
          <ac:spMkLst>
            <pc:docMk/>
            <pc:sldMk cId="3665023349" sldId="343"/>
            <ac:spMk id="10" creationId="{0276F1E8-2449-BCC1-6357-841D80B71EA8}"/>
          </ac:spMkLst>
        </pc:spChg>
        <pc:spChg chg="del">
          <ac:chgData name="Somak Das" userId="S::sdas@floridapoly.edu::98cebb13-2fc4-4808-95b9-daeb7e6acc01" providerId="AD" clId="Web-{F1A7CDCC-44CA-439A-1D03-B8944CA92B3D}" dt="2024-09-11T14:27:21.183" v="17"/>
          <ac:spMkLst>
            <pc:docMk/>
            <pc:sldMk cId="3665023349" sldId="343"/>
            <ac:spMk id="17" creationId="{2E4E6A32-1D8A-B594-4757-83C24109F215}"/>
          </ac:spMkLst>
        </pc:spChg>
        <pc:spChg chg="del">
          <ac:chgData name="Somak Das" userId="S::sdas@floridapoly.edu::98cebb13-2fc4-4808-95b9-daeb7e6acc01" providerId="AD" clId="Web-{F1A7CDCC-44CA-439A-1D03-B8944CA92B3D}" dt="2024-09-11T17:10:22.363" v="361"/>
          <ac:spMkLst>
            <pc:docMk/>
            <pc:sldMk cId="3665023349" sldId="343"/>
            <ac:spMk id="42" creationId="{71DD1877-9F8B-5F3F-56AB-D1B1A6E7F041}"/>
          </ac:spMkLst>
        </pc:spChg>
        <pc:picChg chg="del">
          <ac:chgData name="Somak Das" userId="S::sdas@floridapoly.edu::98cebb13-2fc4-4808-95b9-daeb7e6acc01" providerId="AD" clId="Web-{F1A7CDCC-44CA-439A-1D03-B8944CA92B3D}" dt="2024-09-11T14:27:19.214" v="16"/>
          <ac:picMkLst>
            <pc:docMk/>
            <pc:sldMk cId="3665023349" sldId="343"/>
            <ac:picMk id="5" creationId="{63AC7670-6DC5-7960-AC16-50AC8F8E2B9B}"/>
          </ac:picMkLst>
        </pc:picChg>
        <pc:picChg chg="del">
          <ac:chgData name="Somak Das" userId="S::sdas@floridapoly.edu::98cebb13-2fc4-4808-95b9-daeb7e6acc01" providerId="AD" clId="Web-{F1A7CDCC-44CA-439A-1D03-B8944CA92B3D}" dt="2024-09-11T14:27:21.183" v="20"/>
          <ac:picMkLst>
            <pc:docMk/>
            <pc:sldMk cId="3665023349" sldId="343"/>
            <ac:picMk id="6" creationId="{DA05F2B8-F03B-B63B-4AA2-4E906B0FA76F}"/>
          </ac:picMkLst>
        </pc:picChg>
        <pc:picChg chg="del">
          <ac:chgData name="Somak Das" userId="S::sdas@floridapoly.edu::98cebb13-2fc4-4808-95b9-daeb7e6acc01" providerId="AD" clId="Web-{F1A7CDCC-44CA-439A-1D03-B8944CA92B3D}" dt="2024-09-11T14:27:11.558" v="15"/>
          <ac:picMkLst>
            <pc:docMk/>
            <pc:sldMk cId="3665023349" sldId="343"/>
            <ac:picMk id="20" creationId="{8ACD7155-55E9-9155-2A93-FD0C051A52EC}"/>
          </ac:picMkLst>
        </pc:picChg>
      </pc:sldChg>
      <pc:sldChg chg="modSp">
        <pc:chgData name="Somak Das" userId="S::sdas@floridapoly.edu::98cebb13-2fc4-4808-95b9-daeb7e6acc01" providerId="AD" clId="Web-{F1A7CDCC-44CA-439A-1D03-B8944CA92B3D}" dt="2024-09-11T14:27:02.214" v="12" actId="20577"/>
        <pc:sldMkLst>
          <pc:docMk/>
          <pc:sldMk cId="2275632493" sldId="365"/>
        </pc:sldMkLst>
        <pc:spChg chg="mod">
          <ac:chgData name="Somak Das" userId="S::sdas@floridapoly.edu::98cebb13-2fc4-4808-95b9-daeb7e6acc01" providerId="AD" clId="Web-{F1A7CDCC-44CA-439A-1D03-B8944CA92B3D}" dt="2024-09-11T14:27:02.214" v="12" actId="20577"/>
          <ac:spMkLst>
            <pc:docMk/>
            <pc:sldMk cId="2275632493" sldId="365"/>
            <ac:spMk id="6" creationId="{86649F24-8FCC-CDEB-B4C7-3B4C1F0F6A52}"/>
          </ac:spMkLst>
        </pc:spChg>
      </pc:sldChg>
      <pc:sldChg chg="modSp new mod modClrScheme chgLayout">
        <pc:chgData name="Somak Das" userId="S::sdas@floridapoly.edu::98cebb13-2fc4-4808-95b9-daeb7e6acc01" providerId="AD" clId="Web-{F1A7CDCC-44CA-439A-1D03-B8944CA92B3D}" dt="2024-09-11T17:10:31.129" v="362"/>
        <pc:sldMkLst>
          <pc:docMk/>
          <pc:sldMk cId="3067924965" sldId="366"/>
        </pc:sldMkLst>
        <pc:spChg chg="mod ord">
          <ac:chgData name="Somak Das" userId="S::sdas@floridapoly.edu::98cebb13-2fc4-4808-95b9-daeb7e6acc01" providerId="AD" clId="Web-{F1A7CDCC-44CA-439A-1D03-B8944CA92B3D}" dt="2024-09-11T17:10:31.129" v="362"/>
          <ac:spMkLst>
            <pc:docMk/>
            <pc:sldMk cId="3067924965" sldId="366"/>
            <ac:spMk id="2" creationId="{989BC9AA-85E3-CAD8-7C4B-066FD42E1FE0}"/>
          </ac:spMkLst>
        </pc:spChg>
        <pc:spChg chg="mod ord">
          <ac:chgData name="Somak Das" userId="S::sdas@floridapoly.edu::98cebb13-2fc4-4808-95b9-daeb7e6acc01" providerId="AD" clId="Web-{F1A7CDCC-44CA-439A-1D03-B8944CA92B3D}" dt="2024-09-11T17:10:31.129" v="362"/>
          <ac:spMkLst>
            <pc:docMk/>
            <pc:sldMk cId="3067924965" sldId="366"/>
            <ac:spMk id="3" creationId="{DE44D2C4-CA5F-59C7-2BBE-A27B1D93455A}"/>
          </ac:spMkLst>
        </pc:spChg>
      </pc:sldChg>
      <pc:sldChg chg="new del">
        <pc:chgData name="Somak Das" userId="S::sdas@floridapoly.edu::98cebb13-2fc4-4808-95b9-daeb7e6acc01" providerId="AD" clId="Web-{F1A7CDCC-44CA-439A-1D03-B8944CA92B3D}" dt="2024-09-11T14:29:20.405" v="34"/>
        <pc:sldMkLst>
          <pc:docMk/>
          <pc:sldMk cId="3536311192" sldId="366"/>
        </pc:sldMkLst>
      </pc:sldChg>
      <pc:sldChg chg="del">
        <pc:chgData name="Somak Das" userId="S::sdas@floridapoly.edu::98cebb13-2fc4-4808-95b9-daeb7e6acc01" providerId="AD" clId="Web-{F1A7CDCC-44CA-439A-1D03-B8944CA92B3D}" dt="2024-09-11T14:27:57.575" v="30"/>
        <pc:sldMkLst>
          <pc:docMk/>
          <pc:sldMk cId="4026378510" sldId="366"/>
        </pc:sldMkLst>
      </pc:sldChg>
      <pc:sldChg chg="modSp add replId">
        <pc:chgData name="Somak Das" userId="S::sdas@floridapoly.edu::98cebb13-2fc4-4808-95b9-daeb7e6acc01" providerId="AD" clId="Web-{F1A7CDCC-44CA-439A-1D03-B8944CA92B3D}" dt="2024-09-11T14:32:23.378" v="112" actId="14100"/>
        <pc:sldMkLst>
          <pc:docMk/>
          <pc:sldMk cId="1727441409" sldId="367"/>
        </pc:sldMkLst>
        <pc:spChg chg="mod">
          <ac:chgData name="Somak Das" userId="S::sdas@floridapoly.edu::98cebb13-2fc4-4808-95b9-daeb7e6acc01" providerId="AD" clId="Web-{F1A7CDCC-44CA-439A-1D03-B8944CA92B3D}" dt="2024-09-11T14:31:46.831" v="97" actId="20577"/>
          <ac:spMkLst>
            <pc:docMk/>
            <pc:sldMk cId="1727441409" sldId="367"/>
            <ac:spMk id="2" creationId="{989BC9AA-85E3-CAD8-7C4B-066FD42E1FE0}"/>
          </ac:spMkLst>
        </pc:spChg>
        <pc:spChg chg="mod">
          <ac:chgData name="Somak Das" userId="S::sdas@floridapoly.edu::98cebb13-2fc4-4808-95b9-daeb7e6acc01" providerId="AD" clId="Web-{F1A7CDCC-44CA-439A-1D03-B8944CA92B3D}" dt="2024-09-11T14:32:23.378" v="112" actId="14100"/>
          <ac:spMkLst>
            <pc:docMk/>
            <pc:sldMk cId="1727441409" sldId="367"/>
            <ac:spMk id="3" creationId="{DE44D2C4-CA5F-59C7-2BBE-A27B1D93455A}"/>
          </ac:spMkLst>
        </pc:spChg>
      </pc:sldChg>
      <pc:sldChg chg="del">
        <pc:chgData name="Somak Das" userId="S::sdas@floridapoly.edu::98cebb13-2fc4-4808-95b9-daeb7e6acc01" providerId="AD" clId="Web-{F1A7CDCC-44CA-439A-1D03-B8944CA92B3D}" dt="2024-09-11T14:27:57.590" v="32"/>
        <pc:sldMkLst>
          <pc:docMk/>
          <pc:sldMk cId="3985552435" sldId="368"/>
        </pc:sldMkLst>
      </pc:sldChg>
      <pc:sldChg chg="addSp delSp modSp new mod setBg addAnim delAnim modAnim">
        <pc:chgData name="Somak Das" userId="S::sdas@floridapoly.edu::98cebb13-2fc4-4808-95b9-daeb7e6acc01" providerId="AD" clId="Web-{F1A7CDCC-44CA-439A-1D03-B8944CA92B3D}" dt="2024-09-11T17:10:45.895" v="363"/>
        <pc:sldMkLst>
          <pc:docMk/>
          <pc:sldMk cId="4240676729" sldId="368"/>
        </pc:sldMkLst>
        <pc:spChg chg="mod">
          <ac:chgData name="Somak Das" userId="S::sdas@floridapoly.edu::98cebb13-2fc4-4808-95b9-daeb7e6acc01" providerId="AD" clId="Web-{F1A7CDCC-44CA-439A-1D03-B8944CA92B3D}" dt="2024-09-11T15:34:31.557" v="163"/>
          <ac:spMkLst>
            <pc:docMk/>
            <pc:sldMk cId="4240676729" sldId="368"/>
            <ac:spMk id="2" creationId="{33EFB244-340B-AED1-0611-4D4ED713AF74}"/>
          </ac:spMkLst>
        </pc:spChg>
        <pc:spChg chg="del">
          <ac:chgData name="Somak Das" userId="S::sdas@floridapoly.edu::98cebb13-2fc4-4808-95b9-daeb7e6acc01" providerId="AD" clId="Web-{F1A7CDCC-44CA-439A-1D03-B8944CA92B3D}" dt="2024-09-11T15:33:27.056" v="159"/>
          <ac:spMkLst>
            <pc:docMk/>
            <pc:sldMk cId="4240676729" sldId="368"/>
            <ac:spMk id="3" creationId="{F7D62723-0ABA-1F7E-9FE4-E30366640B7E}"/>
          </ac:spMkLst>
        </pc:spChg>
        <pc:spChg chg="add del">
          <ac:chgData name="Somak Das" userId="S::sdas@floridapoly.edu::98cebb13-2fc4-4808-95b9-daeb7e6acc01" providerId="AD" clId="Web-{F1A7CDCC-44CA-439A-1D03-B8944CA92B3D}" dt="2024-09-11T15:34:33.073" v="164"/>
          <ac:spMkLst>
            <pc:docMk/>
            <pc:sldMk cId="4240676729" sldId="368"/>
            <ac:spMk id="5" creationId="{0855B665-1A60-DAFF-8317-ABF459961044}"/>
          </ac:spMkLst>
        </pc:spChg>
        <pc:spChg chg="add mod">
          <ac:chgData name="Somak Das" userId="S::sdas@floridapoly.edu::98cebb13-2fc4-4808-95b9-daeb7e6acc01" providerId="AD" clId="Web-{F1A7CDCC-44CA-439A-1D03-B8944CA92B3D}" dt="2024-09-11T15:42:52.508" v="302" actId="20577"/>
          <ac:spMkLst>
            <pc:docMk/>
            <pc:sldMk cId="4240676729" sldId="368"/>
            <ac:spMk id="6" creationId="{603ECC89-9F08-4529-DC21-5A88E8B42DFD}"/>
          </ac:spMkLst>
        </pc:spChg>
        <pc:spChg chg="add mod">
          <ac:chgData name="Somak Das" userId="S::sdas@floridapoly.edu::98cebb13-2fc4-4808-95b9-daeb7e6acc01" providerId="AD" clId="Web-{F1A7CDCC-44CA-439A-1D03-B8944CA92B3D}" dt="2024-09-11T15:43:05.321" v="309" actId="20577"/>
          <ac:spMkLst>
            <pc:docMk/>
            <pc:sldMk cId="4240676729" sldId="368"/>
            <ac:spMk id="7" creationId="{B5C85818-8743-C170-7885-DE20D83A4ECA}"/>
          </ac:spMkLst>
        </pc:spChg>
        <pc:spChg chg="add mod">
          <ac:chgData name="Somak Das" userId="S::sdas@floridapoly.edu::98cebb13-2fc4-4808-95b9-daeb7e6acc01" providerId="AD" clId="Web-{F1A7CDCC-44CA-439A-1D03-B8944CA92B3D}" dt="2024-09-11T15:45:58.481" v="338"/>
          <ac:spMkLst>
            <pc:docMk/>
            <pc:sldMk cId="4240676729" sldId="368"/>
            <ac:spMk id="8" creationId="{368399A1-045D-5DA9-DB3C-7699952FD0C7}"/>
          </ac:spMkLst>
        </pc:spChg>
        <pc:spChg chg="add mod">
          <ac:chgData name="Somak Das" userId="S::sdas@floridapoly.edu::98cebb13-2fc4-4808-95b9-daeb7e6acc01" providerId="AD" clId="Web-{F1A7CDCC-44CA-439A-1D03-B8944CA92B3D}" dt="2024-09-11T15:41:57.225" v="283" actId="14100"/>
          <ac:spMkLst>
            <pc:docMk/>
            <pc:sldMk cId="4240676729" sldId="368"/>
            <ac:spMk id="9" creationId="{A0D772A6-4823-A014-0E53-24FD595C0C26}"/>
          </ac:spMkLst>
        </pc:spChg>
        <pc:spChg chg="add mod">
          <ac:chgData name="Somak Das" userId="S::sdas@floridapoly.edu::98cebb13-2fc4-4808-95b9-daeb7e6acc01" providerId="AD" clId="Web-{F1A7CDCC-44CA-439A-1D03-B8944CA92B3D}" dt="2024-09-11T15:45:58.497" v="339"/>
          <ac:spMkLst>
            <pc:docMk/>
            <pc:sldMk cId="4240676729" sldId="368"/>
            <ac:spMk id="10" creationId="{D02AC86A-77CC-23A2-4C1D-6CF1901633E6}"/>
          </ac:spMkLst>
        </pc:spChg>
        <pc:spChg chg="add del">
          <ac:chgData name="Somak Das" userId="S::sdas@floridapoly.edu::98cebb13-2fc4-4808-95b9-daeb7e6acc01" providerId="AD" clId="Web-{F1A7CDCC-44CA-439A-1D03-B8944CA92B3D}" dt="2024-09-11T15:44:26.417" v="322"/>
          <ac:spMkLst>
            <pc:docMk/>
            <pc:sldMk cId="4240676729" sldId="368"/>
            <ac:spMk id="11" creationId="{E36801CD-1488-8EC3-7C00-D91A9D7CCDD8}"/>
          </ac:spMkLst>
        </pc:spChg>
        <pc:spChg chg="add">
          <ac:chgData name="Somak Das" userId="S::sdas@floridapoly.edu::98cebb13-2fc4-4808-95b9-daeb7e6acc01" providerId="AD" clId="Web-{F1A7CDCC-44CA-439A-1D03-B8944CA92B3D}" dt="2024-09-11T15:34:31.557" v="163"/>
          <ac:spMkLst>
            <pc:docMk/>
            <pc:sldMk cId="4240676729" sldId="368"/>
            <ac:spMk id="12" creationId="{131BAD53-4E89-4F62-BBB7-26359763ED39}"/>
          </ac:spMkLst>
        </pc:spChg>
        <pc:spChg chg="add del mod">
          <ac:chgData name="Somak Das" userId="S::sdas@floridapoly.edu::98cebb13-2fc4-4808-95b9-daeb7e6acc01" providerId="AD" clId="Web-{F1A7CDCC-44CA-439A-1D03-B8944CA92B3D}" dt="2024-09-11T15:45:14.949" v="329"/>
          <ac:spMkLst>
            <pc:docMk/>
            <pc:sldMk cId="4240676729" sldId="368"/>
            <ac:spMk id="13" creationId="{1D953BDB-3659-0B7C-AFFF-A10082426DC0}"/>
          </ac:spMkLst>
        </pc:spChg>
        <pc:spChg chg="add">
          <ac:chgData name="Somak Das" userId="S::sdas@floridapoly.edu::98cebb13-2fc4-4808-95b9-daeb7e6acc01" providerId="AD" clId="Web-{F1A7CDCC-44CA-439A-1D03-B8944CA92B3D}" dt="2024-09-11T15:34:31.557" v="163"/>
          <ac:spMkLst>
            <pc:docMk/>
            <pc:sldMk cId="4240676729" sldId="368"/>
            <ac:spMk id="14" creationId="{62756DA2-40EB-4C6F-B962-5822FFB54FB6}"/>
          </ac:spMkLst>
        </pc:spChg>
        <pc:spChg chg="add mod">
          <ac:chgData name="Somak Das" userId="S::sdas@floridapoly.edu::98cebb13-2fc4-4808-95b9-daeb7e6acc01" providerId="AD" clId="Web-{F1A7CDCC-44CA-439A-1D03-B8944CA92B3D}" dt="2024-09-11T15:45:47.012" v="337"/>
          <ac:spMkLst>
            <pc:docMk/>
            <pc:sldMk cId="4240676729" sldId="368"/>
            <ac:spMk id="15" creationId="{61409E72-2B8F-EA58-D66F-BC0B20408681}"/>
          </ac:spMkLst>
        </pc:spChg>
        <pc:picChg chg="add mod ord">
          <ac:chgData name="Somak Das" userId="S::sdas@floridapoly.edu::98cebb13-2fc4-4808-95b9-daeb7e6acc01" providerId="AD" clId="Web-{F1A7CDCC-44CA-439A-1D03-B8944CA92B3D}" dt="2024-09-11T15:42:33.882" v="290" actId="1076"/>
          <ac:picMkLst>
            <pc:docMk/>
            <pc:sldMk cId="4240676729" sldId="368"/>
            <ac:picMk id="4" creationId="{07FDFC1F-3B29-AE24-4A9D-773EED3F4325}"/>
          </ac:picMkLst>
        </pc:picChg>
      </pc:sldChg>
      <pc:sldChg chg="del">
        <pc:chgData name="Somak Das" userId="S::sdas@floridapoly.edu::98cebb13-2fc4-4808-95b9-daeb7e6acc01" providerId="AD" clId="Web-{F1A7CDCC-44CA-439A-1D03-B8944CA92B3D}" dt="2024-09-11T14:27:57.575" v="29"/>
        <pc:sldMkLst>
          <pc:docMk/>
          <pc:sldMk cId="2079027889" sldId="369"/>
        </pc:sldMkLst>
      </pc:sldChg>
      <pc:sldChg chg="del">
        <pc:chgData name="Somak Das" userId="S::sdas@floridapoly.edu::98cebb13-2fc4-4808-95b9-daeb7e6acc01" providerId="AD" clId="Web-{F1A7CDCC-44CA-439A-1D03-B8944CA92B3D}" dt="2024-09-11T14:27:57.575" v="28"/>
        <pc:sldMkLst>
          <pc:docMk/>
          <pc:sldMk cId="124241174" sldId="370"/>
        </pc:sldMkLst>
      </pc:sldChg>
      <pc:sldChg chg="del">
        <pc:chgData name="Somak Das" userId="S::sdas@floridapoly.edu::98cebb13-2fc4-4808-95b9-daeb7e6acc01" providerId="AD" clId="Web-{F1A7CDCC-44CA-439A-1D03-B8944CA92B3D}" dt="2024-09-11T14:27:57.575" v="26"/>
        <pc:sldMkLst>
          <pc:docMk/>
          <pc:sldMk cId="3036108891" sldId="377"/>
        </pc:sldMkLst>
      </pc:sldChg>
      <pc:sldChg chg="del">
        <pc:chgData name="Somak Das" userId="S::sdas@floridapoly.edu::98cebb13-2fc4-4808-95b9-daeb7e6acc01" providerId="AD" clId="Web-{F1A7CDCC-44CA-439A-1D03-B8944CA92B3D}" dt="2024-09-11T14:27:57.559" v="25"/>
        <pc:sldMkLst>
          <pc:docMk/>
          <pc:sldMk cId="4151336825" sldId="378"/>
        </pc:sldMkLst>
      </pc:sldChg>
      <pc:sldChg chg="del">
        <pc:chgData name="Somak Das" userId="S::sdas@floridapoly.edu::98cebb13-2fc4-4808-95b9-daeb7e6acc01" providerId="AD" clId="Web-{F1A7CDCC-44CA-439A-1D03-B8944CA92B3D}" dt="2024-09-11T14:27:57.575" v="31"/>
        <pc:sldMkLst>
          <pc:docMk/>
          <pc:sldMk cId="4097139382" sldId="385"/>
        </pc:sldMkLst>
      </pc:sldChg>
      <pc:sldChg chg="del">
        <pc:chgData name="Somak Das" userId="S::sdas@floridapoly.edu::98cebb13-2fc4-4808-95b9-daeb7e6acc01" providerId="AD" clId="Web-{F1A7CDCC-44CA-439A-1D03-B8944CA92B3D}" dt="2024-09-11T14:27:57.575" v="27"/>
        <pc:sldMkLst>
          <pc:docMk/>
          <pc:sldMk cId="1485239032" sldId="386"/>
        </pc:sldMkLst>
      </pc:sldChg>
      <pc:sldChg chg="del">
        <pc:chgData name="Somak Das" userId="S::sdas@floridapoly.edu::98cebb13-2fc4-4808-95b9-daeb7e6acc01" providerId="AD" clId="Web-{F1A7CDCC-44CA-439A-1D03-B8944CA92B3D}" dt="2024-09-11T14:27:57.559" v="24"/>
        <pc:sldMkLst>
          <pc:docMk/>
          <pc:sldMk cId="4220725411" sldId="387"/>
        </pc:sldMkLst>
      </pc:sldChg>
    </pc:docChg>
  </pc:docChgLst>
  <pc:docChgLst>
    <pc:chgData name="Somak Das" userId="S::sdas@floridapoly.edu::98cebb13-2fc4-4808-95b9-daeb7e6acc01" providerId="AD" clId="Web-{2D918CAF-61FF-C414-2587-3A4637A34B4B}"/>
    <pc:docChg chg="addSld modSld sldOrd modSection">
      <pc:chgData name="Somak Das" userId="S::sdas@floridapoly.edu::98cebb13-2fc4-4808-95b9-daeb7e6acc01" providerId="AD" clId="Web-{2D918CAF-61FF-C414-2587-3A4637A34B4B}" dt="2024-09-18T04:59:12.959" v="234" actId="1076"/>
      <pc:docMkLst>
        <pc:docMk/>
      </pc:docMkLst>
      <pc:sldChg chg="addSp modSp add ord replId">
        <pc:chgData name="Somak Das" userId="S::sdas@floridapoly.edu::98cebb13-2fc4-4808-95b9-daeb7e6acc01" providerId="AD" clId="Web-{2D918CAF-61FF-C414-2587-3A4637A34B4B}" dt="2024-09-18T04:01:36.583" v="90" actId="1076"/>
        <pc:sldMkLst>
          <pc:docMk/>
          <pc:sldMk cId="3714001133" sldId="376"/>
        </pc:sldMkLst>
        <pc:spChg chg="mod">
          <ac:chgData name="Somak Das" userId="S::sdas@floridapoly.edu::98cebb13-2fc4-4808-95b9-daeb7e6acc01" providerId="AD" clId="Web-{2D918CAF-61FF-C414-2587-3A4637A34B4B}" dt="2024-09-18T03:49:15.383" v="11" actId="20577"/>
          <ac:spMkLst>
            <pc:docMk/>
            <pc:sldMk cId="3714001133" sldId="376"/>
            <ac:spMk id="2" creationId="{4158143C-ACFC-F557-95A4-D626317706E0}"/>
          </ac:spMkLst>
        </pc:spChg>
        <pc:spChg chg="mod">
          <ac:chgData name="Somak Das" userId="S::sdas@floridapoly.edu::98cebb13-2fc4-4808-95b9-daeb7e6acc01" providerId="AD" clId="Web-{2D918CAF-61FF-C414-2587-3A4637A34B4B}" dt="2024-09-18T04:00:44.956" v="88" actId="14100"/>
          <ac:spMkLst>
            <pc:docMk/>
            <pc:sldMk cId="3714001133" sldId="376"/>
            <ac:spMk id="3" creationId="{78D6B0DC-8DDB-A7DA-E1AC-AD2D78ED7DCB}"/>
          </ac:spMkLst>
        </pc:spChg>
        <pc:spChg chg="mod">
          <ac:chgData name="Somak Das" userId="S::sdas@floridapoly.edu::98cebb13-2fc4-4808-95b9-daeb7e6acc01" providerId="AD" clId="Web-{2D918CAF-61FF-C414-2587-3A4637A34B4B}" dt="2024-09-18T03:52:40.906" v="83" actId="1076"/>
          <ac:spMkLst>
            <pc:docMk/>
            <pc:sldMk cId="3714001133" sldId="376"/>
            <ac:spMk id="4" creationId="{2708C614-1A75-382D-182A-7C2840105176}"/>
          </ac:spMkLst>
        </pc:spChg>
        <pc:picChg chg="add mod">
          <ac:chgData name="Somak Das" userId="S::sdas@floridapoly.edu::98cebb13-2fc4-4808-95b9-daeb7e6acc01" providerId="AD" clId="Web-{2D918CAF-61FF-C414-2587-3A4637A34B4B}" dt="2024-09-18T04:01:36.583" v="90" actId="1076"/>
          <ac:picMkLst>
            <pc:docMk/>
            <pc:sldMk cId="3714001133" sldId="376"/>
            <ac:picMk id="5" creationId="{5FE34BF1-06EB-4487-4A1A-A7C42038A494}"/>
          </ac:picMkLst>
        </pc:picChg>
      </pc:sldChg>
      <pc:sldChg chg="addSp modSp new">
        <pc:chgData name="Somak Das" userId="S::sdas@floridapoly.edu::98cebb13-2fc4-4808-95b9-daeb7e6acc01" providerId="AD" clId="Web-{2D918CAF-61FF-C414-2587-3A4637A34B4B}" dt="2024-09-18T04:04:44.292" v="111"/>
        <pc:sldMkLst>
          <pc:docMk/>
          <pc:sldMk cId="4263887806" sldId="377"/>
        </pc:sldMkLst>
        <pc:spChg chg="add mod">
          <ac:chgData name="Somak Das" userId="S::sdas@floridapoly.edu::98cebb13-2fc4-4808-95b9-daeb7e6acc01" providerId="AD" clId="Web-{2D918CAF-61FF-C414-2587-3A4637A34B4B}" dt="2024-09-18T04:03:55.510" v="110" actId="1076"/>
          <ac:spMkLst>
            <pc:docMk/>
            <pc:sldMk cId="4263887806" sldId="377"/>
            <ac:spMk id="3" creationId="{2660486C-E2DD-778D-D6C3-4B194190F611}"/>
          </ac:spMkLst>
        </pc:spChg>
        <pc:picChg chg="add mod">
          <ac:chgData name="Somak Das" userId="S::sdas@floridapoly.edu::98cebb13-2fc4-4808-95b9-daeb7e6acc01" providerId="AD" clId="Web-{2D918CAF-61FF-C414-2587-3A4637A34B4B}" dt="2024-09-18T04:04:44.292" v="111"/>
          <ac:picMkLst>
            <pc:docMk/>
            <pc:sldMk cId="4263887806" sldId="377"/>
            <ac:picMk id="2" creationId="{85AEBAE3-8D20-E7CD-1E78-68633368D0A9}"/>
          </ac:picMkLst>
        </pc:picChg>
      </pc:sldChg>
      <pc:sldChg chg="addSp modSp new">
        <pc:chgData name="Somak Das" userId="S::sdas@floridapoly.edu::98cebb13-2fc4-4808-95b9-daeb7e6acc01" providerId="AD" clId="Web-{2D918CAF-61FF-C414-2587-3A4637A34B4B}" dt="2024-09-18T04:46:21.484" v="214" actId="1076"/>
        <pc:sldMkLst>
          <pc:docMk/>
          <pc:sldMk cId="3808749202" sldId="378"/>
        </pc:sldMkLst>
        <pc:spChg chg="add mod">
          <ac:chgData name="Somak Das" userId="S::sdas@floridapoly.edu::98cebb13-2fc4-4808-95b9-daeb7e6acc01" providerId="AD" clId="Web-{2D918CAF-61FF-C414-2587-3A4637A34B4B}" dt="2024-09-18T04:46:21.484" v="214" actId="1076"/>
          <ac:spMkLst>
            <pc:docMk/>
            <pc:sldMk cId="3808749202" sldId="378"/>
            <ac:spMk id="2" creationId="{4211EA6D-8368-E23F-36F2-552F52E9889A}"/>
          </ac:spMkLst>
        </pc:spChg>
        <pc:spChg chg="add mod">
          <ac:chgData name="Somak Das" userId="S::sdas@floridapoly.edu::98cebb13-2fc4-4808-95b9-daeb7e6acc01" providerId="AD" clId="Web-{2D918CAF-61FF-C414-2587-3A4637A34B4B}" dt="2024-09-18T04:26:01.908" v="154" actId="1076"/>
          <ac:spMkLst>
            <pc:docMk/>
            <pc:sldMk cId="3808749202" sldId="378"/>
            <ac:spMk id="3" creationId="{4BC95908-57FC-56F8-50E8-0B647210615E}"/>
          </ac:spMkLst>
        </pc:spChg>
        <pc:picChg chg="add mod">
          <ac:chgData name="Somak Das" userId="S::sdas@floridapoly.edu::98cebb13-2fc4-4808-95b9-daeb7e6acc01" providerId="AD" clId="Web-{2D918CAF-61FF-C414-2587-3A4637A34B4B}" dt="2024-09-18T04:46:04.155" v="212" actId="1076"/>
          <ac:picMkLst>
            <pc:docMk/>
            <pc:sldMk cId="3808749202" sldId="378"/>
            <ac:picMk id="4" creationId="{4014AEF3-3EF6-BBA9-9693-42F696FDC241}"/>
          </ac:picMkLst>
        </pc:picChg>
      </pc:sldChg>
      <pc:sldChg chg="addSp modSp new">
        <pc:chgData name="Somak Das" userId="S::sdas@floridapoly.edu::98cebb13-2fc4-4808-95b9-daeb7e6acc01" providerId="AD" clId="Web-{2D918CAF-61FF-C414-2587-3A4637A34B4B}" dt="2024-09-18T04:59:12.959" v="234" actId="1076"/>
        <pc:sldMkLst>
          <pc:docMk/>
          <pc:sldMk cId="932691194" sldId="379"/>
        </pc:sldMkLst>
        <pc:spChg chg="add mod">
          <ac:chgData name="Somak Das" userId="S::sdas@floridapoly.edu::98cebb13-2fc4-4808-95b9-daeb7e6acc01" providerId="AD" clId="Web-{2D918CAF-61FF-C414-2587-3A4637A34B4B}" dt="2024-09-18T04:58:28.927" v="230" actId="1076"/>
          <ac:spMkLst>
            <pc:docMk/>
            <pc:sldMk cId="932691194" sldId="379"/>
            <ac:spMk id="2" creationId="{D6F06F1B-DAA5-2C0A-13F1-C3B5F35E3535}"/>
          </ac:spMkLst>
        </pc:spChg>
        <pc:picChg chg="add mod">
          <ac:chgData name="Somak Das" userId="S::sdas@floridapoly.edu::98cebb13-2fc4-4808-95b9-daeb7e6acc01" providerId="AD" clId="Web-{2D918CAF-61FF-C414-2587-3A4637A34B4B}" dt="2024-09-18T04:59:12.959" v="234" actId="1076"/>
          <ac:picMkLst>
            <pc:docMk/>
            <pc:sldMk cId="932691194" sldId="379"/>
            <ac:picMk id="3" creationId="{FC733038-1AEF-731D-9AC3-F60D69AF1D9A}"/>
          </ac:picMkLst>
        </pc:picChg>
      </pc:sldChg>
    </pc:docChg>
  </pc:docChgLst>
  <pc:docChgLst>
    <pc:chgData name="Somak Das" userId="S::sdas@floridapoly.edu::98cebb13-2fc4-4808-95b9-daeb7e6acc01" providerId="AD" clId="Web-{45311518-C466-0317-4A13-6E632DF2CCE1}"/>
    <pc:docChg chg="addSld modSld modSection">
      <pc:chgData name="Somak Das" userId="S::sdas@floridapoly.edu::98cebb13-2fc4-4808-95b9-daeb7e6acc01" providerId="AD" clId="Web-{45311518-C466-0317-4A13-6E632DF2CCE1}" dt="2024-09-11T20:16:56.664" v="97" actId="1076"/>
      <pc:docMkLst>
        <pc:docMk/>
      </pc:docMkLst>
      <pc:sldChg chg="addSp modSp">
        <pc:chgData name="Somak Das" userId="S::sdas@floridapoly.edu::98cebb13-2fc4-4808-95b9-daeb7e6acc01" providerId="AD" clId="Web-{45311518-C466-0317-4A13-6E632DF2CCE1}" dt="2024-09-11T17:26:54.759" v="31" actId="20577"/>
        <pc:sldMkLst>
          <pc:docMk/>
          <pc:sldMk cId="3665023349" sldId="343"/>
        </pc:sldMkLst>
        <pc:spChg chg="add mod">
          <ac:chgData name="Somak Das" userId="S::sdas@floridapoly.edu::98cebb13-2fc4-4808-95b9-daeb7e6acc01" providerId="AD" clId="Web-{45311518-C466-0317-4A13-6E632DF2CCE1}" dt="2024-09-11T17:26:45.572" v="30" actId="14100"/>
          <ac:spMkLst>
            <pc:docMk/>
            <pc:sldMk cId="3665023349" sldId="343"/>
            <ac:spMk id="2" creationId="{4158143C-ACFC-F557-95A4-D626317706E0}"/>
          </ac:spMkLst>
        </pc:spChg>
        <pc:spChg chg="mod">
          <ac:chgData name="Somak Das" userId="S::sdas@floridapoly.edu::98cebb13-2fc4-4808-95b9-daeb7e6acc01" providerId="AD" clId="Web-{45311518-C466-0317-4A13-6E632DF2CCE1}" dt="2024-09-11T17:26:54.759" v="31" actId="20577"/>
          <ac:spMkLst>
            <pc:docMk/>
            <pc:sldMk cId="3665023349" sldId="343"/>
            <ac:spMk id="3" creationId="{78D6B0DC-8DDB-A7DA-E1AC-AD2D78ED7DCB}"/>
          </ac:spMkLst>
        </pc:spChg>
      </pc:sldChg>
      <pc:sldChg chg="addSp modSp new">
        <pc:chgData name="Somak Das" userId="S::sdas@floridapoly.edu::98cebb13-2fc4-4808-95b9-daeb7e6acc01" providerId="AD" clId="Web-{45311518-C466-0317-4A13-6E632DF2CCE1}" dt="2024-09-11T20:16:56.664" v="97" actId="1076"/>
        <pc:sldMkLst>
          <pc:docMk/>
          <pc:sldMk cId="1877289716" sldId="369"/>
        </pc:sldMkLst>
        <pc:spChg chg="add mod">
          <ac:chgData name="Somak Das" userId="S::sdas@floridapoly.edu::98cebb13-2fc4-4808-95b9-daeb7e6acc01" providerId="AD" clId="Web-{45311518-C466-0317-4A13-6E632DF2CCE1}" dt="2024-09-11T20:16:56.664" v="97" actId="1076"/>
          <ac:spMkLst>
            <pc:docMk/>
            <pc:sldMk cId="1877289716" sldId="369"/>
            <ac:spMk id="4" creationId="{15373E3D-4445-4669-17B5-82BAC138CB8D}"/>
          </ac:spMkLst>
        </pc:spChg>
        <pc:picChg chg="add mod">
          <ac:chgData name="Somak Das" userId="S::sdas@floridapoly.edu::98cebb13-2fc4-4808-95b9-daeb7e6acc01" providerId="AD" clId="Web-{45311518-C466-0317-4A13-6E632DF2CCE1}" dt="2024-09-11T20:15:16.080" v="79" actId="1076"/>
          <ac:picMkLst>
            <pc:docMk/>
            <pc:sldMk cId="1877289716" sldId="369"/>
            <ac:picMk id="2" creationId="{F84EAB83-7556-B94D-3601-D59DAE365A33}"/>
          </ac:picMkLst>
        </pc:picChg>
        <pc:picChg chg="add mod">
          <ac:chgData name="Somak Das" userId="S::sdas@floridapoly.edu::98cebb13-2fc4-4808-95b9-daeb7e6acc01" providerId="AD" clId="Web-{45311518-C466-0317-4A13-6E632DF2CCE1}" dt="2024-09-11T20:15:51.957" v="83" actId="1076"/>
          <ac:picMkLst>
            <pc:docMk/>
            <pc:sldMk cId="1877289716" sldId="369"/>
            <ac:picMk id="3" creationId="{5D7C7EDF-B050-F0F2-6918-8CB04966EABA}"/>
          </ac:picMkLst>
        </pc:picChg>
      </pc:sldChg>
      <pc:sldChg chg="addSp delSp modSp new addAnim">
        <pc:chgData name="Somak Das" userId="S::sdas@floridapoly.edu::98cebb13-2fc4-4808-95b9-daeb7e6acc01" providerId="AD" clId="Web-{45311518-C466-0317-4A13-6E632DF2CCE1}" dt="2024-09-11T20:10:13.612" v="73"/>
        <pc:sldMkLst>
          <pc:docMk/>
          <pc:sldMk cId="4133231298" sldId="370"/>
        </pc:sldMkLst>
        <pc:spChg chg="mod">
          <ac:chgData name="Somak Das" userId="S::sdas@floridapoly.edu::98cebb13-2fc4-4808-95b9-daeb7e6acc01" providerId="AD" clId="Web-{45311518-C466-0317-4A13-6E632DF2CCE1}" dt="2024-09-11T17:28:38.247" v="64" actId="20577"/>
          <ac:spMkLst>
            <pc:docMk/>
            <pc:sldMk cId="4133231298" sldId="370"/>
            <ac:spMk id="2" creationId="{66C3AFDF-40F0-725E-7D8B-B788C12ECA58}"/>
          </ac:spMkLst>
        </pc:spChg>
        <pc:spChg chg="del">
          <ac:chgData name="Somak Das" userId="S::sdas@floridapoly.edu::98cebb13-2fc4-4808-95b9-daeb7e6acc01" providerId="AD" clId="Web-{45311518-C466-0317-4A13-6E632DF2CCE1}" dt="2024-09-11T17:28:54.607" v="65"/>
          <ac:spMkLst>
            <pc:docMk/>
            <pc:sldMk cId="4133231298" sldId="370"/>
            <ac:spMk id="3" creationId="{0BEB8138-2FAC-CF73-FC3E-380D517C741F}"/>
          </ac:spMkLst>
        </pc:spChg>
        <pc:picChg chg="add mod ord">
          <ac:chgData name="Somak Das" userId="S::sdas@floridapoly.edu::98cebb13-2fc4-4808-95b9-daeb7e6acc01" providerId="AD" clId="Web-{45311518-C466-0317-4A13-6E632DF2CCE1}" dt="2024-09-11T20:10:02.189" v="72" actId="1076"/>
          <ac:picMkLst>
            <pc:docMk/>
            <pc:sldMk cId="4133231298" sldId="370"/>
            <ac:picMk id="4" creationId="{80C5931D-FF9A-401C-FCD0-6A00305410B7}"/>
          </ac:picMkLst>
        </pc:picChg>
        <pc:picChg chg="add mod">
          <ac:chgData name="Somak Das" userId="S::sdas@floridapoly.edu::98cebb13-2fc4-4808-95b9-daeb7e6acc01" providerId="AD" clId="Web-{45311518-C466-0317-4A13-6E632DF2CCE1}" dt="2024-09-11T17:29:42.968" v="71" actId="1076"/>
          <ac:picMkLst>
            <pc:docMk/>
            <pc:sldMk cId="4133231298" sldId="370"/>
            <ac:picMk id="5" creationId="{1C85BDED-2198-7A51-B5D4-60F20F577A41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AEFA44-FC82-4FD3-8E70-6975CC294005}" type="datetimeFigureOut">
              <a:rPr lang="en-US" smtClean="0"/>
              <a:t>9/17/2024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D2D350-243F-4AD4-99B8-F2BB4966E3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2641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polygons problem</a:t>
            </a:r>
          </a:p>
          <a:p>
            <a:r>
              <a:rPr lang="en-US"/>
              <a:t>The circle area is pi, one area is smaller, the inscribed figure and the other area is larger, the circumscribed figure</a:t>
            </a:r>
          </a:p>
          <a:p>
            <a:endParaRPr lang="en-US"/>
          </a:p>
          <a:p>
            <a:r>
              <a:rPr lang="en-US"/>
              <a:t>So the area of the circle sits in between both areas An &lt; pi &lt; Bn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D2D350-243F-4AD4-99B8-F2BB4966E3D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197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polygons problem</a:t>
            </a:r>
          </a:p>
          <a:p>
            <a:r>
              <a:rPr lang="en-US"/>
              <a:t>The circle area is pi, one area is smaller, the inscribed figure and the other area is larger, the circumscribed figure</a:t>
            </a:r>
          </a:p>
          <a:p>
            <a:endParaRPr lang="en-US"/>
          </a:p>
          <a:p>
            <a:r>
              <a:rPr lang="en-US"/>
              <a:t>So the area of the circle sits in between both areas An &lt; pi &lt; Bn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D2D350-243F-4AD4-99B8-F2BB4966E3D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8034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polygons problem</a:t>
            </a:r>
          </a:p>
          <a:p>
            <a:r>
              <a:rPr lang="en-US"/>
              <a:t>The circle area is pi, one area is smaller, the inscribed figure and the other area is larger, the circumscribed figure</a:t>
            </a:r>
          </a:p>
          <a:p>
            <a:endParaRPr lang="en-US"/>
          </a:p>
          <a:p>
            <a:r>
              <a:rPr lang="en-US"/>
              <a:t>So the area of the circle sits in between both areas An &lt; pi &lt; Bn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D2D350-243F-4AD4-99B8-F2BB4966E3D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87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polygons problem</a:t>
            </a:r>
          </a:p>
          <a:p>
            <a:r>
              <a:rPr lang="en-US"/>
              <a:t>The circle area is pi, one area is smaller, the inscribed figure and the other area is larger, the circumscribed figure</a:t>
            </a:r>
          </a:p>
          <a:p>
            <a:endParaRPr lang="en-US"/>
          </a:p>
          <a:p>
            <a:r>
              <a:rPr lang="en-US"/>
              <a:t>So the area of the circle sits in between both areas An &lt; pi &lt; Bn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D2D350-243F-4AD4-99B8-F2BB4966E3D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1196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polygons problem</a:t>
            </a:r>
          </a:p>
          <a:p>
            <a:r>
              <a:rPr lang="en-US"/>
              <a:t>The circle area is pi, one area is smaller, the inscribed figure and the other area is larger, the circumscribed figure</a:t>
            </a:r>
          </a:p>
          <a:p>
            <a:endParaRPr lang="en-US"/>
          </a:p>
          <a:p>
            <a:r>
              <a:rPr lang="en-US"/>
              <a:t>So the area of the circle sits in between both areas An &lt; pi &lt; Bn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D2D350-243F-4AD4-99B8-F2BB4966E3D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6560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91FB7-7536-BF12-4637-A8EA587911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9BBF39-EE22-7124-B442-B832FD7FDC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725FC4-9671-E472-7700-236D24B6D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BE606-D488-4694-9CFE-BB71045E3BF9}" type="datetimeFigureOut">
              <a:rPr lang="en-US" smtClean="0"/>
              <a:t>9/17/2024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79A7E-0740-6BE5-DA36-5071724B7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745C71-5DB8-7886-2EAF-899EA9C3B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4099B-9400-4C61-A042-52C3EC2FD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8254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CF955-52FF-FAE4-362C-A8A9CC4FE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48287C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F6E18C-1611-97F4-DEA3-B4E26E0715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A6C4FD-6F62-D9A4-8559-1E1F9A393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BE606-D488-4694-9CFE-BB71045E3BF9}" type="datetimeFigureOut">
              <a:rPr lang="en-US" smtClean="0"/>
              <a:t>9/17/2024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1D4377-8B0E-42F2-738E-076169751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58649" y="6441129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F35B07-8008-E5D1-AD36-C1C18B421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360565" y="6441721"/>
            <a:ext cx="2456077" cy="365125"/>
          </a:xfrm>
        </p:spPr>
        <p:txBody>
          <a:bodyPr/>
          <a:lstStyle/>
          <a:p>
            <a:fld id="{80C4099B-9400-4C61-A042-52C3EC2FD70A}" type="slidenum">
              <a:rPr lang="en-US" smtClean="0"/>
              <a:t>‹#›</a:t>
            </a:fld>
            <a:endParaRPr lang="en-US"/>
          </a:p>
        </p:txBody>
      </p:sp>
      <p:pic>
        <p:nvPicPr>
          <p:cNvPr id="11" name="Picture 10" descr="A close-up of a logo&#10;&#10;Description automatically generated">
            <a:extLst>
              <a:ext uri="{FF2B5EF4-FFF2-40B4-BE49-F238E27FC236}">
                <a16:creationId xmlns:a16="http://schemas.microsoft.com/office/drawing/2014/main" id="{1A9E0DC6-21EB-C0B1-1F05-7DCDBE310FF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94" t="15816" r="7415" b="20199"/>
          <a:stretch/>
        </p:blipFill>
        <p:spPr>
          <a:xfrm>
            <a:off x="9903759" y="6288808"/>
            <a:ext cx="2167566" cy="569192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782A340-504E-6FDF-9963-50F7C61F6EAF}"/>
              </a:ext>
            </a:extLst>
          </p:cNvPr>
          <p:cNvCxnSpPr/>
          <p:nvPr userDrawn="1"/>
        </p:nvCxnSpPr>
        <p:spPr>
          <a:xfrm flipV="1">
            <a:off x="0" y="898598"/>
            <a:ext cx="12192000" cy="87361"/>
          </a:xfrm>
          <a:prstGeom prst="line">
            <a:avLst/>
          </a:prstGeom>
          <a:ln w="38100">
            <a:solidFill>
              <a:srgbClr val="2E1B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38400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61E18-3A24-A6D3-4BAE-8ECEADFEDA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6E0EC1-686D-6A31-0CA3-FE2A2EEE34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C046E3-615A-C97D-3C22-9DC8F8B8E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BE606-D488-4694-9CFE-BB71045E3BF9}" type="datetimeFigureOut">
              <a:rPr lang="en-US" smtClean="0"/>
              <a:t>9/17/2024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1BBC48-0CF6-7485-7130-7689104E6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7BAAC9-6E8E-91EB-59A0-143A0C42B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4099B-9400-4C61-A042-52C3EC2FD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2314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D7CC8-B849-CBA6-4D3D-BC9791C1D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EED290-053F-C3BA-19FC-E501A86502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621F4F-0D23-F25C-F445-0A563B48AB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43F285-AF8F-AD8E-2504-5F5DB8D74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BE606-D488-4694-9CFE-BB71045E3BF9}" type="datetimeFigureOut">
              <a:rPr lang="en-US" smtClean="0"/>
              <a:t>9/17/2024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EFA2BB-4CA9-C6B7-81E0-6378EB46F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749711-7E11-6211-A8F5-E6DFF59ED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4099B-9400-4C61-A042-52C3EC2FD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0837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1F910-7649-8423-B4C3-2355676B5C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4E24A4-329E-A028-DF06-7658979254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5413DB-666D-B81A-9797-C71849F5CE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DEBECB-F2CB-9EBB-A572-63D7891BF8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78F9BC-9FF9-49AA-6603-86D4AC9917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CEB13BC-3456-28FB-E64F-A2DC5690F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BE606-D488-4694-9CFE-BB71045E3BF9}" type="datetimeFigureOut">
              <a:rPr lang="en-US" smtClean="0"/>
              <a:t>9/17/2024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68B58F-AD1F-6F22-E0AC-BC12FE211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A5FE92-AC01-3FD6-5984-1CCCD2021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4099B-9400-4C61-A042-52C3EC2FD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4797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49463-487F-2509-F7DA-0DE668693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314BAB-5647-EC2E-FBAB-3AED79038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BE606-D488-4694-9CFE-BB71045E3BF9}" type="datetimeFigureOut">
              <a:rPr lang="en-US" smtClean="0"/>
              <a:t>9/17/2024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CBAF56-71A6-64A4-087F-9988AC82A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F8ED76-0D68-F61C-D6E0-245DF77D1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4099B-9400-4C61-A042-52C3EC2FD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0047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07E715-1F29-A7E9-2FBB-915080188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BE606-D488-4694-9CFE-BB71045E3BF9}" type="datetimeFigureOut">
              <a:rPr lang="en-US" smtClean="0"/>
              <a:t>9/17/2024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D91AAA-6CB5-5BFD-AD96-4B11B8616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A06CEE-9491-D4EB-96D1-C1006FD33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4099B-9400-4C61-A042-52C3EC2FD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6677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E2A07-AE3C-08D4-BFB9-98E0657C53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8CFB2D-979D-6235-2532-3012E01AFD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EAB6F5-28A1-EA02-FA8D-54465ABCB5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05CF1C-EB26-DB22-35C3-AB5193A7B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BE606-D488-4694-9CFE-BB71045E3BF9}" type="datetimeFigureOut">
              <a:rPr lang="en-US" smtClean="0"/>
              <a:t>9/17/2024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0F8AE1-D56A-A6CE-62FD-9DDB13639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BF09FD-F97B-4270-5BBE-CA2E7D46B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4099B-9400-4C61-A042-52C3EC2FD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2036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B45D0-9538-F56C-2992-9FB979645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3249CD-1FA4-8698-B37B-9A5F5908DE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E87E4C-1F84-5B80-0DD7-E6884E86CD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23B03D-EA21-A54C-C90E-19AB7F77F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BE606-D488-4694-9CFE-BB71045E3BF9}" type="datetimeFigureOut">
              <a:rPr lang="en-US" smtClean="0"/>
              <a:t>9/17/2024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085FFA-AF6A-B51C-F047-7133663AD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FD6704-EB99-241C-9BCA-60E6B8DF6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4099B-9400-4C61-A042-52C3EC2FD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23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92919-9408-162D-FB7D-B69FDCB97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C6E3D3-40A4-C262-1E28-BF24624E5D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F6D948-D5B7-2F69-CC1E-DDA8DA797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BE606-D488-4694-9CFE-BB71045E3BF9}" type="datetimeFigureOut">
              <a:rPr lang="en-US" smtClean="0"/>
              <a:t>9/17/2024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F1FB21-12C7-D6EB-35A2-83AA23F25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2C1B04-26BF-7E1E-FCCA-017110CF7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4099B-9400-4C61-A042-52C3EC2FD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7258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4798119-B148-F62C-2F9C-63B12019E2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1C57A1-25FD-267B-3238-757DE1AEF9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36CDA3-726F-A33B-9F2A-F1B0ADD0F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BE606-D488-4694-9CFE-BB71045E3BF9}" type="datetimeFigureOut">
              <a:rPr lang="en-US" smtClean="0"/>
              <a:t>9/17/2024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E62D2A-10AE-A406-35E9-FA6FF913B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5DA98F-F2DD-ECDB-52C8-504CAB285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4099B-9400-4C61-A042-52C3EC2FD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1725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21CA29-173F-692A-76D1-1E4164A8DA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503" y="136525"/>
            <a:ext cx="11741865" cy="9413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14C159-F847-86AC-71F1-B151F2E27A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2503" y="1180848"/>
            <a:ext cx="11741865" cy="51472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6DEE09-26AC-0038-EE93-E62469DB5A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72503" y="642695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DBE606-D488-4694-9CFE-BB71045E3BF9}" type="datetimeFigureOut">
              <a:rPr lang="en-US" smtClean="0"/>
              <a:t>9/17/2024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4107BB-9C64-FB62-D540-C8C15EA1FE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68884" y="645118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26F82F-67E0-4219-83DD-37D70FB753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71168" y="644112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C4099B-9400-4C61-A042-52C3EC2FD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916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532D8E"/>
          </a:solidFill>
          <a:latin typeface="Arial Black" panose="020B0A040201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3A61C-9EA9-6B5C-168E-36495669031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77C49E-495F-9BE5-982B-4EE28D8647C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03A91DEA-A578-1C25-E401-D5C2592620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 descr="A logo with white text&#10;&#10;Description automatically generated">
            <a:extLst>
              <a:ext uri="{FF2B5EF4-FFF2-40B4-BE49-F238E27FC236}">
                <a16:creationId xmlns:a16="http://schemas.microsoft.com/office/drawing/2014/main" id="{48783612-A086-6017-2B13-66153B4401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9353" y="4429919"/>
            <a:ext cx="2867668" cy="2288985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6649F24-8FCC-CDEB-B4C7-3B4C1F0F6A52}"/>
              </a:ext>
            </a:extLst>
          </p:cNvPr>
          <p:cNvSpPr txBox="1">
            <a:spLocks/>
          </p:cNvSpPr>
          <p:nvPr/>
        </p:nvSpPr>
        <p:spPr>
          <a:xfrm>
            <a:off x="255571" y="404519"/>
            <a:ext cx="7891955" cy="604896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lang="en-US" sz="7200" b="1"/>
              <a:t>IDS 1721 </a:t>
            </a:r>
          </a:p>
          <a:p>
            <a:pPr algn="l">
              <a:defRPr/>
            </a:pPr>
            <a:r>
              <a:rPr lang="en-US" sz="7200" b="1"/>
              <a:t>Computing and Problem Solving for STEM</a:t>
            </a:r>
            <a:br>
              <a:rPr lang="en-US" sz="7200" b="1"/>
            </a:br>
            <a:endParaRPr lang="en-US" sz="6500" b="1">
              <a:solidFill>
                <a:srgbClr val="7030A0"/>
              </a:solidFill>
              <a:ea typeface="Calibri Light"/>
              <a:cs typeface="Calibri Light"/>
            </a:endParaRPr>
          </a:p>
          <a:p>
            <a:pPr algn="l">
              <a:defRPr/>
            </a:pPr>
            <a:r>
              <a:rPr lang="en-US" sz="6500" b="1">
                <a:solidFill>
                  <a:srgbClr val="7030A0"/>
                </a:solidFill>
              </a:rPr>
              <a:t>Nested Loops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6324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BC9AA-85E3-CAD8-7C4B-066FD42E1FE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50850" y="136525"/>
            <a:ext cx="11741150" cy="941388"/>
          </a:xfrm>
        </p:spPr>
        <p:txBody>
          <a:bodyPr/>
          <a:lstStyle/>
          <a:p>
            <a:r>
              <a:rPr lang="en-US">
                <a:latin typeface="Arial Black"/>
              </a:rPr>
              <a:t>Nested Loop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44D2C4-CA5F-59C7-2BBE-A27B1D93455A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50850" y="1709738"/>
            <a:ext cx="11741150" cy="41957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A </a:t>
            </a:r>
            <a:r>
              <a:rPr lang="en-US" b="1">
                <a:ea typeface="+mn-lt"/>
                <a:cs typeface="+mn-lt"/>
              </a:rPr>
              <a:t>nested loop</a:t>
            </a:r>
            <a:r>
              <a:rPr lang="en-US">
                <a:ea typeface="+mn-lt"/>
                <a:cs typeface="+mn-lt"/>
              </a:rPr>
              <a:t> refers to a loop that is placed inside another loop. </a:t>
            </a:r>
          </a:p>
          <a:p>
            <a:r>
              <a:rPr lang="en-US">
                <a:ea typeface="+mn-lt"/>
                <a:cs typeface="+mn-lt"/>
              </a:rPr>
              <a:t>In MATLAB, both </a:t>
            </a:r>
            <a:r>
              <a:rPr lang="en-US">
                <a:latin typeface="Consolas"/>
              </a:rPr>
              <a:t>for</a:t>
            </a:r>
            <a:r>
              <a:rPr lang="en-US">
                <a:ea typeface="+mn-lt"/>
                <a:cs typeface="+mn-lt"/>
              </a:rPr>
              <a:t> and </a:t>
            </a:r>
            <a:r>
              <a:rPr lang="en-US">
                <a:latin typeface="Consolas"/>
              </a:rPr>
              <a:t>while</a:t>
            </a:r>
            <a:r>
              <a:rPr lang="en-US">
                <a:ea typeface="+mn-lt"/>
                <a:cs typeface="+mn-lt"/>
              </a:rPr>
              <a:t> loops can be nested within one another </a:t>
            </a:r>
          </a:p>
          <a:p>
            <a:r>
              <a:rPr lang="en-US">
                <a:ea typeface="+mn-lt"/>
                <a:cs typeface="+mn-lt"/>
              </a:rPr>
              <a:t>This helps perform repeated operations over multiple dimensions or data sets. </a:t>
            </a:r>
          </a:p>
          <a:p>
            <a:r>
              <a:rPr lang="en-US">
                <a:ea typeface="+mn-lt"/>
                <a:cs typeface="+mn-lt"/>
              </a:rPr>
              <a:t>Nested loops are particularly useful when dealing with matrices, multi-dimensional arrays, or scenarios where multiple variables need to be iterated simultaneously.</a:t>
            </a:r>
            <a:endParaRPr lang="en-US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0679249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BC9AA-85E3-CAD8-7C4B-066FD42E1F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 Black"/>
              </a:rPr>
              <a:t>Nested Loop overview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44D2C4-CA5F-59C7-2BBE-A27B1D9345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9756" y="1715385"/>
            <a:ext cx="11741865" cy="362328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000">
                <a:ea typeface="+mn-lt"/>
                <a:cs typeface="+mn-lt"/>
              </a:rPr>
              <a:t>In a nested loop, the</a:t>
            </a:r>
            <a:r>
              <a:rPr lang="en-US" sz="3000">
                <a:latin typeface="Calibri"/>
                <a:ea typeface="Calibri"/>
                <a:cs typeface="Calibri"/>
              </a:rPr>
              <a:t> </a:t>
            </a:r>
            <a:r>
              <a:rPr lang="en-US" sz="3000">
                <a:ea typeface="+mn-lt"/>
                <a:cs typeface="+mn-lt"/>
              </a:rPr>
              <a:t>outer loop runs first</a:t>
            </a:r>
            <a:endParaRPr lang="en-US"/>
          </a:p>
          <a:p>
            <a:r>
              <a:rPr lang="en-US" sz="3000">
                <a:ea typeface="+mn-lt"/>
                <a:cs typeface="+mn-lt"/>
              </a:rPr>
              <a:t>For each iteration of the outer loop, the inner loop completes all of its iterations. </a:t>
            </a:r>
            <a:endParaRPr lang="en-US">
              <a:ea typeface="+mn-lt"/>
              <a:cs typeface="+mn-lt"/>
            </a:endParaRPr>
          </a:p>
          <a:p>
            <a:r>
              <a:rPr lang="en-US" sz="3000">
                <a:ea typeface="+mn-lt"/>
                <a:cs typeface="+mn-lt"/>
              </a:rPr>
              <a:t>Once the inner loop finishes, the outer loop progresses to the next iteration, and the cycle repeats. </a:t>
            </a:r>
            <a:endParaRPr lang="en-US">
              <a:ea typeface="+mn-lt"/>
              <a:cs typeface="+mn-lt"/>
            </a:endParaRPr>
          </a:p>
          <a:p>
            <a:r>
              <a:rPr lang="en-US" sz="3000">
                <a:ea typeface="+mn-lt"/>
                <a:cs typeface="+mn-lt"/>
              </a:rPr>
              <a:t>This process allows complex tasks to be broken down and executed systematically.</a:t>
            </a:r>
            <a:endParaRPr lang="en-US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274414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31BAD53-4E89-4F62-BBB7-26359763E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62756DA2-40EB-4C6F-B962-5822FFB54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653438" cy="6858000"/>
          </a:xfrm>
          <a:custGeom>
            <a:avLst/>
            <a:gdLst>
              <a:gd name="connsiteX0" fmla="*/ 0 w 6096000"/>
              <a:gd name="connsiteY0" fmla="*/ 0 h 6858000"/>
              <a:gd name="connsiteX1" fmla="*/ 5567517 w 6096000"/>
              <a:gd name="connsiteY1" fmla="*/ 0 h 6858000"/>
              <a:gd name="connsiteX2" fmla="*/ 5566938 w 6096000"/>
              <a:gd name="connsiteY2" fmla="*/ 1705 h 6858000"/>
              <a:gd name="connsiteX3" fmla="*/ 5551594 w 6096000"/>
              <a:gd name="connsiteY3" fmla="*/ 17287 h 6858000"/>
              <a:gd name="connsiteX4" fmla="*/ 5545641 w 6096000"/>
              <a:gd name="connsiteY4" fmla="*/ 130336 h 6858000"/>
              <a:gd name="connsiteX5" fmla="*/ 5538289 w 6096000"/>
              <a:gd name="connsiteY5" fmla="*/ 187093 h 6858000"/>
              <a:gd name="connsiteX6" fmla="*/ 5545790 w 6096000"/>
              <a:gd name="connsiteY6" fmla="*/ 265704 h 6858000"/>
              <a:gd name="connsiteX7" fmla="*/ 5542313 w 6096000"/>
              <a:gd name="connsiteY7" fmla="*/ 354566 h 6858000"/>
              <a:gd name="connsiteX8" fmla="*/ 5524126 w 6096000"/>
              <a:gd name="connsiteY8" fmla="*/ 472000 h 6858000"/>
              <a:gd name="connsiteX9" fmla="*/ 5522170 w 6096000"/>
              <a:gd name="connsiteY9" fmla="*/ 473782 h 6858000"/>
              <a:gd name="connsiteX10" fmla="*/ 5521798 w 6096000"/>
              <a:gd name="connsiteY10" fmla="*/ 491380 h 6858000"/>
              <a:gd name="connsiteX11" fmla="*/ 5536419 w 6096000"/>
              <a:gd name="connsiteY11" fmla="*/ 531675 h 6858000"/>
              <a:gd name="connsiteX12" fmla="*/ 5533435 w 6096000"/>
              <a:gd name="connsiteY12" fmla="*/ 536015 h 6858000"/>
              <a:gd name="connsiteX13" fmla="*/ 5538088 w 6096000"/>
              <a:gd name="connsiteY13" fmla="*/ 572092 h 6858000"/>
              <a:gd name="connsiteX14" fmla="*/ 5536061 w 6096000"/>
              <a:gd name="connsiteY14" fmla="*/ 572511 h 6858000"/>
              <a:gd name="connsiteX15" fmla="*/ 5528218 w 6096000"/>
              <a:gd name="connsiteY15" fmla="*/ 582332 h 6858000"/>
              <a:gd name="connsiteX16" fmla="*/ 5518011 w 6096000"/>
              <a:gd name="connsiteY16" fmla="*/ 601285 h 6858000"/>
              <a:gd name="connsiteX17" fmla="*/ 5473174 w 6096000"/>
              <a:gd name="connsiteY17" fmla="*/ 681608 h 6858000"/>
              <a:gd name="connsiteX18" fmla="*/ 5472963 w 6096000"/>
              <a:gd name="connsiteY18" fmla="*/ 689151 h 6858000"/>
              <a:gd name="connsiteX19" fmla="*/ 5472485 w 6096000"/>
              <a:gd name="connsiteY19" fmla="*/ 689289 h 6858000"/>
              <a:gd name="connsiteX20" fmla="*/ 5471326 w 6096000"/>
              <a:gd name="connsiteY20" fmla="*/ 697222 h 6858000"/>
              <a:gd name="connsiteX21" fmla="*/ 5472164 w 6096000"/>
              <a:gd name="connsiteY21" fmla="*/ 717531 h 6858000"/>
              <a:gd name="connsiteX22" fmla="*/ 5468891 w 6096000"/>
              <a:gd name="connsiteY22" fmla="*/ 722494 h 6858000"/>
              <a:gd name="connsiteX23" fmla="*/ 5463081 w 6096000"/>
              <a:gd name="connsiteY23" fmla="*/ 724368 h 6858000"/>
              <a:gd name="connsiteX24" fmla="*/ 5446981 w 6096000"/>
              <a:gd name="connsiteY24" fmla="*/ 752692 h 6858000"/>
              <a:gd name="connsiteX25" fmla="*/ 5417190 w 6096000"/>
              <a:gd name="connsiteY25" fmla="*/ 816346 h 6858000"/>
              <a:gd name="connsiteX26" fmla="*/ 5388958 w 6096000"/>
              <a:gd name="connsiteY26" fmla="*/ 889417 h 6858000"/>
              <a:gd name="connsiteX27" fmla="*/ 5307044 w 6096000"/>
              <a:gd name="connsiteY27" fmla="*/ 1063288 h 6858000"/>
              <a:gd name="connsiteX28" fmla="*/ 5303837 w 6096000"/>
              <a:gd name="connsiteY28" fmla="*/ 1157176 h 6858000"/>
              <a:gd name="connsiteX29" fmla="*/ 5286494 w 6096000"/>
              <a:gd name="connsiteY29" fmla="*/ 1210776 h 6858000"/>
              <a:gd name="connsiteX30" fmla="*/ 5282463 w 6096000"/>
              <a:gd name="connsiteY30" fmla="*/ 1301993 h 6858000"/>
              <a:gd name="connsiteX31" fmla="*/ 5252235 w 6096000"/>
              <a:gd name="connsiteY31" fmla="*/ 1360879 h 6858000"/>
              <a:gd name="connsiteX32" fmla="*/ 5244497 w 6096000"/>
              <a:gd name="connsiteY32" fmla="*/ 1404045 h 6858000"/>
              <a:gd name="connsiteX33" fmla="*/ 5223823 w 6096000"/>
              <a:gd name="connsiteY33" fmla="*/ 1429568 h 6858000"/>
              <a:gd name="connsiteX34" fmla="*/ 5224851 w 6096000"/>
              <a:gd name="connsiteY34" fmla="*/ 1430305 h 6858000"/>
              <a:gd name="connsiteX35" fmla="*/ 5212394 w 6096000"/>
              <a:gd name="connsiteY35" fmla="*/ 1463304 h 6858000"/>
              <a:gd name="connsiteX36" fmla="*/ 5209958 w 6096000"/>
              <a:gd name="connsiteY36" fmla="*/ 1514846 h 6858000"/>
              <a:gd name="connsiteX37" fmla="*/ 5206417 w 6096000"/>
              <a:gd name="connsiteY37" fmla="*/ 1519731 h 6858000"/>
              <a:gd name="connsiteX38" fmla="*/ 5206640 w 6096000"/>
              <a:gd name="connsiteY38" fmla="*/ 1519929 h 6858000"/>
              <a:gd name="connsiteX39" fmla="*/ 5207632 w 6096000"/>
              <a:gd name="connsiteY39" fmla="*/ 1546022 h 6858000"/>
              <a:gd name="connsiteX40" fmla="*/ 5212030 w 6096000"/>
              <a:gd name="connsiteY40" fmla="*/ 1578752 h 6858000"/>
              <a:gd name="connsiteX41" fmla="*/ 5203533 w 6096000"/>
              <a:gd name="connsiteY41" fmla="*/ 1647555 h 6858000"/>
              <a:gd name="connsiteX42" fmla="*/ 5190877 w 6096000"/>
              <a:gd name="connsiteY42" fmla="*/ 1715685 h 6858000"/>
              <a:gd name="connsiteX43" fmla="*/ 5184235 w 6096000"/>
              <a:gd name="connsiteY43" fmla="*/ 1740358 h 6858000"/>
              <a:gd name="connsiteX44" fmla="*/ 5181475 w 6096000"/>
              <a:gd name="connsiteY44" fmla="*/ 1784314 h 6858000"/>
              <a:gd name="connsiteX45" fmla="*/ 5185845 w 6096000"/>
              <a:gd name="connsiteY45" fmla="*/ 1804434 h 6858000"/>
              <a:gd name="connsiteX46" fmla="*/ 5185068 w 6096000"/>
              <a:gd name="connsiteY46" fmla="*/ 1805316 h 6858000"/>
              <a:gd name="connsiteX47" fmla="*/ 5188593 w 6096000"/>
              <a:gd name="connsiteY47" fmla="*/ 1807109 h 6858000"/>
              <a:gd name="connsiteX48" fmla="*/ 5185920 w 6096000"/>
              <a:gd name="connsiteY48" fmla="*/ 1821003 h 6858000"/>
              <a:gd name="connsiteX49" fmla="*/ 5183543 w 6096000"/>
              <a:gd name="connsiteY49" fmla="*/ 1824832 h 6858000"/>
              <a:gd name="connsiteX50" fmla="*/ 5182235 w 6096000"/>
              <a:gd name="connsiteY50" fmla="*/ 1830429 h 6858000"/>
              <a:gd name="connsiteX51" fmla="*/ 5182525 w 6096000"/>
              <a:gd name="connsiteY51" fmla="*/ 1830569 h 6858000"/>
              <a:gd name="connsiteX52" fmla="*/ 5180663 w 6096000"/>
              <a:gd name="connsiteY52" fmla="*/ 1835810 h 6858000"/>
              <a:gd name="connsiteX53" fmla="*/ 5167452 w 6096000"/>
              <a:gd name="connsiteY53" fmla="*/ 1861483 h 6858000"/>
              <a:gd name="connsiteX54" fmla="*/ 5174266 w 6096000"/>
              <a:gd name="connsiteY54" fmla="*/ 1892417 h 6858000"/>
              <a:gd name="connsiteX55" fmla="*/ 5189262 w 6096000"/>
              <a:gd name="connsiteY55" fmla="*/ 1895114 h 6858000"/>
              <a:gd name="connsiteX56" fmla="*/ 5187100 w 6096000"/>
              <a:gd name="connsiteY56" fmla="*/ 1899379 h 6858000"/>
              <a:gd name="connsiteX57" fmla="*/ 5180471 w 6096000"/>
              <a:gd name="connsiteY57" fmla="*/ 1907867 h 6858000"/>
              <a:gd name="connsiteX58" fmla="*/ 5181361 w 6096000"/>
              <a:gd name="connsiteY58" fmla="*/ 1910265 h 6858000"/>
              <a:gd name="connsiteX59" fmla="*/ 5178268 w 6096000"/>
              <a:gd name="connsiteY59" fmla="*/ 1935584 h 6858000"/>
              <a:gd name="connsiteX60" fmla="*/ 5183619 w 6096000"/>
              <a:gd name="connsiteY60" fmla="*/ 1942021 h 6858000"/>
              <a:gd name="connsiteX61" fmla="*/ 5184480 w 6096000"/>
              <a:gd name="connsiteY61" fmla="*/ 1945112 h 6858000"/>
              <a:gd name="connsiteX62" fmla="*/ 5172776 w 6096000"/>
              <a:gd name="connsiteY62" fmla="*/ 1961162 h 6858000"/>
              <a:gd name="connsiteX63" fmla="*/ 5168513 w 6096000"/>
              <a:gd name="connsiteY63" fmla="*/ 1969445 h 6858000"/>
              <a:gd name="connsiteX64" fmla="*/ 5126597 w 6096000"/>
              <a:gd name="connsiteY64" fmla="*/ 2024270 h 6858000"/>
              <a:gd name="connsiteX65" fmla="*/ 5119528 w 6096000"/>
              <a:gd name="connsiteY65" fmla="*/ 2107942 h 6858000"/>
              <a:gd name="connsiteX66" fmla="*/ 5110356 w 6096000"/>
              <a:gd name="connsiteY66" fmla="*/ 2193455 h 6858000"/>
              <a:gd name="connsiteX67" fmla="*/ 5104992 w 6096000"/>
              <a:gd name="connsiteY67" fmla="*/ 2260088 h 6858000"/>
              <a:gd name="connsiteX68" fmla="*/ 5059439 w 6096000"/>
              <a:gd name="connsiteY68" fmla="*/ 2335735 h 6858000"/>
              <a:gd name="connsiteX69" fmla="*/ 5022061 w 6096000"/>
              <a:gd name="connsiteY69" fmla="*/ 2408995 h 6858000"/>
              <a:gd name="connsiteX70" fmla="*/ 5022253 w 6096000"/>
              <a:gd name="connsiteY70" fmla="*/ 2445869 h 6858000"/>
              <a:gd name="connsiteX71" fmla="*/ 5011426 w 6096000"/>
              <a:gd name="connsiteY71" fmla="*/ 2496499 h 6858000"/>
              <a:gd name="connsiteX72" fmla="*/ 4994224 w 6096000"/>
              <a:gd name="connsiteY72" fmla="*/ 2549900 h 6858000"/>
              <a:gd name="connsiteX73" fmla="*/ 4995245 w 6096000"/>
              <a:gd name="connsiteY73" fmla="*/ 2596456 h 6858000"/>
              <a:gd name="connsiteX74" fmla="*/ 4988570 w 6096000"/>
              <a:gd name="connsiteY74" fmla="*/ 2606088 h 6858000"/>
              <a:gd name="connsiteX75" fmla="*/ 4988371 w 6096000"/>
              <a:gd name="connsiteY75" fmla="*/ 2635351 h 6858000"/>
              <a:gd name="connsiteX76" fmla="*/ 4983212 w 6096000"/>
              <a:gd name="connsiteY76" fmla="*/ 2665666 h 6858000"/>
              <a:gd name="connsiteX77" fmla="*/ 4968234 w 6096000"/>
              <a:gd name="connsiteY77" fmla="*/ 2715895 h 6858000"/>
              <a:gd name="connsiteX78" fmla="*/ 4975888 w 6096000"/>
              <a:gd name="connsiteY78" fmla="*/ 2725052 h 6858000"/>
              <a:gd name="connsiteX79" fmla="*/ 4980195 w 6096000"/>
              <a:gd name="connsiteY79" fmla="*/ 2726489 h 6858000"/>
              <a:gd name="connsiteX80" fmla="*/ 4976218 w 6096000"/>
              <a:gd name="connsiteY80" fmla="*/ 2740278 h 6858000"/>
              <a:gd name="connsiteX81" fmla="*/ 4980571 w 6096000"/>
              <a:gd name="connsiteY81" fmla="*/ 2751112 h 6858000"/>
              <a:gd name="connsiteX82" fmla="*/ 4973893 w 6096000"/>
              <a:gd name="connsiteY82" fmla="*/ 2760208 h 6858000"/>
              <a:gd name="connsiteX83" fmla="*/ 4979005 w 6096000"/>
              <a:gd name="connsiteY83" fmla="*/ 2790136 h 6858000"/>
              <a:gd name="connsiteX84" fmla="*/ 4986137 w 6096000"/>
              <a:gd name="connsiteY84" fmla="*/ 2804183 h 6858000"/>
              <a:gd name="connsiteX85" fmla="*/ 4986175 w 6096000"/>
              <a:gd name="connsiteY85" fmla="*/ 2825860 h 6858000"/>
              <a:gd name="connsiteX86" fmla="*/ 4993936 w 6096000"/>
              <a:gd name="connsiteY86" fmla="*/ 2911749 h 6858000"/>
              <a:gd name="connsiteX87" fmla="*/ 4992563 w 6096000"/>
              <a:gd name="connsiteY87" fmla="*/ 2977278 h 6858000"/>
              <a:gd name="connsiteX88" fmla="*/ 4980516 w 6096000"/>
              <a:gd name="connsiteY88" fmla="*/ 2991092 h 6858000"/>
              <a:gd name="connsiteX89" fmla="*/ 4992801 w 6096000"/>
              <a:gd name="connsiteY89" fmla="*/ 3020247 h 6858000"/>
              <a:gd name="connsiteX90" fmla="*/ 5014805 w 6096000"/>
              <a:gd name="connsiteY90" fmla="*/ 3065434 h 6858000"/>
              <a:gd name="connsiteX91" fmla="*/ 5002733 w 6096000"/>
              <a:gd name="connsiteY91" fmla="*/ 3103777 h 6858000"/>
              <a:gd name="connsiteX92" fmla="*/ 5002941 w 6096000"/>
              <a:gd name="connsiteY92" fmla="*/ 3151828 h 6858000"/>
              <a:gd name="connsiteX93" fmla="*/ 5002883 w 6096000"/>
              <a:gd name="connsiteY93" fmla="*/ 3180546 h 6858000"/>
              <a:gd name="connsiteX94" fmla="*/ 5016711 w 6096000"/>
              <a:gd name="connsiteY94" fmla="*/ 3258677 h 6858000"/>
              <a:gd name="connsiteX95" fmla="*/ 5017918 w 6096000"/>
              <a:gd name="connsiteY95" fmla="*/ 3262610 h 6858000"/>
              <a:gd name="connsiteX96" fmla="*/ 5011672 w 6096000"/>
              <a:gd name="connsiteY96" fmla="*/ 3277179 h 6858000"/>
              <a:gd name="connsiteX97" fmla="*/ 5009344 w 6096000"/>
              <a:gd name="connsiteY97" fmla="*/ 3278130 h 6858000"/>
              <a:gd name="connsiteX98" fmla="*/ 5026770 w 6096000"/>
              <a:gd name="connsiteY98" fmla="*/ 3325671 h 6858000"/>
              <a:gd name="connsiteX99" fmla="*/ 5024571 w 6096000"/>
              <a:gd name="connsiteY99" fmla="*/ 3332072 h 6858000"/>
              <a:gd name="connsiteX100" fmla="*/ 5041705 w 6096000"/>
              <a:gd name="connsiteY100" fmla="*/ 3362948 h 6858000"/>
              <a:gd name="connsiteX101" fmla="*/ 5047477 w 6096000"/>
              <a:gd name="connsiteY101" fmla="*/ 3378959 h 6858000"/>
              <a:gd name="connsiteX102" fmla="*/ 5060758 w 6096000"/>
              <a:gd name="connsiteY102" fmla="*/ 3407057 h 6858000"/>
              <a:gd name="connsiteX103" fmla="*/ 5058968 w 6096000"/>
              <a:gd name="connsiteY103" fmla="*/ 3409825 h 6858000"/>
              <a:gd name="connsiteX104" fmla="*/ 5062667 w 6096000"/>
              <a:gd name="connsiteY104" fmla="*/ 3415218 h 6858000"/>
              <a:gd name="connsiteX105" fmla="*/ 5060928 w 6096000"/>
              <a:gd name="connsiteY105" fmla="*/ 3419880 h 6858000"/>
              <a:gd name="connsiteX106" fmla="*/ 5062923 w 6096000"/>
              <a:gd name="connsiteY106" fmla="*/ 3424545 h 6858000"/>
              <a:gd name="connsiteX107" fmla="*/ 5064623 w 6096000"/>
              <a:gd name="connsiteY107" fmla="*/ 3476412 h 6858000"/>
              <a:gd name="connsiteX108" fmla="*/ 5069684 w 6096000"/>
              <a:gd name="connsiteY108" fmla="*/ 3486850 h 6858000"/>
              <a:gd name="connsiteX109" fmla="*/ 5063339 w 6096000"/>
              <a:gd name="connsiteY109" fmla="*/ 3496391 h 6858000"/>
              <a:gd name="connsiteX110" fmla="*/ 5070139 w 6096000"/>
              <a:gd name="connsiteY110" fmla="*/ 3531201 h 6858000"/>
              <a:gd name="connsiteX111" fmla="*/ 5079896 w 6096000"/>
              <a:gd name="connsiteY111" fmla="*/ 3542019 h 6858000"/>
              <a:gd name="connsiteX112" fmla="*/ 5087540 w 6096000"/>
              <a:gd name="connsiteY112" fmla="*/ 3552249 h 6858000"/>
              <a:gd name="connsiteX113" fmla="*/ 5087902 w 6096000"/>
              <a:gd name="connsiteY113" fmla="*/ 3553678 h 6858000"/>
              <a:gd name="connsiteX114" fmla="*/ 5091509 w 6096000"/>
              <a:gd name="connsiteY114" fmla="*/ 3568021 h 6858000"/>
              <a:gd name="connsiteX115" fmla="*/ 5091934 w 6096000"/>
              <a:gd name="connsiteY115" fmla="*/ 3569719 h 6858000"/>
              <a:gd name="connsiteX116" fmla="*/ 5089362 w 6096000"/>
              <a:gd name="connsiteY116" fmla="*/ 3586412 h 6858000"/>
              <a:gd name="connsiteX117" fmla="*/ 5092358 w 6096000"/>
              <a:gd name="connsiteY117" fmla="*/ 3597336 h 6858000"/>
              <a:gd name="connsiteX118" fmla="*/ 5084254 w 6096000"/>
              <a:gd name="connsiteY118" fmla="*/ 3606007 h 6858000"/>
              <a:gd name="connsiteX119" fmla="*/ 5084281 w 6096000"/>
              <a:gd name="connsiteY119" fmla="*/ 3641228 h 6858000"/>
              <a:gd name="connsiteX120" fmla="*/ 5091848 w 6096000"/>
              <a:gd name="connsiteY120" fmla="*/ 3653088 h 6858000"/>
              <a:gd name="connsiteX121" fmla="*/ 5097436 w 6096000"/>
              <a:gd name="connsiteY121" fmla="*/ 3664114 h 6858000"/>
              <a:gd name="connsiteX122" fmla="*/ 5097518 w 6096000"/>
              <a:gd name="connsiteY122" fmla="*/ 3665569 h 6858000"/>
              <a:gd name="connsiteX123" fmla="*/ 5099829 w 6096000"/>
              <a:gd name="connsiteY123" fmla="*/ 3707357 h 6858000"/>
              <a:gd name="connsiteX124" fmla="*/ 5114696 w 6096000"/>
              <a:gd name="connsiteY124" fmla="*/ 3778166 h 6858000"/>
              <a:gd name="connsiteX125" fmla="*/ 5135379 w 6096000"/>
              <a:gd name="connsiteY125" fmla="*/ 3878222 h 6858000"/>
              <a:gd name="connsiteX126" fmla="*/ 5130138 w 6096000"/>
              <a:gd name="connsiteY126" fmla="*/ 4048117 h 6858000"/>
              <a:gd name="connsiteX127" fmla="*/ 5090040 w 6096000"/>
              <a:gd name="connsiteY127" fmla="*/ 4219510 h 6858000"/>
              <a:gd name="connsiteX128" fmla="*/ 5092812 w 6096000"/>
              <a:gd name="connsiteY128" fmla="*/ 4411258 h 6858000"/>
              <a:gd name="connsiteX129" fmla="*/ 5084599 w 6096000"/>
              <a:gd name="connsiteY129" fmla="*/ 4488531 h 6858000"/>
              <a:gd name="connsiteX130" fmla="*/ 5084072 w 6096000"/>
              <a:gd name="connsiteY130" fmla="*/ 4539168 h 6858000"/>
              <a:gd name="connsiteX131" fmla="*/ 5068936 w 6096000"/>
              <a:gd name="connsiteY131" fmla="*/ 4625153 h 6858000"/>
              <a:gd name="connsiteX132" fmla="*/ 5059114 w 6096000"/>
              <a:gd name="connsiteY132" fmla="*/ 4733115 h 6858000"/>
              <a:gd name="connsiteX133" fmla="*/ 5037209 w 6096000"/>
              <a:gd name="connsiteY133" fmla="*/ 4844323 h 6858000"/>
              <a:gd name="connsiteX134" fmla="*/ 5020638 w 6096000"/>
              <a:gd name="connsiteY134" fmla="*/ 4877992 h 6858000"/>
              <a:gd name="connsiteX135" fmla="*/ 5006413 w 6096000"/>
              <a:gd name="connsiteY135" fmla="*/ 4925805 h 6858000"/>
              <a:gd name="connsiteX136" fmla="*/ 4971037 w 6096000"/>
              <a:gd name="connsiteY136" fmla="*/ 5009272 h 6858000"/>
              <a:gd name="connsiteX137" fmla="*/ 4963105 w 6096000"/>
              <a:gd name="connsiteY137" fmla="*/ 5111369 h 6858000"/>
              <a:gd name="connsiteX138" fmla="*/ 4976341 w 6096000"/>
              <a:gd name="connsiteY138" fmla="*/ 5210876 h 6858000"/>
              <a:gd name="connsiteX139" fmla="*/ 4980617 w 6096000"/>
              <a:gd name="connsiteY139" fmla="*/ 5269726 h 6858000"/>
              <a:gd name="connsiteX140" fmla="*/ 4997733 w 6096000"/>
              <a:gd name="connsiteY140" fmla="*/ 5464225 h 6858000"/>
              <a:gd name="connsiteX141" fmla="*/ 5001400 w 6096000"/>
              <a:gd name="connsiteY141" fmla="*/ 5594585 h 6858000"/>
              <a:gd name="connsiteX142" fmla="*/ 4983700 w 6096000"/>
              <a:gd name="connsiteY142" fmla="*/ 5667896 h 6858000"/>
              <a:gd name="connsiteX143" fmla="*/ 4968506 w 6096000"/>
              <a:gd name="connsiteY143" fmla="*/ 5769225 h 6858000"/>
              <a:gd name="connsiteX144" fmla="*/ 4969765 w 6096000"/>
              <a:gd name="connsiteY144" fmla="*/ 5823324 h 6858000"/>
              <a:gd name="connsiteX145" fmla="*/ 4966129 w 6096000"/>
              <a:gd name="connsiteY145" fmla="*/ 5862699 h 6858000"/>
              <a:gd name="connsiteX146" fmla="*/ 4970695 w 6096000"/>
              <a:gd name="connsiteY146" fmla="*/ 5906467 h 6858000"/>
              <a:gd name="connsiteX147" fmla="*/ 4991568 w 6096000"/>
              <a:gd name="connsiteY147" fmla="*/ 5939847 h 6858000"/>
              <a:gd name="connsiteX148" fmla="*/ 4986815 w 6096000"/>
              <a:gd name="connsiteY148" fmla="*/ 5973994 h 6858000"/>
              <a:gd name="connsiteX149" fmla="*/ 4987776 w 6096000"/>
              <a:gd name="connsiteY149" fmla="*/ 6089693 h 6858000"/>
              <a:gd name="connsiteX150" fmla="*/ 4991621 w 6096000"/>
              <a:gd name="connsiteY150" fmla="*/ 6224938 h 6858000"/>
              <a:gd name="connsiteX151" fmla="*/ 5017157 w 6096000"/>
              <a:gd name="connsiteY151" fmla="*/ 6370251 h 6858000"/>
              <a:gd name="connsiteX152" fmla="*/ 5040797 w 6096000"/>
              <a:gd name="connsiteY152" fmla="*/ 6541313 h 6858000"/>
              <a:gd name="connsiteX153" fmla="*/ 5045375 w 6096000"/>
              <a:gd name="connsiteY153" fmla="*/ 6640957 h 6858000"/>
              <a:gd name="connsiteX154" fmla="*/ 5058442 w 6096000"/>
              <a:gd name="connsiteY154" fmla="*/ 6705297 h 6858000"/>
              <a:gd name="connsiteX155" fmla="*/ 5071125 w 6096000"/>
              <a:gd name="connsiteY155" fmla="*/ 6759582 h 6858000"/>
              <a:gd name="connsiteX156" fmla="*/ 5069172 w 6096000"/>
              <a:gd name="connsiteY156" fmla="*/ 6817746 h 6858000"/>
              <a:gd name="connsiteX157" fmla="*/ 5072322 w 6096000"/>
              <a:gd name="connsiteY157" fmla="*/ 6843646 h 6858000"/>
              <a:gd name="connsiteX158" fmla="*/ 5091388 w 6096000"/>
              <a:gd name="connsiteY158" fmla="*/ 6857998 h 6858000"/>
              <a:gd name="connsiteX159" fmla="*/ 6096000 w 6096000"/>
              <a:gd name="connsiteY159" fmla="*/ 6857998 h 6858000"/>
              <a:gd name="connsiteX160" fmla="*/ 6096000 w 6096000"/>
              <a:gd name="connsiteY160" fmla="*/ 6858000 h 6858000"/>
              <a:gd name="connsiteX161" fmla="*/ 0 w 6096000"/>
              <a:gd name="connsiteY16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5567517" y="0"/>
                </a:lnTo>
                <a:lnTo>
                  <a:pt x="5566938" y="1705"/>
                </a:lnTo>
                <a:cubicBezTo>
                  <a:pt x="5563126" y="8440"/>
                  <a:pt x="5558112" y="13784"/>
                  <a:pt x="5551594" y="17287"/>
                </a:cubicBezTo>
                <a:cubicBezTo>
                  <a:pt x="5562364" y="82036"/>
                  <a:pt x="5510349" y="69804"/>
                  <a:pt x="5545641" y="130336"/>
                </a:cubicBezTo>
                <a:cubicBezTo>
                  <a:pt x="5526953" y="117589"/>
                  <a:pt x="5536978" y="162458"/>
                  <a:pt x="5538289" y="187093"/>
                </a:cubicBezTo>
                <a:cubicBezTo>
                  <a:pt x="5536205" y="226511"/>
                  <a:pt x="5545722" y="205530"/>
                  <a:pt x="5545790" y="265704"/>
                </a:cubicBezTo>
                <a:cubicBezTo>
                  <a:pt x="5542296" y="317533"/>
                  <a:pt x="5543813" y="325288"/>
                  <a:pt x="5542313" y="354566"/>
                </a:cubicBezTo>
                <a:lnTo>
                  <a:pt x="5524126" y="472000"/>
                </a:lnTo>
                <a:lnTo>
                  <a:pt x="5522170" y="473782"/>
                </a:lnTo>
                <a:cubicBezTo>
                  <a:pt x="5517847" y="482008"/>
                  <a:pt x="5518682" y="487340"/>
                  <a:pt x="5521798" y="491380"/>
                </a:cubicBezTo>
                <a:lnTo>
                  <a:pt x="5536419" y="531675"/>
                </a:lnTo>
                <a:lnTo>
                  <a:pt x="5533435" y="536015"/>
                </a:lnTo>
                <a:lnTo>
                  <a:pt x="5538088" y="572092"/>
                </a:lnTo>
                <a:lnTo>
                  <a:pt x="5536061" y="572511"/>
                </a:lnTo>
                <a:cubicBezTo>
                  <a:pt x="5531611" y="574271"/>
                  <a:pt x="5528529" y="577121"/>
                  <a:pt x="5528218" y="582332"/>
                </a:cubicBezTo>
                <a:cubicBezTo>
                  <a:pt x="5498002" y="573171"/>
                  <a:pt x="5516262" y="585107"/>
                  <a:pt x="5518011" y="601285"/>
                </a:cubicBezTo>
                <a:cubicBezTo>
                  <a:pt x="5508838" y="617831"/>
                  <a:pt x="5480684" y="666964"/>
                  <a:pt x="5473174" y="681608"/>
                </a:cubicBezTo>
                <a:cubicBezTo>
                  <a:pt x="5473102" y="684122"/>
                  <a:pt x="5473033" y="686637"/>
                  <a:pt x="5472963" y="689151"/>
                </a:cubicBezTo>
                <a:lnTo>
                  <a:pt x="5472485" y="689289"/>
                </a:lnTo>
                <a:cubicBezTo>
                  <a:pt x="5471434" y="690905"/>
                  <a:pt x="5470986" y="693376"/>
                  <a:pt x="5471326" y="697222"/>
                </a:cubicBezTo>
                <a:cubicBezTo>
                  <a:pt x="5471606" y="703992"/>
                  <a:pt x="5471884" y="710761"/>
                  <a:pt x="5472164" y="717531"/>
                </a:cubicBezTo>
                <a:lnTo>
                  <a:pt x="5468891" y="722494"/>
                </a:lnTo>
                <a:lnTo>
                  <a:pt x="5463081" y="724368"/>
                </a:lnTo>
                <a:lnTo>
                  <a:pt x="5446981" y="752692"/>
                </a:lnTo>
                <a:cubicBezTo>
                  <a:pt x="5454691" y="764380"/>
                  <a:pt x="5422719" y="808083"/>
                  <a:pt x="5417190" y="816346"/>
                </a:cubicBezTo>
                <a:lnTo>
                  <a:pt x="5388958" y="889417"/>
                </a:lnTo>
                <a:cubicBezTo>
                  <a:pt x="5320491" y="969963"/>
                  <a:pt x="5321907" y="1005331"/>
                  <a:pt x="5307044" y="1063288"/>
                </a:cubicBezTo>
                <a:cubicBezTo>
                  <a:pt x="5313332" y="1111028"/>
                  <a:pt x="5317096" y="1110140"/>
                  <a:pt x="5303837" y="1157176"/>
                </a:cubicBezTo>
                <a:cubicBezTo>
                  <a:pt x="5301103" y="1192124"/>
                  <a:pt x="5301884" y="1197232"/>
                  <a:pt x="5286494" y="1210776"/>
                </a:cubicBezTo>
                <a:lnTo>
                  <a:pt x="5282463" y="1301993"/>
                </a:lnTo>
                <a:lnTo>
                  <a:pt x="5252235" y="1360879"/>
                </a:lnTo>
                <a:lnTo>
                  <a:pt x="5244497" y="1404045"/>
                </a:lnTo>
                <a:lnTo>
                  <a:pt x="5223823" y="1429568"/>
                </a:lnTo>
                <a:lnTo>
                  <a:pt x="5224851" y="1430305"/>
                </a:lnTo>
                <a:cubicBezTo>
                  <a:pt x="5226697" y="1432466"/>
                  <a:pt x="5214738" y="1459891"/>
                  <a:pt x="5212394" y="1463304"/>
                </a:cubicBezTo>
                <a:cubicBezTo>
                  <a:pt x="5209912" y="1477394"/>
                  <a:pt x="5213027" y="1501295"/>
                  <a:pt x="5209958" y="1514846"/>
                </a:cubicBezTo>
                <a:lnTo>
                  <a:pt x="5206417" y="1519731"/>
                </a:lnTo>
                <a:lnTo>
                  <a:pt x="5206640" y="1519929"/>
                </a:lnTo>
                <a:cubicBezTo>
                  <a:pt x="5206490" y="1521210"/>
                  <a:pt x="5209710" y="1543635"/>
                  <a:pt x="5207632" y="1546022"/>
                </a:cubicBezTo>
                <a:lnTo>
                  <a:pt x="5212030" y="1578752"/>
                </a:lnTo>
                <a:cubicBezTo>
                  <a:pt x="5206147" y="1605585"/>
                  <a:pt x="5226381" y="1622803"/>
                  <a:pt x="5203533" y="1647555"/>
                </a:cubicBezTo>
                <a:cubicBezTo>
                  <a:pt x="5198128" y="1672675"/>
                  <a:pt x="5203213" y="1694404"/>
                  <a:pt x="5190877" y="1715685"/>
                </a:cubicBezTo>
                <a:cubicBezTo>
                  <a:pt x="5196815" y="1724301"/>
                  <a:pt x="5198098" y="1732435"/>
                  <a:pt x="5184235" y="1740358"/>
                </a:cubicBezTo>
                <a:cubicBezTo>
                  <a:pt x="5182625" y="1763793"/>
                  <a:pt x="5198368" y="1769422"/>
                  <a:pt x="5181475" y="1784314"/>
                </a:cubicBezTo>
                <a:cubicBezTo>
                  <a:pt x="5205987" y="1797417"/>
                  <a:pt x="5195246" y="1798221"/>
                  <a:pt x="5185845" y="1804434"/>
                </a:cubicBezTo>
                <a:lnTo>
                  <a:pt x="5185068" y="1805316"/>
                </a:lnTo>
                <a:lnTo>
                  <a:pt x="5188593" y="1807109"/>
                </a:lnTo>
                <a:lnTo>
                  <a:pt x="5185920" y="1821003"/>
                </a:lnTo>
                <a:lnTo>
                  <a:pt x="5183543" y="1824832"/>
                </a:lnTo>
                <a:cubicBezTo>
                  <a:pt x="5182284" y="1827468"/>
                  <a:pt x="5181937" y="1829219"/>
                  <a:pt x="5182235" y="1830429"/>
                </a:cubicBezTo>
                <a:lnTo>
                  <a:pt x="5182525" y="1830569"/>
                </a:lnTo>
                <a:lnTo>
                  <a:pt x="5180663" y="1835810"/>
                </a:lnTo>
                <a:cubicBezTo>
                  <a:pt x="5176779" y="1844665"/>
                  <a:pt x="5172297" y="1853278"/>
                  <a:pt x="5167452" y="1861483"/>
                </a:cubicBezTo>
                <a:cubicBezTo>
                  <a:pt x="5179827" y="1866643"/>
                  <a:pt x="5166788" y="1884999"/>
                  <a:pt x="5174266" y="1892417"/>
                </a:cubicBezTo>
                <a:lnTo>
                  <a:pt x="5189262" y="1895114"/>
                </a:lnTo>
                <a:lnTo>
                  <a:pt x="5187100" y="1899379"/>
                </a:lnTo>
                <a:lnTo>
                  <a:pt x="5180471" y="1907867"/>
                </a:lnTo>
                <a:cubicBezTo>
                  <a:pt x="5179609" y="1909162"/>
                  <a:pt x="5179647" y="1909994"/>
                  <a:pt x="5181361" y="1910265"/>
                </a:cubicBezTo>
                <a:cubicBezTo>
                  <a:pt x="5180995" y="1914884"/>
                  <a:pt x="5177893" y="1930292"/>
                  <a:pt x="5178268" y="1935584"/>
                </a:cubicBezTo>
                <a:lnTo>
                  <a:pt x="5183619" y="1942021"/>
                </a:lnTo>
                <a:lnTo>
                  <a:pt x="5184480" y="1945112"/>
                </a:lnTo>
                <a:lnTo>
                  <a:pt x="5172776" y="1961162"/>
                </a:lnTo>
                <a:lnTo>
                  <a:pt x="5168513" y="1969445"/>
                </a:lnTo>
                <a:lnTo>
                  <a:pt x="5126597" y="2024270"/>
                </a:lnTo>
                <a:lnTo>
                  <a:pt x="5119528" y="2107942"/>
                </a:lnTo>
                <a:cubicBezTo>
                  <a:pt x="5089290" y="2138038"/>
                  <a:pt x="5110415" y="2159228"/>
                  <a:pt x="5110356" y="2193455"/>
                </a:cubicBezTo>
                <a:cubicBezTo>
                  <a:pt x="5101302" y="2220953"/>
                  <a:pt x="5110381" y="2224200"/>
                  <a:pt x="5104992" y="2260088"/>
                </a:cubicBezTo>
                <a:cubicBezTo>
                  <a:pt x="5096504" y="2291744"/>
                  <a:pt x="5078225" y="2299003"/>
                  <a:pt x="5059439" y="2335735"/>
                </a:cubicBezTo>
                <a:cubicBezTo>
                  <a:pt x="5029465" y="2329020"/>
                  <a:pt x="5058046" y="2407546"/>
                  <a:pt x="5022061" y="2408995"/>
                </a:cubicBezTo>
                <a:cubicBezTo>
                  <a:pt x="5023289" y="2413465"/>
                  <a:pt x="5019654" y="2441580"/>
                  <a:pt x="5022253" y="2445869"/>
                </a:cubicBezTo>
                <a:cubicBezTo>
                  <a:pt x="5022440" y="2449625"/>
                  <a:pt x="5011241" y="2492743"/>
                  <a:pt x="5011426" y="2496499"/>
                </a:cubicBezTo>
                <a:lnTo>
                  <a:pt x="4994224" y="2549900"/>
                </a:lnTo>
                <a:cubicBezTo>
                  <a:pt x="4992353" y="2564757"/>
                  <a:pt x="4998952" y="2582253"/>
                  <a:pt x="4995245" y="2596456"/>
                </a:cubicBezTo>
                <a:lnTo>
                  <a:pt x="4988570" y="2606088"/>
                </a:lnTo>
                <a:cubicBezTo>
                  <a:pt x="4988504" y="2615842"/>
                  <a:pt x="4988436" y="2625597"/>
                  <a:pt x="4988371" y="2635351"/>
                </a:cubicBezTo>
                <a:lnTo>
                  <a:pt x="4983212" y="2665666"/>
                </a:lnTo>
                <a:lnTo>
                  <a:pt x="4968234" y="2715895"/>
                </a:lnTo>
                <a:lnTo>
                  <a:pt x="4975888" y="2725052"/>
                </a:lnTo>
                <a:lnTo>
                  <a:pt x="4980195" y="2726489"/>
                </a:lnTo>
                <a:lnTo>
                  <a:pt x="4976218" y="2740278"/>
                </a:lnTo>
                <a:lnTo>
                  <a:pt x="4980571" y="2751112"/>
                </a:lnTo>
                <a:lnTo>
                  <a:pt x="4973893" y="2760208"/>
                </a:lnTo>
                <a:lnTo>
                  <a:pt x="4979005" y="2790136"/>
                </a:lnTo>
                <a:lnTo>
                  <a:pt x="4986137" y="2804183"/>
                </a:lnTo>
                <a:cubicBezTo>
                  <a:pt x="4986150" y="2811409"/>
                  <a:pt x="4986162" y="2818634"/>
                  <a:pt x="4986175" y="2825860"/>
                </a:cubicBezTo>
                <a:cubicBezTo>
                  <a:pt x="4987474" y="2843788"/>
                  <a:pt x="4992871" y="2886513"/>
                  <a:pt x="4993936" y="2911749"/>
                </a:cubicBezTo>
                <a:cubicBezTo>
                  <a:pt x="4993313" y="2946689"/>
                  <a:pt x="4980300" y="2954448"/>
                  <a:pt x="4992563" y="2977278"/>
                </a:cubicBezTo>
                <a:cubicBezTo>
                  <a:pt x="4985688" y="2983455"/>
                  <a:pt x="4982051" y="2987749"/>
                  <a:pt x="4980516" y="2991092"/>
                </a:cubicBezTo>
                <a:cubicBezTo>
                  <a:pt x="4975910" y="3001119"/>
                  <a:pt x="4990216" y="3002537"/>
                  <a:pt x="4992801" y="3020247"/>
                </a:cubicBezTo>
                <a:cubicBezTo>
                  <a:pt x="4998517" y="3032637"/>
                  <a:pt x="5013148" y="3051512"/>
                  <a:pt x="5014805" y="3065434"/>
                </a:cubicBezTo>
                <a:cubicBezTo>
                  <a:pt x="4998836" y="3057428"/>
                  <a:pt x="5016840" y="3105196"/>
                  <a:pt x="5002733" y="3103777"/>
                </a:cubicBezTo>
                <a:cubicBezTo>
                  <a:pt x="5022381" y="3124610"/>
                  <a:pt x="4997365" y="3128169"/>
                  <a:pt x="5002941" y="3151828"/>
                </a:cubicBezTo>
                <a:cubicBezTo>
                  <a:pt x="5010264" y="3163902"/>
                  <a:pt x="5011356" y="3171780"/>
                  <a:pt x="5002883" y="3180546"/>
                </a:cubicBezTo>
                <a:cubicBezTo>
                  <a:pt x="5038586" y="3236545"/>
                  <a:pt x="5003723" y="3210316"/>
                  <a:pt x="5016711" y="3258677"/>
                </a:cubicBezTo>
                <a:lnTo>
                  <a:pt x="5017918" y="3262610"/>
                </a:lnTo>
                <a:lnTo>
                  <a:pt x="5011672" y="3277179"/>
                </a:lnTo>
                <a:lnTo>
                  <a:pt x="5009344" y="3278130"/>
                </a:lnTo>
                <a:lnTo>
                  <a:pt x="5026770" y="3325671"/>
                </a:lnTo>
                <a:lnTo>
                  <a:pt x="5024571" y="3332072"/>
                </a:lnTo>
                <a:lnTo>
                  <a:pt x="5041705" y="3362948"/>
                </a:lnTo>
                <a:lnTo>
                  <a:pt x="5047477" y="3378959"/>
                </a:lnTo>
                <a:lnTo>
                  <a:pt x="5060758" y="3407057"/>
                </a:lnTo>
                <a:lnTo>
                  <a:pt x="5058968" y="3409825"/>
                </a:lnTo>
                <a:lnTo>
                  <a:pt x="5062667" y="3415218"/>
                </a:lnTo>
                <a:lnTo>
                  <a:pt x="5060928" y="3419880"/>
                </a:lnTo>
                <a:lnTo>
                  <a:pt x="5062923" y="3424545"/>
                </a:lnTo>
                <a:cubicBezTo>
                  <a:pt x="5063537" y="3433967"/>
                  <a:pt x="5063494" y="3466028"/>
                  <a:pt x="5064623" y="3476412"/>
                </a:cubicBezTo>
                <a:lnTo>
                  <a:pt x="5069684" y="3486850"/>
                </a:lnTo>
                <a:lnTo>
                  <a:pt x="5063339" y="3496391"/>
                </a:lnTo>
                <a:lnTo>
                  <a:pt x="5070139" y="3531201"/>
                </a:lnTo>
                <a:lnTo>
                  <a:pt x="5079896" y="3542019"/>
                </a:lnTo>
                <a:lnTo>
                  <a:pt x="5087540" y="3552249"/>
                </a:lnTo>
                <a:lnTo>
                  <a:pt x="5087902" y="3553678"/>
                </a:lnTo>
                <a:lnTo>
                  <a:pt x="5091509" y="3568021"/>
                </a:lnTo>
                <a:lnTo>
                  <a:pt x="5091934" y="3569719"/>
                </a:lnTo>
                <a:lnTo>
                  <a:pt x="5089362" y="3586412"/>
                </a:lnTo>
                <a:lnTo>
                  <a:pt x="5092358" y="3597336"/>
                </a:lnTo>
                <a:lnTo>
                  <a:pt x="5084254" y="3606007"/>
                </a:lnTo>
                <a:cubicBezTo>
                  <a:pt x="5084262" y="3617747"/>
                  <a:pt x="5084273" y="3629488"/>
                  <a:pt x="5084281" y="3641228"/>
                </a:cubicBezTo>
                <a:lnTo>
                  <a:pt x="5091848" y="3653088"/>
                </a:lnTo>
                <a:lnTo>
                  <a:pt x="5097436" y="3664114"/>
                </a:lnTo>
                <a:cubicBezTo>
                  <a:pt x="5097463" y="3664599"/>
                  <a:pt x="5097491" y="3665084"/>
                  <a:pt x="5097518" y="3665569"/>
                </a:cubicBezTo>
                <a:cubicBezTo>
                  <a:pt x="5097915" y="3672776"/>
                  <a:pt x="5096966" y="3688591"/>
                  <a:pt x="5099829" y="3707357"/>
                </a:cubicBezTo>
                <a:cubicBezTo>
                  <a:pt x="5100505" y="3724716"/>
                  <a:pt x="5118078" y="3760234"/>
                  <a:pt x="5114696" y="3778166"/>
                </a:cubicBezTo>
                <a:cubicBezTo>
                  <a:pt x="5141627" y="3845122"/>
                  <a:pt x="5125427" y="3821305"/>
                  <a:pt x="5135379" y="3878222"/>
                </a:cubicBezTo>
                <a:cubicBezTo>
                  <a:pt x="5161519" y="3905047"/>
                  <a:pt x="5125417" y="4015047"/>
                  <a:pt x="5130138" y="4048117"/>
                </a:cubicBezTo>
                <a:cubicBezTo>
                  <a:pt x="5081804" y="4192084"/>
                  <a:pt x="5096262" y="4158987"/>
                  <a:pt x="5090040" y="4219510"/>
                </a:cubicBezTo>
                <a:cubicBezTo>
                  <a:pt x="5104553" y="4280033"/>
                  <a:pt x="5065380" y="4345686"/>
                  <a:pt x="5092812" y="4411258"/>
                </a:cubicBezTo>
                <a:cubicBezTo>
                  <a:pt x="5090630" y="4437329"/>
                  <a:pt x="5083878" y="4473140"/>
                  <a:pt x="5084599" y="4488531"/>
                </a:cubicBezTo>
                <a:cubicBezTo>
                  <a:pt x="5084423" y="4505410"/>
                  <a:pt x="5084248" y="4522289"/>
                  <a:pt x="5084072" y="4539168"/>
                </a:cubicBezTo>
                <a:cubicBezTo>
                  <a:pt x="5072114" y="4567830"/>
                  <a:pt x="5064305" y="4588197"/>
                  <a:pt x="5068936" y="4625153"/>
                </a:cubicBezTo>
                <a:cubicBezTo>
                  <a:pt x="5077433" y="4662889"/>
                  <a:pt x="5065899" y="4679357"/>
                  <a:pt x="5059114" y="4733115"/>
                </a:cubicBezTo>
                <a:cubicBezTo>
                  <a:pt x="5068687" y="4752352"/>
                  <a:pt x="5055370" y="4832308"/>
                  <a:pt x="5037209" y="4844323"/>
                </a:cubicBezTo>
                <a:cubicBezTo>
                  <a:pt x="5033444" y="4857054"/>
                  <a:pt x="5040194" y="4871554"/>
                  <a:pt x="5020638" y="4877992"/>
                </a:cubicBezTo>
                <a:cubicBezTo>
                  <a:pt x="4997151" y="4888353"/>
                  <a:pt x="5034418" y="4931200"/>
                  <a:pt x="5006413" y="4925805"/>
                </a:cubicBezTo>
                <a:cubicBezTo>
                  <a:pt x="5031964" y="4956261"/>
                  <a:pt x="4982840" y="4982633"/>
                  <a:pt x="4971037" y="5009272"/>
                </a:cubicBezTo>
                <a:cubicBezTo>
                  <a:pt x="4973259" y="5034036"/>
                  <a:pt x="4968375" y="5053859"/>
                  <a:pt x="4963105" y="5111369"/>
                </a:cubicBezTo>
                <a:cubicBezTo>
                  <a:pt x="4973224" y="5141336"/>
                  <a:pt x="4937413" y="5161742"/>
                  <a:pt x="4976341" y="5210876"/>
                </a:cubicBezTo>
                <a:cubicBezTo>
                  <a:pt x="4972455" y="5212581"/>
                  <a:pt x="4977054" y="5227501"/>
                  <a:pt x="4980617" y="5269726"/>
                </a:cubicBezTo>
                <a:cubicBezTo>
                  <a:pt x="4984182" y="5311951"/>
                  <a:pt x="4990390" y="5400671"/>
                  <a:pt x="4997733" y="5464225"/>
                </a:cubicBezTo>
                <a:cubicBezTo>
                  <a:pt x="5001765" y="5536542"/>
                  <a:pt x="4990225" y="5517959"/>
                  <a:pt x="5001400" y="5594585"/>
                </a:cubicBezTo>
                <a:cubicBezTo>
                  <a:pt x="4999908" y="5619318"/>
                  <a:pt x="4974042" y="5647975"/>
                  <a:pt x="4983700" y="5667896"/>
                </a:cubicBezTo>
                <a:cubicBezTo>
                  <a:pt x="4976834" y="5696311"/>
                  <a:pt x="4975579" y="5738356"/>
                  <a:pt x="4968506" y="5769225"/>
                </a:cubicBezTo>
                <a:cubicBezTo>
                  <a:pt x="4968926" y="5787258"/>
                  <a:pt x="4969344" y="5805291"/>
                  <a:pt x="4969765" y="5823324"/>
                </a:cubicBezTo>
                <a:cubicBezTo>
                  <a:pt x="4966122" y="5853058"/>
                  <a:pt x="4965608" y="5838948"/>
                  <a:pt x="4966129" y="5862699"/>
                </a:cubicBezTo>
                <a:lnTo>
                  <a:pt x="4970695" y="5906467"/>
                </a:lnTo>
                <a:lnTo>
                  <a:pt x="4991568" y="5939847"/>
                </a:lnTo>
                <a:cubicBezTo>
                  <a:pt x="4998848" y="5955713"/>
                  <a:pt x="4974731" y="5940131"/>
                  <a:pt x="4986815" y="5973994"/>
                </a:cubicBezTo>
                <a:cubicBezTo>
                  <a:pt x="4961187" y="5997051"/>
                  <a:pt x="4983444" y="6032039"/>
                  <a:pt x="4987776" y="6089693"/>
                </a:cubicBezTo>
                <a:lnTo>
                  <a:pt x="4991621" y="6224938"/>
                </a:lnTo>
                <a:cubicBezTo>
                  <a:pt x="4988442" y="6270972"/>
                  <a:pt x="5008962" y="6317522"/>
                  <a:pt x="5017157" y="6370251"/>
                </a:cubicBezTo>
                <a:cubicBezTo>
                  <a:pt x="5025353" y="6422980"/>
                  <a:pt x="5039938" y="6490855"/>
                  <a:pt x="5040797" y="6541313"/>
                </a:cubicBezTo>
                <a:cubicBezTo>
                  <a:pt x="5039898" y="6576319"/>
                  <a:pt x="5031912" y="6591883"/>
                  <a:pt x="5045375" y="6640957"/>
                </a:cubicBezTo>
                <a:cubicBezTo>
                  <a:pt x="5057505" y="6669536"/>
                  <a:pt x="5052276" y="6675394"/>
                  <a:pt x="5058442" y="6705297"/>
                </a:cubicBezTo>
                <a:cubicBezTo>
                  <a:pt x="5057367" y="6727133"/>
                  <a:pt x="5067901" y="6732087"/>
                  <a:pt x="5071125" y="6759582"/>
                </a:cubicBezTo>
                <a:cubicBezTo>
                  <a:pt x="5055614" y="6796071"/>
                  <a:pt x="5051656" y="6769544"/>
                  <a:pt x="5069172" y="6817746"/>
                </a:cubicBezTo>
                <a:cubicBezTo>
                  <a:pt x="5060956" y="6828354"/>
                  <a:pt x="5064525" y="6836369"/>
                  <a:pt x="5072322" y="6843646"/>
                </a:cubicBezTo>
                <a:lnTo>
                  <a:pt x="5091388" y="6857998"/>
                </a:lnTo>
                <a:lnTo>
                  <a:pt x="6096000" y="6857998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EFB244-340B-AED1-0611-4D4ED713A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9600"/>
            <a:ext cx="3739341" cy="1330839"/>
          </a:xfrm>
        </p:spPr>
        <p:txBody>
          <a:bodyPr>
            <a:normAutofit/>
          </a:bodyPr>
          <a:lstStyle/>
          <a:p>
            <a:r>
              <a:rPr lang="en-US">
                <a:latin typeface="Arial Black"/>
              </a:rPr>
              <a:t>Nested FOR loop</a:t>
            </a:r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0D772A6-4823-A014-0E53-24FD595C0C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7366" y="2194102"/>
            <a:ext cx="4062001" cy="390858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dirty="0">
                <a:ea typeface="Calibri"/>
                <a:cs typeface="Calibri"/>
              </a:rPr>
              <a:t>For some predefined </a:t>
            </a:r>
            <a:r>
              <a:rPr lang="en-US" sz="2000" b="1" dirty="0">
                <a:ea typeface="Calibri"/>
                <a:cs typeface="Calibri"/>
              </a:rPr>
              <a:t>m</a:t>
            </a:r>
            <a:r>
              <a:rPr lang="en-US" sz="2000" dirty="0">
                <a:ea typeface="Calibri"/>
                <a:cs typeface="Calibri"/>
              </a:rPr>
              <a:t> and </a:t>
            </a:r>
            <a:r>
              <a:rPr lang="en-US" sz="2000" b="1" dirty="0">
                <a:ea typeface="Calibri"/>
                <a:cs typeface="Calibri"/>
              </a:rPr>
              <a:t>n</a:t>
            </a:r>
            <a:r>
              <a:rPr lang="en-US" sz="2000" dirty="0">
                <a:ea typeface="Calibri"/>
                <a:cs typeface="Calibri"/>
              </a:rPr>
              <a:t>, this is how a nested </a:t>
            </a:r>
            <a:r>
              <a:rPr lang="en-US" sz="2000" b="1" dirty="0">
                <a:ea typeface="Calibri"/>
                <a:cs typeface="Calibri"/>
              </a:rPr>
              <a:t>for</a:t>
            </a:r>
            <a:r>
              <a:rPr lang="en-US" sz="2000" dirty="0">
                <a:ea typeface="Calibri"/>
                <a:cs typeface="Calibri"/>
              </a:rPr>
              <a:t>-loop looks like.</a:t>
            </a:r>
            <a:br>
              <a:rPr lang="en-US" dirty="0"/>
            </a:br>
            <a:endParaRPr lang="en-US" sz="2000" dirty="0">
              <a:ea typeface="Calibri"/>
              <a:cs typeface="Calibri"/>
            </a:endParaRPr>
          </a:p>
          <a:p>
            <a:r>
              <a:rPr lang="en-US" sz="2000" dirty="0">
                <a:ea typeface="Calibri"/>
                <a:cs typeface="Calibri"/>
              </a:rPr>
              <a:t>The statements inside the outer </a:t>
            </a:r>
            <a:r>
              <a:rPr lang="en-US" sz="2000" b="1" dirty="0">
                <a:ea typeface="Calibri"/>
                <a:cs typeface="Calibri"/>
              </a:rPr>
              <a:t>for</a:t>
            </a:r>
            <a:r>
              <a:rPr lang="en-US" sz="2000" dirty="0">
                <a:ea typeface="Calibri"/>
                <a:cs typeface="Calibri"/>
              </a:rPr>
              <a:t>-loop executes </a:t>
            </a:r>
            <a:r>
              <a:rPr lang="en-US" sz="2000" b="1" dirty="0">
                <a:ea typeface="Calibri"/>
                <a:cs typeface="Calibri"/>
              </a:rPr>
              <a:t>n</a:t>
            </a:r>
            <a:r>
              <a:rPr lang="en-US" sz="2000" dirty="0">
                <a:ea typeface="Calibri"/>
                <a:cs typeface="Calibri"/>
              </a:rPr>
              <a:t>-times</a:t>
            </a:r>
            <a:br>
              <a:rPr lang="en-US" dirty="0"/>
            </a:br>
            <a:endParaRPr lang="en-US" sz="2000" dirty="0">
              <a:ea typeface="Calibri"/>
              <a:cs typeface="Calibri"/>
            </a:endParaRPr>
          </a:p>
          <a:p>
            <a:r>
              <a:rPr lang="en-US" sz="2000" dirty="0">
                <a:ea typeface="Calibri"/>
                <a:cs typeface="Calibri"/>
              </a:rPr>
              <a:t>The statements inside the inner </a:t>
            </a:r>
            <a:r>
              <a:rPr lang="en-US" sz="2000" b="1" dirty="0">
                <a:ea typeface="Calibri"/>
                <a:cs typeface="Calibri"/>
              </a:rPr>
              <a:t>for</a:t>
            </a:r>
            <a:r>
              <a:rPr lang="en-US" sz="2000" dirty="0">
                <a:ea typeface="Calibri"/>
                <a:cs typeface="Calibri"/>
              </a:rPr>
              <a:t>-loop executes </a:t>
            </a:r>
            <a:r>
              <a:rPr lang="en-US" sz="2000" b="1" err="1">
                <a:ea typeface="+mn-lt"/>
                <a:cs typeface="+mn-lt"/>
              </a:rPr>
              <a:t>m×</a:t>
            </a:r>
            <a:r>
              <a:rPr lang="en-US" sz="2000" b="1" err="1">
                <a:ea typeface="Calibri"/>
                <a:cs typeface="Calibri"/>
              </a:rPr>
              <a:t>n</a:t>
            </a:r>
            <a:r>
              <a:rPr lang="en-US" sz="2000" err="1">
                <a:ea typeface="Calibri"/>
                <a:cs typeface="Calibri"/>
              </a:rPr>
              <a:t>-times</a:t>
            </a:r>
            <a:endParaRPr lang="en-US" sz="2000">
              <a:ea typeface="Calibri"/>
              <a:cs typeface="Calibri"/>
            </a:endParaRPr>
          </a:p>
        </p:txBody>
      </p:sp>
      <p:pic>
        <p:nvPicPr>
          <p:cNvPr id="4" name="Content Placeholder 3" descr="A computer screen with text and symbols&#10;&#10;Description automatically generated">
            <a:extLst>
              <a:ext uri="{FF2B5EF4-FFF2-40B4-BE49-F238E27FC236}">
                <a16:creationId xmlns:a16="http://schemas.microsoft.com/office/drawing/2014/main" id="{07FDFC1F-3B29-AE24-4A9D-773EED3F43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3209" y="1709878"/>
            <a:ext cx="5930137" cy="4118151"/>
          </a:xfrm>
          <a:prstGeom prst="rect">
            <a:avLst/>
          </a:prstGeom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603ECC89-9F08-4529-DC21-5A88E8B42DFD}"/>
              </a:ext>
            </a:extLst>
          </p:cNvPr>
          <p:cNvSpPr/>
          <p:nvPr/>
        </p:nvSpPr>
        <p:spPr>
          <a:xfrm rot="8880000" flipV="1">
            <a:off x="8153462" y="788236"/>
            <a:ext cx="1962727" cy="95731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ea typeface="Calibri"/>
                <a:cs typeface="Calibri"/>
              </a:rPr>
              <a:t>Outer FOR</a:t>
            </a:r>
            <a:endParaRPr lang="en-US" dirty="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B5C85818-8743-C170-7885-DE20D83A4ECA}"/>
              </a:ext>
            </a:extLst>
          </p:cNvPr>
          <p:cNvSpPr/>
          <p:nvPr/>
        </p:nvSpPr>
        <p:spPr>
          <a:xfrm rot="10260000" flipV="1">
            <a:off x="9574660" y="2717000"/>
            <a:ext cx="1962727" cy="75622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ea typeface="Calibri"/>
                <a:cs typeface="Calibri"/>
              </a:rPr>
              <a:t>Inner FOR</a:t>
            </a:r>
            <a:endParaRPr lang="en-US" dirty="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368399A1-045D-5DA9-DB3C-7699952FD0C7}"/>
              </a:ext>
            </a:extLst>
          </p:cNvPr>
          <p:cNvSpPr/>
          <p:nvPr/>
        </p:nvSpPr>
        <p:spPr>
          <a:xfrm rot="-960000">
            <a:off x="4017021" y="2962478"/>
            <a:ext cx="2841143" cy="264583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D02AC86A-77CC-23A2-4C1D-6CF1901633E6}"/>
              </a:ext>
            </a:extLst>
          </p:cNvPr>
          <p:cNvSpPr/>
          <p:nvPr/>
        </p:nvSpPr>
        <p:spPr>
          <a:xfrm rot="1320000">
            <a:off x="3849489" y="4086330"/>
            <a:ext cx="3042227" cy="243417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61409E72-2B8F-EA58-D66F-BC0B20408681}"/>
              </a:ext>
            </a:extLst>
          </p:cNvPr>
          <p:cNvSpPr/>
          <p:nvPr/>
        </p:nvSpPr>
        <p:spPr>
          <a:xfrm rot="21180000">
            <a:off x="3907937" y="3866168"/>
            <a:ext cx="3878310" cy="275167"/>
          </a:xfrm>
          <a:prstGeom prst="rightArrow">
            <a:avLst/>
          </a:prstGeom>
          <a:solidFill>
            <a:srgbClr val="ED7D3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676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9" grpId="0" build="p"/>
      <p:bldP spid="6" grpId="0" animBg="1"/>
      <p:bldP spid="7" grpId="0" animBg="1"/>
      <p:bldP spid="8" grpId="0" animBg="1"/>
      <p:bldP spid="10" grpId="0" animBg="1"/>
      <p:bldP spid="1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3AFDF-40F0-725E-7D8B-B788C12EC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Black"/>
              </a:rPr>
              <a:t>What is the </a:t>
            </a:r>
            <a:r>
              <a:rPr lang="en-US" dirty="0" err="1">
                <a:latin typeface="Arial Black"/>
              </a:rPr>
              <a:t>outptut</a:t>
            </a:r>
            <a:r>
              <a:rPr lang="en-US" dirty="0">
                <a:latin typeface="Arial Black"/>
              </a:rPr>
              <a:t>?</a:t>
            </a:r>
            <a:endParaRPr lang="en-US" dirty="0"/>
          </a:p>
        </p:txBody>
      </p:sp>
      <p:pic>
        <p:nvPicPr>
          <p:cNvPr id="4" name="Content Placeholder 3" descr="A computer code with purple text&#10;&#10;Description automatically generated">
            <a:extLst>
              <a:ext uri="{FF2B5EF4-FFF2-40B4-BE49-F238E27FC236}">
                <a16:creationId xmlns:a16="http://schemas.microsoft.com/office/drawing/2014/main" id="{80C5931D-FF9A-401C-FCD0-6A00305410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3088" y="1436494"/>
            <a:ext cx="6727735" cy="4678921"/>
          </a:xfrm>
        </p:spPr>
      </p:pic>
      <p:pic>
        <p:nvPicPr>
          <p:cNvPr id="5" name="Picture 4" descr="A number on a white background&#10;&#10;Description automatically generated">
            <a:extLst>
              <a:ext uri="{FF2B5EF4-FFF2-40B4-BE49-F238E27FC236}">
                <a16:creationId xmlns:a16="http://schemas.microsoft.com/office/drawing/2014/main" id="{1C85BDED-2198-7A51-B5D4-60F20F577A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8102" y="1068477"/>
            <a:ext cx="1075654" cy="5515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231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D6B0DC-8DDB-A7DA-E1AC-AD2D78ED7DCB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90789" y="1711124"/>
            <a:ext cx="9973659" cy="344342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dirty="0">
                <a:ea typeface="+mn-lt"/>
                <a:cs typeface="+mn-lt"/>
              </a:rPr>
              <a:t>Write a MATLAB script that uses nested </a:t>
            </a:r>
            <a:r>
              <a:rPr lang="en-US" sz="2400" dirty="0">
                <a:latin typeface="Consolas"/>
                <a:ea typeface="Calibri"/>
                <a:cs typeface="Calibri"/>
              </a:rPr>
              <a:t>for</a:t>
            </a:r>
            <a:r>
              <a:rPr lang="en-US" sz="2400" dirty="0">
                <a:ea typeface="+mn-lt"/>
                <a:cs typeface="+mn-lt"/>
              </a:rPr>
              <a:t> loops to generate a </a:t>
            </a:r>
            <a:r>
              <a:rPr lang="en-US" sz="2400" b="1" dirty="0">
                <a:ea typeface="+mn-lt"/>
                <a:cs typeface="+mn-lt"/>
              </a:rPr>
              <a:t>multiplication table</a:t>
            </a:r>
            <a:r>
              <a:rPr lang="en-US" sz="2400" dirty="0">
                <a:ea typeface="+mn-lt"/>
                <a:cs typeface="+mn-lt"/>
              </a:rPr>
              <a:t> for numbers from 1 to 10.</a:t>
            </a:r>
            <a:endParaRPr lang="en-US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b="1" dirty="0"/>
              <a:t>Steps</a:t>
            </a:r>
            <a:r>
              <a:rPr lang="en-US" dirty="0"/>
              <a:t>:</a:t>
            </a:r>
            <a:endParaRPr lang="en-US" dirty="0">
              <a:ea typeface="Calibri"/>
              <a:cs typeface="Calibri"/>
            </a:endParaRPr>
          </a:p>
          <a:p>
            <a:r>
              <a:rPr lang="en-US" sz="2400" dirty="0">
                <a:ea typeface="+mn-lt"/>
                <a:cs typeface="+mn-lt"/>
              </a:rPr>
              <a:t>Initialize two loops: the outer loop iterates over the rows (1 to 10), and the inner loop iterates over the columns (1 to 10).</a:t>
            </a:r>
            <a:endParaRPr lang="en-US" dirty="0">
              <a:ea typeface="Calibri"/>
              <a:cs typeface="Calibri"/>
            </a:endParaRPr>
          </a:p>
          <a:p>
            <a:r>
              <a:rPr lang="en-US" sz="2400" dirty="0">
                <a:ea typeface="+mn-lt"/>
                <a:cs typeface="+mn-lt"/>
              </a:rPr>
              <a:t>In each iteration, compute the product of the current row and column number and display it.</a:t>
            </a:r>
            <a:endParaRPr lang="en-US" dirty="0">
              <a:ea typeface="Calibri"/>
              <a:cs typeface="Calibri"/>
            </a:endParaRPr>
          </a:p>
          <a:p>
            <a:r>
              <a:rPr lang="en-US" sz="2400" dirty="0">
                <a:ea typeface="+mn-lt"/>
                <a:cs typeface="+mn-lt"/>
              </a:rPr>
              <a:t>Print the table in a formatted way.</a:t>
            </a:r>
            <a:endParaRPr lang="en-US" dirty="0">
              <a:ea typeface="Calibri"/>
              <a:cs typeface="Calibri"/>
            </a:endParaRPr>
          </a:p>
          <a:p>
            <a:endParaRPr lang="en-US" sz="2400">
              <a:ea typeface="Calibri"/>
              <a:cs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158143C-ACFC-F557-95A4-D626317706E0}"/>
              </a:ext>
            </a:extLst>
          </p:cNvPr>
          <p:cNvSpPr txBox="1"/>
          <p:nvPr/>
        </p:nvSpPr>
        <p:spPr>
          <a:xfrm>
            <a:off x="889000" y="427181"/>
            <a:ext cx="10223678" cy="76944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400" b="1" baseline="30000" dirty="0">
                <a:latin typeface="Calibri"/>
                <a:ea typeface="Calibri"/>
                <a:cs typeface="Calibri"/>
              </a:rPr>
              <a:t>Exercise 1: Multiplication Table</a:t>
            </a:r>
            <a:endParaRPr lang="en-US" sz="44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650233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table with numbers and symbols&#10;&#10;Description automatically generated">
            <a:extLst>
              <a:ext uri="{FF2B5EF4-FFF2-40B4-BE49-F238E27FC236}">
                <a16:creationId xmlns:a16="http://schemas.microsoft.com/office/drawing/2014/main" id="{F84EAB83-7556-B94D-3601-D59DAE365A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729" y="1918617"/>
            <a:ext cx="7488797" cy="3020767"/>
          </a:xfrm>
          <a:prstGeom prst="rect">
            <a:avLst/>
          </a:prstGeom>
        </p:spPr>
      </p:pic>
      <p:pic>
        <p:nvPicPr>
          <p:cNvPr id="3" name="Picture 2" descr="A screenshot of a math game&#10;&#10;Description automatically generated">
            <a:extLst>
              <a:ext uri="{FF2B5EF4-FFF2-40B4-BE49-F238E27FC236}">
                <a16:creationId xmlns:a16="http://schemas.microsoft.com/office/drawing/2014/main" id="{5D7C7EDF-B050-F0F2-6918-8CB04966EA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7389" y="287628"/>
            <a:ext cx="1440658" cy="627201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5373E3D-4445-4669-17B5-82BAC138CB8D}"/>
              </a:ext>
            </a:extLst>
          </p:cNvPr>
          <p:cNvSpPr txBox="1"/>
          <p:nvPr/>
        </p:nvSpPr>
        <p:spPr>
          <a:xfrm>
            <a:off x="519545" y="484909"/>
            <a:ext cx="4128654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4000" b="1" dirty="0">
                <a:latin typeface="Arial Black"/>
                <a:ea typeface="Calibri"/>
                <a:cs typeface="Calibri"/>
              </a:rPr>
              <a:t>CODE</a:t>
            </a:r>
          </a:p>
        </p:txBody>
      </p:sp>
    </p:spTree>
    <p:extLst>
      <p:ext uri="{BB962C8B-B14F-4D97-AF65-F5344CB8AC3E}">
        <p14:creationId xmlns:p14="http://schemas.microsoft.com/office/powerpoint/2010/main" val="18772897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D6B0DC-8DDB-A7DA-E1AC-AD2D78ED7DCB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90789" y="1711124"/>
            <a:ext cx="5306409" cy="421600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dirty="0">
                <a:ea typeface="+mn-lt"/>
                <a:cs typeface="+mn-lt"/>
              </a:rPr>
              <a:t>Write a MATLAB script that asks the user for a positive integer </a:t>
            </a:r>
            <a:r>
              <a:rPr lang="en-US" sz="2400" b="1" dirty="0">
                <a:ea typeface="+mn-lt"/>
                <a:cs typeface="+mn-lt"/>
              </a:rPr>
              <a:t>n</a:t>
            </a:r>
            <a:r>
              <a:rPr lang="en-US" sz="2400" dirty="0">
                <a:ea typeface="+mn-lt"/>
                <a:cs typeface="+mn-lt"/>
              </a:rPr>
              <a:t> and prints the following patterns with </a:t>
            </a:r>
            <a:r>
              <a:rPr lang="en-US" sz="2400" b="1" dirty="0">
                <a:ea typeface="+mn-lt"/>
                <a:cs typeface="+mn-lt"/>
              </a:rPr>
              <a:t>n</a:t>
            </a:r>
            <a:r>
              <a:rPr lang="en-US" sz="2400" b="1" i="1" dirty="0">
                <a:ea typeface="+mn-lt"/>
                <a:cs typeface="+mn-lt"/>
              </a:rPr>
              <a:t> </a:t>
            </a:r>
            <a:r>
              <a:rPr lang="en-US" sz="2400" dirty="0">
                <a:ea typeface="+mn-lt"/>
                <a:cs typeface="+mn-lt"/>
              </a:rPr>
              <a:t>lines on screen.</a:t>
            </a:r>
            <a:br>
              <a:rPr lang="en-US" sz="2400" dirty="0">
                <a:ea typeface="+mn-lt"/>
                <a:cs typeface="+mn-lt"/>
              </a:rPr>
            </a:br>
            <a:br>
              <a:rPr lang="en-US" sz="2400" dirty="0">
                <a:ea typeface="+mn-lt"/>
                <a:cs typeface="+mn-lt"/>
              </a:rPr>
            </a:br>
            <a:r>
              <a:rPr lang="en-US" sz="2400" dirty="0">
                <a:latin typeface="Meiryo UI"/>
                <a:ea typeface="Calibri"/>
                <a:cs typeface="Calibri"/>
              </a:rPr>
              <a:t>*</a:t>
            </a:r>
            <a:br>
              <a:rPr lang="en-US" sz="2400" dirty="0">
                <a:latin typeface="Meiryo UI"/>
                <a:ea typeface="Calibri"/>
                <a:cs typeface="Calibri"/>
              </a:rPr>
            </a:br>
            <a:r>
              <a:rPr lang="en-US" sz="2400" dirty="0">
                <a:latin typeface="Meiryo UI"/>
                <a:ea typeface="Calibri"/>
                <a:cs typeface="Calibri"/>
              </a:rPr>
              <a:t>**</a:t>
            </a:r>
            <a:br>
              <a:rPr lang="en-US" sz="2400" dirty="0">
                <a:latin typeface="Meiryo UI"/>
                <a:ea typeface="Calibri"/>
                <a:cs typeface="Calibri"/>
              </a:rPr>
            </a:br>
            <a:r>
              <a:rPr lang="en-US" sz="2400" dirty="0">
                <a:latin typeface="Meiryo UI"/>
                <a:ea typeface="Calibri"/>
                <a:cs typeface="Calibri"/>
              </a:rPr>
              <a:t>***</a:t>
            </a:r>
            <a:br>
              <a:rPr lang="en-US" sz="2400" dirty="0">
                <a:latin typeface="Meiryo UI"/>
                <a:ea typeface="Calibri"/>
                <a:cs typeface="Calibri"/>
              </a:rPr>
            </a:br>
            <a:r>
              <a:rPr lang="en-US" sz="2400" dirty="0">
                <a:latin typeface="Meiryo UI"/>
                <a:ea typeface="Calibri"/>
                <a:cs typeface="Calibri"/>
              </a:rPr>
              <a:t>****</a:t>
            </a:r>
            <a:br>
              <a:rPr lang="en-US" sz="2400" dirty="0">
                <a:latin typeface="Meiryo UI"/>
                <a:ea typeface="Calibri"/>
                <a:cs typeface="Calibri"/>
              </a:rPr>
            </a:br>
            <a:r>
              <a:rPr lang="en-US" sz="2400" dirty="0">
                <a:latin typeface="Meiryo UI"/>
                <a:ea typeface="Calibri"/>
                <a:cs typeface="Calibri"/>
              </a:rPr>
              <a:t>*****</a:t>
            </a:r>
            <a:br>
              <a:rPr lang="en-US" sz="2400" dirty="0">
                <a:latin typeface="Simplified Arabic Fixed"/>
                <a:ea typeface="Calibri"/>
                <a:cs typeface="Calibri"/>
              </a:rPr>
            </a:br>
            <a:br>
              <a:rPr lang="en-US" sz="2400" dirty="0">
                <a:latin typeface="Simplified Arabic Fixed"/>
                <a:ea typeface="Calibri"/>
                <a:cs typeface="Calibri"/>
              </a:rPr>
            </a:br>
            <a:r>
              <a:rPr lang="en-US" sz="2400" dirty="0">
                <a:ea typeface="Calibri"/>
                <a:cs typeface="Calibri"/>
              </a:rPr>
              <a:t>(for n=5)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158143C-ACFC-F557-95A4-D626317706E0}"/>
              </a:ext>
            </a:extLst>
          </p:cNvPr>
          <p:cNvSpPr txBox="1"/>
          <p:nvPr/>
        </p:nvSpPr>
        <p:spPr>
          <a:xfrm>
            <a:off x="889000" y="427181"/>
            <a:ext cx="10223678" cy="76944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400" b="1" baseline="30000" dirty="0">
                <a:latin typeface="Calibri"/>
                <a:ea typeface="Calibri"/>
                <a:cs typeface="Calibri"/>
              </a:rPr>
              <a:t>Exercise 2: Star pattern</a:t>
            </a:r>
            <a:endParaRPr lang="en-US" sz="4400" dirty="0">
              <a:ea typeface="Calibri"/>
              <a:cs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08C614-1A75-382D-182A-7C2840105176}"/>
              </a:ext>
            </a:extLst>
          </p:cNvPr>
          <p:cNvSpPr txBox="1"/>
          <p:nvPr/>
        </p:nvSpPr>
        <p:spPr>
          <a:xfrm>
            <a:off x="6662964" y="1717524"/>
            <a:ext cx="4500034" cy="39703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ea typeface="Calibri"/>
                <a:cs typeface="Calibri"/>
              </a:rPr>
              <a:t>Pseudocode</a:t>
            </a:r>
            <a:br>
              <a:rPr lang="en-US" sz="2800" dirty="0">
                <a:ea typeface="Calibri"/>
                <a:cs typeface="Calibri"/>
              </a:rPr>
            </a:br>
            <a:br>
              <a:rPr lang="en-US" sz="2800" dirty="0">
                <a:solidFill>
                  <a:schemeClr val="accent5">
                    <a:lumMod val="76000"/>
                  </a:schemeClr>
                </a:solidFill>
                <a:ea typeface="Calibri"/>
                <a:cs typeface="Calibri"/>
              </a:rPr>
            </a:br>
            <a:r>
              <a:rPr lang="en-US" sz="2800" i="1" dirty="0">
                <a:solidFill>
                  <a:schemeClr val="accent5">
                    <a:lumMod val="76000"/>
                  </a:schemeClr>
                </a:solidFill>
                <a:ea typeface="Calibri"/>
                <a:cs typeface="Calibri"/>
              </a:rPr>
              <a:t>Get n</a:t>
            </a:r>
            <a:br>
              <a:rPr lang="en-US" sz="2800" i="1" dirty="0">
                <a:solidFill>
                  <a:schemeClr val="accent5">
                    <a:lumMod val="76000"/>
                  </a:schemeClr>
                </a:solidFill>
                <a:ea typeface="Calibri"/>
                <a:cs typeface="Calibri"/>
              </a:rPr>
            </a:br>
            <a:r>
              <a:rPr lang="en-US" sz="2800" i="1" dirty="0">
                <a:solidFill>
                  <a:schemeClr val="accent5">
                    <a:lumMod val="76000"/>
                  </a:schemeClr>
                </a:solidFill>
                <a:ea typeface="Calibri"/>
                <a:cs typeface="Calibri"/>
              </a:rPr>
              <a:t>for </a:t>
            </a:r>
            <a:r>
              <a:rPr lang="en-US" sz="2800" i="1" err="1">
                <a:solidFill>
                  <a:schemeClr val="accent5">
                    <a:lumMod val="76000"/>
                  </a:schemeClr>
                </a:solidFill>
                <a:ea typeface="Calibri"/>
                <a:cs typeface="Calibri"/>
              </a:rPr>
              <a:t>i</a:t>
            </a:r>
            <a:r>
              <a:rPr lang="en-US" sz="2800" i="1" dirty="0">
                <a:solidFill>
                  <a:schemeClr val="accent5">
                    <a:lumMod val="76000"/>
                  </a:schemeClr>
                </a:solidFill>
                <a:ea typeface="Calibri"/>
                <a:cs typeface="Calibri"/>
              </a:rPr>
              <a:t> from 1 to n</a:t>
            </a:r>
          </a:p>
          <a:p>
            <a:r>
              <a:rPr lang="en-US" sz="2800" i="1" dirty="0">
                <a:solidFill>
                  <a:schemeClr val="accent5">
                    <a:lumMod val="76000"/>
                  </a:schemeClr>
                </a:solidFill>
                <a:ea typeface="Calibri"/>
                <a:cs typeface="Calibri"/>
              </a:rPr>
              <a:t> for j from 1 to n</a:t>
            </a:r>
            <a:br>
              <a:rPr lang="en-US" sz="2800" i="1" dirty="0">
                <a:solidFill>
                  <a:schemeClr val="accent5">
                    <a:lumMod val="76000"/>
                  </a:schemeClr>
                </a:solidFill>
                <a:ea typeface="Calibri"/>
                <a:cs typeface="Calibri"/>
              </a:rPr>
            </a:br>
            <a:r>
              <a:rPr lang="en-US" sz="2800" i="1" dirty="0">
                <a:solidFill>
                  <a:schemeClr val="accent5">
                    <a:lumMod val="76000"/>
                  </a:schemeClr>
                </a:solidFill>
                <a:ea typeface="Calibri"/>
                <a:cs typeface="Calibri"/>
              </a:rPr>
              <a:t>  display *</a:t>
            </a:r>
            <a:br>
              <a:rPr lang="en-US" sz="2800" i="1" dirty="0">
                <a:solidFill>
                  <a:schemeClr val="accent5">
                    <a:lumMod val="76000"/>
                  </a:schemeClr>
                </a:solidFill>
                <a:ea typeface="Calibri"/>
                <a:cs typeface="Calibri"/>
              </a:rPr>
            </a:br>
            <a:r>
              <a:rPr lang="en-US" sz="2800" i="1" dirty="0">
                <a:solidFill>
                  <a:schemeClr val="accent5">
                    <a:lumMod val="76000"/>
                  </a:schemeClr>
                </a:solidFill>
                <a:ea typeface="Calibri"/>
                <a:cs typeface="Calibri"/>
              </a:rPr>
              <a:t> end</a:t>
            </a:r>
            <a:br>
              <a:rPr lang="en-US" sz="2800" i="1" dirty="0">
                <a:solidFill>
                  <a:schemeClr val="accent5">
                    <a:lumMod val="76000"/>
                  </a:schemeClr>
                </a:solidFill>
                <a:ea typeface="Calibri"/>
                <a:cs typeface="Calibri"/>
              </a:rPr>
            </a:br>
            <a:r>
              <a:rPr lang="en-US" sz="2800" i="1" dirty="0">
                <a:solidFill>
                  <a:schemeClr val="accent5">
                    <a:lumMod val="76000"/>
                  </a:schemeClr>
                </a:solidFill>
                <a:ea typeface="Calibri"/>
                <a:cs typeface="Calibri"/>
              </a:rPr>
              <a:t> break line</a:t>
            </a:r>
            <a:br>
              <a:rPr lang="en-US" sz="2800" i="1" dirty="0">
                <a:solidFill>
                  <a:schemeClr val="accent5">
                    <a:lumMod val="76000"/>
                  </a:schemeClr>
                </a:solidFill>
                <a:ea typeface="Calibri"/>
                <a:cs typeface="Calibri"/>
              </a:rPr>
            </a:br>
            <a:r>
              <a:rPr lang="en-US" sz="2800" i="1" dirty="0">
                <a:solidFill>
                  <a:schemeClr val="accent5">
                    <a:lumMod val="76000"/>
                  </a:schemeClr>
                </a:solidFill>
                <a:ea typeface="Calibri"/>
                <a:cs typeface="Calibri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33914941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A screenshot of a computer code&#10;&#10;Description automatically generated">
            <a:extLst>
              <a:ext uri="{FF2B5EF4-FFF2-40B4-BE49-F238E27FC236}">
                <a16:creationId xmlns:a16="http://schemas.microsoft.com/office/drawing/2014/main" id="{BEA8A4CC-C5EB-B9FB-8D56-E51A1297BD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836" y="643467"/>
            <a:ext cx="10662328" cy="5571065"/>
          </a:xfrm>
          <a:prstGeom prst="rect">
            <a:avLst/>
          </a:prstGeom>
          <a:ln>
            <a:noFill/>
          </a:ln>
        </p:spPr>
      </p:pic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4253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158143C-ACFC-F557-95A4-D626317706E0}"/>
              </a:ext>
            </a:extLst>
          </p:cNvPr>
          <p:cNvSpPr txBox="1"/>
          <p:nvPr/>
        </p:nvSpPr>
        <p:spPr>
          <a:xfrm>
            <a:off x="889000" y="427181"/>
            <a:ext cx="10223678" cy="76944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400" b="1" baseline="30000" dirty="0">
                <a:latin typeface="Calibri"/>
                <a:ea typeface="Calibri"/>
                <a:cs typeface="Calibri"/>
              </a:rPr>
              <a:t>Exercise 3: Guess the output of the following code</a:t>
            </a:r>
            <a:endParaRPr lang="en-US" sz="4400" dirty="0">
              <a:ea typeface="Calibri"/>
              <a:cs typeface="Calibri"/>
            </a:endParaRPr>
          </a:p>
        </p:txBody>
      </p:sp>
      <p:pic>
        <p:nvPicPr>
          <p:cNvPr id="5" name="Picture 4" descr="A screenshot of a computer code&#10;&#10;Description automatically generated">
            <a:extLst>
              <a:ext uri="{FF2B5EF4-FFF2-40B4-BE49-F238E27FC236}">
                <a16:creationId xmlns:a16="http://schemas.microsoft.com/office/drawing/2014/main" id="{0235A278-8C1B-B2FB-CEEE-C7E269AD04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396" y="1718554"/>
            <a:ext cx="6096000" cy="3075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58330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158143C-ACFC-F557-95A4-D626317706E0}"/>
              </a:ext>
            </a:extLst>
          </p:cNvPr>
          <p:cNvSpPr txBox="1"/>
          <p:nvPr/>
        </p:nvSpPr>
        <p:spPr>
          <a:xfrm>
            <a:off x="889000" y="427181"/>
            <a:ext cx="10223678" cy="76944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400" b="1" baseline="30000" dirty="0">
                <a:latin typeface="Calibri"/>
                <a:ea typeface="Calibri"/>
                <a:cs typeface="Calibri"/>
              </a:rPr>
              <a:t>Exercise 3: Guess the output of the following code</a:t>
            </a:r>
            <a:endParaRPr lang="en-US" sz="4400" dirty="0">
              <a:ea typeface="Calibri"/>
              <a:cs typeface="Calibri"/>
            </a:endParaRPr>
          </a:p>
        </p:txBody>
      </p:sp>
      <p:pic>
        <p:nvPicPr>
          <p:cNvPr id="5" name="Picture 4" descr="A screenshot of a computer code&#10;&#10;Description automatically generated">
            <a:extLst>
              <a:ext uri="{FF2B5EF4-FFF2-40B4-BE49-F238E27FC236}">
                <a16:creationId xmlns:a16="http://schemas.microsoft.com/office/drawing/2014/main" id="{0235A278-8C1B-B2FB-CEEE-C7E269AD04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396" y="1718554"/>
            <a:ext cx="6096000" cy="3075836"/>
          </a:xfrm>
          <a:prstGeom prst="rect">
            <a:avLst/>
          </a:prstGeom>
        </p:spPr>
      </p:pic>
      <p:pic>
        <p:nvPicPr>
          <p:cNvPr id="6" name="Picture 5" descr="A white background with black text&#10;&#10;Description automatically generated">
            <a:extLst>
              <a:ext uri="{FF2B5EF4-FFF2-40B4-BE49-F238E27FC236}">
                <a16:creationId xmlns:a16="http://schemas.microsoft.com/office/drawing/2014/main" id="{219114EB-DD2A-8CF8-34D8-967F289366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3117" y="3434489"/>
            <a:ext cx="4476750" cy="293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3000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D6B0DC-8DDB-A7DA-E1AC-AD2D78ED7DCB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90789" y="1711124"/>
            <a:ext cx="5306409" cy="194361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dirty="0">
                <a:ea typeface="+mn-lt"/>
                <a:cs typeface="+mn-lt"/>
              </a:rPr>
              <a:t>Write a MATLAB script that asks the user for a positive integer </a:t>
            </a:r>
            <a:r>
              <a:rPr lang="en-US" sz="2400" b="1" dirty="0">
                <a:ea typeface="+mn-lt"/>
                <a:cs typeface="+mn-lt"/>
              </a:rPr>
              <a:t>n</a:t>
            </a:r>
            <a:r>
              <a:rPr lang="en-US" sz="2400" dirty="0">
                <a:ea typeface="+mn-lt"/>
                <a:cs typeface="+mn-lt"/>
              </a:rPr>
              <a:t> and prints the following patterns with </a:t>
            </a:r>
            <a:r>
              <a:rPr lang="en-US" sz="2400" b="1" dirty="0">
                <a:ea typeface="+mn-lt"/>
                <a:cs typeface="+mn-lt"/>
              </a:rPr>
              <a:t>n</a:t>
            </a:r>
            <a:r>
              <a:rPr lang="en-US" sz="2400" b="1" i="1" dirty="0">
                <a:ea typeface="+mn-lt"/>
                <a:cs typeface="+mn-lt"/>
              </a:rPr>
              <a:t> </a:t>
            </a:r>
            <a:r>
              <a:rPr lang="en-US" sz="2400" dirty="0">
                <a:ea typeface="+mn-lt"/>
                <a:cs typeface="+mn-lt"/>
              </a:rPr>
              <a:t>lines on screen.</a:t>
            </a:r>
            <a:br>
              <a:rPr lang="en-US" sz="2400" dirty="0">
                <a:ea typeface="+mn-lt"/>
                <a:cs typeface="+mn-lt"/>
              </a:rPr>
            </a:br>
            <a:br>
              <a:rPr lang="en-US" sz="2400" dirty="0">
                <a:latin typeface="Simplified Arabic Fixed"/>
                <a:ea typeface="+mn-lt"/>
                <a:cs typeface="+mn-lt"/>
              </a:rPr>
            </a:br>
            <a:r>
              <a:rPr lang="en-US" sz="2400" dirty="0">
                <a:ea typeface="Calibri"/>
                <a:cs typeface="Calibri"/>
              </a:rPr>
              <a:t>(for n=5)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158143C-ACFC-F557-95A4-D626317706E0}"/>
              </a:ext>
            </a:extLst>
          </p:cNvPr>
          <p:cNvSpPr txBox="1"/>
          <p:nvPr/>
        </p:nvSpPr>
        <p:spPr>
          <a:xfrm>
            <a:off x="889000" y="427181"/>
            <a:ext cx="10223678" cy="76944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400" b="1" baseline="30000" dirty="0">
                <a:latin typeface="Calibri"/>
                <a:ea typeface="Calibri"/>
                <a:cs typeface="Calibri"/>
              </a:rPr>
              <a:t>Exercise 4: Number pattern</a:t>
            </a:r>
            <a:endParaRPr lang="en-US" sz="4400" dirty="0">
              <a:ea typeface="Calibri"/>
              <a:cs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08C614-1A75-382D-182A-7C2840105176}"/>
              </a:ext>
            </a:extLst>
          </p:cNvPr>
          <p:cNvSpPr txBox="1"/>
          <p:nvPr/>
        </p:nvSpPr>
        <p:spPr>
          <a:xfrm>
            <a:off x="6740194" y="1599105"/>
            <a:ext cx="4500034" cy="48320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ea typeface="Calibri"/>
                <a:cs typeface="Calibri"/>
              </a:rPr>
              <a:t>Pseudocode</a:t>
            </a:r>
            <a:br>
              <a:rPr lang="en-US" sz="2800" dirty="0">
                <a:ea typeface="Calibri"/>
                <a:cs typeface="Calibri"/>
              </a:rPr>
            </a:br>
            <a:br>
              <a:rPr lang="en-US" sz="2800" dirty="0">
                <a:solidFill>
                  <a:schemeClr val="accent5">
                    <a:lumMod val="76000"/>
                  </a:schemeClr>
                </a:solidFill>
                <a:ea typeface="Calibri"/>
                <a:cs typeface="Calibri"/>
              </a:rPr>
            </a:br>
            <a:r>
              <a:rPr lang="en-US" sz="2800" i="1">
                <a:solidFill>
                  <a:schemeClr val="accent5">
                    <a:lumMod val="76000"/>
                  </a:schemeClr>
                </a:solidFill>
                <a:ea typeface="Calibri"/>
                <a:cs typeface="Calibri"/>
              </a:rPr>
              <a:t>Get n</a:t>
            </a:r>
            <a:endParaRPr lang="en-US">
              <a:solidFill>
                <a:schemeClr val="accent5">
                  <a:lumMod val="76000"/>
                </a:schemeClr>
              </a:solidFill>
              <a:ea typeface="Calibri"/>
              <a:cs typeface="Calibri"/>
            </a:endParaRPr>
          </a:p>
          <a:p>
            <a:r>
              <a:rPr lang="en-US" sz="2800" i="1" dirty="0">
                <a:solidFill>
                  <a:schemeClr val="accent5">
                    <a:lumMod val="76000"/>
                  </a:schemeClr>
                </a:solidFill>
                <a:ea typeface="Calibri"/>
                <a:cs typeface="Calibri"/>
              </a:rPr>
              <a:t>k=1</a:t>
            </a:r>
            <a:br>
              <a:rPr lang="en-US" sz="2800" i="1" dirty="0">
                <a:solidFill>
                  <a:schemeClr val="accent5">
                    <a:lumMod val="76000"/>
                  </a:schemeClr>
                </a:solidFill>
                <a:ea typeface="Calibri"/>
                <a:cs typeface="Calibri"/>
              </a:rPr>
            </a:br>
            <a:r>
              <a:rPr lang="en-US" sz="2800" i="1" dirty="0">
                <a:solidFill>
                  <a:schemeClr val="accent5">
                    <a:lumMod val="76000"/>
                  </a:schemeClr>
                </a:solidFill>
                <a:ea typeface="Calibri"/>
                <a:cs typeface="Calibri"/>
              </a:rPr>
              <a:t>for </a:t>
            </a:r>
            <a:r>
              <a:rPr lang="en-US" sz="2800" i="1" dirty="0" err="1">
                <a:solidFill>
                  <a:schemeClr val="accent5">
                    <a:lumMod val="76000"/>
                  </a:schemeClr>
                </a:solidFill>
                <a:ea typeface="Calibri"/>
                <a:cs typeface="Calibri"/>
              </a:rPr>
              <a:t>i</a:t>
            </a:r>
            <a:r>
              <a:rPr lang="en-US" sz="2800" i="1" dirty="0">
                <a:solidFill>
                  <a:schemeClr val="accent5">
                    <a:lumMod val="76000"/>
                  </a:schemeClr>
                </a:solidFill>
                <a:ea typeface="Calibri"/>
                <a:cs typeface="Calibri"/>
              </a:rPr>
              <a:t> from 1 to n</a:t>
            </a:r>
            <a:endParaRPr lang="en-US">
              <a:solidFill>
                <a:schemeClr val="accent5">
                  <a:lumMod val="76000"/>
                </a:schemeClr>
              </a:solidFill>
              <a:ea typeface="Calibri"/>
              <a:cs typeface="Calibri"/>
            </a:endParaRPr>
          </a:p>
          <a:p>
            <a:r>
              <a:rPr lang="en-US" sz="2800" i="1" dirty="0">
                <a:solidFill>
                  <a:schemeClr val="accent5">
                    <a:lumMod val="76000"/>
                  </a:schemeClr>
                </a:solidFill>
                <a:ea typeface="Calibri"/>
                <a:cs typeface="Calibri"/>
              </a:rPr>
              <a:t> for j from 1 to n</a:t>
            </a:r>
            <a:br>
              <a:rPr lang="en-US" sz="2800" i="1" dirty="0">
                <a:solidFill>
                  <a:schemeClr val="accent5">
                    <a:lumMod val="76000"/>
                  </a:schemeClr>
                </a:solidFill>
                <a:ea typeface="Calibri"/>
                <a:cs typeface="Calibri"/>
              </a:rPr>
            </a:br>
            <a:r>
              <a:rPr lang="en-US" sz="2800" i="1" dirty="0">
                <a:solidFill>
                  <a:schemeClr val="accent5">
                    <a:lumMod val="76000"/>
                  </a:schemeClr>
                </a:solidFill>
                <a:ea typeface="Calibri"/>
                <a:cs typeface="Calibri"/>
              </a:rPr>
              <a:t>  display k</a:t>
            </a:r>
          </a:p>
          <a:p>
            <a:r>
              <a:rPr lang="en-US" sz="2800" i="1" dirty="0">
                <a:solidFill>
                  <a:schemeClr val="accent5">
                    <a:lumMod val="76000"/>
                  </a:schemeClr>
                </a:solidFill>
                <a:ea typeface="Calibri"/>
                <a:cs typeface="Calibri"/>
              </a:rPr>
              <a:t>  k=k+1</a:t>
            </a:r>
            <a:br>
              <a:rPr lang="en-US" sz="2800" i="1" dirty="0">
                <a:solidFill>
                  <a:schemeClr val="accent5">
                    <a:lumMod val="76000"/>
                  </a:schemeClr>
                </a:solidFill>
                <a:ea typeface="Calibri"/>
                <a:cs typeface="Calibri"/>
              </a:rPr>
            </a:br>
            <a:r>
              <a:rPr lang="en-US" sz="2800" i="1" dirty="0">
                <a:solidFill>
                  <a:schemeClr val="accent5">
                    <a:lumMod val="76000"/>
                  </a:schemeClr>
                </a:solidFill>
                <a:ea typeface="Calibri"/>
                <a:cs typeface="Calibri"/>
              </a:rPr>
              <a:t> end</a:t>
            </a:r>
            <a:br>
              <a:rPr lang="en-US" sz="2800" i="1" dirty="0">
                <a:solidFill>
                  <a:schemeClr val="accent5">
                    <a:lumMod val="76000"/>
                  </a:schemeClr>
                </a:solidFill>
                <a:ea typeface="Calibri"/>
                <a:cs typeface="Calibri"/>
              </a:rPr>
            </a:br>
            <a:r>
              <a:rPr lang="en-US" sz="2800" i="1" dirty="0">
                <a:solidFill>
                  <a:schemeClr val="accent5">
                    <a:lumMod val="76000"/>
                  </a:schemeClr>
                </a:solidFill>
                <a:ea typeface="Calibri"/>
                <a:cs typeface="Calibri"/>
              </a:rPr>
              <a:t> break line</a:t>
            </a:r>
            <a:br>
              <a:rPr lang="en-US" sz="2800" i="1" dirty="0">
                <a:solidFill>
                  <a:schemeClr val="accent5">
                    <a:lumMod val="76000"/>
                  </a:schemeClr>
                </a:solidFill>
                <a:ea typeface="Calibri"/>
                <a:cs typeface="Calibri"/>
              </a:rPr>
            </a:br>
            <a:r>
              <a:rPr lang="en-US" sz="2800" i="1" dirty="0">
                <a:solidFill>
                  <a:schemeClr val="accent5">
                    <a:lumMod val="76000"/>
                  </a:schemeClr>
                </a:solidFill>
                <a:ea typeface="Calibri"/>
                <a:cs typeface="Calibri"/>
              </a:rPr>
              <a:t>end</a:t>
            </a:r>
            <a:endParaRPr lang="en-US">
              <a:solidFill>
                <a:schemeClr val="accent5">
                  <a:lumMod val="76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E34BF1-06EB-4487-4A1A-A7C42038A4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695" y="4021892"/>
            <a:ext cx="3486150" cy="196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40011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omputer code&#10;&#10;Description automatically generated">
            <a:extLst>
              <a:ext uri="{FF2B5EF4-FFF2-40B4-BE49-F238E27FC236}">
                <a16:creationId xmlns:a16="http://schemas.microsoft.com/office/drawing/2014/main" id="{85AEBAE3-8D20-E7CD-1E78-68633368D0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6062" y="1393754"/>
            <a:ext cx="8979876" cy="49848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660486C-E2DD-778D-D6C3-4B194190F611}"/>
              </a:ext>
            </a:extLst>
          </p:cNvPr>
          <p:cNvSpPr txBox="1"/>
          <p:nvPr/>
        </p:nvSpPr>
        <p:spPr>
          <a:xfrm>
            <a:off x="798285" y="348343"/>
            <a:ext cx="10595428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3600" b="1" dirty="0">
                <a:ea typeface="Calibri"/>
                <a:cs typeface="Calibri"/>
              </a:rPr>
              <a:t>CODE</a:t>
            </a:r>
          </a:p>
        </p:txBody>
      </p:sp>
    </p:spTree>
    <p:extLst>
      <p:ext uri="{BB962C8B-B14F-4D97-AF65-F5344CB8AC3E}">
        <p14:creationId xmlns:p14="http://schemas.microsoft.com/office/powerpoint/2010/main" val="42638878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211EA6D-8368-E23F-36F2-552F52E9889A}"/>
              </a:ext>
            </a:extLst>
          </p:cNvPr>
          <p:cNvSpPr txBox="1"/>
          <p:nvPr/>
        </p:nvSpPr>
        <p:spPr>
          <a:xfrm>
            <a:off x="610595" y="1508433"/>
            <a:ext cx="10989500" cy="489364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ea typeface="+mn-lt"/>
                <a:cs typeface="+mn-lt"/>
              </a:rPr>
              <a:t>A Pythagorean triplet consists of three positive integers a, b and c that satisfy the equation:</a:t>
            </a:r>
          </a:p>
          <a:p>
            <a:endParaRPr lang="en-US" sz="2400" dirty="0">
              <a:ea typeface="Calibri" panose="020F0502020204030204"/>
              <a:cs typeface="Calibri" panose="020F0502020204030204"/>
            </a:endParaRPr>
          </a:p>
          <a:p>
            <a:endParaRPr lang="en-US" sz="2400" dirty="0">
              <a:ea typeface="Calibri" panose="020F0502020204030204"/>
              <a:cs typeface="Calibri" panose="020F0502020204030204"/>
            </a:endParaRPr>
          </a:p>
          <a:p>
            <a:endParaRPr lang="en-US" sz="2400" dirty="0">
              <a:ea typeface="+mn-lt"/>
              <a:cs typeface="+mn-lt"/>
            </a:endParaRPr>
          </a:p>
          <a:p>
            <a:endParaRPr lang="en-US" sz="2400" dirty="0">
              <a:ea typeface="+mn-lt"/>
              <a:cs typeface="+mn-lt"/>
            </a:endParaRPr>
          </a:p>
          <a:p>
            <a:r>
              <a:rPr lang="en-US" sz="2400" dirty="0">
                <a:ea typeface="+mn-lt"/>
                <a:cs typeface="+mn-lt"/>
              </a:rPr>
              <a:t>Write a MATLAB script to find all Pythagorean triplets a, b, and c such that they are less than or equal to a user input N. </a:t>
            </a:r>
          </a:p>
          <a:p>
            <a:r>
              <a:rPr lang="en-US" sz="2400" dirty="0">
                <a:ea typeface="+mn-lt"/>
                <a:cs typeface="+mn-lt"/>
              </a:rPr>
              <a:t>The script should:</a:t>
            </a:r>
            <a:endParaRPr lang="en-US" sz="24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400" dirty="0">
                <a:ea typeface="+mn-lt"/>
                <a:cs typeface="+mn-lt"/>
              </a:rPr>
              <a:t>Take an integer input N from the user.</a:t>
            </a:r>
            <a:endParaRPr lang="en-US" sz="24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400" dirty="0">
                <a:ea typeface="+mn-lt"/>
                <a:cs typeface="+mn-lt"/>
              </a:rPr>
              <a:t>Use nested loops to find all values of a, b and c that satisfies the above equation.</a:t>
            </a:r>
          </a:p>
          <a:p>
            <a:pPr marL="285750" indent="-285750">
              <a:buFont typeface="Arial"/>
              <a:buChar char="•"/>
            </a:pPr>
            <a:r>
              <a:rPr lang="en-US" sz="2400" dirty="0">
                <a:ea typeface="+mn-lt"/>
                <a:cs typeface="+mn-lt"/>
              </a:rPr>
              <a:t>Print out all the triplets that satisfy the equation.</a:t>
            </a:r>
            <a:endParaRPr lang="en-US" sz="2400" dirty="0">
              <a:ea typeface="Calibri" panose="020F0502020204030204"/>
              <a:cs typeface="Calibri" panose="020F0502020204030204"/>
            </a:endParaRPr>
          </a:p>
          <a:p>
            <a:endParaRPr lang="en-US" sz="2400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C95908-57FC-56F8-50E8-0B647210615E}"/>
              </a:ext>
            </a:extLst>
          </p:cNvPr>
          <p:cNvSpPr txBox="1"/>
          <p:nvPr/>
        </p:nvSpPr>
        <p:spPr>
          <a:xfrm>
            <a:off x="612448" y="470018"/>
            <a:ext cx="10968527" cy="5232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ea typeface="Calibri"/>
                <a:cs typeface="Calibri"/>
              </a:rPr>
              <a:t>Exercise 5: Pythagorean triplets</a:t>
            </a:r>
          </a:p>
        </p:txBody>
      </p:sp>
      <p:pic>
        <p:nvPicPr>
          <p:cNvPr id="4" name="Picture 3" descr="A black number on a white background&#10;&#10;Description automatically generated">
            <a:extLst>
              <a:ext uri="{FF2B5EF4-FFF2-40B4-BE49-F238E27FC236}">
                <a16:creationId xmlns:a16="http://schemas.microsoft.com/office/drawing/2014/main" id="{4014AEF3-3EF6-BBA9-9693-42F696FDC2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0" y="2216117"/>
            <a:ext cx="4765964" cy="1038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87492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6F06F1B-DAA5-2C0A-13F1-C3B5F35E3535}"/>
              </a:ext>
            </a:extLst>
          </p:cNvPr>
          <p:cNvSpPr txBox="1"/>
          <p:nvPr/>
        </p:nvSpPr>
        <p:spPr>
          <a:xfrm>
            <a:off x="929640" y="411480"/>
            <a:ext cx="10332720" cy="5847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3200" b="1" dirty="0">
                <a:ea typeface="Calibri"/>
                <a:cs typeface="Calibri"/>
              </a:rPr>
              <a:t>CODE</a:t>
            </a:r>
          </a:p>
        </p:txBody>
      </p:sp>
      <p:pic>
        <p:nvPicPr>
          <p:cNvPr id="3" name="Picture 2" descr="A computer code with text&#10;&#10;Description automatically generated">
            <a:extLst>
              <a:ext uri="{FF2B5EF4-FFF2-40B4-BE49-F238E27FC236}">
                <a16:creationId xmlns:a16="http://schemas.microsoft.com/office/drawing/2014/main" id="{FC733038-1AEF-731D-9AC3-F60D69AF1D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6900" y="1363198"/>
            <a:ext cx="8465820" cy="5030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26911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C10169E449BAB4194FF93B3DC6AA39B" ma:contentTypeVersion="18" ma:contentTypeDescription="Create a new document." ma:contentTypeScope="" ma:versionID="ee23bc84fadcc75d7bffa7eb3a4e035e">
  <xsd:schema xmlns:xsd="http://www.w3.org/2001/XMLSchema" xmlns:xs="http://www.w3.org/2001/XMLSchema" xmlns:p="http://schemas.microsoft.com/office/2006/metadata/properties" xmlns:ns3="27549951-b4c8-463d-bb1c-37ba9fa5011d" xmlns:ns4="f3abb6a0-0fa6-461f-9cf7-f66e5063ba35" targetNamespace="http://schemas.microsoft.com/office/2006/metadata/properties" ma:root="true" ma:fieldsID="1300603326c85639cebd1bf88d2f0d19" ns3:_="" ns4:_="">
    <xsd:import namespace="27549951-b4c8-463d-bb1c-37ba9fa5011d"/>
    <xsd:import namespace="f3abb6a0-0fa6-461f-9cf7-f66e5063ba3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DateTaken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Location" minOccurs="0"/>
                <xsd:element ref="ns3:MediaServiceEventHashCode" minOccurs="0"/>
                <xsd:element ref="ns3:MediaServiceGenerationTime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7549951-b4c8-463d-bb1c-37ba9fa5011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6" nillable="true" ma:displayName="MediaServiceLocation" ma:internalName="MediaServiceLocation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3abb6a0-0fa6-461f-9cf7-f66e5063ba35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5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7549951-b4c8-463d-bb1c-37ba9fa5011d" xsi:nil="true"/>
  </documentManagement>
</p:properties>
</file>

<file path=customXml/itemProps1.xml><?xml version="1.0" encoding="utf-8"?>
<ds:datastoreItem xmlns:ds="http://schemas.openxmlformats.org/officeDocument/2006/customXml" ds:itemID="{8E400357-F2B7-4FCB-BA9C-B7937106037D}">
  <ds:schemaRefs>
    <ds:schemaRef ds:uri="27549951-b4c8-463d-bb1c-37ba9fa5011d"/>
    <ds:schemaRef ds:uri="f3abb6a0-0fa6-461f-9cf7-f66e5063ba3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0/xmlns/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EBE8C3F6-2B37-450C-8636-87BA99B9F76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6334C67-DDE1-4044-BF0C-50193A697728}">
  <ds:schemaRefs>
    <ds:schemaRef ds:uri="27549951-b4c8-463d-bb1c-37ba9fa5011d"/>
    <ds:schemaRef ds:uri="f3abb6a0-0fa6-461f-9cf7-f66e5063ba3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15</Slides>
  <Notes>5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PowerPoint Presentation</vt:lpstr>
      <vt:lpstr>Nested Loop</vt:lpstr>
      <vt:lpstr>Nested Loop overview</vt:lpstr>
      <vt:lpstr>Nested FOR loop</vt:lpstr>
      <vt:lpstr>What is the outptut?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IDS 1721 - Florida Poly</dc:title>
  <dc:creator>Edwar Romero-Ramirez</dc:creator>
  <cp:revision>313</cp:revision>
  <dcterms:created xsi:type="dcterms:W3CDTF">2023-12-16T22:48:18Z</dcterms:created>
  <dcterms:modified xsi:type="dcterms:W3CDTF">2024-09-18T05:15:33Z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0x0101006C10169E449BAB4194FF93B3DC6AA39B</vt:lpwstr>
  </property>
</Properties>
</file>
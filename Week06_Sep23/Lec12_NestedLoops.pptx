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358" r:id="rId6"/>
    <p:sldId id="389" r:id="rId7"/>
    <p:sldId id="361" r:id="rId8"/>
    <p:sldId id="390" r:id="rId9"/>
    <p:sldId id="363" r:id="rId10"/>
    <p:sldId id="367" r:id="rId11"/>
    <p:sldId id="391" r:id="rId12"/>
    <p:sldId id="368" r:id="rId13"/>
    <p:sldId id="369" r:id="rId14"/>
    <p:sldId id="392" r:id="rId15"/>
    <p:sldId id="393" r:id="rId16"/>
    <p:sldId id="394" r:id="rId17"/>
    <p:sldId id="395" r:id="rId18"/>
    <p:sldId id="33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A9A4318-308F-4E94-B769-27CD31B32842}">
          <p14:sldIdLst>
            <p14:sldId id="256"/>
            <p14:sldId id="358"/>
            <p14:sldId id="389"/>
            <p14:sldId id="361"/>
            <p14:sldId id="390"/>
            <p14:sldId id="363"/>
            <p14:sldId id="367"/>
            <p14:sldId id="391"/>
            <p14:sldId id="368"/>
            <p14:sldId id="369"/>
            <p14:sldId id="392"/>
            <p14:sldId id="393"/>
            <p14:sldId id="394"/>
            <p14:sldId id="395"/>
            <p14:sldId id="33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CC00FF"/>
    <a:srgbClr val="2E1B46"/>
    <a:srgbClr val="48287C"/>
    <a:srgbClr val="532D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34A21-BAFA-FE97-539C-6EAD6C3859FD}" v="1" dt="2025-02-12T16:43:57.2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735" autoAdjust="0"/>
  </p:normalViewPr>
  <p:slideViewPr>
    <p:cSldViewPr snapToGrid="0">
      <p:cViewPr varScale="1">
        <p:scale>
          <a:sx n="82" d="100"/>
          <a:sy n="82" d="100"/>
        </p:scale>
        <p:origin x="8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 Romero-Ramirez" userId="92bc0edd-ad5d-44a7-8ba7-72607029cc7a" providerId="ADAL" clId="{246191CB-6112-4949-B738-635D1AE1BB0E}"/>
    <pc:docChg chg="undo redo custSel addSld delSld modSld sldOrd modSection">
      <pc:chgData name="Edwar Romero-Ramirez" userId="92bc0edd-ad5d-44a7-8ba7-72607029cc7a" providerId="ADAL" clId="{246191CB-6112-4949-B738-635D1AE1BB0E}" dt="2024-07-21T16:31:24.775" v="8753" actId="20577"/>
      <pc:docMkLst>
        <pc:docMk/>
      </pc:docMkLst>
      <pc:sldChg chg="modSp mod">
        <pc:chgData name="Edwar Romero-Ramirez" userId="92bc0edd-ad5d-44a7-8ba7-72607029cc7a" providerId="ADAL" clId="{246191CB-6112-4949-B738-635D1AE1BB0E}" dt="2024-06-28T00:22:33.932" v="306" actId="27636"/>
        <pc:sldMkLst>
          <pc:docMk/>
          <pc:sldMk cId="783844113" sldId="256"/>
        </pc:sldMkLst>
        <pc:spChg chg="mod">
          <ac:chgData name="Edwar Romero-Ramirez" userId="92bc0edd-ad5d-44a7-8ba7-72607029cc7a" providerId="ADAL" clId="{246191CB-6112-4949-B738-635D1AE1BB0E}" dt="2024-06-28T00:22:33.932" v="306" actId="27636"/>
          <ac:spMkLst>
            <pc:docMk/>
            <pc:sldMk cId="783844113" sldId="256"/>
            <ac:spMk id="6" creationId="{86649F24-8FCC-CDEB-B4C7-3B4C1F0F6A52}"/>
          </ac:spMkLst>
        </pc:sp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1156585679" sldId="301"/>
        </pc:sldMkLst>
      </pc:sldChg>
      <pc:sldChg chg="addSp modSp mod">
        <pc:chgData name="Edwar Romero-Ramirez" userId="92bc0edd-ad5d-44a7-8ba7-72607029cc7a" providerId="ADAL" clId="{246191CB-6112-4949-B738-635D1AE1BB0E}" dt="2024-07-21T16:31:24.775" v="8753" actId="20577"/>
        <pc:sldMkLst>
          <pc:docMk/>
          <pc:sldMk cId="4139804777" sldId="330"/>
        </pc:sldMkLst>
        <pc:spChg chg="mod">
          <ac:chgData name="Edwar Romero-Ramirez" userId="92bc0edd-ad5d-44a7-8ba7-72607029cc7a" providerId="ADAL" clId="{246191CB-6112-4949-B738-635D1AE1BB0E}" dt="2024-07-21T16:31:24.775" v="8753" actId="20577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Edwar Romero-Ramirez" userId="92bc0edd-ad5d-44a7-8ba7-72607029cc7a" providerId="ADAL" clId="{246191CB-6112-4949-B738-635D1AE1BB0E}" dt="2024-06-27T03:15:10.121" v="251" actId="113"/>
          <ac:spMkLst>
            <pc:docMk/>
            <pc:sldMk cId="4139804777" sldId="330"/>
            <ac:spMk id="3" creationId="{799B180D-4364-B046-CF85-E1C85B403559}"/>
          </ac:spMkLst>
        </pc:spChg>
        <pc:spChg chg="add mod">
          <ac:chgData name="Edwar Romero-Ramirez" userId="92bc0edd-ad5d-44a7-8ba7-72607029cc7a" providerId="ADAL" clId="{246191CB-6112-4949-B738-635D1AE1BB0E}" dt="2024-06-27T03:10:28.390" v="37"/>
          <ac:spMkLst>
            <pc:docMk/>
            <pc:sldMk cId="4139804777" sldId="330"/>
            <ac:spMk id="5" creationId="{2B5A025E-9EDF-A2EE-67B7-4D869A6ADE26}"/>
          </ac:spMkLst>
        </pc:spChg>
        <pc:spChg chg="add mod">
          <ac:chgData name="Edwar Romero-Ramirez" userId="92bc0edd-ad5d-44a7-8ba7-72607029cc7a" providerId="ADAL" clId="{246191CB-6112-4949-B738-635D1AE1BB0E}" dt="2024-06-27T03:10:34.945" v="39"/>
          <ac:spMkLst>
            <pc:docMk/>
            <pc:sldMk cId="4139804777" sldId="330"/>
            <ac:spMk id="7" creationId="{6C27AC2D-20C7-BF86-5114-A45F970CAFE8}"/>
          </ac:spMkLst>
        </pc:spChg>
        <pc:spChg chg="add mod">
          <ac:chgData name="Edwar Romero-Ramirez" userId="92bc0edd-ad5d-44a7-8ba7-72607029cc7a" providerId="ADAL" clId="{246191CB-6112-4949-B738-635D1AE1BB0E}" dt="2024-06-27T03:10:47.370" v="41"/>
          <ac:spMkLst>
            <pc:docMk/>
            <pc:sldMk cId="4139804777" sldId="330"/>
            <ac:spMk id="9" creationId="{4A7EA0FF-8A03-2C16-0B27-6DC8F0442B60}"/>
          </ac:spMkLst>
        </pc:spChg>
        <pc:spChg chg="add mod">
          <ac:chgData name="Edwar Romero-Ramirez" userId="92bc0edd-ad5d-44a7-8ba7-72607029cc7a" providerId="ADAL" clId="{246191CB-6112-4949-B738-635D1AE1BB0E}" dt="2024-06-27T03:11:03.835" v="43"/>
          <ac:spMkLst>
            <pc:docMk/>
            <pc:sldMk cId="4139804777" sldId="330"/>
            <ac:spMk id="11" creationId="{68D1F7F8-578F-AD1F-2D7D-B021A61C488A}"/>
          </ac:spMkLst>
        </pc:spChg>
        <pc:graphicFrameChg chg="add mod">
          <ac:chgData name="Edwar Romero-Ramirez" userId="92bc0edd-ad5d-44a7-8ba7-72607029cc7a" providerId="ADAL" clId="{246191CB-6112-4949-B738-635D1AE1BB0E}" dt="2024-06-27T03:10:26.568" v="36"/>
          <ac:graphicFrameMkLst>
            <pc:docMk/>
            <pc:sldMk cId="4139804777" sldId="330"/>
            <ac:graphicFrameMk id="4" creationId="{D56ABC09-9274-F119-EF02-9ACA1E48BF1C}"/>
          </ac:graphicFrameMkLst>
        </pc:graphicFrameChg>
        <pc:graphicFrameChg chg="add mod">
          <ac:chgData name="Edwar Romero-Ramirez" userId="92bc0edd-ad5d-44a7-8ba7-72607029cc7a" providerId="ADAL" clId="{246191CB-6112-4949-B738-635D1AE1BB0E}" dt="2024-06-27T03:10:32.360" v="38"/>
          <ac:graphicFrameMkLst>
            <pc:docMk/>
            <pc:sldMk cId="4139804777" sldId="330"/>
            <ac:graphicFrameMk id="6" creationId="{BC84CEE6-2B5B-2A80-7451-37A42E259BAE}"/>
          </ac:graphicFrameMkLst>
        </pc:graphicFrameChg>
        <pc:graphicFrameChg chg="add mod">
          <ac:chgData name="Edwar Romero-Ramirez" userId="92bc0edd-ad5d-44a7-8ba7-72607029cc7a" providerId="ADAL" clId="{246191CB-6112-4949-B738-635D1AE1BB0E}" dt="2024-06-27T03:10:45.687" v="40"/>
          <ac:graphicFrameMkLst>
            <pc:docMk/>
            <pc:sldMk cId="4139804777" sldId="330"/>
            <ac:graphicFrameMk id="8" creationId="{1B9216CB-1AB7-A550-EE07-FA0370F48D90}"/>
          </ac:graphicFrameMkLst>
        </pc:graphicFrameChg>
        <pc:graphicFrameChg chg="add mod">
          <ac:chgData name="Edwar Romero-Ramirez" userId="92bc0edd-ad5d-44a7-8ba7-72607029cc7a" providerId="ADAL" clId="{246191CB-6112-4949-B738-635D1AE1BB0E}" dt="2024-06-27T03:11:01.195" v="42"/>
          <ac:graphicFrameMkLst>
            <pc:docMk/>
            <pc:sldMk cId="4139804777" sldId="330"/>
            <ac:graphicFrameMk id="10" creationId="{C026542B-B4DC-240B-8FB5-FE5C019984F9}"/>
          </ac:graphicFrameMkLst>
        </pc:graphicFrame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2289991728" sldId="342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3665023349" sldId="343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1865576695" sldId="344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2642871710" sldId="345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3509818843" sldId="346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3564918759" sldId="347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1970439454" sldId="348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450661816" sldId="349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756175004" sldId="350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3912467275" sldId="351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839535825" sldId="352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2838901669" sldId="353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3245362616" sldId="354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4183556849" sldId="355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413745526" sldId="357"/>
        </pc:sldMkLst>
      </pc:sldChg>
      <pc:sldChg chg="addSp modSp new mod">
        <pc:chgData name="Edwar Romero-Ramirez" userId="92bc0edd-ad5d-44a7-8ba7-72607029cc7a" providerId="ADAL" clId="{246191CB-6112-4949-B738-635D1AE1BB0E}" dt="2024-07-03T03:19:09.748" v="1494" actId="20577"/>
        <pc:sldMkLst>
          <pc:docMk/>
          <pc:sldMk cId="3375053121" sldId="357"/>
        </pc:sldMkLst>
        <pc:spChg chg="mod">
          <ac:chgData name="Edwar Romero-Ramirez" userId="92bc0edd-ad5d-44a7-8ba7-72607029cc7a" providerId="ADAL" clId="{246191CB-6112-4949-B738-635D1AE1BB0E}" dt="2024-06-27T03:15:36.342" v="271" actId="20577"/>
          <ac:spMkLst>
            <pc:docMk/>
            <pc:sldMk cId="3375053121" sldId="357"/>
            <ac:spMk id="2" creationId="{A4BBE2D2-FC08-CD86-BD22-0FE1E6D1BD3D}"/>
          </ac:spMkLst>
        </pc:spChg>
        <pc:spChg chg="mod">
          <ac:chgData name="Edwar Romero-Ramirez" userId="92bc0edd-ad5d-44a7-8ba7-72607029cc7a" providerId="ADAL" clId="{246191CB-6112-4949-B738-635D1AE1BB0E}" dt="2024-07-03T03:19:09.748" v="1494" actId="20577"/>
          <ac:spMkLst>
            <pc:docMk/>
            <pc:sldMk cId="3375053121" sldId="357"/>
            <ac:spMk id="3" creationId="{531873D7-60CF-EF09-FB5B-1AAE765912F0}"/>
          </ac:spMkLst>
        </pc:spChg>
        <pc:picChg chg="add mod">
          <ac:chgData name="Edwar Romero-Ramirez" userId="92bc0edd-ad5d-44a7-8ba7-72607029cc7a" providerId="ADAL" clId="{246191CB-6112-4949-B738-635D1AE1BB0E}" dt="2024-06-27T03:16:41.181" v="280" actId="14100"/>
          <ac:picMkLst>
            <pc:docMk/>
            <pc:sldMk cId="3375053121" sldId="357"/>
            <ac:picMk id="5" creationId="{13B8BB2A-8868-6A42-71FE-DD93735DD7B7}"/>
          </ac:picMkLst>
        </pc:pic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798543756" sldId="358"/>
        </pc:sldMkLst>
      </pc:sldChg>
      <pc:sldChg chg="modSp new mod">
        <pc:chgData name="Edwar Romero-Ramirez" userId="92bc0edd-ad5d-44a7-8ba7-72607029cc7a" providerId="ADAL" clId="{246191CB-6112-4949-B738-635D1AE1BB0E}" dt="2024-07-03T03:19:38.832" v="1500" actId="403"/>
        <pc:sldMkLst>
          <pc:docMk/>
          <pc:sldMk cId="3935217608" sldId="358"/>
        </pc:sldMkLst>
        <pc:spChg chg="mod">
          <ac:chgData name="Edwar Romero-Ramirez" userId="92bc0edd-ad5d-44a7-8ba7-72607029cc7a" providerId="ADAL" clId="{246191CB-6112-4949-B738-635D1AE1BB0E}" dt="2024-07-01T16:37:09.445" v="714" actId="20577"/>
          <ac:spMkLst>
            <pc:docMk/>
            <pc:sldMk cId="3935217608" sldId="358"/>
            <ac:spMk id="2" creationId="{7AF86CD8-5360-D7B3-CA9C-DE97396C9ABE}"/>
          </ac:spMkLst>
        </pc:spChg>
        <pc:spChg chg="mod">
          <ac:chgData name="Edwar Romero-Ramirez" userId="92bc0edd-ad5d-44a7-8ba7-72607029cc7a" providerId="ADAL" clId="{246191CB-6112-4949-B738-635D1AE1BB0E}" dt="2024-07-03T03:19:38.832" v="1500" actId="403"/>
          <ac:spMkLst>
            <pc:docMk/>
            <pc:sldMk cId="3935217608" sldId="358"/>
            <ac:spMk id="3" creationId="{627D1E55-D7C2-F1D8-4117-467D24A698C1}"/>
          </ac:spMkLst>
        </pc:spChg>
      </pc:sldChg>
      <pc:sldChg chg="modSp new del mod">
        <pc:chgData name="Edwar Romero-Ramirez" userId="92bc0edd-ad5d-44a7-8ba7-72607029cc7a" providerId="ADAL" clId="{246191CB-6112-4949-B738-635D1AE1BB0E}" dt="2024-07-01T16:35:47.270" v="676" actId="47"/>
        <pc:sldMkLst>
          <pc:docMk/>
          <pc:sldMk cId="4274835626" sldId="358"/>
        </pc:sldMkLst>
        <pc:spChg chg="mod">
          <ac:chgData name="Edwar Romero-Ramirez" userId="92bc0edd-ad5d-44a7-8ba7-72607029cc7a" providerId="ADAL" clId="{246191CB-6112-4949-B738-635D1AE1BB0E}" dt="2024-07-01T16:31:32.039" v="339" actId="20577"/>
          <ac:spMkLst>
            <pc:docMk/>
            <pc:sldMk cId="4274835626" sldId="358"/>
            <ac:spMk id="2" creationId="{5019F0A8-E331-91C6-2136-2DB849641762}"/>
          </ac:spMkLst>
        </pc:spChg>
        <pc:spChg chg="mod">
          <ac:chgData name="Edwar Romero-Ramirez" userId="92bc0edd-ad5d-44a7-8ba7-72607029cc7a" providerId="ADAL" clId="{246191CB-6112-4949-B738-635D1AE1BB0E}" dt="2024-07-01T16:35:29.987" v="675" actId="20577"/>
          <ac:spMkLst>
            <pc:docMk/>
            <pc:sldMk cId="4274835626" sldId="358"/>
            <ac:spMk id="3" creationId="{39C80168-FD2A-0F22-2E84-DC273E0C54A5}"/>
          </ac:spMkLst>
        </pc:sp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1580297987" sldId="359"/>
        </pc:sldMkLst>
      </pc:sldChg>
      <pc:sldChg chg="addSp delSp modSp new mod ord">
        <pc:chgData name="Edwar Romero-Ramirez" userId="92bc0edd-ad5d-44a7-8ba7-72607029cc7a" providerId="ADAL" clId="{246191CB-6112-4949-B738-635D1AE1BB0E}" dt="2024-07-03T14:08:32.283" v="2350"/>
        <pc:sldMkLst>
          <pc:docMk/>
          <pc:sldMk cId="2896712735" sldId="359"/>
        </pc:sldMkLst>
        <pc:spChg chg="mod">
          <ac:chgData name="Edwar Romero-Ramirez" userId="92bc0edd-ad5d-44a7-8ba7-72607029cc7a" providerId="ADAL" clId="{246191CB-6112-4949-B738-635D1AE1BB0E}" dt="2024-07-03T03:21:47.139" v="1551"/>
          <ac:spMkLst>
            <pc:docMk/>
            <pc:sldMk cId="2896712735" sldId="359"/>
            <ac:spMk id="2" creationId="{FAD0513E-4458-5BD6-872F-B3644BAA4320}"/>
          </ac:spMkLst>
        </pc:spChg>
        <pc:spChg chg="mod">
          <ac:chgData name="Edwar Romero-Ramirez" userId="92bc0edd-ad5d-44a7-8ba7-72607029cc7a" providerId="ADAL" clId="{246191CB-6112-4949-B738-635D1AE1BB0E}" dt="2024-07-03T03:39:37.261" v="2290" actId="6549"/>
          <ac:spMkLst>
            <pc:docMk/>
            <pc:sldMk cId="2896712735" sldId="359"/>
            <ac:spMk id="3" creationId="{44D2DD6D-0A43-D229-ABD6-0BDC88721D71}"/>
          </ac:spMkLst>
        </pc:spChg>
        <pc:spChg chg="add mod">
          <ac:chgData name="Edwar Romero-Ramirez" userId="92bc0edd-ad5d-44a7-8ba7-72607029cc7a" providerId="ADAL" clId="{246191CB-6112-4949-B738-635D1AE1BB0E}" dt="2024-07-03T03:44:02.179" v="2346" actId="14100"/>
          <ac:spMkLst>
            <pc:docMk/>
            <pc:sldMk cId="2896712735" sldId="359"/>
            <ac:spMk id="9" creationId="{1BF5C566-B69F-24E8-C0C4-3E5EA49FFAA9}"/>
          </ac:spMkLst>
        </pc:spChg>
        <pc:picChg chg="add del">
          <ac:chgData name="Edwar Romero-Ramirez" userId="92bc0edd-ad5d-44a7-8ba7-72607029cc7a" providerId="ADAL" clId="{246191CB-6112-4949-B738-635D1AE1BB0E}" dt="2024-07-03T03:42:10.757" v="2292" actId="478"/>
          <ac:picMkLst>
            <pc:docMk/>
            <pc:sldMk cId="2896712735" sldId="359"/>
            <ac:picMk id="5" creationId="{1CDB0CA9-7DAD-8C46-B80E-A987C929369E}"/>
          </ac:picMkLst>
        </pc:picChg>
        <pc:picChg chg="add mod">
          <ac:chgData name="Edwar Romero-Ramirez" userId="92bc0edd-ad5d-44a7-8ba7-72607029cc7a" providerId="ADAL" clId="{246191CB-6112-4949-B738-635D1AE1BB0E}" dt="2024-07-03T03:42:20.453" v="2296" actId="1076"/>
          <ac:picMkLst>
            <pc:docMk/>
            <pc:sldMk cId="2896712735" sldId="359"/>
            <ac:picMk id="7" creationId="{792B2ABD-E778-CBDC-9324-4219A57E6C12}"/>
          </ac:picMkLst>
        </pc:picChg>
      </pc:sldChg>
      <pc:sldChg chg="modSp add mod">
        <pc:chgData name="Edwar Romero-Ramirez" userId="92bc0edd-ad5d-44a7-8ba7-72607029cc7a" providerId="ADAL" clId="{246191CB-6112-4949-B738-635D1AE1BB0E}" dt="2024-07-03T03:20:41.727" v="1520" actId="20577"/>
        <pc:sldMkLst>
          <pc:docMk/>
          <pc:sldMk cId="2224650838" sldId="360"/>
        </pc:sldMkLst>
        <pc:spChg chg="mod">
          <ac:chgData name="Edwar Romero-Ramirez" userId="92bc0edd-ad5d-44a7-8ba7-72607029cc7a" providerId="ADAL" clId="{246191CB-6112-4949-B738-635D1AE1BB0E}" dt="2024-07-03T03:20:41.727" v="1520" actId="20577"/>
          <ac:spMkLst>
            <pc:docMk/>
            <pc:sldMk cId="2224650838" sldId="360"/>
            <ac:spMk id="3" creationId="{44D2DD6D-0A43-D229-ABD6-0BDC88721D71}"/>
          </ac:spMkLst>
        </pc:sp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2501000224" sldId="360"/>
        </pc:sldMkLst>
      </pc:sldChg>
      <pc:sldChg chg="modSp add mod">
        <pc:chgData name="Edwar Romero-Ramirez" userId="92bc0edd-ad5d-44a7-8ba7-72607029cc7a" providerId="ADAL" clId="{246191CB-6112-4949-B738-635D1AE1BB0E}" dt="2024-07-03T03:28:47.315" v="1872" actId="6549"/>
        <pc:sldMkLst>
          <pc:docMk/>
          <pc:sldMk cId="2427395056" sldId="361"/>
        </pc:sldMkLst>
        <pc:spChg chg="mod">
          <ac:chgData name="Edwar Romero-Ramirez" userId="92bc0edd-ad5d-44a7-8ba7-72607029cc7a" providerId="ADAL" clId="{246191CB-6112-4949-B738-635D1AE1BB0E}" dt="2024-07-03T03:28:47.315" v="1872" actId="6549"/>
          <ac:spMkLst>
            <pc:docMk/>
            <pc:sldMk cId="2427395056" sldId="361"/>
            <ac:spMk id="3" creationId="{44D2DD6D-0A43-D229-ABD6-0BDC88721D71}"/>
          </ac:spMkLst>
        </pc:spChg>
      </pc:sldChg>
      <pc:sldChg chg="addSp modSp new mod">
        <pc:chgData name="Edwar Romero-Ramirez" userId="92bc0edd-ad5d-44a7-8ba7-72607029cc7a" providerId="ADAL" clId="{246191CB-6112-4949-B738-635D1AE1BB0E}" dt="2024-07-04T03:52:08.662" v="3563"/>
        <pc:sldMkLst>
          <pc:docMk/>
          <pc:sldMk cId="273797658" sldId="362"/>
        </pc:sldMkLst>
        <pc:spChg chg="mod">
          <ac:chgData name="Edwar Romero-Ramirez" userId="92bc0edd-ad5d-44a7-8ba7-72607029cc7a" providerId="ADAL" clId="{246191CB-6112-4949-B738-635D1AE1BB0E}" dt="2024-07-04T03:47:08.134" v="3138" actId="20577"/>
          <ac:spMkLst>
            <pc:docMk/>
            <pc:sldMk cId="273797658" sldId="362"/>
            <ac:spMk id="2" creationId="{79FEB74A-BCA2-36F3-A8EC-2E04A4D11F14}"/>
          </ac:spMkLst>
        </pc:spChg>
        <pc:spChg chg="mod">
          <ac:chgData name="Edwar Romero-Ramirez" userId="92bc0edd-ad5d-44a7-8ba7-72607029cc7a" providerId="ADAL" clId="{246191CB-6112-4949-B738-635D1AE1BB0E}" dt="2024-07-04T03:52:08.662" v="3563"/>
          <ac:spMkLst>
            <pc:docMk/>
            <pc:sldMk cId="273797658" sldId="362"/>
            <ac:spMk id="3" creationId="{CCCC7F6C-B181-8DF4-156A-F0EA5F823847}"/>
          </ac:spMkLst>
        </pc:spChg>
        <pc:picChg chg="add mod">
          <ac:chgData name="Edwar Romero-Ramirez" userId="92bc0edd-ad5d-44a7-8ba7-72607029cc7a" providerId="ADAL" clId="{246191CB-6112-4949-B738-635D1AE1BB0E}" dt="2024-07-04T03:50:14.462" v="3379" actId="1076"/>
          <ac:picMkLst>
            <pc:docMk/>
            <pc:sldMk cId="273797658" sldId="362"/>
            <ac:picMk id="5" creationId="{B4902FDB-DB0C-43DD-CAF6-20A3B6340401}"/>
          </ac:picMkLst>
        </pc:pic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1231324176" sldId="362"/>
        </pc:sldMkLst>
      </pc:sldChg>
      <pc:sldChg chg="addSp modSp new mod">
        <pc:chgData name="Edwar Romero-Ramirez" userId="92bc0edd-ad5d-44a7-8ba7-72607029cc7a" providerId="ADAL" clId="{246191CB-6112-4949-B738-635D1AE1BB0E}" dt="2024-07-05T03:20:50.510" v="4670"/>
        <pc:sldMkLst>
          <pc:docMk/>
          <pc:sldMk cId="1317834162" sldId="363"/>
        </pc:sldMkLst>
        <pc:spChg chg="mod">
          <ac:chgData name="Edwar Romero-Ramirez" userId="92bc0edd-ad5d-44a7-8ba7-72607029cc7a" providerId="ADAL" clId="{246191CB-6112-4949-B738-635D1AE1BB0E}" dt="2024-07-05T02:42:08.810" v="3777" actId="20577"/>
          <ac:spMkLst>
            <pc:docMk/>
            <pc:sldMk cId="1317834162" sldId="363"/>
            <ac:spMk id="2" creationId="{83AE7214-E1EF-21AB-DAA2-F0A4758D94B8}"/>
          </ac:spMkLst>
        </pc:spChg>
        <pc:picChg chg="add mod">
          <ac:chgData name="Edwar Romero-Ramirez" userId="92bc0edd-ad5d-44a7-8ba7-72607029cc7a" providerId="ADAL" clId="{246191CB-6112-4949-B738-635D1AE1BB0E}" dt="2024-07-05T02:42:02.112" v="3772" actId="1076"/>
          <ac:picMkLst>
            <pc:docMk/>
            <pc:sldMk cId="1317834162" sldId="363"/>
            <ac:picMk id="5" creationId="{3D560240-57D7-8F86-C982-5E0F2E615E2A}"/>
          </ac:picMkLst>
        </pc:picChg>
        <pc:picChg chg="add mod">
          <ac:chgData name="Edwar Romero-Ramirez" userId="92bc0edd-ad5d-44a7-8ba7-72607029cc7a" providerId="ADAL" clId="{246191CB-6112-4949-B738-635D1AE1BB0E}" dt="2024-07-05T03:20:14.655" v="4667"/>
          <ac:picMkLst>
            <pc:docMk/>
            <pc:sldMk cId="1317834162" sldId="363"/>
            <ac:picMk id="7" creationId="{EA127937-C6D2-07BF-301C-8E22F92F3B82}"/>
          </ac:picMkLst>
        </pc:picChg>
        <pc:picChg chg="add mod">
          <ac:chgData name="Edwar Romero-Ramirez" userId="92bc0edd-ad5d-44a7-8ba7-72607029cc7a" providerId="ADAL" clId="{246191CB-6112-4949-B738-635D1AE1BB0E}" dt="2024-07-05T03:20:50.510" v="4670"/>
          <ac:picMkLst>
            <pc:docMk/>
            <pc:sldMk cId="1317834162" sldId="363"/>
            <ac:picMk id="9" creationId="{66E20A33-8804-DE15-AE65-4723018D1465}"/>
          </ac:picMkLst>
        </pc:pic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2381675726" sldId="363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2203140714" sldId="364"/>
        </pc:sldMkLst>
      </pc:sldChg>
      <pc:sldChg chg="addSp delSp modSp add mod ord modNotesTx">
        <pc:chgData name="Edwar Romero-Ramirez" userId="92bc0edd-ad5d-44a7-8ba7-72607029cc7a" providerId="ADAL" clId="{246191CB-6112-4949-B738-635D1AE1BB0E}" dt="2024-07-03T14:57:10.262" v="3043" actId="1076"/>
        <pc:sldMkLst>
          <pc:docMk/>
          <pc:sldMk cId="3342374501" sldId="364"/>
        </pc:sldMkLst>
        <pc:spChg chg="mod">
          <ac:chgData name="Edwar Romero-Ramirez" userId="92bc0edd-ad5d-44a7-8ba7-72607029cc7a" providerId="ADAL" clId="{246191CB-6112-4949-B738-635D1AE1BB0E}" dt="2024-07-03T14:34:00.521" v="2713" actId="20577"/>
          <ac:spMkLst>
            <pc:docMk/>
            <pc:sldMk cId="3342374501" sldId="364"/>
            <ac:spMk id="3" creationId="{44D2DD6D-0A43-D229-ABD6-0BDC88721D71}"/>
          </ac:spMkLst>
        </pc:spChg>
        <pc:spChg chg="add mod">
          <ac:chgData name="Edwar Romero-Ramirez" userId="92bc0edd-ad5d-44a7-8ba7-72607029cc7a" providerId="ADAL" clId="{246191CB-6112-4949-B738-635D1AE1BB0E}" dt="2024-07-03T14:39:40.777" v="2725" actId="1076"/>
          <ac:spMkLst>
            <pc:docMk/>
            <pc:sldMk cId="3342374501" sldId="364"/>
            <ac:spMk id="8" creationId="{7EF31D0F-C484-5F40-7042-4CE4A252D83B}"/>
          </ac:spMkLst>
        </pc:spChg>
        <pc:spChg chg="add mod">
          <ac:chgData name="Edwar Romero-Ramirez" userId="92bc0edd-ad5d-44a7-8ba7-72607029cc7a" providerId="ADAL" clId="{246191CB-6112-4949-B738-635D1AE1BB0E}" dt="2024-07-03T14:44:17.257" v="3037" actId="20577"/>
          <ac:spMkLst>
            <pc:docMk/>
            <pc:sldMk cId="3342374501" sldId="364"/>
            <ac:spMk id="10" creationId="{94473D87-9096-22B4-71FF-E2A7D4B6B8CF}"/>
          </ac:spMkLst>
        </pc:spChg>
        <pc:picChg chg="add mod">
          <ac:chgData name="Edwar Romero-Ramirez" userId="92bc0edd-ad5d-44a7-8ba7-72607029cc7a" providerId="ADAL" clId="{246191CB-6112-4949-B738-635D1AE1BB0E}" dt="2024-07-03T14:28:45.176" v="2496" actId="1076"/>
          <ac:picMkLst>
            <pc:docMk/>
            <pc:sldMk cId="3342374501" sldId="364"/>
            <ac:picMk id="5" creationId="{2FFCFAF7-494F-A86E-B091-D9ECB65050E1}"/>
          </ac:picMkLst>
        </pc:picChg>
        <pc:picChg chg="add del mod modCrop">
          <ac:chgData name="Edwar Romero-Ramirez" userId="92bc0edd-ad5d-44a7-8ba7-72607029cc7a" providerId="ADAL" clId="{246191CB-6112-4949-B738-635D1AE1BB0E}" dt="2024-07-03T14:56:51.134" v="3038" actId="478"/>
          <ac:picMkLst>
            <pc:docMk/>
            <pc:sldMk cId="3342374501" sldId="364"/>
            <ac:picMk id="7" creationId="{D46DC90D-A871-E9F7-B882-64F5532B38ED}"/>
          </ac:picMkLst>
        </pc:picChg>
        <pc:picChg chg="add mod">
          <ac:chgData name="Edwar Romero-Ramirez" userId="92bc0edd-ad5d-44a7-8ba7-72607029cc7a" providerId="ADAL" clId="{246191CB-6112-4949-B738-635D1AE1BB0E}" dt="2024-07-03T14:57:10.262" v="3043" actId="1076"/>
          <ac:picMkLst>
            <pc:docMk/>
            <pc:sldMk cId="3342374501" sldId="364"/>
            <ac:picMk id="12" creationId="{DF4D7530-39A1-020A-3570-7333AF27D178}"/>
          </ac:picMkLst>
        </pc:pic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2275632493" sldId="365"/>
        </pc:sldMkLst>
      </pc:sldChg>
      <pc:sldChg chg="addSp delSp modSp add mod modNotesTx">
        <pc:chgData name="Edwar Romero-Ramirez" userId="92bc0edd-ad5d-44a7-8ba7-72607029cc7a" providerId="ADAL" clId="{246191CB-6112-4949-B738-635D1AE1BB0E}" dt="2024-07-04T03:44:00.019" v="3137"/>
        <pc:sldMkLst>
          <pc:docMk/>
          <pc:sldMk cId="2555067571" sldId="365"/>
        </pc:sldMkLst>
        <pc:spChg chg="mod">
          <ac:chgData name="Edwar Romero-Ramirez" userId="92bc0edd-ad5d-44a7-8ba7-72607029cc7a" providerId="ADAL" clId="{246191CB-6112-4949-B738-635D1AE1BB0E}" dt="2024-07-04T03:42:05.778" v="3122" actId="20577"/>
          <ac:spMkLst>
            <pc:docMk/>
            <pc:sldMk cId="2555067571" sldId="365"/>
            <ac:spMk id="3" creationId="{44D2DD6D-0A43-D229-ABD6-0BDC88721D71}"/>
          </ac:spMkLst>
        </pc:spChg>
        <pc:spChg chg="del">
          <ac:chgData name="Edwar Romero-Ramirez" userId="92bc0edd-ad5d-44a7-8ba7-72607029cc7a" providerId="ADAL" clId="{246191CB-6112-4949-B738-635D1AE1BB0E}" dt="2024-07-04T03:34:22.972" v="3048" actId="478"/>
          <ac:spMkLst>
            <pc:docMk/>
            <pc:sldMk cId="2555067571" sldId="365"/>
            <ac:spMk id="8" creationId="{7EF31D0F-C484-5F40-7042-4CE4A252D83B}"/>
          </ac:spMkLst>
        </pc:spChg>
        <pc:spChg chg="add mod">
          <ac:chgData name="Edwar Romero-Ramirez" userId="92bc0edd-ad5d-44a7-8ba7-72607029cc7a" providerId="ADAL" clId="{246191CB-6112-4949-B738-635D1AE1BB0E}" dt="2024-07-04T03:42:18.569" v="3127" actId="14100"/>
          <ac:spMkLst>
            <pc:docMk/>
            <pc:sldMk cId="2555067571" sldId="365"/>
            <ac:spMk id="9" creationId="{A96B2C6B-C64F-3E02-66D1-1A3B28082B23}"/>
          </ac:spMkLst>
        </pc:spChg>
        <pc:spChg chg="del">
          <ac:chgData name="Edwar Romero-Ramirez" userId="92bc0edd-ad5d-44a7-8ba7-72607029cc7a" providerId="ADAL" clId="{246191CB-6112-4949-B738-635D1AE1BB0E}" dt="2024-07-04T03:34:20.260" v="3046" actId="478"/>
          <ac:spMkLst>
            <pc:docMk/>
            <pc:sldMk cId="2555067571" sldId="365"/>
            <ac:spMk id="10" creationId="{94473D87-9096-22B4-71FF-E2A7D4B6B8CF}"/>
          </ac:spMkLst>
        </pc:spChg>
        <pc:picChg chg="add mod modCrop">
          <ac:chgData name="Edwar Romero-Ramirez" userId="92bc0edd-ad5d-44a7-8ba7-72607029cc7a" providerId="ADAL" clId="{246191CB-6112-4949-B738-635D1AE1BB0E}" dt="2024-07-04T03:42:10.232" v="3123" actId="1076"/>
          <ac:picMkLst>
            <pc:docMk/>
            <pc:sldMk cId="2555067571" sldId="365"/>
            <ac:picMk id="4" creationId="{F7160D20-8C92-2EF4-1DDF-9F2D076D8461}"/>
          </ac:picMkLst>
        </pc:picChg>
        <pc:picChg chg="del">
          <ac:chgData name="Edwar Romero-Ramirez" userId="92bc0edd-ad5d-44a7-8ba7-72607029cc7a" providerId="ADAL" clId="{246191CB-6112-4949-B738-635D1AE1BB0E}" dt="2024-07-04T03:34:18.205" v="3045" actId="478"/>
          <ac:picMkLst>
            <pc:docMk/>
            <pc:sldMk cId="2555067571" sldId="365"/>
            <ac:picMk id="5" creationId="{2FFCFAF7-494F-A86E-B091-D9ECB65050E1}"/>
          </ac:picMkLst>
        </pc:picChg>
        <pc:picChg chg="add mod">
          <ac:chgData name="Edwar Romero-Ramirez" userId="92bc0edd-ad5d-44a7-8ba7-72607029cc7a" providerId="ADAL" clId="{246191CB-6112-4949-B738-635D1AE1BB0E}" dt="2024-07-04T03:41:41.722" v="3112" actId="1076"/>
          <ac:picMkLst>
            <pc:docMk/>
            <pc:sldMk cId="2555067571" sldId="365"/>
            <ac:picMk id="7" creationId="{73FB43CF-DADB-6B36-51B0-5B3DBCA79633}"/>
          </ac:picMkLst>
        </pc:picChg>
        <pc:picChg chg="del">
          <ac:chgData name="Edwar Romero-Ramirez" userId="92bc0edd-ad5d-44a7-8ba7-72607029cc7a" providerId="ADAL" clId="{246191CB-6112-4949-B738-635D1AE1BB0E}" dt="2024-07-04T03:34:21.004" v="3047" actId="478"/>
          <ac:picMkLst>
            <pc:docMk/>
            <pc:sldMk cId="2555067571" sldId="365"/>
            <ac:picMk id="12" creationId="{DF4D7530-39A1-020A-3570-7333AF27D178}"/>
          </ac:picMkLst>
        </pc:picChg>
      </pc:sldChg>
      <pc:sldChg chg="addSp delSp modSp add mod">
        <pc:chgData name="Edwar Romero-Ramirez" userId="92bc0edd-ad5d-44a7-8ba7-72607029cc7a" providerId="ADAL" clId="{246191CB-6112-4949-B738-635D1AE1BB0E}" dt="2024-07-04T03:56:32.464" v="3770" actId="20577"/>
        <pc:sldMkLst>
          <pc:docMk/>
          <pc:sldMk cId="1070754192" sldId="366"/>
        </pc:sldMkLst>
        <pc:spChg chg="mod">
          <ac:chgData name="Edwar Romero-Ramirez" userId="92bc0edd-ad5d-44a7-8ba7-72607029cc7a" providerId="ADAL" clId="{246191CB-6112-4949-B738-635D1AE1BB0E}" dt="2024-07-04T03:56:32.464" v="3770" actId="20577"/>
          <ac:spMkLst>
            <pc:docMk/>
            <pc:sldMk cId="1070754192" sldId="366"/>
            <ac:spMk id="3" creationId="{CCCC7F6C-B181-8DF4-156A-F0EA5F823847}"/>
          </ac:spMkLst>
        </pc:spChg>
        <pc:picChg chg="del">
          <ac:chgData name="Edwar Romero-Ramirez" userId="92bc0edd-ad5d-44a7-8ba7-72607029cc7a" providerId="ADAL" clId="{246191CB-6112-4949-B738-635D1AE1BB0E}" dt="2024-07-04T03:52:30.742" v="3565" actId="478"/>
          <ac:picMkLst>
            <pc:docMk/>
            <pc:sldMk cId="1070754192" sldId="366"/>
            <ac:picMk id="5" creationId="{B4902FDB-DB0C-43DD-CAF6-20A3B6340401}"/>
          </ac:picMkLst>
        </pc:picChg>
        <pc:picChg chg="add mod">
          <ac:chgData name="Edwar Romero-Ramirez" userId="92bc0edd-ad5d-44a7-8ba7-72607029cc7a" providerId="ADAL" clId="{246191CB-6112-4949-B738-635D1AE1BB0E}" dt="2024-07-04T03:56:05.304" v="3733" actId="1076"/>
          <ac:picMkLst>
            <pc:docMk/>
            <pc:sldMk cId="1070754192" sldId="366"/>
            <ac:picMk id="6" creationId="{66EF4A50-A815-4467-22A2-EF5008A1AABA}"/>
          </ac:picMkLst>
        </pc:pic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4026378510" sldId="366"/>
        </pc:sldMkLst>
      </pc:sldChg>
      <pc:sldChg chg="modSp new mod">
        <pc:chgData name="Edwar Romero-Ramirez" userId="92bc0edd-ad5d-44a7-8ba7-72607029cc7a" providerId="ADAL" clId="{246191CB-6112-4949-B738-635D1AE1BB0E}" dt="2024-07-05T03:08:08.987" v="4633" actId="20577"/>
        <pc:sldMkLst>
          <pc:docMk/>
          <pc:sldMk cId="2605842973" sldId="367"/>
        </pc:sldMkLst>
        <pc:spChg chg="mod">
          <ac:chgData name="Edwar Romero-Ramirez" userId="92bc0edd-ad5d-44a7-8ba7-72607029cc7a" providerId="ADAL" clId="{246191CB-6112-4949-B738-635D1AE1BB0E}" dt="2024-07-05T02:43:47.566" v="3779"/>
          <ac:spMkLst>
            <pc:docMk/>
            <pc:sldMk cId="2605842973" sldId="367"/>
            <ac:spMk id="2" creationId="{D74C3CB3-2D5B-74B5-673C-36E40EBD8780}"/>
          </ac:spMkLst>
        </pc:spChg>
        <pc:spChg chg="mod">
          <ac:chgData name="Edwar Romero-Ramirez" userId="92bc0edd-ad5d-44a7-8ba7-72607029cc7a" providerId="ADAL" clId="{246191CB-6112-4949-B738-635D1AE1BB0E}" dt="2024-07-05T03:08:08.987" v="4633" actId="20577"/>
          <ac:spMkLst>
            <pc:docMk/>
            <pc:sldMk cId="2605842973" sldId="367"/>
            <ac:spMk id="3" creationId="{187E9334-7681-8AE9-50EB-29423A3CA39C}"/>
          </ac:spMkLst>
        </pc:sp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3756043976" sldId="367"/>
        </pc:sldMkLst>
      </pc:sldChg>
      <pc:sldChg chg="addSp modSp new mod">
        <pc:chgData name="Edwar Romero-Ramirez" userId="92bc0edd-ad5d-44a7-8ba7-72607029cc7a" providerId="ADAL" clId="{246191CB-6112-4949-B738-635D1AE1BB0E}" dt="2024-07-05T03:18:25.774" v="4664"/>
        <pc:sldMkLst>
          <pc:docMk/>
          <pc:sldMk cId="1255367339" sldId="368"/>
        </pc:sldMkLst>
        <pc:spChg chg="mod">
          <ac:chgData name="Edwar Romero-Ramirez" userId="92bc0edd-ad5d-44a7-8ba7-72607029cc7a" providerId="ADAL" clId="{246191CB-6112-4949-B738-635D1AE1BB0E}" dt="2024-07-05T03:16:18.419" v="4648" actId="20577"/>
          <ac:spMkLst>
            <pc:docMk/>
            <pc:sldMk cId="1255367339" sldId="368"/>
            <ac:spMk id="2" creationId="{0FE5BB24-1D08-A503-004A-3D6A12105673}"/>
          </ac:spMkLst>
        </pc:spChg>
        <pc:picChg chg="add mod">
          <ac:chgData name="Edwar Romero-Ramirez" userId="92bc0edd-ad5d-44a7-8ba7-72607029cc7a" providerId="ADAL" clId="{246191CB-6112-4949-B738-635D1AE1BB0E}" dt="2024-07-05T03:17:57.956" v="4657" actId="1076"/>
          <ac:picMkLst>
            <pc:docMk/>
            <pc:sldMk cId="1255367339" sldId="368"/>
            <ac:picMk id="5" creationId="{F4D464B0-7CE7-1ECD-9EFA-24AA8F3C755B}"/>
          </ac:picMkLst>
        </pc:picChg>
        <pc:picChg chg="add mod modCrop">
          <ac:chgData name="Edwar Romero-Ramirez" userId="92bc0edd-ad5d-44a7-8ba7-72607029cc7a" providerId="ADAL" clId="{246191CB-6112-4949-B738-635D1AE1BB0E}" dt="2024-07-05T03:18:21.821" v="4663"/>
          <ac:picMkLst>
            <pc:docMk/>
            <pc:sldMk cId="1255367339" sldId="368"/>
            <ac:picMk id="7" creationId="{A2E4F513-781F-14EC-DF7E-2E7C0FCBB621}"/>
          </ac:picMkLst>
        </pc:picChg>
        <pc:picChg chg="add mod modCrop">
          <ac:chgData name="Edwar Romero-Ramirez" userId="92bc0edd-ad5d-44a7-8ba7-72607029cc7a" providerId="ADAL" clId="{246191CB-6112-4949-B738-635D1AE1BB0E}" dt="2024-07-05T03:18:25.774" v="4664"/>
          <ac:picMkLst>
            <pc:docMk/>
            <pc:sldMk cId="1255367339" sldId="368"/>
            <ac:picMk id="8" creationId="{8659442C-F16B-07FB-8BB8-2F09CF6CDD72}"/>
          </ac:picMkLst>
        </pc:pic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3985552435" sldId="368"/>
        </pc:sldMkLst>
      </pc:sldChg>
      <pc:sldChg chg="modSp new mod">
        <pc:chgData name="Edwar Romero-Ramirez" userId="92bc0edd-ad5d-44a7-8ba7-72607029cc7a" providerId="ADAL" clId="{246191CB-6112-4949-B738-635D1AE1BB0E}" dt="2024-07-06T03:18:50.021" v="5523" actId="20577"/>
        <pc:sldMkLst>
          <pc:docMk/>
          <pc:sldMk cId="912849876" sldId="369"/>
        </pc:sldMkLst>
        <pc:spChg chg="mod">
          <ac:chgData name="Edwar Romero-Ramirez" userId="92bc0edd-ad5d-44a7-8ba7-72607029cc7a" providerId="ADAL" clId="{246191CB-6112-4949-B738-635D1AE1BB0E}" dt="2024-07-05T03:22:30.768" v="4688" actId="20577"/>
          <ac:spMkLst>
            <pc:docMk/>
            <pc:sldMk cId="912849876" sldId="369"/>
            <ac:spMk id="2" creationId="{558545EC-F920-587F-A0F3-F09EC5121E7C}"/>
          </ac:spMkLst>
        </pc:spChg>
        <pc:spChg chg="mod">
          <ac:chgData name="Edwar Romero-Ramirez" userId="92bc0edd-ad5d-44a7-8ba7-72607029cc7a" providerId="ADAL" clId="{246191CB-6112-4949-B738-635D1AE1BB0E}" dt="2024-07-06T03:18:50.021" v="5523" actId="20577"/>
          <ac:spMkLst>
            <pc:docMk/>
            <pc:sldMk cId="912849876" sldId="369"/>
            <ac:spMk id="3" creationId="{A02FAD85-3F6C-007F-6772-7B4A4BFAC6A0}"/>
          </ac:spMkLst>
        </pc:sp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2079027889" sldId="369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124241174" sldId="370"/>
        </pc:sldMkLst>
      </pc:sldChg>
      <pc:sldChg chg="addSp modSp add mod">
        <pc:chgData name="Edwar Romero-Ramirez" userId="92bc0edd-ad5d-44a7-8ba7-72607029cc7a" providerId="ADAL" clId="{246191CB-6112-4949-B738-635D1AE1BB0E}" dt="2024-07-06T03:33:58.729" v="5691" actId="20577"/>
        <pc:sldMkLst>
          <pc:docMk/>
          <pc:sldMk cId="3000795004" sldId="370"/>
        </pc:sldMkLst>
        <pc:spChg chg="mod">
          <ac:chgData name="Edwar Romero-Ramirez" userId="92bc0edd-ad5d-44a7-8ba7-72607029cc7a" providerId="ADAL" clId="{246191CB-6112-4949-B738-635D1AE1BB0E}" dt="2024-07-06T03:33:58.729" v="5691" actId="20577"/>
          <ac:spMkLst>
            <pc:docMk/>
            <pc:sldMk cId="3000795004" sldId="370"/>
            <ac:spMk id="3" creationId="{A02FAD85-3F6C-007F-6772-7B4A4BFAC6A0}"/>
          </ac:spMkLst>
        </pc:spChg>
        <pc:picChg chg="add mod">
          <ac:chgData name="Edwar Romero-Ramirez" userId="92bc0edd-ad5d-44a7-8ba7-72607029cc7a" providerId="ADAL" clId="{246191CB-6112-4949-B738-635D1AE1BB0E}" dt="2024-07-06T03:27:00.456" v="5541" actId="1076"/>
          <ac:picMkLst>
            <pc:docMk/>
            <pc:sldMk cId="3000795004" sldId="370"/>
            <ac:picMk id="5" creationId="{3D5A2222-9EBB-5D55-B826-95B2317529D8}"/>
          </ac:picMkLst>
        </pc:picChg>
      </pc:sldChg>
      <pc:sldChg chg="addSp delSp modSp new mod">
        <pc:chgData name="Edwar Romero-Ramirez" userId="92bc0edd-ad5d-44a7-8ba7-72607029cc7a" providerId="ADAL" clId="{246191CB-6112-4949-B738-635D1AE1BB0E}" dt="2024-07-06T03:46:11.054" v="6307" actId="20577"/>
        <pc:sldMkLst>
          <pc:docMk/>
          <pc:sldMk cId="634940613" sldId="371"/>
        </pc:sldMkLst>
        <pc:spChg chg="mod">
          <ac:chgData name="Edwar Romero-Ramirez" userId="92bc0edd-ad5d-44a7-8ba7-72607029cc7a" providerId="ADAL" clId="{246191CB-6112-4949-B738-635D1AE1BB0E}" dt="2024-07-06T03:35:10.288" v="5745" actId="27636"/>
          <ac:spMkLst>
            <pc:docMk/>
            <pc:sldMk cId="634940613" sldId="371"/>
            <ac:spMk id="2" creationId="{51907307-563F-31CE-F38A-F1989B326B05}"/>
          </ac:spMkLst>
        </pc:spChg>
        <pc:spChg chg="add del mod">
          <ac:chgData name="Edwar Romero-Ramirez" userId="92bc0edd-ad5d-44a7-8ba7-72607029cc7a" providerId="ADAL" clId="{246191CB-6112-4949-B738-635D1AE1BB0E}" dt="2024-07-06T03:46:11.054" v="6307" actId="20577"/>
          <ac:spMkLst>
            <pc:docMk/>
            <pc:sldMk cId="634940613" sldId="371"/>
            <ac:spMk id="3" creationId="{08BCA0CA-303C-6890-FD28-1BA3E1270509}"/>
          </ac:spMkLst>
        </pc:spChg>
        <pc:spChg chg="add mod">
          <ac:chgData name="Edwar Romero-Ramirez" userId="92bc0edd-ad5d-44a7-8ba7-72607029cc7a" providerId="ADAL" clId="{246191CB-6112-4949-B738-635D1AE1BB0E}" dt="2024-07-06T03:35:26.279" v="5747"/>
          <ac:spMkLst>
            <pc:docMk/>
            <pc:sldMk cId="634940613" sldId="371"/>
            <ac:spMk id="4" creationId="{0DB8D217-5ECE-BA4F-6C2C-6B35BC16D19F}"/>
          </ac:spMkLst>
        </pc:sp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3451763861" sldId="371"/>
        </pc:sldMkLst>
      </pc:sldChg>
      <pc:sldChg chg="modSp new mod">
        <pc:chgData name="Edwar Romero-Ramirez" userId="92bc0edd-ad5d-44a7-8ba7-72607029cc7a" providerId="ADAL" clId="{246191CB-6112-4949-B738-635D1AE1BB0E}" dt="2024-07-06T03:51:10.447" v="6595"/>
        <pc:sldMkLst>
          <pc:docMk/>
          <pc:sldMk cId="238057727" sldId="372"/>
        </pc:sldMkLst>
        <pc:spChg chg="mod">
          <ac:chgData name="Edwar Romero-Ramirez" userId="92bc0edd-ad5d-44a7-8ba7-72607029cc7a" providerId="ADAL" clId="{246191CB-6112-4949-B738-635D1AE1BB0E}" dt="2024-07-06T03:46:42.145" v="6324" actId="6549"/>
          <ac:spMkLst>
            <pc:docMk/>
            <pc:sldMk cId="238057727" sldId="372"/>
            <ac:spMk id="2" creationId="{5BBCCA9B-BEF6-D3BA-02C6-6FB8C33972C6}"/>
          </ac:spMkLst>
        </pc:spChg>
        <pc:spChg chg="mod">
          <ac:chgData name="Edwar Romero-Ramirez" userId="92bc0edd-ad5d-44a7-8ba7-72607029cc7a" providerId="ADAL" clId="{246191CB-6112-4949-B738-635D1AE1BB0E}" dt="2024-07-06T03:51:10.447" v="6595"/>
          <ac:spMkLst>
            <pc:docMk/>
            <pc:sldMk cId="238057727" sldId="372"/>
            <ac:spMk id="3" creationId="{D577A72A-28DE-C867-274C-B84971FA1B30}"/>
          </ac:spMkLst>
        </pc:sp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869483577" sldId="372"/>
        </pc:sldMkLst>
      </pc:sldChg>
      <pc:sldChg chg="modSp add mod">
        <pc:chgData name="Edwar Romero-Ramirez" userId="92bc0edd-ad5d-44a7-8ba7-72607029cc7a" providerId="ADAL" clId="{246191CB-6112-4949-B738-635D1AE1BB0E}" dt="2024-07-06T03:51:50.051" v="6601" actId="20577"/>
        <pc:sldMkLst>
          <pc:docMk/>
          <pc:sldMk cId="615294533" sldId="373"/>
        </pc:sldMkLst>
        <pc:spChg chg="mod">
          <ac:chgData name="Edwar Romero-Ramirez" userId="92bc0edd-ad5d-44a7-8ba7-72607029cc7a" providerId="ADAL" clId="{246191CB-6112-4949-B738-635D1AE1BB0E}" dt="2024-07-06T03:51:50.051" v="6601" actId="20577"/>
          <ac:spMkLst>
            <pc:docMk/>
            <pc:sldMk cId="615294533" sldId="373"/>
            <ac:spMk id="6" creationId="{86649F24-8FCC-CDEB-B4C7-3B4C1F0F6A52}"/>
          </ac:spMkLst>
        </pc:sp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3182590695" sldId="373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1169307009" sldId="374"/>
        </pc:sldMkLst>
      </pc:sldChg>
      <pc:sldChg chg="add">
        <pc:chgData name="Edwar Romero-Ramirez" userId="92bc0edd-ad5d-44a7-8ba7-72607029cc7a" providerId="ADAL" clId="{246191CB-6112-4949-B738-635D1AE1BB0E}" dt="2024-07-06T03:51:38.571" v="6596"/>
        <pc:sldMkLst>
          <pc:docMk/>
          <pc:sldMk cId="2737923927" sldId="374"/>
        </pc:sldMkLst>
      </pc:sldChg>
      <pc:sldChg chg="add">
        <pc:chgData name="Edwar Romero-Ramirez" userId="92bc0edd-ad5d-44a7-8ba7-72607029cc7a" providerId="ADAL" clId="{246191CB-6112-4949-B738-635D1AE1BB0E}" dt="2024-07-06T03:51:38.571" v="6596"/>
        <pc:sldMkLst>
          <pc:docMk/>
          <pc:sldMk cId="779835356" sldId="375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936853904" sldId="375"/>
        </pc:sldMkLst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783102877" sldId="376"/>
        </pc:sldMkLst>
      </pc:sldChg>
      <pc:sldChg chg="modSp add mod">
        <pc:chgData name="Edwar Romero-Ramirez" userId="92bc0edd-ad5d-44a7-8ba7-72607029cc7a" providerId="ADAL" clId="{246191CB-6112-4949-B738-635D1AE1BB0E}" dt="2024-07-08T03:09:44.110" v="6787" actId="20577"/>
        <pc:sldMkLst>
          <pc:docMk/>
          <pc:sldMk cId="4249414066" sldId="376"/>
        </pc:sldMkLst>
        <pc:spChg chg="mod">
          <ac:chgData name="Edwar Romero-Ramirez" userId="92bc0edd-ad5d-44a7-8ba7-72607029cc7a" providerId="ADAL" clId="{246191CB-6112-4949-B738-635D1AE1BB0E}" dt="2024-07-06T03:53:26.595" v="6661" actId="20577"/>
          <ac:spMkLst>
            <pc:docMk/>
            <pc:sldMk cId="4249414066" sldId="376"/>
            <ac:spMk id="2" creationId="{A4BBE2D2-FC08-CD86-BD22-0FE1E6D1BD3D}"/>
          </ac:spMkLst>
        </pc:spChg>
        <pc:spChg chg="mod">
          <ac:chgData name="Edwar Romero-Ramirez" userId="92bc0edd-ad5d-44a7-8ba7-72607029cc7a" providerId="ADAL" clId="{246191CB-6112-4949-B738-635D1AE1BB0E}" dt="2024-07-08T03:09:44.110" v="6787" actId="20577"/>
          <ac:spMkLst>
            <pc:docMk/>
            <pc:sldMk cId="4249414066" sldId="376"/>
            <ac:spMk id="3" creationId="{531873D7-60CF-EF09-FB5B-1AAE765912F0}"/>
          </ac:spMkLst>
        </pc:spChg>
        <pc:picChg chg="mod modCrop">
          <ac:chgData name="Edwar Romero-Ramirez" userId="92bc0edd-ad5d-44a7-8ba7-72607029cc7a" providerId="ADAL" clId="{246191CB-6112-4949-B738-635D1AE1BB0E}" dt="2024-07-06T03:59:25.982" v="6731"/>
          <ac:picMkLst>
            <pc:docMk/>
            <pc:sldMk cId="4249414066" sldId="376"/>
            <ac:picMk id="5" creationId="{13B8BB2A-8868-6A42-71FE-DD93735DD7B7}"/>
          </ac:picMkLst>
        </pc:picChg>
      </pc:sldChg>
      <pc:sldChg chg="del">
        <pc:chgData name="Edwar Romero-Ramirez" userId="92bc0edd-ad5d-44a7-8ba7-72607029cc7a" providerId="ADAL" clId="{246191CB-6112-4949-B738-635D1AE1BB0E}" dt="2024-06-24T18:48:10.423" v="0" actId="47"/>
        <pc:sldMkLst>
          <pc:docMk/>
          <pc:sldMk cId="3036108891" sldId="377"/>
        </pc:sldMkLst>
      </pc:sldChg>
      <pc:sldChg chg="add">
        <pc:chgData name="Edwar Romero-Ramirez" userId="92bc0edd-ad5d-44a7-8ba7-72607029cc7a" providerId="ADAL" clId="{246191CB-6112-4949-B738-635D1AE1BB0E}" dt="2024-07-06T03:51:42.877" v="6597"/>
        <pc:sldMkLst>
          <pc:docMk/>
          <pc:sldMk cId="3545227026" sldId="377"/>
        </pc:sldMkLst>
      </pc:sldChg>
      <pc:sldChg chg="addSp delSp modSp new mod">
        <pc:chgData name="Edwar Romero-Ramirez" userId="92bc0edd-ad5d-44a7-8ba7-72607029cc7a" providerId="ADAL" clId="{246191CB-6112-4949-B738-635D1AE1BB0E}" dt="2024-07-08T03:13:44.639" v="6846" actId="478"/>
        <pc:sldMkLst>
          <pc:docMk/>
          <pc:sldMk cId="3451492928" sldId="378"/>
        </pc:sldMkLst>
        <pc:spChg chg="mod">
          <ac:chgData name="Edwar Romero-Ramirez" userId="92bc0edd-ad5d-44a7-8ba7-72607029cc7a" providerId="ADAL" clId="{246191CB-6112-4949-B738-635D1AE1BB0E}" dt="2024-07-08T01:30:28.853" v="6752" actId="20577"/>
          <ac:spMkLst>
            <pc:docMk/>
            <pc:sldMk cId="3451492928" sldId="378"/>
            <ac:spMk id="2" creationId="{EF282912-A1B0-04ED-1DDE-29D5F368C437}"/>
          </ac:spMkLst>
        </pc:spChg>
        <pc:spChg chg="mod">
          <ac:chgData name="Edwar Romero-Ramirez" userId="92bc0edd-ad5d-44a7-8ba7-72607029cc7a" providerId="ADAL" clId="{246191CB-6112-4949-B738-635D1AE1BB0E}" dt="2024-07-08T01:48:51.738" v="6764" actId="20577"/>
          <ac:spMkLst>
            <pc:docMk/>
            <pc:sldMk cId="3451492928" sldId="378"/>
            <ac:spMk id="3" creationId="{F5F4575E-81EC-D31D-36F6-26C9A0D0C73C}"/>
          </ac:spMkLst>
        </pc:spChg>
        <pc:spChg chg="add del mod">
          <ac:chgData name="Edwar Romero-Ramirez" userId="92bc0edd-ad5d-44a7-8ba7-72607029cc7a" providerId="ADAL" clId="{246191CB-6112-4949-B738-635D1AE1BB0E}" dt="2024-07-08T03:13:44.639" v="6846" actId="478"/>
          <ac:spMkLst>
            <pc:docMk/>
            <pc:sldMk cId="3451492928" sldId="378"/>
            <ac:spMk id="9" creationId="{874E423C-D617-0D77-E4C1-0F91BA93E637}"/>
          </ac:spMkLst>
        </pc:spChg>
        <pc:picChg chg="add mod">
          <ac:chgData name="Edwar Romero-Ramirez" userId="92bc0edd-ad5d-44a7-8ba7-72607029cc7a" providerId="ADAL" clId="{246191CB-6112-4949-B738-635D1AE1BB0E}" dt="2024-07-08T01:49:32.412" v="6765" actId="1076"/>
          <ac:picMkLst>
            <pc:docMk/>
            <pc:sldMk cId="3451492928" sldId="378"/>
            <ac:picMk id="5" creationId="{BFDF470F-CC99-CF54-2CDB-A32D44E7D24D}"/>
          </ac:picMkLst>
        </pc:picChg>
        <pc:picChg chg="add mod">
          <ac:chgData name="Edwar Romero-Ramirez" userId="92bc0edd-ad5d-44a7-8ba7-72607029cc7a" providerId="ADAL" clId="{246191CB-6112-4949-B738-635D1AE1BB0E}" dt="2024-07-08T03:10:04.258" v="6793" actId="1076"/>
          <ac:picMkLst>
            <pc:docMk/>
            <pc:sldMk cId="3451492928" sldId="378"/>
            <ac:picMk id="6" creationId="{2C0B2E68-A8BC-6652-E87A-E76FF635ED85}"/>
          </ac:picMkLst>
        </pc:picChg>
        <pc:picChg chg="add mod">
          <ac:chgData name="Edwar Romero-Ramirez" userId="92bc0edd-ad5d-44a7-8ba7-72607029cc7a" providerId="ADAL" clId="{246191CB-6112-4949-B738-635D1AE1BB0E}" dt="2024-07-08T01:50:01.710" v="6767"/>
          <ac:picMkLst>
            <pc:docMk/>
            <pc:sldMk cId="3451492928" sldId="378"/>
            <ac:picMk id="7" creationId="{A7F882B0-1082-CE03-FC48-0578A596871B}"/>
          </ac:picMkLst>
        </pc:picChg>
      </pc:sldChg>
      <pc:sldChg chg="delSp modSp add mod">
        <pc:chgData name="Edwar Romero-Ramirez" userId="92bc0edd-ad5d-44a7-8ba7-72607029cc7a" providerId="ADAL" clId="{246191CB-6112-4949-B738-635D1AE1BB0E}" dt="2024-07-08T03:21:22.642" v="7087" actId="20577"/>
        <pc:sldMkLst>
          <pc:docMk/>
          <pc:sldMk cId="1598721325" sldId="379"/>
        </pc:sldMkLst>
        <pc:spChg chg="mod">
          <ac:chgData name="Edwar Romero-Ramirez" userId="92bc0edd-ad5d-44a7-8ba7-72607029cc7a" providerId="ADAL" clId="{246191CB-6112-4949-B738-635D1AE1BB0E}" dt="2024-07-08T03:21:22.642" v="7087" actId="20577"/>
          <ac:spMkLst>
            <pc:docMk/>
            <pc:sldMk cId="1598721325" sldId="379"/>
            <ac:spMk id="3" creationId="{F5F4575E-81EC-D31D-36F6-26C9A0D0C73C}"/>
          </ac:spMkLst>
        </pc:spChg>
        <pc:spChg chg="mod">
          <ac:chgData name="Edwar Romero-Ramirez" userId="92bc0edd-ad5d-44a7-8ba7-72607029cc7a" providerId="ADAL" clId="{246191CB-6112-4949-B738-635D1AE1BB0E}" dt="2024-07-08T03:19:55.595" v="6989" actId="20577"/>
          <ac:spMkLst>
            <pc:docMk/>
            <pc:sldMk cId="1598721325" sldId="379"/>
            <ac:spMk id="9" creationId="{874E423C-D617-0D77-E4C1-0F91BA93E637}"/>
          </ac:spMkLst>
        </pc:spChg>
        <pc:picChg chg="del">
          <ac:chgData name="Edwar Romero-Ramirez" userId="92bc0edd-ad5d-44a7-8ba7-72607029cc7a" providerId="ADAL" clId="{246191CB-6112-4949-B738-635D1AE1BB0E}" dt="2024-07-08T03:13:55.877" v="6848" actId="478"/>
          <ac:picMkLst>
            <pc:docMk/>
            <pc:sldMk cId="1598721325" sldId="379"/>
            <ac:picMk id="5" creationId="{BFDF470F-CC99-CF54-2CDB-A32D44E7D24D}"/>
          </ac:picMkLst>
        </pc:picChg>
        <pc:picChg chg="del">
          <ac:chgData name="Edwar Romero-Ramirez" userId="92bc0edd-ad5d-44a7-8ba7-72607029cc7a" providerId="ADAL" clId="{246191CB-6112-4949-B738-635D1AE1BB0E}" dt="2024-07-08T03:13:53.671" v="6847" actId="478"/>
          <ac:picMkLst>
            <pc:docMk/>
            <pc:sldMk cId="1598721325" sldId="379"/>
            <ac:picMk id="6" creationId="{2C0B2E68-A8BC-6652-E87A-E76FF635ED85}"/>
          </ac:picMkLst>
        </pc:picChg>
      </pc:sldChg>
      <pc:sldChg chg="addSp modSp add mod">
        <pc:chgData name="Edwar Romero-Ramirez" userId="92bc0edd-ad5d-44a7-8ba7-72607029cc7a" providerId="ADAL" clId="{246191CB-6112-4949-B738-635D1AE1BB0E}" dt="2024-07-08T03:26:40.103" v="7122" actId="404"/>
        <pc:sldMkLst>
          <pc:docMk/>
          <pc:sldMk cId="3646144043" sldId="380"/>
        </pc:sldMkLst>
        <pc:spChg chg="mod">
          <ac:chgData name="Edwar Romero-Ramirez" userId="92bc0edd-ad5d-44a7-8ba7-72607029cc7a" providerId="ADAL" clId="{246191CB-6112-4949-B738-635D1AE1BB0E}" dt="2024-07-08T03:24:40.953" v="7090" actId="6549"/>
          <ac:spMkLst>
            <pc:docMk/>
            <pc:sldMk cId="3646144043" sldId="380"/>
            <ac:spMk id="3" creationId="{F5F4575E-81EC-D31D-36F6-26C9A0D0C73C}"/>
          </ac:spMkLst>
        </pc:spChg>
        <pc:spChg chg="add mod">
          <ac:chgData name="Edwar Romero-Ramirez" userId="92bc0edd-ad5d-44a7-8ba7-72607029cc7a" providerId="ADAL" clId="{246191CB-6112-4949-B738-635D1AE1BB0E}" dt="2024-07-08T03:26:40.103" v="7122" actId="404"/>
          <ac:spMkLst>
            <pc:docMk/>
            <pc:sldMk cId="3646144043" sldId="380"/>
            <ac:spMk id="7" creationId="{826E4222-6D88-E40A-2770-2DBC776FF454}"/>
          </ac:spMkLst>
        </pc:spChg>
        <pc:spChg chg="mod">
          <ac:chgData name="Edwar Romero-Ramirez" userId="92bc0edd-ad5d-44a7-8ba7-72607029cc7a" providerId="ADAL" clId="{246191CB-6112-4949-B738-635D1AE1BB0E}" dt="2024-07-08T03:25:52.197" v="7116" actId="1076"/>
          <ac:spMkLst>
            <pc:docMk/>
            <pc:sldMk cId="3646144043" sldId="380"/>
            <ac:spMk id="9" creationId="{874E423C-D617-0D77-E4C1-0F91BA93E637}"/>
          </ac:spMkLst>
        </pc:spChg>
        <pc:picChg chg="add mod modCrop">
          <ac:chgData name="Edwar Romero-Ramirez" userId="92bc0edd-ad5d-44a7-8ba7-72607029cc7a" providerId="ADAL" clId="{246191CB-6112-4949-B738-635D1AE1BB0E}" dt="2024-07-08T03:25:28.101" v="7103" actId="732"/>
          <ac:picMkLst>
            <pc:docMk/>
            <pc:sldMk cId="3646144043" sldId="380"/>
            <ac:picMk id="5" creationId="{A81D86EC-BDB5-7487-77DB-865FBCE9AE7B}"/>
          </ac:picMkLst>
        </pc:picChg>
      </pc:sldChg>
      <pc:sldChg chg="addSp delSp modSp add mod">
        <pc:chgData name="Edwar Romero-Ramirez" userId="92bc0edd-ad5d-44a7-8ba7-72607029cc7a" providerId="ADAL" clId="{246191CB-6112-4949-B738-635D1AE1BB0E}" dt="2024-07-08T03:43:34.873" v="7349" actId="2711"/>
        <pc:sldMkLst>
          <pc:docMk/>
          <pc:sldMk cId="3926483897" sldId="381"/>
        </pc:sldMkLst>
        <pc:spChg chg="mod">
          <ac:chgData name="Edwar Romero-Ramirez" userId="92bc0edd-ad5d-44a7-8ba7-72607029cc7a" providerId="ADAL" clId="{246191CB-6112-4949-B738-635D1AE1BB0E}" dt="2024-07-08T03:43:34.873" v="7349" actId="2711"/>
          <ac:spMkLst>
            <pc:docMk/>
            <pc:sldMk cId="3926483897" sldId="381"/>
            <ac:spMk id="3" creationId="{F5F4575E-81EC-D31D-36F6-26C9A0D0C73C}"/>
          </ac:spMkLst>
        </pc:spChg>
        <pc:spChg chg="add del mod">
          <ac:chgData name="Edwar Romero-Ramirez" userId="92bc0edd-ad5d-44a7-8ba7-72607029cc7a" providerId="ADAL" clId="{246191CB-6112-4949-B738-635D1AE1BB0E}" dt="2024-07-08T03:30:39.070" v="7156" actId="478"/>
          <ac:spMkLst>
            <pc:docMk/>
            <pc:sldMk cId="3926483897" sldId="381"/>
            <ac:spMk id="7" creationId="{826E4222-6D88-E40A-2770-2DBC776FF454}"/>
          </ac:spMkLst>
        </pc:spChg>
        <pc:spChg chg="mod">
          <ac:chgData name="Edwar Romero-Ramirez" userId="92bc0edd-ad5d-44a7-8ba7-72607029cc7a" providerId="ADAL" clId="{246191CB-6112-4949-B738-635D1AE1BB0E}" dt="2024-07-08T03:42:50.425" v="7301" actId="1076"/>
          <ac:spMkLst>
            <pc:docMk/>
            <pc:sldMk cId="3926483897" sldId="381"/>
            <ac:spMk id="9" creationId="{874E423C-D617-0D77-E4C1-0F91BA93E637}"/>
          </ac:spMkLst>
        </pc:spChg>
        <pc:picChg chg="del">
          <ac:chgData name="Edwar Romero-Ramirez" userId="92bc0edd-ad5d-44a7-8ba7-72607029cc7a" providerId="ADAL" clId="{246191CB-6112-4949-B738-635D1AE1BB0E}" dt="2024-07-08T03:39:09.484" v="7199" actId="478"/>
          <ac:picMkLst>
            <pc:docMk/>
            <pc:sldMk cId="3926483897" sldId="381"/>
            <ac:picMk id="5" creationId="{A81D86EC-BDB5-7487-77DB-865FBCE9AE7B}"/>
          </ac:picMkLst>
        </pc:picChg>
      </pc:sldChg>
      <pc:sldChg chg="delSp modSp add mod">
        <pc:chgData name="Edwar Romero-Ramirez" userId="92bc0edd-ad5d-44a7-8ba7-72607029cc7a" providerId="ADAL" clId="{246191CB-6112-4949-B738-635D1AE1BB0E}" dt="2024-07-09T03:57:17.140" v="7810" actId="20577"/>
        <pc:sldMkLst>
          <pc:docMk/>
          <pc:sldMk cId="2659381517" sldId="382"/>
        </pc:sldMkLst>
        <pc:spChg chg="mod">
          <ac:chgData name="Edwar Romero-Ramirez" userId="92bc0edd-ad5d-44a7-8ba7-72607029cc7a" providerId="ADAL" clId="{246191CB-6112-4949-B738-635D1AE1BB0E}" dt="2024-07-09T03:57:17.140" v="7810" actId="20577"/>
          <ac:spMkLst>
            <pc:docMk/>
            <pc:sldMk cId="2659381517" sldId="382"/>
            <ac:spMk id="3" creationId="{F5F4575E-81EC-D31D-36F6-26C9A0D0C73C}"/>
          </ac:spMkLst>
        </pc:spChg>
        <pc:spChg chg="del">
          <ac:chgData name="Edwar Romero-Ramirez" userId="92bc0edd-ad5d-44a7-8ba7-72607029cc7a" providerId="ADAL" clId="{246191CB-6112-4949-B738-635D1AE1BB0E}" dt="2024-07-09T03:50:55.576" v="7351" actId="478"/>
          <ac:spMkLst>
            <pc:docMk/>
            <pc:sldMk cId="2659381517" sldId="382"/>
            <ac:spMk id="9" creationId="{874E423C-D617-0D77-E4C1-0F91BA93E637}"/>
          </ac:spMkLst>
        </pc:spChg>
      </pc:sldChg>
      <pc:sldChg chg="modSp add mod">
        <pc:chgData name="Edwar Romero-Ramirez" userId="92bc0edd-ad5d-44a7-8ba7-72607029cc7a" providerId="ADAL" clId="{246191CB-6112-4949-B738-635D1AE1BB0E}" dt="2024-07-09T04:00:07.353" v="7892" actId="20577"/>
        <pc:sldMkLst>
          <pc:docMk/>
          <pc:sldMk cId="1216013769" sldId="383"/>
        </pc:sldMkLst>
        <pc:spChg chg="mod">
          <ac:chgData name="Edwar Romero-Ramirez" userId="92bc0edd-ad5d-44a7-8ba7-72607029cc7a" providerId="ADAL" clId="{246191CB-6112-4949-B738-635D1AE1BB0E}" dt="2024-07-09T04:00:07.353" v="7892" actId="20577"/>
          <ac:spMkLst>
            <pc:docMk/>
            <pc:sldMk cId="1216013769" sldId="383"/>
            <ac:spMk id="3" creationId="{F5F4575E-81EC-D31D-36F6-26C9A0D0C73C}"/>
          </ac:spMkLst>
        </pc:spChg>
      </pc:sldChg>
      <pc:sldChg chg="modSp add mod">
        <pc:chgData name="Edwar Romero-Ramirez" userId="92bc0edd-ad5d-44a7-8ba7-72607029cc7a" providerId="ADAL" clId="{246191CB-6112-4949-B738-635D1AE1BB0E}" dt="2024-07-09T04:03:24.492" v="8008" actId="108"/>
        <pc:sldMkLst>
          <pc:docMk/>
          <pc:sldMk cId="1256361382" sldId="384"/>
        </pc:sldMkLst>
        <pc:spChg chg="mod">
          <ac:chgData name="Edwar Romero-Ramirez" userId="92bc0edd-ad5d-44a7-8ba7-72607029cc7a" providerId="ADAL" clId="{246191CB-6112-4949-B738-635D1AE1BB0E}" dt="2024-07-09T04:03:24.492" v="8008" actId="108"/>
          <ac:spMkLst>
            <pc:docMk/>
            <pc:sldMk cId="1256361382" sldId="384"/>
            <ac:spMk id="3" creationId="{F5F4575E-81EC-D31D-36F6-26C9A0D0C73C}"/>
          </ac:spMkLst>
        </pc:spChg>
      </pc:sldChg>
      <pc:sldChg chg="addSp modSp new mod">
        <pc:chgData name="Edwar Romero-Ramirez" userId="92bc0edd-ad5d-44a7-8ba7-72607029cc7a" providerId="ADAL" clId="{246191CB-6112-4949-B738-635D1AE1BB0E}" dt="2024-07-09T04:08:56.645" v="8042" actId="20577"/>
        <pc:sldMkLst>
          <pc:docMk/>
          <pc:sldMk cId="2030443037" sldId="385"/>
        </pc:sldMkLst>
        <pc:spChg chg="mod">
          <ac:chgData name="Edwar Romero-Ramirez" userId="92bc0edd-ad5d-44a7-8ba7-72607029cc7a" providerId="ADAL" clId="{246191CB-6112-4949-B738-635D1AE1BB0E}" dt="2024-07-09T04:07:55.149" v="8025" actId="6549"/>
          <ac:spMkLst>
            <pc:docMk/>
            <pc:sldMk cId="2030443037" sldId="385"/>
            <ac:spMk id="2" creationId="{745037B1-E572-7A4D-0296-F596E5637C94}"/>
          </ac:spMkLst>
        </pc:spChg>
        <pc:spChg chg="mod">
          <ac:chgData name="Edwar Romero-Ramirez" userId="92bc0edd-ad5d-44a7-8ba7-72607029cc7a" providerId="ADAL" clId="{246191CB-6112-4949-B738-635D1AE1BB0E}" dt="2024-07-09T04:08:56.645" v="8042" actId="20577"/>
          <ac:spMkLst>
            <pc:docMk/>
            <pc:sldMk cId="2030443037" sldId="385"/>
            <ac:spMk id="3" creationId="{26592866-6234-BA7F-C268-4FD464B80A90}"/>
          </ac:spMkLst>
        </pc:spChg>
        <pc:picChg chg="add mod">
          <ac:chgData name="Edwar Romero-Ramirez" userId="92bc0edd-ad5d-44a7-8ba7-72607029cc7a" providerId="ADAL" clId="{246191CB-6112-4949-B738-635D1AE1BB0E}" dt="2024-07-09T04:08:47.227" v="8031" actId="1076"/>
          <ac:picMkLst>
            <pc:docMk/>
            <pc:sldMk cId="2030443037" sldId="385"/>
            <ac:picMk id="5" creationId="{0CC18BD3-22D0-6ADE-CDF8-FA8D5E2B0371}"/>
          </ac:picMkLst>
        </pc:picChg>
        <pc:picChg chg="add mod">
          <ac:chgData name="Edwar Romero-Ramirez" userId="92bc0edd-ad5d-44a7-8ba7-72607029cc7a" providerId="ADAL" clId="{246191CB-6112-4949-B738-635D1AE1BB0E}" dt="2024-07-09T04:08:44.233" v="8030" actId="1076"/>
          <ac:picMkLst>
            <pc:docMk/>
            <pc:sldMk cId="2030443037" sldId="385"/>
            <ac:picMk id="7" creationId="{9C31E99F-C3FE-BE80-15CE-E8C851BD4684}"/>
          </ac:picMkLst>
        </pc:picChg>
      </pc:sldChg>
      <pc:sldChg chg="addSp modSp new mod">
        <pc:chgData name="Edwar Romero-Ramirez" userId="92bc0edd-ad5d-44a7-8ba7-72607029cc7a" providerId="ADAL" clId="{246191CB-6112-4949-B738-635D1AE1BB0E}" dt="2024-07-17T03:01:54.827" v="8418" actId="20577"/>
        <pc:sldMkLst>
          <pc:docMk/>
          <pc:sldMk cId="1575232659" sldId="386"/>
        </pc:sldMkLst>
        <pc:spChg chg="mod">
          <ac:chgData name="Edwar Romero-Ramirez" userId="92bc0edd-ad5d-44a7-8ba7-72607029cc7a" providerId="ADAL" clId="{246191CB-6112-4949-B738-635D1AE1BB0E}" dt="2024-07-17T02:52:46.640" v="8062" actId="20577"/>
          <ac:spMkLst>
            <pc:docMk/>
            <pc:sldMk cId="1575232659" sldId="386"/>
            <ac:spMk id="2" creationId="{7B778681-AF74-46CE-F1BF-E6379DF242CF}"/>
          </ac:spMkLst>
        </pc:spChg>
        <pc:spChg chg="mod">
          <ac:chgData name="Edwar Romero-Ramirez" userId="92bc0edd-ad5d-44a7-8ba7-72607029cc7a" providerId="ADAL" clId="{246191CB-6112-4949-B738-635D1AE1BB0E}" dt="2024-07-17T03:01:54.827" v="8418" actId="20577"/>
          <ac:spMkLst>
            <pc:docMk/>
            <pc:sldMk cId="1575232659" sldId="386"/>
            <ac:spMk id="3" creationId="{02C03EC4-59EA-A238-6EDA-AC7A56A7BAA6}"/>
          </ac:spMkLst>
        </pc:spChg>
        <pc:picChg chg="add mod">
          <ac:chgData name="Edwar Romero-Ramirez" userId="92bc0edd-ad5d-44a7-8ba7-72607029cc7a" providerId="ADAL" clId="{246191CB-6112-4949-B738-635D1AE1BB0E}" dt="2024-07-17T02:56:32.265" v="8207" actId="1076"/>
          <ac:picMkLst>
            <pc:docMk/>
            <pc:sldMk cId="1575232659" sldId="386"/>
            <ac:picMk id="5" creationId="{AB7A11FE-0C62-85F3-116D-C0546A939321}"/>
          </ac:picMkLst>
        </pc:picChg>
        <pc:picChg chg="add mod">
          <ac:chgData name="Edwar Romero-Ramirez" userId="92bc0edd-ad5d-44a7-8ba7-72607029cc7a" providerId="ADAL" clId="{246191CB-6112-4949-B738-635D1AE1BB0E}" dt="2024-07-17T03:01:23.983" v="8360" actId="1076"/>
          <ac:picMkLst>
            <pc:docMk/>
            <pc:sldMk cId="1575232659" sldId="386"/>
            <ac:picMk id="7" creationId="{E3E1A6B7-2AB7-3D8D-C5D9-E88D489740B5}"/>
          </ac:picMkLst>
        </pc:picChg>
      </pc:sldChg>
      <pc:sldChg chg="addSp delSp modSp new mod">
        <pc:chgData name="Edwar Romero-Ramirez" userId="92bc0edd-ad5d-44a7-8ba7-72607029cc7a" providerId="ADAL" clId="{246191CB-6112-4949-B738-635D1AE1BB0E}" dt="2024-07-17T03:26:13.313" v="8719" actId="478"/>
        <pc:sldMkLst>
          <pc:docMk/>
          <pc:sldMk cId="412349088" sldId="387"/>
        </pc:sldMkLst>
        <pc:spChg chg="mod">
          <ac:chgData name="Edwar Romero-Ramirez" userId="92bc0edd-ad5d-44a7-8ba7-72607029cc7a" providerId="ADAL" clId="{246191CB-6112-4949-B738-635D1AE1BB0E}" dt="2024-07-17T03:02:01.792" v="8432" actId="20577"/>
          <ac:spMkLst>
            <pc:docMk/>
            <pc:sldMk cId="412349088" sldId="387"/>
            <ac:spMk id="2" creationId="{45A36A9C-F007-80D9-5AB0-0AE80A348C56}"/>
          </ac:spMkLst>
        </pc:spChg>
        <pc:spChg chg="add del mod">
          <ac:chgData name="Edwar Romero-Ramirez" userId="92bc0edd-ad5d-44a7-8ba7-72607029cc7a" providerId="ADAL" clId="{246191CB-6112-4949-B738-635D1AE1BB0E}" dt="2024-07-17T03:26:10.838" v="8718" actId="6549"/>
          <ac:spMkLst>
            <pc:docMk/>
            <pc:sldMk cId="412349088" sldId="387"/>
            <ac:spMk id="3" creationId="{2FC69CFA-8513-6085-1FF6-1CD8335AE0DE}"/>
          </ac:spMkLst>
        </pc:spChg>
        <pc:spChg chg="add del">
          <ac:chgData name="Edwar Romero-Ramirez" userId="92bc0edd-ad5d-44a7-8ba7-72607029cc7a" providerId="ADAL" clId="{246191CB-6112-4949-B738-635D1AE1BB0E}" dt="2024-07-17T03:10:02.065" v="8670" actId="478"/>
          <ac:spMkLst>
            <pc:docMk/>
            <pc:sldMk cId="412349088" sldId="387"/>
            <ac:spMk id="7" creationId="{7070496E-4B28-F70A-FC97-7D70F38ABFAD}"/>
          </ac:spMkLst>
        </pc:spChg>
        <pc:spChg chg="add mod">
          <ac:chgData name="Edwar Romero-Ramirez" userId="92bc0edd-ad5d-44a7-8ba7-72607029cc7a" providerId="ADAL" clId="{246191CB-6112-4949-B738-635D1AE1BB0E}" dt="2024-07-17T03:10:00.643" v="8669" actId="478"/>
          <ac:spMkLst>
            <pc:docMk/>
            <pc:sldMk cId="412349088" sldId="387"/>
            <ac:spMk id="8" creationId="{11FB7E6F-C4CB-AF5E-5FFF-96E12E6CC859}"/>
          </ac:spMkLst>
        </pc:spChg>
        <pc:spChg chg="add del">
          <ac:chgData name="Edwar Romero-Ramirez" userId="92bc0edd-ad5d-44a7-8ba7-72607029cc7a" providerId="ADAL" clId="{246191CB-6112-4949-B738-635D1AE1BB0E}" dt="2024-07-17T03:10:43.128" v="8672" actId="478"/>
          <ac:spMkLst>
            <pc:docMk/>
            <pc:sldMk cId="412349088" sldId="387"/>
            <ac:spMk id="9" creationId="{94219644-C9F5-F746-8386-5C6DA4A56752}"/>
          </ac:spMkLst>
        </pc:spChg>
        <pc:picChg chg="add del mod">
          <ac:chgData name="Edwar Romero-Ramirez" userId="92bc0edd-ad5d-44a7-8ba7-72607029cc7a" providerId="ADAL" clId="{246191CB-6112-4949-B738-635D1AE1BB0E}" dt="2024-07-17T03:26:08.041" v="8717" actId="478"/>
          <ac:picMkLst>
            <pc:docMk/>
            <pc:sldMk cId="412349088" sldId="387"/>
            <ac:picMk id="4" creationId="{A81629DC-E521-E8DD-86AF-B89FF81A95DD}"/>
          </ac:picMkLst>
        </pc:picChg>
        <pc:picChg chg="add del mod">
          <ac:chgData name="Edwar Romero-Ramirez" userId="92bc0edd-ad5d-44a7-8ba7-72607029cc7a" providerId="ADAL" clId="{246191CB-6112-4949-B738-635D1AE1BB0E}" dt="2024-07-17T03:26:13.313" v="8719" actId="478"/>
          <ac:picMkLst>
            <pc:docMk/>
            <pc:sldMk cId="412349088" sldId="387"/>
            <ac:picMk id="6" creationId="{F87A71BE-C25B-A7BF-05AB-82080009ABD4}"/>
          </ac:picMkLst>
        </pc:picChg>
        <pc:picChg chg="add del mod modCrop">
          <ac:chgData name="Edwar Romero-Ramirez" userId="92bc0edd-ad5d-44a7-8ba7-72607029cc7a" providerId="ADAL" clId="{246191CB-6112-4949-B738-635D1AE1BB0E}" dt="2024-07-17T03:19:37.217" v="8688" actId="478"/>
          <ac:picMkLst>
            <pc:docMk/>
            <pc:sldMk cId="412349088" sldId="387"/>
            <ac:picMk id="7" creationId="{A444D8A2-D7D0-BDA9-6B64-74FC33C0CFBD}"/>
          </ac:picMkLst>
        </pc:picChg>
        <pc:picChg chg="add del">
          <ac:chgData name="Edwar Romero-Ramirez" userId="92bc0edd-ad5d-44a7-8ba7-72607029cc7a" providerId="ADAL" clId="{246191CB-6112-4949-B738-635D1AE1BB0E}" dt="2024-07-17T03:18:57.581" v="8683" actId="478"/>
          <ac:picMkLst>
            <pc:docMk/>
            <pc:sldMk cId="412349088" sldId="387"/>
            <ac:picMk id="9" creationId="{2A1E36F3-73DF-CD16-EE19-DAC8D8ED993D}"/>
          </ac:picMkLst>
        </pc:picChg>
        <pc:picChg chg="add del mod">
          <ac:chgData name="Edwar Romero-Ramirez" userId="92bc0edd-ad5d-44a7-8ba7-72607029cc7a" providerId="ADAL" clId="{246191CB-6112-4949-B738-635D1AE1BB0E}" dt="2024-07-17T03:19:37.874" v="8689" actId="478"/>
          <ac:picMkLst>
            <pc:docMk/>
            <pc:sldMk cId="412349088" sldId="387"/>
            <ac:picMk id="11" creationId="{C05E5F36-EF22-393F-7018-212FE2F45155}"/>
          </ac:picMkLst>
        </pc:picChg>
        <pc:picChg chg="add del mod modCrop">
          <ac:chgData name="Edwar Romero-Ramirez" userId="92bc0edd-ad5d-44a7-8ba7-72607029cc7a" providerId="ADAL" clId="{246191CB-6112-4949-B738-635D1AE1BB0E}" dt="2024-07-17T03:26:05.072" v="8714" actId="478"/>
          <ac:picMkLst>
            <pc:docMk/>
            <pc:sldMk cId="412349088" sldId="387"/>
            <ac:picMk id="13" creationId="{39922979-D4FB-657A-2611-CCC6B34FD117}"/>
          </ac:picMkLst>
        </pc:picChg>
        <pc:picChg chg="add del mod">
          <ac:chgData name="Edwar Romero-Ramirez" userId="92bc0edd-ad5d-44a7-8ba7-72607029cc7a" providerId="ADAL" clId="{246191CB-6112-4949-B738-635D1AE1BB0E}" dt="2024-07-17T03:26:04.137" v="8713" actId="478"/>
          <ac:picMkLst>
            <pc:docMk/>
            <pc:sldMk cId="412349088" sldId="387"/>
            <ac:picMk id="15" creationId="{29CFA3A7-E23F-005D-AE52-5C7AAA1DFDDD}"/>
          </ac:picMkLst>
        </pc:picChg>
        <pc:picChg chg="add del mod modCrop">
          <ac:chgData name="Edwar Romero-Ramirez" userId="92bc0edd-ad5d-44a7-8ba7-72607029cc7a" providerId="ADAL" clId="{246191CB-6112-4949-B738-635D1AE1BB0E}" dt="2024-07-17T03:26:06.186" v="8716" actId="478"/>
          <ac:picMkLst>
            <pc:docMk/>
            <pc:sldMk cId="412349088" sldId="387"/>
            <ac:picMk id="16" creationId="{BC870A02-33DA-2926-77CC-0BD192CB46C0}"/>
          </ac:picMkLst>
        </pc:picChg>
        <pc:picChg chg="add del mod modCrop">
          <ac:chgData name="Edwar Romero-Ramirez" userId="92bc0edd-ad5d-44a7-8ba7-72607029cc7a" providerId="ADAL" clId="{246191CB-6112-4949-B738-635D1AE1BB0E}" dt="2024-07-17T03:26:05.720" v="8715" actId="478"/>
          <ac:picMkLst>
            <pc:docMk/>
            <pc:sldMk cId="412349088" sldId="387"/>
            <ac:picMk id="17" creationId="{3871B306-5418-9400-4970-05F9674107FD}"/>
          </ac:picMkLst>
        </pc:picChg>
      </pc:sldChg>
      <pc:sldChg chg="addSp modSp add mod">
        <pc:chgData name="Edwar Romero-Ramirez" userId="92bc0edd-ad5d-44a7-8ba7-72607029cc7a" providerId="ADAL" clId="{246191CB-6112-4949-B738-635D1AE1BB0E}" dt="2024-07-17T03:28:05.974" v="8752" actId="2711"/>
        <pc:sldMkLst>
          <pc:docMk/>
          <pc:sldMk cId="2385124658" sldId="388"/>
        </pc:sldMkLst>
        <pc:spChg chg="mod">
          <ac:chgData name="Edwar Romero-Ramirez" userId="92bc0edd-ad5d-44a7-8ba7-72607029cc7a" providerId="ADAL" clId="{246191CB-6112-4949-B738-635D1AE1BB0E}" dt="2024-07-17T03:28:05.974" v="8752" actId="2711"/>
          <ac:spMkLst>
            <pc:docMk/>
            <pc:sldMk cId="2385124658" sldId="388"/>
            <ac:spMk id="3" creationId="{2FC69CFA-8513-6085-1FF6-1CD8335AE0DE}"/>
          </ac:spMkLst>
        </pc:spChg>
        <pc:grpChg chg="add mod">
          <ac:chgData name="Edwar Romero-Ramirez" userId="92bc0edd-ad5d-44a7-8ba7-72607029cc7a" providerId="ADAL" clId="{246191CB-6112-4949-B738-635D1AE1BB0E}" dt="2024-07-17T03:27:27.686" v="8739" actId="1076"/>
          <ac:grpSpMkLst>
            <pc:docMk/>
            <pc:sldMk cId="2385124658" sldId="388"/>
            <ac:grpSpMk id="5" creationId="{8E1AF9E2-94E9-CFF2-6CA8-3AD543793F79}"/>
          </ac:grpSpMkLst>
        </pc:grpChg>
        <pc:picChg chg="mod">
          <ac:chgData name="Edwar Romero-Ramirez" userId="92bc0edd-ad5d-44a7-8ba7-72607029cc7a" providerId="ADAL" clId="{246191CB-6112-4949-B738-635D1AE1BB0E}" dt="2024-07-17T03:26:25.908" v="8722" actId="1076"/>
          <ac:picMkLst>
            <pc:docMk/>
            <pc:sldMk cId="2385124658" sldId="388"/>
            <ac:picMk id="4" creationId="{A81629DC-E521-E8DD-86AF-B89FF81A95DD}"/>
          </ac:picMkLst>
        </pc:picChg>
        <pc:picChg chg="mod">
          <ac:chgData name="Edwar Romero-Ramirez" userId="92bc0edd-ad5d-44a7-8ba7-72607029cc7a" providerId="ADAL" clId="{246191CB-6112-4949-B738-635D1AE1BB0E}" dt="2024-07-17T03:26:23.495" v="8721" actId="1076"/>
          <ac:picMkLst>
            <pc:docMk/>
            <pc:sldMk cId="2385124658" sldId="388"/>
            <ac:picMk id="6" creationId="{F87A71BE-C25B-A7BF-05AB-82080009ABD4}"/>
          </ac:picMkLst>
        </pc:picChg>
        <pc:picChg chg="mod">
          <ac:chgData name="Edwar Romero-Ramirez" userId="92bc0edd-ad5d-44a7-8ba7-72607029cc7a" providerId="ADAL" clId="{246191CB-6112-4949-B738-635D1AE1BB0E}" dt="2024-07-17T03:27:25.160" v="8738" actId="164"/>
          <ac:picMkLst>
            <pc:docMk/>
            <pc:sldMk cId="2385124658" sldId="388"/>
            <ac:picMk id="13" creationId="{39922979-D4FB-657A-2611-CCC6B34FD117}"/>
          </ac:picMkLst>
        </pc:picChg>
        <pc:picChg chg="mod">
          <ac:chgData name="Edwar Romero-Ramirez" userId="92bc0edd-ad5d-44a7-8ba7-72607029cc7a" providerId="ADAL" clId="{246191CB-6112-4949-B738-635D1AE1BB0E}" dt="2024-07-17T03:27:34.457" v="8741" actId="1076"/>
          <ac:picMkLst>
            <pc:docMk/>
            <pc:sldMk cId="2385124658" sldId="388"/>
            <ac:picMk id="15" creationId="{29CFA3A7-E23F-005D-AE52-5C7AAA1DFDDD}"/>
          </ac:picMkLst>
        </pc:picChg>
        <pc:picChg chg="mod">
          <ac:chgData name="Edwar Romero-Ramirez" userId="92bc0edd-ad5d-44a7-8ba7-72607029cc7a" providerId="ADAL" clId="{246191CB-6112-4949-B738-635D1AE1BB0E}" dt="2024-07-17T03:27:25.160" v="8738" actId="164"/>
          <ac:picMkLst>
            <pc:docMk/>
            <pc:sldMk cId="2385124658" sldId="388"/>
            <ac:picMk id="16" creationId="{BC870A02-33DA-2926-77CC-0BD192CB46C0}"/>
          </ac:picMkLst>
        </pc:picChg>
        <pc:picChg chg="mod">
          <ac:chgData name="Edwar Romero-Ramirez" userId="92bc0edd-ad5d-44a7-8ba7-72607029cc7a" providerId="ADAL" clId="{246191CB-6112-4949-B738-635D1AE1BB0E}" dt="2024-07-17T03:27:25.160" v="8738" actId="164"/>
          <ac:picMkLst>
            <pc:docMk/>
            <pc:sldMk cId="2385124658" sldId="388"/>
            <ac:picMk id="17" creationId="{3871B306-5418-9400-4970-05F9674107FD}"/>
          </ac:picMkLst>
        </pc:picChg>
      </pc:sldChg>
    </pc:docChg>
  </pc:docChgLst>
  <pc:docChgLst>
    <pc:chgData name="Edwar Romero-Ramirez" userId="92bc0edd-ad5d-44a7-8ba7-72607029cc7a" providerId="ADAL" clId="{2411B0E9-5B86-5F47-8642-73065063E12B}"/>
    <pc:docChg chg="undo custSel addSld delSld modSld modSection">
      <pc:chgData name="Edwar Romero-Ramirez" userId="92bc0edd-ad5d-44a7-8ba7-72607029cc7a" providerId="ADAL" clId="{2411B0E9-5B86-5F47-8642-73065063E12B}" dt="2024-06-16T16:54:59.138" v="859" actId="20577"/>
      <pc:docMkLst>
        <pc:docMk/>
      </pc:docMkLst>
      <pc:sldChg chg="modSp">
        <pc:chgData name="Edwar Romero-Ramirez" userId="92bc0edd-ad5d-44a7-8ba7-72607029cc7a" providerId="ADAL" clId="{2411B0E9-5B86-5F47-8642-73065063E12B}" dt="2024-06-16T15:45:33.550" v="21" actId="20577"/>
        <pc:sldMkLst>
          <pc:docMk/>
          <pc:sldMk cId="783844113" sldId="256"/>
        </pc:sldMkLst>
        <pc:spChg chg="mod">
          <ac:chgData name="Edwar Romero-Ramirez" userId="92bc0edd-ad5d-44a7-8ba7-72607029cc7a" providerId="ADAL" clId="{2411B0E9-5B86-5F47-8642-73065063E12B}" dt="2024-06-16T15:45:33.550" v="21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add del">
        <pc:chgData name="Edwar Romero-Ramirez" userId="92bc0edd-ad5d-44a7-8ba7-72607029cc7a" providerId="ADAL" clId="{2411B0E9-5B86-5F47-8642-73065063E12B}" dt="2024-06-16T16:16:43.593" v="78" actId="22"/>
        <pc:sldMkLst>
          <pc:docMk/>
          <pc:sldMk cId="3509818843" sldId="346"/>
        </pc:sldMkLst>
      </pc:sldChg>
      <pc:sldChg chg="modSp">
        <pc:chgData name="Edwar Romero-Ramirez" userId="92bc0edd-ad5d-44a7-8ba7-72607029cc7a" providerId="ADAL" clId="{2411B0E9-5B86-5F47-8642-73065063E12B}" dt="2024-06-16T15:46:20.600" v="73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2411B0E9-5B86-5F47-8642-73065063E12B}" dt="2024-06-16T15:46:20.600" v="73" actId="20577"/>
          <ac:spMkLst>
            <pc:docMk/>
            <pc:sldMk cId="2275632493" sldId="365"/>
            <ac:spMk id="6" creationId="{86649F24-8FCC-CDEB-B4C7-3B4C1F0F6A52}"/>
          </ac:spMkLst>
        </pc:spChg>
      </pc:sldChg>
      <pc:sldChg chg="addSp delSp modSp add modNotesTx">
        <pc:chgData name="Edwar Romero-Ramirez" userId="92bc0edd-ad5d-44a7-8ba7-72607029cc7a" providerId="ADAL" clId="{2411B0E9-5B86-5F47-8642-73065063E12B}" dt="2024-06-16T16:36:41.504" v="287" actId="20577"/>
        <pc:sldMkLst>
          <pc:docMk/>
          <pc:sldMk cId="936853904" sldId="375"/>
        </pc:sldMkLst>
        <pc:spChg chg="mod">
          <ac:chgData name="Edwar Romero-Ramirez" userId="92bc0edd-ad5d-44a7-8ba7-72607029cc7a" providerId="ADAL" clId="{2411B0E9-5B86-5F47-8642-73065063E12B}" dt="2024-06-16T16:29:56.247" v="89" actId="22"/>
          <ac:spMkLst>
            <pc:docMk/>
            <pc:sldMk cId="936853904" sldId="375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411B0E9-5B86-5F47-8642-73065063E12B}" dt="2024-06-16T16:36:41.504" v="287" actId="20577"/>
          <ac:spMkLst>
            <pc:docMk/>
            <pc:sldMk cId="936853904" sldId="375"/>
            <ac:spMk id="3" creationId="{10AD0E58-93FB-6A47-493C-616E6D59704E}"/>
          </ac:spMkLst>
        </pc:spChg>
        <pc:picChg chg="del">
          <ac:chgData name="Edwar Romero-Ramirez" userId="92bc0edd-ad5d-44a7-8ba7-72607029cc7a" providerId="ADAL" clId="{2411B0E9-5B86-5F47-8642-73065063E12B}" dt="2024-06-16T16:16:58.346" v="81" actId="478"/>
          <ac:picMkLst>
            <pc:docMk/>
            <pc:sldMk cId="936853904" sldId="375"/>
            <ac:picMk id="9" creationId="{FA24FF5C-1E27-EF8D-1247-D801F07A3A86}"/>
          </ac:picMkLst>
        </pc:picChg>
        <pc:picChg chg="del">
          <ac:chgData name="Edwar Romero-Ramirez" userId="92bc0edd-ad5d-44a7-8ba7-72607029cc7a" providerId="ADAL" clId="{2411B0E9-5B86-5F47-8642-73065063E12B}" dt="2024-06-16T16:16:57.622" v="80" actId="478"/>
          <ac:picMkLst>
            <pc:docMk/>
            <pc:sldMk cId="936853904" sldId="375"/>
            <ac:picMk id="10" creationId="{36811DD9-DD55-2B88-0E59-03FBDEBA3E88}"/>
          </ac:picMkLst>
        </pc:picChg>
        <pc:picChg chg="del">
          <ac:chgData name="Edwar Romero-Ramirez" userId="92bc0edd-ad5d-44a7-8ba7-72607029cc7a" providerId="ADAL" clId="{2411B0E9-5B86-5F47-8642-73065063E12B}" dt="2024-06-16T16:16:59.067" v="82" actId="478"/>
          <ac:picMkLst>
            <pc:docMk/>
            <pc:sldMk cId="936853904" sldId="375"/>
            <ac:picMk id="11" creationId="{68E480E0-FA87-048B-6A65-3BDB885AEE62}"/>
          </ac:picMkLst>
        </pc:picChg>
        <pc:picChg chg="add del mod">
          <ac:chgData name="Edwar Romero-Ramirez" userId="92bc0edd-ad5d-44a7-8ba7-72607029cc7a" providerId="ADAL" clId="{2411B0E9-5B86-5F47-8642-73065063E12B}" dt="2024-06-16T16:29:35.925" v="88" actId="478"/>
          <ac:picMkLst>
            <pc:docMk/>
            <pc:sldMk cId="936853904" sldId="375"/>
            <ac:picMk id="14" creationId="{E805E368-FDFA-96F2-0ECC-C29DAE2E68B9}"/>
          </ac:picMkLst>
        </pc:picChg>
        <pc:picChg chg="del">
          <ac:chgData name="Edwar Romero-Ramirez" userId="92bc0edd-ad5d-44a7-8ba7-72607029cc7a" providerId="ADAL" clId="{2411B0E9-5B86-5F47-8642-73065063E12B}" dt="2024-06-16T16:16:55.585" v="79" actId="478"/>
          <ac:picMkLst>
            <pc:docMk/>
            <pc:sldMk cId="936853904" sldId="375"/>
            <ac:picMk id="15" creationId="{8302A4BB-BEF3-78C0-548F-1C00B9EB3CB8}"/>
          </ac:picMkLst>
        </pc:picChg>
        <pc:picChg chg="del">
          <ac:chgData name="Edwar Romero-Ramirez" userId="92bc0edd-ad5d-44a7-8ba7-72607029cc7a" providerId="ADAL" clId="{2411B0E9-5B86-5F47-8642-73065063E12B}" dt="2024-06-16T16:30:00.912" v="90" actId="478"/>
          <ac:picMkLst>
            <pc:docMk/>
            <pc:sldMk cId="936853904" sldId="375"/>
            <ac:picMk id="16" creationId="{3EDE6D08-50D5-0D43-BF0F-F0C4A669C3FF}"/>
          </ac:picMkLst>
        </pc:picChg>
        <pc:picChg chg="add del mod">
          <ac:chgData name="Edwar Romero-Ramirez" userId="92bc0edd-ad5d-44a7-8ba7-72607029cc7a" providerId="ADAL" clId="{2411B0E9-5B86-5F47-8642-73065063E12B}" dt="2024-06-16T16:33:44.306" v="98" actId="478"/>
          <ac:picMkLst>
            <pc:docMk/>
            <pc:sldMk cId="936853904" sldId="375"/>
            <ac:picMk id="19" creationId="{02F94B82-4E59-E16F-0BAA-857B171BE1D8}"/>
          </ac:picMkLst>
        </pc:picChg>
        <pc:picChg chg="add del mod">
          <ac:chgData name="Edwar Romero-Ramirez" userId="92bc0edd-ad5d-44a7-8ba7-72607029cc7a" providerId="ADAL" clId="{2411B0E9-5B86-5F47-8642-73065063E12B}" dt="2024-06-16T16:33:43.015" v="97" actId="478"/>
          <ac:picMkLst>
            <pc:docMk/>
            <pc:sldMk cId="936853904" sldId="375"/>
            <ac:picMk id="22" creationId="{AEF6C886-AAF3-B7CD-ED50-FBA0771CC37A}"/>
          </ac:picMkLst>
        </pc:picChg>
        <pc:picChg chg="add mod">
          <ac:chgData name="Edwar Romero-Ramirez" userId="92bc0edd-ad5d-44a7-8ba7-72607029cc7a" providerId="ADAL" clId="{2411B0E9-5B86-5F47-8642-73065063E12B}" dt="2024-06-16T16:34:11.554" v="103" actId="14100"/>
          <ac:picMkLst>
            <pc:docMk/>
            <pc:sldMk cId="936853904" sldId="375"/>
            <ac:picMk id="25" creationId="{0A199BFD-2875-969E-ED1E-947E2F403C4B}"/>
          </ac:picMkLst>
        </pc:picChg>
        <pc:picChg chg="add mod">
          <ac:chgData name="Edwar Romero-Ramirez" userId="92bc0edd-ad5d-44a7-8ba7-72607029cc7a" providerId="ADAL" clId="{2411B0E9-5B86-5F47-8642-73065063E12B}" dt="2024-06-16T16:34:18.518" v="105" actId="14100"/>
          <ac:picMkLst>
            <pc:docMk/>
            <pc:sldMk cId="936853904" sldId="375"/>
            <ac:picMk id="28" creationId="{E287BECC-3C16-892D-10A9-365E452677A7}"/>
          </ac:picMkLst>
        </pc:picChg>
      </pc:sldChg>
      <pc:sldChg chg="addSp delSp modSp add">
        <pc:chgData name="Edwar Romero-Ramirez" userId="92bc0edd-ad5d-44a7-8ba7-72607029cc7a" providerId="ADAL" clId="{2411B0E9-5B86-5F47-8642-73065063E12B}" dt="2024-06-16T16:49:36.996" v="491" actId="207"/>
        <pc:sldMkLst>
          <pc:docMk/>
          <pc:sldMk cId="783102877" sldId="376"/>
        </pc:sldMkLst>
        <pc:spChg chg="mod">
          <ac:chgData name="Edwar Romero-Ramirez" userId="92bc0edd-ad5d-44a7-8ba7-72607029cc7a" providerId="ADAL" clId="{2411B0E9-5B86-5F47-8642-73065063E12B}" dt="2024-06-16T16:42:56.135" v="300" actId="20577"/>
          <ac:spMkLst>
            <pc:docMk/>
            <pc:sldMk cId="783102877" sldId="376"/>
            <ac:spMk id="3" creationId="{10AD0E58-93FB-6A47-493C-616E6D59704E}"/>
          </ac:spMkLst>
        </pc:spChg>
        <pc:spChg chg="add mod ord">
          <ac:chgData name="Edwar Romero-Ramirez" userId="92bc0edd-ad5d-44a7-8ba7-72607029cc7a" providerId="ADAL" clId="{2411B0E9-5B86-5F47-8642-73065063E12B}" dt="2024-06-16T16:49:36.996" v="491" actId="207"/>
          <ac:spMkLst>
            <pc:docMk/>
            <pc:sldMk cId="783102877" sldId="376"/>
            <ac:spMk id="16" creationId="{1CB7A709-C4D1-B131-0F7B-00239AA28768}"/>
          </ac:spMkLst>
        </pc:spChg>
        <pc:spChg chg="add del">
          <ac:chgData name="Edwar Romero-Ramirez" userId="92bc0edd-ad5d-44a7-8ba7-72607029cc7a" providerId="ADAL" clId="{2411B0E9-5B86-5F47-8642-73065063E12B}" dt="2024-06-16T16:44:21.305" v="306" actId="22"/>
          <ac:spMkLst>
            <pc:docMk/>
            <pc:sldMk cId="783102877" sldId="376"/>
            <ac:spMk id="18" creationId="{96B2D98A-19E8-011A-D328-A3BC57C6DD03}"/>
          </ac:spMkLst>
        </pc:spChg>
        <pc:picChg chg="add del mod">
          <ac:chgData name="Edwar Romero-Ramirez" userId="92bc0edd-ad5d-44a7-8ba7-72607029cc7a" providerId="ADAL" clId="{2411B0E9-5B86-5F47-8642-73065063E12B}" dt="2024-06-16T16:43:57.216" v="303" actId="478"/>
          <ac:picMkLst>
            <pc:docMk/>
            <pc:sldMk cId="783102877" sldId="376"/>
            <ac:picMk id="11" creationId="{DAD410AE-1172-7544-2038-4A1D8E899633}"/>
          </ac:picMkLst>
        </pc:picChg>
        <pc:picChg chg="add mod">
          <ac:chgData name="Edwar Romero-Ramirez" userId="92bc0edd-ad5d-44a7-8ba7-72607029cc7a" providerId="ADAL" clId="{2411B0E9-5B86-5F47-8642-73065063E12B}" dt="2024-06-16T16:42:28.957" v="297" actId="1076"/>
          <ac:picMkLst>
            <pc:docMk/>
            <pc:sldMk cId="783102877" sldId="376"/>
            <ac:picMk id="14" creationId="{30837F2A-69A9-79E5-78E6-FAC3CD27033B}"/>
          </ac:picMkLst>
        </pc:picChg>
        <pc:picChg chg="add mod">
          <ac:chgData name="Edwar Romero-Ramirez" userId="92bc0edd-ad5d-44a7-8ba7-72607029cc7a" providerId="ADAL" clId="{2411B0E9-5B86-5F47-8642-73065063E12B}" dt="2024-06-16T16:49:00.496" v="487" actId="1076"/>
          <ac:picMkLst>
            <pc:docMk/>
            <pc:sldMk cId="783102877" sldId="376"/>
            <ac:picMk id="21" creationId="{5BBEB755-66AC-53A3-3491-7136D2DC31FF}"/>
          </ac:picMkLst>
        </pc:picChg>
        <pc:picChg chg="del">
          <ac:chgData name="Edwar Romero-Ramirez" userId="92bc0edd-ad5d-44a7-8ba7-72607029cc7a" providerId="ADAL" clId="{2411B0E9-5B86-5F47-8642-73065063E12B}" dt="2024-06-16T16:40:49.623" v="289" actId="478"/>
          <ac:picMkLst>
            <pc:docMk/>
            <pc:sldMk cId="783102877" sldId="376"/>
            <ac:picMk id="25" creationId="{0A199BFD-2875-969E-ED1E-947E2F403C4B}"/>
          </ac:picMkLst>
        </pc:picChg>
        <pc:picChg chg="del">
          <ac:chgData name="Edwar Romero-Ramirez" userId="92bc0edd-ad5d-44a7-8ba7-72607029cc7a" providerId="ADAL" clId="{2411B0E9-5B86-5F47-8642-73065063E12B}" dt="2024-06-16T16:40:51.519" v="290" actId="478"/>
          <ac:picMkLst>
            <pc:docMk/>
            <pc:sldMk cId="783102877" sldId="376"/>
            <ac:picMk id="28" creationId="{E287BECC-3C16-892D-10A9-365E452677A7}"/>
          </ac:picMkLst>
        </pc:picChg>
      </pc:sldChg>
      <pc:sldChg chg="delSp modSp add">
        <pc:chgData name="Edwar Romero-Ramirez" userId="92bc0edd-ad5d-44a7-8ba7-72607029cc7a" providerId="ADAL" clId="{2411B0E9-5B86-5F47-8642-73065063E12B}" dt="2024-06-16T16:54:59.138" v="859" actId="20577"/>
        <pc:sldMkLst>
          <pc:docMk/>
          <pc:sldMk cId="3036108891" sldId="377"/>
        </pc:sldMkLst>
        <pc:spChg chg="mod">
          <ac:chgData name="Edwar Romero-Ramirez" userId="92bc0edd-ad5d-44a7-8ba7-72607029cc7a" providerId="ADAL" clId="{2411B0E9-5B86-5F47-8642-73065063E12B}" dt="2024-06-16T16:54:59.138" v="859" actId="20577"/>
          <ac:spMkLst>
            <pc:docMk/>
            <pc:sldMk cId="3036108891" sldId="377"/>
            <ac:spMk id="3" creationId="{10AD0E58-93FB-6A47-493C-616E6D59704E}"/>
          </ac:spMkLst>
        </pc:spChg>
        <pc:spChg chg="del">
          <ac:chgData name="Edwar Romero-Ramirez" userId="92bc0edd-ad5d-44a7-8ba7-72607029cc7a" providerId="ADAL" clId="{2411B0E9-5B86-5F47-8642-73065063E12B}" dt="2024-06-16T16:50:54.307" v="493" actId="478"/>
          <ac:spMkLst>
            <pc:docMk/>
            <pc:sldMk cId="3036108891" sldId="377"/>
            <ac:spMk id="16" creationId="{1CB7A709-C4D1-B131-0F7B-00239AA28768}"/>
          </ac:spMkLst>
        </pc:spChg>
        <pc:picChg chg="del">
          <ac:chgData name="Edwar Romero-Ramirez" userId="92bc0edd-ad5d-44a7-8ba7-72607029cc7a" providerId="ADAL" clId="{2411B0E9-5B86-5F47-8642-73065063E12B}" dt="2024-06-16T16:50:56.156" v="494" actId="478"/>
          <ac:picMkLst>
            <pc:docMk/>
            <pc:sldMk cId="3036108891" sldId="377"/>
            <ac:picMk id="14" creationId="{30837F2A-69A9-79E5-78E6-FAC3CD27033B}"/>
          </ac:picMkLst>
        </pc:picChg>
        <pc:picChg chg="del">
          <ac:chgData name="Edwar Romero-Ramirez" userId="92bc0edd-ad5d-44a7-8ba7-72607029cc7a" providerId="ADAL" clId="{2411B0E9-5B86-5F47-8642-73065063E12B}" dt="2024-06-16T16:50:57.616" v="495" actId="478"/>
          <ac:picMkLst>
            <pc:docMk/>
            <pc:sldMk cId="3036108891" sldId="377"/>
            <ac:picMk id="21" creationId="{5BBEB755-66AC-53A3-3491-7136D2DC31FF}"/>
          </ac:picMkLst>
        </pc:picChg>
      </pc:sldChg>
    </pc:docChg>
  </pc:docChgLst>
  <pc:docChgLst>
    <pc:chgData name="Edwar Romero-Ramirez" userId="92bc0edd-ad5d-44a7-8ba7-72607029cc7a" providerId="ADAL" clId="{665750E8-520B-284B-B1B0-9834435C439D}"/>
    <pc:docChg chg="undo custSel modSld">
      <pc:chgData name="Edwar Romero-Ramirez" userId="92bc0edd-ad5d-44a7-8ba7-72607029cc7a" providerId="ADAL" clId="{665750E8-520B-284B-B1B0-9834435C439D}" dt="2024-06-27T14:41:49.451" v="529" actId="20577"/>
      <pc:docMkLst>
        <pc:docMk/>
      </pc:docMkLst>
      <pc:sldChg chg="modSp">
        <pc:chgData name="Edwar Romero-Ramirez" userId="92bc0edd-ad5d-44a7-8ba7-72607029cc7a" providerId="ADAL" clId="{665750E8-520B-284B-B1B0-9834435C439D}" dt="2024-06-27T14:41:49.451" v="529" actId="20577"/>
        <pc:sldMkLst>
          <pc:docMk/>
          <pc:sldMk cId="3375053121" sldId="357"/>
        </pc:sldMkLst>
        <pc:spChg chg="mod">
          <ac:chgData name="Edwar Romero-Ramirez" userId="92bc0edd-ad5d-44a7-8ba7-72607029cc7a" providerId="ADAL" clId="{665750E8-520B-284B-B1B0-9834435C439D}" dt="2024-06-27T14:41:49.451" v="529" actId="20577"/>
          <ac:spMkLst>
            <pc:docMk/>
            <pc:sldMk cId="3375053121" sldId="357"/>
            <ac:spMk id="3" creationId="{531873D7-60CF-EF09-FB5B-1AAE765912F0}"/>
          </ac:spMkLst>
        </pc:spChg>
      </pc:sldChg>
    </pc:docChg>
  </pc:docChgLst>
  <pc:docChgLst>
    <pc:chgData name="Somak Das" userId="S::sdas@floridapoly.edu::98cebb13-2fc4-4808-95b9-daeb7e6acc01" providerId="AD" clId="Web-{90F5505E-1D23-1050-D337-04AC02FA50FA}"/>
    <pc:docChg chg="delSld modSld modSection">
      <pc:chgData name="Somak Das" userId="S::sdas@floridapoly.edu::98cebb13-2fc4-4808-95b9-daeb7e6acc01" providerId="AD" clId="Web-{90F5505E-1D23-1050-D337-04AC02FA50FA}" dt="2024-09-11T03:59:33" v="6"/>
      <pc:docMkLst>
        <pc:docMk/>
      </pc:docMkLst>
      <pc:sldChg chg="modSp">
        <pc:chgData name="Somak Das" userId="S::sdas@floridapoly.edu::98cebb13-2fc4-4808-95b9-daeb7e6acc01" providerId="AD" clId="Web-{90F5505E-1D23-1050-D337-04AC02FA50FA}" dt="2024-09-11T02:55:45.699" v="3" actId="20577"/>
        <pc:sldMkLst>
          <pc:docMk/>
          <pc:sldMk cId="783844113" sldId="256"/>
        </pc:sldMkLst>
        <pc:spChg chg="mod">
          <ac:chgData name="Somak Das" userId="S::sdas@floridapoly.edu::98cebb13-2fc4-4808-95b9-daeb7e6acc01" providerId="AD" clId="Web-{90F5505E-1D23-1050-D337-04AC02FA50FA}" dt="2024-09-11T02:55:45.699" v="3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del">
        <pc:chgData name="Somak Das" userId="S::sdas@floridapoly.edu::98cebb13-2fc4-4808-95b9-daeb7e6acc01" providerId="AD" clId="Web-{90F5505E-1D23-1050-D337-04AC02FA50FA}" dt="2024-09-11T03:52:33.609" v="4"/>
        <pc:sldMkLst>
          <pc:docMk/>
          <pc:sldMk cId="1929717596" sldId="356"/>
        </pc:sldMkLst>
      </pc:sldChg>
      <pc:sldChg chg="del">
        <pc:chgData name="Somak Das" userId="S::sdas@floridapoly.edu::98cebb13-2fc4-4808-95b9-daeb7e6acc01" providerId="AD" clId="Web-{90F5505E-1D23-1050-D337-04AC02FA50FA}" dt="2024-09-11T03:59:33" v="6"/>
        <pc:sldMkLst>
          <pc:docMk/>
          <pc:sldMk cId="2224650838" sldId="360"/>
        </pc:sldMkLst>
      </pc:sldChg>
      <pc:sldChg chg="del">
        <pc:chgData name="Somak Das" userId="S::sdas@floridapoly.edu::98cebb13-2fc4-4808-95b9-daeb7e6acc01" providerId="AD" clId="Web-{90F5505E-1D23-1050-D337-04AC02FA50FA}" dt="2024-09-11T03:53:21.642" v="5"/>
        <pc:sldMkLst>
          <pc:docMk/>
          <pc:sldMk cId="2289806869" sldId="389"/>
        </pc:sldMkLst>
      </pc:sldChg>
    </pc:docChg>
  </pc:docChgLst>
  <pc:docChgLst>
    <pc:chgData name="Somak Das" userId="S::sdas@floridapoly.edu::98cebb13-2fc4-4808-95b9-daeb7e6acc01" providerId="AD" clId="Web-{40DF0B1A-F50B-26F4-674E-D08494E9EABC}"/>
    <pc:docChg chg="addSld delSld modSld modSection">
      <pc:chgData name="Somak Das" userId="S::sdas@floridapoly.edu::98cebb13-2fc4-4808-95b9-daeb7e6acc01" providerId="AD" clId="Web-{40DF0B1A-F50B-26F4-674E-D08494E9EABC}" dt="2024-09-25T13:44:12.268" v="1597" actId="1076"/>
      <pc:docMkLst>
        <pc:docMk/>
      </pc:docMkLst>
      <pc:sldChg chg="add">
        <pc:chgData name="Somak Das" userId="S::sdas@floridapoly.edu::98cebb13-2fc4-4808-95b9-daeb7e6acc01" providerId="AD" clId="Web-{40DF0B1A-F50B-26F4-674E-D08494E9EABC}" dt="2024-09-25T13:07:37.970" v="1110"/>
        <pc:sldMkLst>
          <pc:docMk/>
          <pc:sldMk cId="3296985834" sldId="337"/>
        </pc:sldMkLst>
      </pc:sldChg>
      <pc:sldChg chg="del">
        <pc:chgData name="Somak Das" userId="S::sdas@floridapoly.edu::98cebb13-2fc4-4808-95b9-daeb7e6acc01" providerId="AD" clId="Web-{40DF0B1A-F50B-26F4-674E-D08494E9EABC}" dt="2024-09-24T23:13:49.883" v="924"/>
        <pc:sldMkLst>
          <pc:docMk/>
          <pc:sldMk cId="342402045" sldId="339"/>
        </pc:sldMkLst>
      </pc:sldChg>
      <pc:sldChg chg="delSp modSp del">
        <pc:chgData name="Somak Das" userId="S::sdas@floridapoly.edu::98cebb13-2fc4-4808-95b9-daeb7e6acc01" providerId="AD" clId="Web-{40DF0B1A-F50B-26F4-674E-D08494E9EABC}" dt="2024-09-24T22:23:31.336" v="461"/>
        <pc:sldMkLst>
          <pc:docMk/>
          <pc:sldMk cId="2896712735" sldId="359"/>
        </pc:sldMkLst>
        <pc:spChg chg="mod">
          <ac:chgData name="Somak Das" userId="S::sdas@floridapoly.edu::98cebb13-2fc4-4808-95b9-daeb7e6acc01" providerId="AD" clId="Web-{40DF0B1A-F50B-26F4-674E-D08494E9EABC}" dt="2024-09-24T21:55:05.160" v="260" actId="20577"/>
          <ac:spMkLst>
            <pc:docMk/>
            <pc:sldMk cId="2896712735" sldId="359"/>
            <ac:spMk id="3" creationId="{44D2DD6D-0A43-D229-ABD6-0BDC88721D71}"/>
          </ac:spMkLst>
        </pc:spChg>
        <pc:spChg chg="del">
          <ac:chgData name="Somak Das" userId="S::sdas@floridapoly.edu::98cebb13-2fc4-4808-95b9-daeb7e6acc01" providerId="AD" clId="Web-{40DF0B1A-F50B-26F4-674E-D08494E9EABC}" dt="2024-09-24T17:41:28.305" v="54"/>
          <ac:spMkLst>
            <pc:docMk/>
            <pc:sldMk cId="2896712735" sldId="359"/>
            <ac:spMk id="9" creationId="{1BF5C566-B69F-24E8-C0C4-3E5EA49FFAA9}"/>
          </ac:spMkLst>
        </pc:spChg>
        <pc:picChg chg="mod">
          <ac:chgData name="Somak Das" userId="S::sdas@floridapoly.edu::98cebb13-2fc4-4808-95b9-daeb7e6acc01" providerId="AD" clId="Web-{40DF0B1A-F50B-26F4-674E-D08494E9EABC}" dt="2024-09-24T17:41:59.165" v="59" actId="1076"/>
          <ac:picMkLst>
            <pc:docMk/>
            <pc:sldMk cId="2896712735" sldId="359"/>
            <ac:picMk id="7" creationId="{792B2ABD-E778-CBDC-9324-4219A57E6C12}"/>
          </ac:picMkLst>
        </pc:picChg>
      </pc:sldChg>
      <pc:sldChg chg="addSp modSp">
        <pc:chgData name="Somak Das" userId="S::sdas@floridapoly.edu::98cebb13-2fc4-4808-95b9-daeb7e6acc01" providerId="AD" clId="Web-{40DF0B1A-F50B-26F4-674E-D08494E9EABC}" dt="2024-09-24T17:49:53.008" v="256" actId="20577"/>
        <pc:sldMkLst>
          <pc:docMk/>
          <pc:sldMk cId="2427395056" sldId="361"/>
        </pc:sldMkLst>
        <pc:spChg chg="mod">
          <ac:chgData name="Somak Das" userId="S::sdas@floridapoly.edu::98cebb13-2fc4-4808-95b9-daeb7e6acc01" providerId="AD" clId="Web-{40DF0B1A-F50B-26F4-674E-D08494E9EABC}" dt="2024-09-24T17:45:43.719" v="117" actId="14100"/>
          <ac:spMkLst>
            <pc:docMk/>
            <pc:sldMk cId="2427395056" sldId="361"/>
            <ac:spMk id="3" creationId="{44D2DD6D-0A43-D229-ABD6-0BDC88721D71}"/>
          </ac:spMkLst>
        </pc:spChg>
        <pc:spChg chg="add mod">
          <ac:chgData name="Somak Das" userId="S::sdas@floridapoly.edu::98cebb13-2fc4-4808-95b9-daeb7e6acc01" providerId="AD" clId="Web-{40DF0B1A-F50B-26F4-674E-D08494E9EABC}" dt="2024-09-24T17:49:53.008" v="256" actId="20577"/>
          <ac:spMkLst>
            <pc:docMk/>
            <pc:sldMk cId="2427395056" sldId="361"/>
            <ac:spMk id="4" creationId="{47AE74FC-4A80-E6DF-3D05-441A4611F45B}"/>
          </ac:spMkLst>
        </pc:spChg>
      </pc:sldChg>
      <pc:sldChg chg="del">
        <pc:chgData name="Somak Das" userId="S::sdas@floridapoly.edu::98cebb13-2fc4-4808-95b9-daeb7e6acc01" providerId="AD" clId="Web-{40DF0B1A-F50B-26F4-674E-D08494E9EABC}" dt="2024-09-24T03:34:03.976" v="0"/>
        <pc:sldMkLst>
          <pc:docMk/>
          <pc:sldMk cId="273797658" sldId="362"/>
        </pc:sldMkLst>
      </pc:sldChg>
      <pc:sldChg chg="addSp delSp modSp mod setBg modClrScheme chgLayout">
        <pc:chgData name="Somak Das" userId="S::sdas@floridapoly.edu::98cebb13-2fc4-4808-95b9-daeb7e6acc01" providerId="AD" clId="Web-{40DF0B1A-F50B-26F4-674E-D08494E9EABC}" dt="2024-09-24T04:00:59.898" v="26" actId="14100"/>
        <pc:sldMkLst>
          <pc:docMk/>
          <pc:sldMk cId="1317834162" sldId="363"/>
        </pc:sldMkLst>
        <pc:spChg chg="mod ord">
          <ac:chgData name="Somak Das" userId="S::sdas@floridapoly.edu::98cebb13-2fc4-4808-95b9-daeb7e6acc01" providerId="AD" clId="Web-{40DF0B1A-F50B-26F4-674E-D08494E9EABC}" dt="2024-09-24T04:00:16.475" v="23"/>
          <ac:spMkLst>
            <pc:docMk/>
            <pc:sldMk cId="1317834162" sldId="363"/>
            <ac:spMk id="2" creationId="{83AE7214-E1EF-21AB-DAA2-F0A4758D94B8}"/>
          </ac:spMkLst>
        </pc:spChg>
        <pc:spChg chg="del">
          <ac:chgData name="Somak Das" userId="S::sdas@floridapoly.edu::98cebb13-2fc4-4808-95b9-daeb7e6acc01" providerId="AD" clId="Web-{40DF0B1A-F50B-26F4-674E-D08494E9EABC}" dt="2024-09-24T03:57:20.249" v="4"/>
          <ac:spMkLst>
            <pc:docMk/>
            <pc:sldMk cId="1317834162" sldId="363"/>
            <ac:spMk id="3" creationId="{9961B7ED-99FB-E5C5-26A4-A78F7F448C63}"/>
          </ac:spMkLst>
        </pc:spChg>
        <pc:spChg chg="add del">
          <ac:chgData name="Somak Das" userId="S::sdas@floridapoly.edu::98cebb13-2fc4-4808-95b9-daeb7e6acc01" providerId="AD" clId="Web-{40DF0B1A-F50B-26F4-674E-D08494E9EABC}" dt="2024-09-24T04:00:16.475" v="23"/>
          <ac:spMkLst>
            <pc:docMk/>
            <pc:sldMk cId="1317834162" sldId="363"/>
            <ac:spMk id="10" creationId="{D4771268-CB57-404A-9271-370EB28F6090}"/>
          </ac:spMkLst>
        </pc:spChg>
        <pc:spChg chg="add">
          <ac:chgData name="Somak Das" userId="S::sdas@floridapoly.edu::98cebb13-2fc4-4808-95b9-daeb7e6acc01" providerId="AD" clId="Web-{40DF0B1A-F50B-26F4-674E-D08494E9EABC}" dt="2024-09-24T04:00:16.475" v="23"/>
          <ac:spMkLst>
            <pc:docMk/>
            <pc:sldMk cId="1317834162" sldId="363"/>
            <ac:spMk id="15" creationId="{D12DDE76-C203-4047-9998-63900085B5E8}"/>
          </ac:spMkLst>
        </pc:spChg>
        <pc:picChg chg="mod">
          <ac:chgData name="Somak Das" userId="S::sdas@floridapoly.edu::98cebb13-2fc4-4808-95b9-daeb7e6acc01" providerId="AD" clId="Web-{40DF0B1A-F50B-26F4-674E-D08494E9EABC}" dt="2024-09-24T04:00:59.898" v="26" actId="14100"/>
          <ac:picMkLst>
            <pc:docMk/>
            <pc:sldMk cId="1317834162" sldId="363"/>
            <ac:picMk id="5" creationId="{3D560240-57D7-8F86-C982-5E0F2E615E2A}"/>
          </ac:picMkLst>
        </pc:picChg>
        <pc:picChg chg="del">
          <ac:chgData name="Somak Das" userId="S::sdas@floridapoly.edu::98cebb13-2fc4-4808-95b9-daeb7e6acc01" providerId="AD" clId="Web-{40DF0B1A-F50B-26F4-674E-D08494E9EABC}" dt="2024-09-24T03:57:12.796" v="3"/>
          <ac:picMkLst>
            <pc:docMk/>
            <pc:sldMk cId="1317834162" sldId="363"/>
            <ac:picMk id="7" creationId="{EA127937-C6D2-07BF-301C-8E22F92F3B82}"/>
          </ac:picMkLst>
        </pc:picChg>
        <pc:picChg chg="del">
          <ac:chgData name="Somak Das" userId="S::sdas@floridapoly.edu::98cebb13-2fc4-4808-95b9-daeb7e6acc01" providerId="AD" clId="Web-{40DF0B1A-F50B-26F4-674E-D08494E9EABC}" dt="2024-09-24T03:57:10.499" v="2"/>
          <ac:picMkLst>
            <pc:docMk/>
            <pc:sldMk cId="1317834162" sldId="363"/>
            <ac:picMk id="9" creationId="{66E20A33-8804-DE15-AE65-4723018D1465}"/>
          </ac:picMkLst>
        </pc:picChg>
      </pc:sldChg>
      <pc:sldChg chg="del">
        <pc:chgData name="Somak Das" userId="S::sdas@floridapoly.edu::98cebb13-2fc4-4808-95b9-daeb7e6acc01" providerId="AD" clId="Web-{40DF0B1A-F50B-26F4-674E-D08494E9EABC}" dt="2024-09-24T22:23:44.352" v="462"/>
        <pc:sldMkLst>
          <pc:docMk/>
          <pc:sldMk cId="3342374501" sldId="364"/>
        </pc:sldMkLst>
      </pc:sldChg>
      <pc:sldChg chg="del">
        <pc:chgData name="Somak Das" userId="S::sdas@floridapoly.edu::98cebb13-2fc4-4808-95b9-daeb7e6acc01" providerId="AD" clId="Web-{40DF0B1A-F50B-26F4-674E-D08494E9EABC}" dt="2024-09-24T21:53:52.609" v="257"/>
        <pc:sldMkLst>
          <pc:docMk/>
          <pc:sldMk cId="2555067571" sldId="365"/>
        </pc:sldMkLst>
      </pc:sldChg>
      <pc:sldChg chg="del">
        <pc:chgData name="Somak Das" userId="S::sdas@floridapoly.edu::98cebb13-2fc4-4808-95b9-daeb7e6acc01" providerId="AD" clId="Web-{40DF0B1A-F50B-26F4-674E-D08494E9EABC}" dt="2024-09-24T21:53:57.453" v="258"/>
        <pc:sldMkLst>
          <pc:docMk/>
          <pc:sldMk cId="1070754192" sldId="366"/>
        </pc:sldMkLst>
      </pc:sldChg>
      <pc:sldChg chg="modSp">
        <pc:chgData name="Somak Das" userId="S::sdas@floridapoly.edu::98cebb13-2fc4-4808-95b9-daeb7e6acc01" providerId="AD" clId="Web-{40DF0B1A-F50B-26F4-674E-D08494E9EABC}" dt="2024-09-24T22:37:56.604" v="602" actId="20577"/>
        <pc:sldMkLst>
          <pc:docMk/>
          <pc:sldMk cId="2605842973" sldId="367"/>
        </pc:sldMkLst>
        <pc:spChg chg="mod">
          <ac:chgData name="Somak Das" userId="S::sdas@floridapoly.edu::98cebb13-2fc4-4808-95b9-daeb7e6acc01" providerId="AD" clId="Web-{40DF0B1A-F50B-26F4-674E-D08494E9EABC}" dt="2024-09-24T22:37:56.604" v="602" actId="20577"/>
          <ac:spMkLst>
            <pc:docMk/>
            <pc:sldMk cId="2605842973" sldId="367"/>
            <ac:spMk id="3" creationId="{187E9334-7681-8AE9-50EB-29423A3CA39C}"/>
          </ac:spMkLst>
        </pc:spChg>
      </pc:sldChg>
      <pc:sldChg chg="addSp delSp modSp mod setBg modClrScheme chgLayout">
        <pc:chgData name="Somak Das" userId="S::sdas@floridapoly.edu::98cebb13-2fc4-4808-95b9-daeb7e6acc01" providerId="AD" clId="Web-{40DF0B1A-F50B-26F4-674E-D08494E9EABC}" dt="2024-09-24T04:00:08.443" v="22" actId="1076"/>
        <pc:sldMkLst>
          <pc:docMk/>
          <pc:sldMk cId="1255367339" sldId="368"/>
        </pc:sldMkLst>
        <pc:spChg chg="mod ord">
          <ac:chgData name="Somak Das" userId="S::sdas@floridapoly.edu::98cebb13-2fc4-4808-95b9-daeb7e6acc01" providerId="AD" clId="Web-{40DF0B1A-F50B-26F4-674E-D08494E9EABC}" dt="2024-09-24T03:59:51.817" v="19"/>
          <ac:spMkLst>
            <pc:docMk/>
            <pc:sldMk cId="1255367339" sldId="368"/>
            <ac:spMk id="2" creationId="{0FE5BB24-1D08-A503-004A-3D6A12105673}"/>
          </ac:spMkLst>
        </pc:spChg>
        <pc:spChg chg="del">
          <ac:chgData name="Somak Das" userId="S::sdas@floridapoly.edu::98cebb13-2fc4-4808-95b9-daeb7e6acc01" providerId="AD" clId="Web-{40DF0B1A-F50B-26F4-674E-D08494E9EABC}" dt="2024-09-24T03:58:12.517" v="9"/>
          <ac:spMkLst>
            <pc:docMk/>
            <pc:sldMk cId="1255367339" sldId="368"/>
            <ac:spMk id="3" creationId="{47E777F2-AFCF-B093-FF3A-05D0E64C5304}"/>
          </ac:spMkLst>
        </pc:spChg>
        <pc:spChg chg="add">
          <ac:chgData name="Somak Das" userId="S::sdas@floridapoly.edu::98cebb13-2fc4-4808-95b9-daeb7e6acc01" providerId="AD" clId="Web-{40DF0B1A-F50B-26F4-674E-D08494E9EABC}" dt="2024-09-24T03:59:51.817" v="19"/>
          <ac:spMkLst>
            <pc:docMk/>
            <pc:sldMk cId="1255367339" sldId="368"/>
            <ac:spMk id="10" creationId="{D12DDE76-C203-4047-9998-63900085B5E8}"/>
          </ac:spMkLst>
        </pc:spChg>
        <pc:picChg chg="mod">
          <ac:chgData name="Somak Das" userId="S::sdas@floridapoly.edu::98cebb13-2fc4-4808-95b9-daeb7e6acc01" providerId="AD" clId="Web-{40DF0B1A-F50B-26F4-674E-D08494E9EABC}" dt="2024-09-24T04:00:08.443" v="22" actId="1076"/>
          <ac:picMkLst>
            <pc:docMk/>
            <pc:sldMk cId="1255367339" sldId="368"/>
            <ac:picMk id="5" creationId="{F4D464B0-7CE7-1ECD-9EFA-24AA8F3C755B}"/>
          </ac:picMkLst>
        </pc:picChg>
        <pc:picChg chg="del">
          <ac:chgData name="Somak Das" userId="S::sdas@floridapoly.edu::98cebb13-2fc4-4808-95b9-daeb7e6acc01" providerId="AD" clId="Web-{40DF0B1A-F50B-26F4-674E-D08494E9EABC}" dt="2024-09-24T03:57:52.360" v="6"/>
          <ac:picMkLst>
            <pc:docMk/>
            <pc:sldMk cId="1255367339" sldId="368"/>
            <ac:picMk id="7" creationId="{A2E4F513-781F-14EC-DF7E-2E7C0FCBB621}"/>
          </ac:picMkLst>
        </pc:picChg>
        <pc:picChg chg="del">
          <ac:chgData name="Somak Das" userId="S::sdas@floridapoly.edu::98cebb13-2fc4-4808-95b9-daeb7e6acc01" providerId="AD" clId="Web-{40DF0B1A-F50B-26F4-674E-D08494E9EABC}" dt="2024-09-24T03:57:54.782" v="7"/>
          <ac:picMkLst>
            <pc:docMk/>
            <pc:sldMk cId="1255367339" sldId="368"/>
            <ac:picMk id="8" creationId="{8659442C-F16B-07FB-8BB8-2F09CF6CDD72}"/>
          </ac:picMkLst>
        </pc:picChg>
      </pc:sldChg>
      <pc:sldChg chg="modSp">
        <pc:chgData name="Somak Das" userId="S::sdas@floridapoly.edu::98cebb13-2fc4-4808-95b9-daeb7e6acc01" providerId="AD" clId="Web-{40DF0B1A-F50B-26F4-674E-D08494E9EABC}" dt="2024-09-24T23:13:00.802" v="920" actId="20577"/>
        <pc:sldMkLst>
          <pc:docMk/>
          <pc:sldMk cId="912849876" sldId="369"/>
        </pc:sldMkLst>
        <pc:spChg chg="mod">
          <ac:chgData name="Somak Das" userId="S::sdas@floridapoly.edu::98cebb13-2fc4-4808-95b9-daeb7e6acc01" providerId="AD" clId="Web-{40DF0B1A-F50B-26F4-674E-D08494E9EABC}" dt="2024-09-24T23:13:00.802" v="920" actId="20577"/>
          <ac:spMkLst>
            <pc:docMk/>
            <pc:sldMk cId="912849876" sldId="369"/>
            <ac:spMk id="3" creationId="{A02FAD85-3F6C-007F-6772-7B4A4BFAC6A0}"/>
          </ac:spMkLst>
        </pc:spChg>
      </pc:sldChg>
      <pc:sldChg chg="del">
        <pc:chgData name="Somak Das" userId="S::sdas@floridapoly.edu::98cebb13-2fc4-4808-95b9-daeb7e6acc01" providerId="AD" clId="Web-{40DF0B1A-F50B-26F4-674E-D08494E9EABC}" dt="2024-09-24T23:13:47.148" v="921"/>
        <pc:sldMkLst>
          <pc:docMk/>
          <pc:sldMk cId="3000795004" sldId="370"/>
        </pc:sldMkLst>
      </pc:sldChg>
      <pc:sldChg chg="del">
        <pc:chgData name="Somak Das" userId="S::sdas@floridapoly.edu::98cebb13-2fc4-4808-95b9-daeb7e6acc01" providerId="AD" clId="Web-{40DF0B1A-F50B-26F4-674E-D08494E9EABC}" dt="2024-09-24T23:13:47.961" v="922"/>
        <pc:sldMkLst>
          <pc:docMk/>
          <pc:sldMk cId="634940613" sldId="371"/>
        </pc:sldMkLst>
      </pc:sldChg>
      <pc:sldChg chg="del">
        <pc:chgData name="Somak Das" userId="S::sdas@floridapoly.edu::98cebb13-2fc4-4808-95b9-daeb7e6acc01" providerId="AD" clId="Web-{40DF0B1A-F50B-26F4-674E-D08494E9EABC}" dt="2024-09-24T23:13:48.554" v="923"/>
        <pc:sldMkLst>
          <pc:docMk/>
          <pc:sldMk cId="238057727" sldId="372"/>
        </pc:sldMkLst>
      </pc:sldChg>
      <pc:sldChg chg="del">
        <pc:chgData name="Somak Das" userId="S::sdas@floridapoly.edu::98cebb13-2fc4-4808-95b9-daeb7e6acc01" providerId="AD" clId="Web-{40DF0B1A-F50B-26F4-674E-D08494E9EABC}" dt="2024-09-24T23:13:50.351" v="925"/>
        <pc:sldMkLst>
          <pc:docMk/>
          <pc:sldMk cId="615294533" sldId="373"/>
        </pc:sldMkLst>
      </pc:sldChg>
      <pc:sldChg chg="del">
        <pc:chgData name="Somak Das" userId="S::sdas@floridapoly.edu::98cebb13-2fc4-4808-95b9-daeb7e6acc01" providerId="AD" clId="Web-{40DF0B1A-F50B-26F4-674E-D08494E9EABC}" dt="2024-09-24T23:13:51.555" v="926"/>
        <pc:sldMkLst>
          <pc:docMk/>
          <pc:sldMk cId="2737923927" sldId="374"/>
        </pc:sldMkLst>
      </pc:sldChg>
      <pc:sldChg chg="del">
        <pc:chgData name="Somak Das" userId="S::sdas@floridapoly.edu::98cebb13-2fc4-4808-95b9-daeb7e6acc01" providerId="AD" clId="Web-{40DF0B1A-F50B-26F4-674E-D08494E9EABC}" dt="2024-09-24T23:13:53.289" v="927"/>
        <pc:sldMkLst>
          <pc:docMk/>
          <pc:sldMk cId="779835356" sldId="375"/>
        </pc:sldMkLst>
      </pc:sldChg>
      <pc:sldChg chg="del">
        <pc:chgData name="Somak Das" userId="S::sdas@floridapoly.edu::98cebb13-2fc4-4808-95b9-daeb7e6acc01" providerId="AD" clId="Web-{40DF0B1A-F50B-26F4-674E-D08494E9EABC}" dt="2024-09-24T23:13:53.758" v="928"/>
        <pc:sldMkLst>
          <pc:docMk/>
          <pc:sldMk cId="4249414066" sldId="376"/>
        </pc:sldMkLst>
      </pc:sldChg>
      <pc:sldChg chg="del">
        <pc:chgData name="Somak Das" userId="S::sdas@floridapoly.edu::98cebb13-2fc4-4808-95b9-daeb7e6acc01" providerId="AD" clId="Web-{40DF0B1A-F50B-26F4-674E-D08494E9EABC}" dt="2024-09-24T23:13:58.524" v="929"/>
        <pc:sldMkLst>
          <pc:docMk/>
          <pc:sldMk cId="3545227026" sldId="377"/>
        </pc:sldMkLst>
      </pc:sldChg>
      <pc:sldChg chg="del">
        <pc:chgData name="Somak Das" userId="S::sdas@floridapoly.edu::98cebb13-2fc4-4808-95b9-daeb7e6acc01" providerId="AD" clId="Web-{40DF0B1A-F50B-26F4-674E-D08494E9EABC}" dt="2024-09-24T23:13:58.539" v="940"/>
        <pc:sldMkLst>
          <pc:docMk/>
          <pc:sldMk cId="3451492928" sldId="378"/>
        </pc:sldMkLst>
      </pc:sldChg>
      <pc:sldChg chg="del">
        <pc:chgData name="Somak Das" userId="S::sdas@floridapoly.edu::98cebb13-2fc4-4808-95b9-daeb7e6acc01" providerId="AD" clId="Web-{40DF0B1A-F50B-26F4-674E-D08494E9EABC}" dt="2024-09-24T23:13:58.539" v="939"/>
        <pc:sldMkLst>
          <pc:docMk/>
          <pc:sldMk cId="1598721325" sldId="379"/>
        </pc:sldMkLst>
      </pc:sldChg>
      <pc:sldChg chg="del">
        <pc:chgData name="Somak Das" userId="S::sdas@floridapoly.edu::98cebb13-2fc4-4808-95b9-daeb7e6acc01" providerId="AD" clId="Web-{40DF0B1A-F50B-26F4-674E-D08494E9EABC}" dt="2024-09-24T23:13:58.539" v="938"/>
        <pc:sldMkLst>
          <pc:docMk/>
          <pc:sldMk cId="3646144043" sldId="380"/>
        </pc:sldMkLst>
      </pc:sldChg>
      <pc:sldChg chg="del">
        <pc:chgData name="Somak Das" userId="S::sdas@floridapoly.edu::98cebb13-2fc4-4808-95b9-daeb7e6acc01" providerId="AD" clId="Web-{40DF0B1A-F50B-26F4-674E-D08494E9EABC}" dt="2024-09-24T23:13:58.539" v="937"/>
        <pc:sldMkLst>
          <pc:docMk/>
          <pc:sldMk cId="3926483897" sldId="381"/>
        </pc:sldMkLst>
      </pc:sldChg>
      <pc:sldChg chg="del">
        <pc:chgData name="Somak Das" userId="S::sdas@floridapoly.edu::98cebb13-2fc4-4808-95b9-daeb7e6acc01" providerId="AD" clId="Web-{40DF0B1A-F50B-26F4-674E-D08494E9EABC}" dt="2024-09-24T23:13:58.539" v="936"/>
        <pc:sldMkLst>
          <pc:docMk/>
          <pc:sldMk cId="2659381517" sldId="382"/>
        </pc:sldMkLst>
      </pc:sldChg>
      <pc:sldChg chg="del">
        <pc:chgData name="Somak Das" userId="S::sdas@floridapoly.edu::98cebb13-2fc4-4808-95b9-daeb7e6acc01" providerId="AD" clId="Web-{40DF0B1A-F50B-26F4-674E-D08494E9EABC}" dt="2024-09-24T23:13:58.539" v="935"/>
        <pc:sldMkLst>
          <pc:docMk/>
          <pc:sldMk cId="1216013769" sldId="383"/>
        </pc:sldMkLst>
      </pc:sldChg>
      <pc:sldChg chg="del">
        <pc:chgData name="Somak Das" userId="S::sdas@floridapoly.edu::98cebb13-2fc4-4808-95b9-daeb7e6acc01" providerId="AD" clId="Web-{40DF0B1A-F50B-26F4-674E-D08494E9EABC}" dt="2024-09-24T23:13:58.539" v="934"/>
        <pc:sldMkLst>
          <pc:docMk/>
          <pc:sldMk cId="1256361382" sldId="384"/>
        </pc:sldMkLst>
      </pc:sldChg>
      <pc:sldChg chg="del">
        <pc:chgData name="Somak Das" userId="S::sdas@floridapoly.edu::98cebb13-2fc4-4808-95b9-daeb7e6acc01" providerId="AD" clId="Web-{40DF0B1A-F50B-26F4-674E-D08494E9EABC}" dt="2024-09-24T23:13:58.539" v="933"/>
        <pc:sldMkLst>
          <pc:docMk/>
          <pc:sldMk cId="2030443037" sldId="385"/>
        </pc:sldMkLst>
      </pc:sldChg>
      <pc:sldChg chg="del">
        <pc:chgData name="Somak Das" userId="S::sdas@floridapoly.edu::98cebb13-2fc4-4808-95b9-daeb7e6acc01" providerId="AD" clId="Web-{40DF0B1A-F50B-26F4-674E-D08494E9EABC}" dt="2024-09-24T23:13:58.539" v="932"/>
        <pc:sldMkLst>
          <pc:docMk/>
          <pc:sldMk cId="1575232659" sldId="386"/>
        </pc:sldMkLst>
      </pc:sldChg>
      <pc:sldChg chg="del">
        <pc:chgData name="Somak Das" userId="S::sdas@floridapoly.edu::98cebb13-2fc4-4808-95b9-daeb7e6acc01" providerId="AD" clId="Web-{40DF0B1A-F50B-26F4-674E-D08494E9EABC}" dt="2024-09-24T23:13:58.539" v="931"/>
        <pc:sldMkLst>
          <pc:docMk/>
          <pc:sldMk cId="412349088" sldId="387"/>
        </pc:sldMkLst>
      </pc:sldChg>
      <pc:sldChg chg="del">
        <pc:chgData name="Somak Das" userId="S::sdas@floridapoly.edu::98cebb13-2fc4-4808-95b9-daeb7e6acc01" providerId="AD" clId="Web-{40DF0B1A-F50B-26F4-674E-D08494E9EABC}" dt="2024-09-24T23:13:58.539" v="930"/>
        <pc:sldMkLst>
          <pc:docMk/>
          <pc:sldMk cId="2385124658" sldId="388"/>
        </pc:sldMkLst>
      </pc:sldChg>
      <pc:sldChg chg="modSp">
        <pc:chgData name="Somak Das" userId="S::sdas@floridapoly.edu::98cebb13-2fc4-4808-95b9-daeb7e6acc01" providerId="AD" clId="Web-{40DF0B1A-F50B-26F4-674E-D08494E9EABC}" dt="2024-09-24T17:44:44.842" v="88" actId="20577"/>
        <pc:sldMkLst>
          <pc:docMk/>
          <pc:sldMk cId="739611536" sldId="389"/>
        </pc:sldMkLst>
        <pc:spChg chg="mod">
          <ac:chgData name="Somak Das" userId="S::sdas@floridapoly.edu::98cebb13-2fc4-4808-95b9-daeb7e6acc01" providerId="AD" clId="Web-{40DF0B1A-F50B-26F4-674E-D08494E9EABC}" dt="2024-09-24T17:44:44.842" v="88" actId="20577"/>
          <ac:spMkLst>
            <pc:docMk/>
            <pc:sldMk cId="739611536" sldId="389"/>
            <ac:spMk id="3" creationId="{627D1E55-D7C2-F1D8-4117-467D24A698C1}"/>
          </ac:spMkLst>
        </pc:spChg>
      </pc:sldChg>
      <pc:sldChg chg="addSp delSp modSp add replId">
        <pc:chgData name="Somak Das" userId="S::sdas@floridapoly.edu::98cebb13-2fc4-4808-95b9-daeb7e6acc01" providerId="AD" clId="Web-{40DF0B1A-F50B-26F4-674E-D08494E9EABC}" dt="2024-09-24T22:23:25.445" v="460" actId="20577"/>
        <pc:sldMkLst>
          <pc:docMk/>
          <pc:sldMk cId="144726119" sldId="390"/>
        </pc:sldMkLst>
        <pc:spChg chg="mod">
          <ac:chgData name="Somak Das" userId="S::sdas@floridapoly.edu::98cebb13-2fc4-4808-95b9-daeb7e6acc01" providerId="AD" clId="Web-{40DF0B1A-F50B-26F4-674E-D08494E9EABC}" dt="2024-09-24T22:14:02.272" v="271" actId="20577"/>
          <ac:spMkLst>
            <pc:docMk/>
            <pc:sldMk cId="144726119" sldId="390"/>
            <ac:spMk id="2" creationId="{FAD0513E-4458-5BD6-872F-B3644BAA4320}"/>
          </ac:spMkLst>
        </pc:spChg>
        <pc:spChg chg="del">
          <ac:chgData name="Somak Das" userId="S::sdas@floridapoly.edu::98cebb13-2fc4-4808-95b9-daeb7e6acc01" providerId="AD" clId="Web-{40DF0B1A-F50B-26F4-674E-D08494E9EABC}" dt="2024-09-24T22:13:33.770" v="262"/>
          <ac:spMkLst>
            <pc:docMk/>
            <pc:sldMk cId="144726119" sldId="390"/>
            <ac:spMk id="3" creationId="{44D2DD6D-0A43-D229-ABD6-0BDC88721D71}"/>
          </ac:spMkLst>
        </pc:spChg>
        <pc:spChg chg="add del mod">
          <ac:chgData name="Somak Das" userId="S::sdas@floridapoly.edu::98cebb13-2fc4-4808-95b9-daeb7e6acc01" providerId="AD" clId="Web-{40DF0B1A-F50B-26F4-674E-D08494E9EABC}" dt="2024-09-24T22:23:25.445" v="460" actId="20577"/>
          <ac:spMkLst>
            <pc:docMk/>
            <pc:sldMk cId="144726119" sldId="390"/>
            <ac:spMk id="4" creationId="{47AE74FC-4A80-E6DF-3D05-441A4611F45B}"/>
          </ac:spMkLst>
        </pc:spChg>
        <pc:spChg chg="add del mod">
          <ac:chgData name="Somak Das" userId="S::sdas@floridapoly.edu::98cebb13-2fc4-4808-95b9-daeb7e6acc01" providerId="AD" clId="Web-{40DF0B1A-F50B-26F4-674E-D08494E9EABC}" dt="2024-09-24T22:13:39.427" v="263"/>
          <ac:spMkLst>
            <pc:docMk/>
            <pc:sldMk cId="144726119" sldId="390"/>
            <ac:spMk id="6" creationId="{33B45E27-3792-0710-F66A-21F313B33212}"/>
          </ac:spMkLst>
        </pc:spChg>
      </pc:sldChg>
      <pc:sldChg chg="modSp add replId">
        <pc:chgData name="Somak Das" userId="S::sdas@floridapoly.edu::98cebb13-2fc4-4808-95b9-daeb7e6acc01" providerId="AD" clId="Web-{40DF0B1A-F50B-26F4-674E-D08494E9EABC}" dt="2024-09-24T23:05:56.403" v="892" actId="20577"/>
        <pc:sldMkLst>
          <pc:docMk/>
          <pc:sldMk cId="3875251044" sldId="391"/>
        </pc:sldMkLst>
        <pc:spChg chg="mod">
          <ac:chgData name="Somak Das" userId="S::sdas@floridapoly.edu::98cebb13-2fc4-4808-95b9-daeb7e6acc01" providerId="AD" clId="Web-{40DF0B1A-F50B-26F4-674E-D08494E9EABC}" dt="2024-09-24T23:05:56.403" v="892" actId="20577"/>
          <ac:spMkLst>
            <pc:docMk/>
            <pc:sldMk cId="3875251044" sldId="391"/>
            <ac:spMk id="3" creationId="{187E9334-7681-8AE9-50EB-29423A3CA39C}"/>
          </ac:spMkLst>
        </pc:spChg>
      </pc:sldChg>
      <pc:sldChg chg="addSp delSp modSp new mod modClrScheme chgLayout">
        <pc:chgData name="Somak Das" userId="S::sdas@floridapoly.edu::98cebb13-2fc4-4808-95b9-daeb7e6acc01" providerId="AD" clId="Web-{40DF0B1A-F50B-26F4-674E-D08494E9EABC}" dt="2024-09-24T23:49:48.164" v="998" actId="14100"/>
        <pc:sldMkLst>
          <pc:docMk/>
          <pc:sldMk cId="160644407" sldId="392"/>
        </pc:sldMkLst>
        <pc:spChg chg="add mod">
          <ac:chgData name="Somak Das" userId="S::sdas@floridapoly.edu::98cebb13-2fc4-4808-95b9-daeb7e6acc01" providerId="AD" clId="Web-{40DF0B1A-F50B-26F4-674E-D08494E9EABC}" dt="2024-09-24T23:49:30.023" v="995" actId="20577"/>
          <ac:spMkLst>
            <pc:docMk/>
            <pc:sldMk cId="160644407" sldId="392"/>
            <ac:spMk id="2" creationId="{54B883CF-F33D-BC40-123B-BE744DA0B72A}"/>
          </ac:spMkLst>
        </pc:spChg>
        <pc:spChg chg="del">
          <ac:chgData name="Somak Das" userId="S::sdas@floridapoly.edu::98cebb13-2fc4-4808-95b9-daeb7e6acc01" providerId="AD" clId="Web-{40DF0B1A-F50B-26F4-674E-D08494E9EABC}" dt="2024-09-24T23:15:15.716" v="942"/>
          <ac:spMkLst>
            <pc:docMk/>
            <pc:sldMk cId="160644407" sldId="392"/>
            <ac:spMk id="2" creationId="{CDF0E9C7-5037-4A32-9D4F-755A3F23DFA6}"/>
          </ac:spMkLst>
        </pc:spChg>
        <pc:spChg chg="del">
          <ac:chgData name="Somak Das" userId="S::sdas@floridapoly.edu::98cebb13-2fc4-4808-95b9-daeb7e6acc01" providerId="AD" clId="Web-{40DF0B1A-F50B-26F4-674E-D08494E9EABC}" dt="2024-09-24T23:15:15.716" v="942"/>
          <ac:spMkLst>
            <pc:docMk/>
            <pc:sldMk cId="160644407" sldId="392"/>
            <ac:spMk id="3" creationId="{FFBD6AE8-6752-7B21-060C-69DD4E29F1CE}"/>
          </ac:spMkLst>
        </pc:spChg>
        <pc:picChg chg="add mod">
          <ac:chgData name="Somak Das" userId="S::sdas@floridapoly.edu::98cebb13-2fc4-4808-95b9-daeb7e6acc01" providerId="AD" clId="Web-{40DF0B1A-F50B-26F4-674E-D08494E9EABC}" dt="2024-09-24T23:49:43.273" v="997" actId="14100"/>
          <ac:picMkLst>
            <pc:docMk/>
            <pc:sldMk cId="160644407" sldId="392"/>
            <ac:picMk id="3" creationId="{A28E6CE8-457F-25E4-F931-234D118C20F4}"/>
          </ac:picMkLst>
        </pc:picChg>
        <pc:picChg chg="add mod">
          <ac:chgData name="Somak Das" userId="S::sdas@floridapoly.edu::98cebb13-2fc4-4808-95b9-daeb7e6acc01" providerId="AD" clId="Web-{40DF0B1A-F50B-26F4-674E-D08494E9EABC}" dt="2024-09-24T23:46:07.565" v="950" actId="1076"/>
          <ac:picMkLst>
            <pc:docMk/>
            <pc:sldMk cId="160644407" sldId="392"/>
            <ac:picMk id="4" creationId="{409A9FAD-B4CD-CF08-844A-F640D99842DB}"/>
          </ac:picMkLst>
        </pc:picChg>
        <pc:picChg chg="add mod">
          <ac:chgData name="Somak Das" userId="S::sdas@floridapoly.edu::98cebb13-2fc4-4808-95b9-daeb7e6acc01" providerId="AD" clId="Web-{40DF0B1A-F50B-26F4-674E-D08494E9EABC}" dt="2024-09-24T23:49:38.429" v="996" actId="14100"/>
          <ac:picMkLst>
            <pc:docMk/>
            <pc:sldMk cId="160644407" sldId="392"/>
            <ac:picMk id="5" creationId="{D47460AF-A64F-92B1-D96D-795EDDDEEAA2}"/>
          </ac:picMkLst>
        </pc:picChg>
        <pc:picChg chg="add mod">
          <ac:chgData name="Somak Das" userId="S::sdas@floridapoly.edu::98cebb13-2fc4-4808-95b9-daeb7e6acc01" providerId="AD" clId="Web-{40DF0B1A-F50B-26F4-674E-D08494E9EABC}" dt="2024-09-24T23:49:48.164" v="998" actId="14100"/>
          <ac:picMkLst>
            <pc:docMk/>
            <pc:sldMk cId="160644407" sldId="392"/>
            <ac:picMk id="6" creationId="{E28DC45C-A231-82D4-2E9D-B164A20AFB79}"/>
          </ac:picMkLst>
        </pc:picChg>
      </pc:sldChg>
      <pc:sldChg chg="addSp delSp modSp add replId">
        <pc:chgData name="Somak Das" userId="S::sdas@floridapoly.edu::98cebb13-2fc4-4808-95b9-daeb7e6acc01" providerId="AD" clId="Web-{40DF0B1A-F50B-26F4-674E-D08494E9EABC}" dt="2024-09-25T13:13:47.718" v="1265" actId="1076"/>
        <pc:sldMkLst>
          <pc:docMk/>
          <pc:sldMk cId="3222711174" sldId="393"/>
        </pc:sldMkLst>
        <pc:spChg chg="add mod">
          <ac:chgData name="Somak Das" userId="S::sdas@floridapoly.edu::98cebb13-2fc4-4808-95b9-daeb7e6acc01" providerId="AD" clId="Web-{40DF0B1A-F50B-26F4-674E-D08494E9EABC}" dt="2024-09-25T13:13:28.404" v="1263" actId="1076"/>
          <ac:spMkLst>
            <pc:docMk/>
            <pc:sldMk cId="3222711174" sldId="393"/>
            <ac:spMk id="2" creationId="{268AF25C-ABAD-DE25-58C4-D58ECC92ACB1}"/>
          </ac:spMkLst>
        </pc:spChg>
        <pc:spChg chg="add mod">
          <ac:chgData name="Somak Das" userId="S::sdas@floridapoly.edu::98cebb13-2fc4-4808-95b9-daeb7e6acc01" providerId="AD" clId="Web-{40DF0B1A-F50B-26F4-674E-D08494E9EABC}" dt="2024-09-25T13:13:47.718" v="1265" actId="1076"/>
          <ac:spMkLst>
            <pc:docMk/>
            <pc:sldMk cId="3222711174" sldId="393"/>
            <ac:spMk id="3" creationId="{34B9819E-7CF4-4650-EEDE-491C8F425A47}"/>
          </ac:spMkLst>
        </pc:spChg>
        <pc:picChg chg="del">
          <ac:chgData name="Somak Das" userId="S::sdas@floridapoly.edu::98cebb13-2fc4-4808-95b9-daeb7e6acc01" providerId="AD" clId="Web-{40DF0B1A-F50B-26F4-674E-D08494E9EABC}" dt="2024-09-24T23:54:31.889" v="999"/>
          <ac:picMkLst>
            <pc:docMk/>
            <pc:sldMk cId="3222711174" sldId="393"/>
            <ac:picMk id="4" creationId="{409A9FAD-B4CD-CF08-844A-F640D99842DB}"/>
          </ac:picMkLst>
        </pc:picChg>
        <pc:picChg chg="add mod">
          <ac:chgData name="Somak Das" userId="S::sdas@floridapoly.edu::98cebb13-2fc4-4808-95b9-daeb7e6acc01" providerId="AD" clId="Web-{40DF0B1A-F50B-26F4-674E-D08494E9EABC}" dt="2024-09-25T13:13:15.404" v="1260" actId="1076"/>
          <ac:picMkLst>
            <pc:docMk/>
            <pc:sldMk cId="3222711174" sldId="393"/>
            <ac:picMk id="4" creationId="{98FFED1F-59AD-708D-F433-4A548A2E0105}"/>
          </ac:picMkLst>
        </pc:picChg>
        <pc:picChg chg="add mod">
          <ac:chgData name="Somak Das" userId="S::sdas@floridapoly.edu::98cebb13-2fc4-4808-95b9-daeb7e6acc01" providerId="AD" clId="Web-{40DF0B1A-F50B-26F4-674E-D08494E9EABC}" dt="2024-09-25T13:13:38.920" v="1264" actId="1076"/>
          <ac:picMkLst>
            <pc:docMk/>
            <pc:sldMk cId="3222711174" sldId="393"/>
            <ac:picMk id="5" creationId="{8793301F-B2D0-2E5D-EDB1-D10A06F28647}"/>
          </ac:picMkLst>
        </pc:picChg>
      </pc:sldChg>
      <pc:sldChg chg="addSp delSp modSp new mod setBg">
        <pc:chgData name="Somak Das" userId="S::sdas@floridapoly.edu::98cebb13-2fc4-4808-95b9-daeb7e6acc01" providerId="AD" clId="Web-{40DF0B1A-F50B-26F4-674E-D08494E9EABC}" dt="2024-09-25T13:43:24.907" v="1589" actId="20577"/>
        <pc:sldMkLst>
          <pc:docMk/>
          <pc:sldMk cId="786813886" sldId="394"/>
        </pc:sldMkLst>
        <pc:spChg chg="add mod">
          <ac:chgData name="Somak Das" userId="S::sdas@floridapoly.edu::98cebb13-2fc4-4808-95b9-daeb7e6acc01" providerId="AD" clId="Web-{40DF0B1A-F50B-26F4-674E-D08494E9EABC}" dt="2024-09-25T13:38:33.975" v="1554"/>
          <ac:spMkLst>
            <pc:docMk/>
            <pc:sldMk cId="786813886" sldId="394"/>
            <ac:spMk id="2" creationId="{25764EDF-B51B-1337-4023-5BFC7BE4AAB8}"/>
          </ac:spMkLst>
        </pc:spChg>
        <pc:spChg chg="add mod">
          <ac:chgData name="Somak Das" userId="S::sdas@floridapoly.edu::98cebb13-2fc4-4808-95b9-daeb7e6acc01" providerId="AD" clId="Web-{40DF0B1A-F50B-26F4-674E-D08494E9EABC}" dt="2024-09-25T13:43:24.907" v="1589" actId="20577"/>
          <ac:spMkLst>
            <pc:docMk/>
            <pc:sldMk cId="786813886" sldId="394"/>
            <ac:spMk id="3" creationId="{25943308-E633-BF65-E732-9CDC7EAE1887}"/>
          </ac:spMkLst>
        </pc:spChg>
        <pc:spChg chg="add del">
          <ac:chgData name="Somak Das" userId="S::sdas@floridapoly.edu::98cebb13-2fc4-4808-95b9-daeb7e6acc01" providerId="AD" clId="Web-{40DF0B1A-F50B-26F4-674E-D08494E9EABC}" dt="2024-09-25T13:36:58.143" v="1540"/>
          <ac:spMkLst>
            <pc:docMk/>
            <pc:sldMk cId="786813886" sldId="394"/>
            <ac:spMk id="9" creationId="{04812C46-200A-4DEB-A05E-3ED6C68C2387}"/>
          </ac:spMkLst>
        </pc:spChg>
        <pc:spChg chg="add del">
          <ac:chgData name="Somak Das" userId="S::sdas@floridapoly.edu::98cebb13-2fc4-4808-95b9-daeb7e6acc01" providerId="AD" clId="Web-{40DF0B1A-F50B-26F4-674E-D08494E9EABC}" dt="2024-09-25T13:36:58.143" v="1540"/>
          <ac:spMkLst>
            <pc:docMk/>
            <pc:sldMk cId="786813886" sldId="394"/>
            <ac:spMk id="11" creationId="{D1EA859B-E555-4109-94F3-6700E046E008}"/>
          </ac:spMkLst>
        </pc:spChg>
        <pc:picChg chg="add mod ord">
          <ac:chgData name="Somak Das" userId="S::sdas@floridapoly.edu::98cebb13-2fc4-4808-95b9-daeb7e6acc01" providerId="AD" clId="Web-{40DF0B1A-F50B-26F4-674E-D08494E9EABC}" dt="2024-09-25T13:37:38.832" v="1547" actId="14100"/>
          <ac:picMkLst>
            <pc:docMk/>
            <pc:sldMk cId="786813886" sldId="394"/>
            <ac:picMk id="4" creationId="{ED1F51D8-F3DB-C6BD-3CBE-A6F5C27797FE}"/>
          </ac:picMkLst>
        </pc:picChg>
      </pc:sldChg>
      <pc:sldChg chg="addSp modSp new add del">
        <pc:chgData name="Somak Das" userId="S::sdas@floridapoly.edu::98cebb13-2fc4-4808-95b9-daeb7e6acc01" providerId="AD" clId="Web-{40DF0B1A-F50B-26F4-674E-D08494E9EABC}" dt="2024-09-25T13:44:12.268" v="1597" actId="1076"/>
        <pc:sldMkLst>
          <pc:docMk/>
          <pc:sldMk cId="962960566" sldId="395"/>
        </pc:sldMkLst>
        <pc:spChg chg="add mod">
          <ac:chgData name="Somak Das" userId="S::sdas@floridapoly.edu::98cebb13-2fc4-4808-95b9-daeb7e6acc01" providerId="AD" clId="Web-{40DF0B1A-F50B-26F4-674E-D08494E9EABC}" dt="2024-09-25T13:22:26.283" v="1374" actId="20577"/>
          <ac:spMkLst>
            <pc:docMk/>
            <pc:sldMk cId="962960566" sldId="395"/>
            <ac:spMk id="2" creationId="{ED939DEC-365A-1B86-BA34-39276F4B0C69}"/>
          </ac:spMkLst>
        </pc:spChg>
        <pc:spChg chg="add mod">
          <ac:chgData name="Somak Das" userId="S::sdas@floridapoly.edu::98cebb13-2fc4-4808-95b9-daeb7e6acc01" providerId="AD" clId="Web-{40DF0B1A-F50B-26F4-674E-D08494E9EABC}" dt="2024-09-25T13:44:12.268" v="1597" actId="1076"/>
          <ac:spMkLst>
            <pc:docMk/>
            <pc:sldMk cId="962960566" sldId="395"/>
            <ac:spMk id="4" creationId="{7F911252-4B98-2A33-FB04-7DBD6587EC0B}"/>
          </ac:spMkLst>
        </pc:spChg>
        <pc:picChg chg="add mod">
          <ac:chgData name="Somak Das" userId="S::sdas@floridapoly.edu::98cebb13-2fc4-4808-95b9-daeb7e6acc01" providerId="AD" clId="Web-{40DF0B1A-F50B-26F4-674E-D08494E9EABC}" dt="2024-09-25T13:43:41.236" v="1590" actId="1076"/>
          <ac:picMkLst>
            <pc:docMk/>
            <pc:sldMk cId="962960566" sldId="395"/>
            <ac:picMk id="3" creationId="{4A217CEC-C3A9-D426-EC0B-33FF9D324B9A}"/>
          </ac:picMkLst>
        </pc:picChg>
      </pc:sldChg>
    </pc:docChg>
  </pc:docChgLst>
  <pc:docChgLst>
    <pc:chgData name="Edwar Romero-Ramirez" userId="92bc0edd-ad5d-44a7-8ba7-72607029cc7a" providerId="ADAL" clId="{84EA6B7E-58BA-4BD1-B3CB-C7FF9770875A}"/>
    <pc:docChg chg="undo custSel addSld delSld modSld modSection">
      <pc:chgData name="Edwar Romero-Ramirez" userId="92bc0edd-ad5d-44a7-8ba7-72607029cc7a" providerId="ADAL" clId="{84EA6B7E-58BA-4BD1-B3CB-C7FF9770875A}" dt="2024-06-14T19:01:05.514" v="1405" actId="20577"/>
      <pc:docMkLst>
        <pc:docMk/>
      </pc:docMkLst>
      <pc:sldChg chg="addSp delSp modSp mod">
        <pc:chgData name="Edwar Romero-Ramirez" userId="92bc0edd-ad5d-44a7-8ba7-72607029cc7a" providerId="ADAL" clId="{84EA6B7E-58BA-4BD1-B3CB-C7FF9770875A}" dt="2024-06-14T19:00:22.073" v="1400" actId="20577"/>
        <pc:sldMkLst>
          <pc:docMk/>
          <pc:sldMk cId="783844113" sldId="256"/>
        </pc:sldMkLst>
        <pc:spChg chg="del">
          <ac:chgData name="Edwar Romero-Ramirez" userId="92bc0edd-ad5d-44a7-8ba7-72607029cc7a" providerId="ADAL" clId="{84EA6B7E-58BA-4BD1-B3CB-C7FF9770875A}" dt="2024-06-14T19:00:15.664" v="1397" actId="478"/>
          <ac:spMkLst>
            <pc:docMk/>
            <pc:sldMk cId="783844113" sldId="256"/>
            <ac:spMk id="5" creationId="{B0656759-C71E-DE55-C394-61B9D6321BE3}"/>
          </ac:spMkLst>
        </pc:spChg>
        <pc:spChg chg="add mod">
          <ac:chgData name="Edwar Romero-Ramirez" userId="92bc0edd-ad5d-44a7-8ba7-72607029cc7a" providerId="ADAL" clId="{84EA6B7E-58BA-4BD1-B3CB-C7FF9770875A}" dt="2024-06-14T19:00:22.073" v="1400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 mod">
        <pc:chgData name="Edwar Romero-Ramirez" userId="92bc0edd-ad5d-44a7-8ba7-72607029cc7a" providerId="ADAL" clId="{84EA6B7E-58BA-4BD1-B3CB-C7FF9770875A}" dt="2024-06-14T19:00:42.056" v="1403" actId="20577"/>
        <pc:sldMkLst>
          <pc:docMk/>
          <pc:sldMk cId="2289991728" sldId="342"/>
        </pc:sldMkLst>
        <pc:spChg chg="mod">
          <ac:chgData name="Edwar Romero-Ramirez" userId="92bc0edd-ad5d-44a7-8ba7-72607029cc7a" providerId="ADAL" clId="{84EA6B7E-58BA-4BD1-B3CB-C7FF9770875A}" dt="2024-06-14T19:00:42.056" v="1403" actId="20577"/>
          <ac:spMkLst>
            <pc:docMk/>
            <pc:sldMk cId="2289991728" sldId="342"/>
            <ac:spMk id="2" creationId="{4D3BEB11-28D7-C522-E5E9-6807A609E96E}"/>
          </ac:spMkLst>
        </pc:spChg>
      </pc:sldChg>
      <pc:sldChg chg="modSp mod">
        <pc:chgData name="Edwar Romero-Ramirez" userId="92bc0edd-ad5d-44a7-8ba7-72607029cc7a" providerId="ADAL" clId="{84EA6B7E-58BA-4BD1-B3CB-C7FF9770875A}" dt="2024-06-14T18:06:22.827" v="1386" actId="20577"/>
        <pc:sldMkLst>
          <pc:docMk/>
          <pc:sldMk cId="3665023349" sldId="343"/>
        </pc:sldMkLst>
        <pc:spChg chg="mod">
          <ac:chgData name="Edwar Romero-Ramirez" userId="92bc0edd-ad5d-44a7-8ba7-72607029cc7a" providerId="ADAL" clId="{84EA6B7E-58BA-4BD1-B3CB-C7FF9770875A}" dt="2024-06-14T18:06:22.827" v="1386" actId="20577"/>
          <ac:spMkLst>
            <pc:docMk/>
            <pc:sldMk cId="3665023349" sldId="343"/>
            <ac:spMk id="2" creationId="{4D3BEB11-28D7-C522-E5E9-6807A609E96E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38.452" v="79" actId="20577"/>
        <pc:sldMkLst>
          <pc:docMk/>
          <pc:sldMk cId="3912467275" sldId="351"/>
        </pc:sldMkLst>
        <pc:spChg chg="mod">
          <ac:chgData name="Edwar Romero-Ramirez" userId="92bc0edd-ad5d-44a7-8ba7-72607029cc7a" providerId="ADAL" clId="{84EA6B7E-58BA-4BD1-B3CB-C7FF9770875A}" dt="2024-06-14T17:04:38.452" v="79" actId="20577"/>
          <ac:spMkLst>
            <pc:docMk/>
            <pc:sldMk cId="3912467275" sldId="351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4.066" v="80"/>
        <pc:sldMkLst>
          <pc:docMk/>
          <pc:sldMk cId="839535825" sldId="352"/>
        </pc:sldMkLst>
        <pc:spChg chg="mod">
          <ac:chgData name="Edwar Romero-Ramirez" userId="92bc0edd-ad5d-44a7-8ba7-72607029cc7a" providerId="ADAL" clId="{84EA6B7E-58BA-4BD1-B3CB-C7FF9770875A}" dt="2024-06-14T17:04:44.066" v="80"/>
          <ac:spMkLst>
            <pc:docMk/>
            <pc:sldMk cId="839535825" sldId="352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6.889" v="81"/>
        <pc:sldMkLst>
          <pc:docMk/>
          <pc:sldMk cId="2838901669" sldId="353"/>
        </pc:sldMkLst>
        <pc:spChg chg="mod">
          <ac:chgData name="Edwar Romero-Ramirez" userId="92bc0edd-ad5d-44a7-8ba7-72607029cc7a" providerId="ADAL" clId="{84EA6B7E-58BA-4BD1-B3CB-C7FF9770875A}" dt="2024-06-14T17:04:46.889" v="81"/>
          <ac:spMkLst>
            <pc:docMk/>
            <pc:sldMk cId="2838901669" sldId="353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4:49.434" v="82"/>
        <pc:sldMkLst>
          <pc:docMk/>
          <pc:sldMk cId="3245362616" sldId="354"/>
        </pc:sldMkLst>
        <pc:spChg chg="mod">
          <ac:chgData name="Edwar Romero-Ramirez" userId="92bc0edd-ad5d-44a7-8ba7-72607029cc7a" providerId="ADAL" clId="{84EA6B7E-58BA-4BD1-B3CB-C7FF9770875A}" dt="2024-06-14T17:04:49.434" v="82"/>
          <ac:spMkLst>
            <pc:docMk/>
            <pc:sldMk cId="3245362616" sldId="354"/>
            <ac:spMk id="5" creationId="{3F1CE5EF-1993-48B6-7353-FC6D457CA39A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12.722" v="86" actId="166"/>
        <pc:sldMkLst>
          <pc:docMk/>
          <pc:sldMk cId="4183556849" sldId="355"/>
        </pc:sldMkLst>
        <pc:spChg chg="add mod">
          <ac:chgData name="Edwar Romero-Ramirez" userId="92bc0edd-ad5d-44a7-8ba7-72607029cc7a" providerId="ADAL" clId="{84EA6B7E-58BA-4BD1-B3CB-C7FF9770875A}" dt="2024-06-14T17:05:04.147" v="84"/>
          <ac:spMkLst>
            <pc:docMk/>
            <pc:sldMk cId="4183556849" sldId="355"/>
            <ac:spMk id="4" creationId="{BF244BDF-83C8-27C0-C0C8-383C66F757D9}"/>
          </ac:spMkLst>
        </pc:spChg>
        <pc:spChg chg="del">
          <ac:chgData name="Edwar Romero-Ramirez" userId="92bc0edd-ad5d-44a7-8ba7-72607029cc7a" providerId="ADAL" clId="{84EA6B7E-58BA-4BD1-B3CB-C7FF9770875A}" dt="2024-06-14T17:05:03.690" v="83" actId="478"/>
          <ac:spMkLst>
            <pc:docMk/>
            <pc:sldMk cId="4183556849" sldId="355"/>
            <ac:spMk id="5" creationId="{3F1CE5EF-1993-48B6-7353-FC6D457CA39A}"/>
          </ac:spMkLst>
        </pc:spChg>
        <pc:picChg chg="ord">
          <ac:chgData name="Edwar Romero-Ramirez" userId="92bc0edd-ad5d-44a7-8ba7-72607029cc7a" providerId="ADAL" clId="{84EA6B7E-58BA-4BD1-B3CB-C7FF9770875A}" dt="2024-06-14T17:05:12.722" v="86" actId="166"/>
          <ac:picMkLst>
            <pc:docMk/>
            <pc:sldMk cId="4183556849" sldId="355"/>
            <ac:picMk id="17" creationId="{81A7133B-4EF4-6F2E-F115-3E1B669ABF10}"/>
          </ac:picMkLst>
        </pc:picChg>
      </pc:sldChg>
      <pc:sldChg chg="modSp mod">
        <pc:chgData name="Edwar Romero-Ramirez" userId="92bc0edd-ad5d-44a7-8ba7-72607029cc7a" providerId="ADAL" clId="{84EA6B7E-58BA-4BD1-B3CB-C7FF9770875A}" dt="2024-06-14T17:47:34.253" v="1370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84EA6B7E-58BA-4BD1-B3CB-C7FF9770875A}" dt="2024-06-14T17:47:34.253" v="1370" actId="207"/>
          <ac:spMkLst>
            <pc:docMk/>
            <pc:sldMk cId="1929717596" sldId="356"/>
            <ac:spMk id="3" creationId="{EEA82FBA-2EB2-5C2F-0014-4EC7486CBC03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23.146" v="89" actId="167"/>
        <pc:sldMkLst>
          <pc:docMk/>
          <pc:sldMk cId="413745526" sldId="357"/>
        </pc:sldMkLst>
        <pc:spChg chg="del">
          <ac:chgData name="Edwar Romero-Ramirez" userId="92bc0edd-ad5d-44a7-8ba7-72607029cc7a" providerId="ADAL" clId="{84EA6B7E-58BA-4BD1-B3CB-C7FF9770875A}" dt="2024-06-14T17:05:17.574" v="87" actId="478"/>
          <ac:spMkLst>
            <pc:docMk/>
            <pc:sldMk cId="413745526" sldId="357"/>
            <ac:spMk id="5" creationId="{3F1CE5EF-1993-48B6-7353-FC6D457CA39A}"/>
          </ac:spMkLst>
        </pc:spChg>
        <pc:spChg chg="add mod ord">
          <ac:chgData name="Edwar Romero-Ramirez" userId="92bc0edd-ad5d-44a7-8ba7-72607029cc7a" providerId="ADAL" clId="{84EA6B7E-58BA-4BD1-B3CB-C7FF9770875A}" dt="2024-06-14T17:05:23.146" v="89" actId="167"/>
          <ac:spMkLst>
            <pc:docMk/>
            <pc:sldMk cId="413745526" sldId="357"/>
            <ac:spMk id="7" creationId="{14E4FBE0-2519-8375-AFC4-AD168790B03E}"/>
          </ac:spMkLst>
        </pc:spChg>
      </pc:sldChg>
      <pc:sldChg chg="addSp delSp modSp mod">
        <pc:chgData name="Edwar Romero-Ramirez" userId="92bc0edd-ad5d-44a7-8ba7-72607029cc7a" providerId="ADAL" clId="{84EA6B7E-58BA-4BD1-B3CB-C7FF9770875A}" dt="2024-06-14T17:05:29.243" v="92" actId="167"/>
        <pc:sldMkLst>
          <pc:docMk/>
          <pc:sldMk cId="798543756" sldId="358"/>
        </pc:sldMkLst>
        <pc:spChg chg="add mod ord">
          <ac:chgData name="Edwar Romero-Ramirez" userId="92bc0edd-ad5d-44a7-8ba7-72607029cc7a" providerId="ADAL" clId="{84EA6B7E-58BA-4BD1-B3CB-C7FF9770875A}" dt="2024-06-14T17:05:29.243" v="92" actId="167"/>
          <ac:spMkLst>
            <pc:docMk/>
            <pc:sldMk cId="798543756" sldId="358"/>
            <ac:spMk id="4" creationId="{CF53D729-AE03-B162-6D02-EB0D0F153172}"/>
          </ac:spMkLst>
        </pc:spChg>
        <pc:spChg chg="del">
          <ac:chgData name="Edwar Romero-Ramirez" userId="92bc0edd-ad5d-44a7-8ba7-72607029cc7a" providerId="ADAL" clId="{84EA6B7E-58BA-4BD1-B3CB-C7FF9770875A}" dt="2024-06-14T17:05:26.132" v="90" actId="478"/>
          <ac:spMkLst>
            <pc:docMk/>
            <pc:sldMk cId="798543756" sldId="358"/>
            <ac:spMk id="5" creationId="{3F1CE5EF-1993-48B6-7353-FC6D457CA39A}"/>
          </ac:spMkLst>
        </pc:spChg>
      </pc:sldChg>
      <pc:sldChg chg="modSp mod">
        <pc:chgData name="Edwar Romero-Ramirez" userId="92bc0edd-ad5d-44a7-8ba7-72607029cc7a" providerId="ADAL" clId="{84EA6B7E-58BA-4BD1-B3CB-C7FF9770875A}" dt="2024-06-14T17:06:00.323" v="99" actId="1076"/>
        <pc:sldMkLst>
          <pc:docMk/>
          <pc:sldMk cId="1580297987" sldId="359"/>
        </pc:sldMkLst>
        <pc:spChg chg="mod">
          <ac:chgData name="Edwar Romero-Ramirez" userId="92bc0edd-ad5d-44a7-8ba7-72607029cc7a" providerId="ADAL" clId="{84EA6B7E-58BA-4BD1-B3CB-C7FF9770875A}" dt="2024-06-14T17:06:00.323" v="99" actId="1076"/>
          <ac:spMkLst>
            <pc:docMk/>
            <pc:sldMk cId="1580297987" sldId="359"/>
            <ac:spMk id="12" creationId="{4BB7780D-4490-CE9E-60DA-94C0FD0ECB9C}"/>
          </ac:spMkLst>
        </pc:spChg>
      </pc:sldChg>
      <pc:sldChg chg="addSp delSp modSp mod modNotesTx">
        <pc:chgData name="Edwar Romero-Ramirez" userId="92bc0edd-ad5d-44a7-8ba7-72607029cc7a" providerId="ADAL" clId="{84EA6B7E-58BA-4BD1-B3CB-C7FF9770875A}" dt="2024-06-14T17:16:01.089" v="564" actId="1036"/>
        <pc:sldMkLst>
          <pc:docMk/>
          <pc:sldMk cId="2501000224" sldId="360"/>
        </pc:sldMkLst>
        <pc:spChg chg="mod">
          <ac:chgData name="Edwar Romero-Ramirez" userId="92bc0edd-ad5d-44a7-8ba7-72607029cc7a" providerId="ADAL" clId="{84EA6B7E-58BA-4BD1-B3CB-C7FF9770875A}" dt="2024-06-14T17:00:32.132" v="52" actId="20577"/>
          <ac:spMkLst>
            <pc:docMk/>
            <pc:sldMk cId="2501000224" sldId="360"/>
            <ac:spMk id="2" creationId="{A43E3E30-0CCC-0FCC-69DC-1C2820744E12}"/>
          </ac:spMkLst>
        </pc:spChg>
        <pc:spChg chg="add del mod">
          <ac:chgData name="Edwar Romero-Ramirez" userId="92bc0edd-ad5d-44a7-8ba7-72607029cc7a" providerId="ADAL" clId="{84EA6B7E-58BA-4BD1-B3CB-C7FF9770875A}" dt="2024-06-14T17:00:22.183" v="39" actId="478"/>
          <ac:spMkLst>
            <pc:docMk/>
            <pc:sldMk cId="2501000224" sldId="360"/>
            <ac:spMk id="10" creationId="{1D20C0B0-7CAD-0765-3445-3A6C5917A8A7}"/>
          </ac:spMkLst>
        </pc:spChg>
        <pc:spChg chg="add mod">
          <ac:chgData name="Edwar Romero-Ramirez" userId="92bc0edd-ad5d-44a7-8ba7-72607029cc7a" providerId="ADAL" clId="{84EA6B7E-58BA-4BD1-B3CB-C7FF9770875A}" dt="2024-06-14T17:13:55.583" v="496" actId="207"/>
          <ac:spMkLst>
            <pc:docMk/>
            <pc:sldMk cId="2501000224" sldId="360"/>
            <ac:spMk id="17" creationId="{2E248608-8B55-0F35-32D1-CD5EC17D6C69}"/>
          </ac:spMkLst>
        </pc:spChg>
        <pc:spChg chg="add mod">
          <ac:chgData name="Edwar Romero-Ramirez" userId="92bc0edd-ad5d-44a7-8ba7-72607029cc7a" providerId="ADAL" clId="{84EA6B7E-58BA-4BD1-B3CB-C7FF9770875A}" dt="2024-06-14T17:15:40.035" v="549" actId="1076"/>
          <ac:spMkLst>
            <pc:docMk/>
            <pc:sldMk cId="2501000224" sldId="360"/>
            <ac:spMk id="19" creationId="{057391AB-4AEF-F3D2-D1CC-82363465539F}"/>
          </ac:spMkLst>
        </pc:spChg>
        <pc:picChg chg="add del mod">
          <ac:chgData name="Edwar Romero-Ramirez" userId="92bc0edd-ad5d-44a7-8ba7-72607029cc7a" providerId="ADAL" clId="{84EA6B7E-58BA-4BD1-B3CB-C7FF9770875A}" dt="2024-06-14T16:55:32.753" v="2" actId="478"/>
          <ac:picMkLst>
            <pc:docMk/>
            <pc:sldMk cId="2501000224" sldId="360"/>
            <ac:picMk id="5" creationId="{555E96F9-F69A-4AB2-EF52-D5FB773ACEC1}"/>
          </ac:picMkLst>
        </pc:picChg>
        <pc:picChg chg="add del">
          <ac:chgData name="Edwar Romero-Ramirez" userId="92bc0edd-ad5d-44a7-8ba7-72607029cc7a" providerId="ADAL" clId="{84EA6B7E-58BA-4BD1-B3CB-C7FF9770875A}" dt="2024-06-14T16:56:10.557" v="4" actId="478"/>
          <ac:picMkLst>
            <pc:docMk/>
            <pc:sldMk cId="2501000224" sldId="360"/>
            <ac:picMk id="7" creationId="{D960CFBC-28E2-4AA2-685D-DDABAB710F41}"/>
          </ac:picMkLst>
        </pc:picChg>
        <pc:picChg chg="add mod modCrop">
          <ac:chgData name="Edwar Romero-Ramirez" userId="92bc0edd-ad5d-44a7-8ba7-72607029cc7a" providerId="ADAL" clId="{84EA6B7E-58BA-4BD1-B3CB-C7FF9770875A}" dt="2024-06-14T16:58:29.924" v="36"/>
          <ac:picMkLst>
            <pc:docMk/>
            <pc:sldMk cId="2501000224" sldId="360"/>
            <ac:picMk id="9" creationId="{66E72D36-BD18-3C6F-ECE3-E221FF5F166B}"/>
          </ac:picMkLst>
        </pc:picChg>
        <pc:picChg chg="add mod modCrop">
          <ac:chgData name="Edwar Romero-Ramirez" userId="92bc0edd-ad5d-44a7-8ba7-72607029cc7a" providerId="ADAL" clId="{84EA6B7E-58BA-4BD1-B3CB-C7FF9770875A}" dt="2024-06-14T16:58:42.975" v="37"/>
          <ac:picMkLst>
            <pc:docMk/>
            <pc:sldMk cId="2501000224" sldId="360"/>
            <ac:picMk id="11" creationId="{78D65D4A-08BF-ECD4-BA60-62C0F34AD47D}"/>
          </ac:picMkLst>
        </pc:picChg>
        <pc:picChg chg="add mod modCrop">
          <ac:chgData name="Edwar Romero-Ramirez" userId="92bc0edd-ad5d-44a7-8ba7-72607029cc7a" providerId="ADAL" clId="{84EA6B7E-58BA-4BD1-B3CB-C7FF9770875A}" dt="2024-06-14T16:58:52.428" v="38"/>
          <ac:picMkLst>
            <pc:docMk/>
            <pc:sldMk cId="2501000224" sldId="360"/>
            <ac:picMk id="12" creationId="{1B621B2D-B0FC-D0E4-0703-699CA95075FA}"/>
          </ac:picMkLst>
        </pc:picChg>
        <pc:picChg chg="add mod modCrop">
          <ac:chgData name="Edwar Romero-Ramirez" userId="92bc0edd-ad5d-44a7-8ba7-72607029cc7a" providerId="ADAL" clId="{84EA6B7E-58BA-4BD1-B3CB-C7FF9770875A}" dt="2024-06-14T16:58:09.436" v="33" actId="1076"/>
          <ac:picMkLst>
            <pc:docMk/>
            <pc:sldMk cId="2501000224" sldId="360"/>
            <ac:picMk id="13" creationId="{D8378094-A974-C8BF-325C-8FC621133A14}"/>
          </ac:picMkLst>
        </pc:picChg>
        <pc:cxnChg chg="add mod">
          <ac:chgData name="Edwar Romero-Ramirez" userId="92bc0edd-ad5d-44a7-8ba7-72607029cc7a" providerId="ADAL" clId="{84EA6B7E-58BA-4BD1-B3CB-C7FF9770875A}" dt="2024-06-14T17:13:58.822" v="497" actId="14100"/>
          <ac:cxnSpMkLst>
            <pc:docMk/>
            <pc:sldMk cId="2501000224" sldId="360"/>
            <ac:cxnSpMk id="15" creationId="{05947427-E671-A323-A189-AB49867D60B7}"/>
          </ac:cxnSpMkLst>
        </pc:cxnChg>
        <pc:cxnChg chg="add mod">
          <ac:chgData name="Edwar Romero-Ramirez" userId="92bc0edd-ad5d-44a7-8ba7-72607029cc7a" providerId="ADAL" clId="{84EA6B7E-58BA-4BD1-B3CB-C7FF9770875A}" dt="2024-06-14T17:15:51.431" v="554" actId="1035"/>
          <ac:cxnSpMkLst>
            <pc:docMk/>
            <pc:sldMk cId="2501000224" sldId="360"/>
            <ac:cxnSpMk id="20" creationId="{EA0D6448-E6E4-EB3E-55E5-C8D258816D2C}"/>
          </ac:cxnSpMkLst>
        </pc:cxnChg>
        <pc:cxnChg chg="add mod">
          <ac:chgData name="Edwar Romero-Ramirez" userId="92bc0edd-ad5d-44a7-8ba7-72607029cc7a" providerId="ADAL" clId="{84EA6B7E-58BA-4BD1-B3CB-C7FF9770875A}" dt="2024-06-14T17:15:59.113" v="559" actId="1036"/>
          <ac:cxnSpMkLst>
            <pc:docMk/>
            <pc:sldMk cId="2501000224" sldId="360"/>
            <ac:cxnSpMk id="21" creationId="{3168768E-367B-ACB5-B5D3-6E4203F871EB}"/>
          </ac:cxnSpMkLst>
        </pc:cxnChg>
        <pc:cxnChg chg="add mod">
          <ac:chgData name="Edwar Romero-Ramirez" userId="92bc0edd-ad5d-44a7-8ba7-72607029cc7a" providerId="ADAL" clId="{84EA6B7E-58BA-4BD1-B3CB-C7FF9770875A}" dt="2024-06-14T17:16:01.089" v="564" actId="1036"/>
          <ac:cxnSpMkLst>
            <pc:docMk/>
            <pc:sldMk cId="2501000224" sldId="360"/>
            <ac:cxnSpMk id="25" creationId="{18D17195-812B-DE1E-2900-BD9D767E6463}"/>
          </ac:cxnSpMkLst>
        </pc:cxnChg>
      </pc:sldChg>
      <pc:sldChg chg="delSp add del mod">
        <pc:chgData name="Edwar Romero-Ramirez" userId="92bc0edd-ad5d-44a7-8ba7-72607029cc7a" providerId="ADAL" clId="{84EA6B7E-58BA-4BD1-B3CB-C7FF9770875A}" dt="2024-06-14T17:09:00.271" v="103" actId="47"/>
        <pc:sldMkLst>
          <pc:docMk/>
          <pc:sldMk cId="1154147279" sldId="361"/>
        </pc:sldMkLst>
        <pc:picChg chg="del">
          <ac:chgData name="Edwar Romero-Ramirez" userId="92bc0edd-ad5d-44a7-8ba7-72607029cc7a" providerId="ADAL" clId="{84EA6B7E-58BA-4BD1-B3CB-C7FF9770875A}" dt="2024-06-14T17:08:52.799" v="101" actId="478"/>
          <ac:picMkLst>
            <pc:docMk/>
            <pc:sldMk cId="1154147279" sldId="361"/>
            <ac:picMk id="4" creationId="{2F80A794-EBFE-9BB3-45D9-E64FBFCC7AEB}"/>
          </ac:picMkLst>
        </pc:picChg>
      </pc:sldChg>
      <pc:sldChg chg="addSp delSp modSp new mod setBg">
        <pc:chgData name="Edwar Romero-Ramirez" userId="92bc0edd-ad5d-44a7-8ba7-72607029cc7a" providerId="ADAL" clId="{84EA6B7E-58BA-4BD1-B3CB-C7FF9770875A}" dt="2024-06-14T17:18:55.400" v="727" actId="207"/>
        <pc:sldMkLst>
          <pc:docMk/>
          <pc:sldMk cId="1231324176" sldId="362"/>
        </pc:sldMkLst>
        <pc:spChg chg="mod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2" creationId="{06117536-4891-2E52-9415-7B1DF21EFB53}"/>
          </ac:spMkLst>
        </pc:spChg>
        <pc:spChg chg="mod">
          <ac:chgData name="Edwar Romero-Ramirez" userId="92bc0edd-ad5d-44a7-8ba7-72607029cc7a" providerId="ADAL" clId="{84EA6B7E-58BA-4BD1-B3CB-C7FF9770875A}" dt="2024-06-14T17:18:55.400" v="727" actId="207"/>
          <ac:spMkLst>
            <pc:docMk/>
            <pc:sldMk cId="1231324176" sldId="362"/>
            <ac:spMk id="3" creationId="{FC90D7F7-2C95-6249-0889-0F5E236DFAB8}"/>
          </ac:spMkLst>
        </pc:spChg>
        <pc:spChg chg="add del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10" creationId="{69D47016-023F-44BD-981C-50E7A10A6609}"/>
          </ac:spMkLst>
        </pc:spChg>
        <pc:spChg chg="add del">
          <ac:chgData name="Edwar Romero-Ramirez" userId="92bc0edd-ad5d-44a7-8ba7-72607029cc7a" providerId="ADAL" clId="{84EA6B7E-58BA-4BD1-B3CB-C7FF9770875A}" dt="2024-06-14T17:09:20.169" v="122" actId="26606"/>
          <ac:spMkLst>
            <pc:docMk/>
            <pc:sldMk cId="1231324176" sldId="362"/>
            <ac:spMk id="12" creationId="{6D8B37B0-0682-433E-BC8D-498C04ABD9A7}"/>
          </ac:spMkLst>
        </pc:spChg>
        <pc:picChg chg="add mod ord">
          <ac:chgData name="Edwar Romero-Ramirez" userId="92bc0edd-ad5d-44a7-8ba7-72607029cc7a" providerId="ADAL" clId="{84EA6B7E-58BA-4BD1-B3CB-C7FF9770875A}" dt="2024-06-14T17:10:00.775" v="132" actId="1076"/>
          <ac:picMkLst>
            <pc:docMk/>
            <pc:sldMk cId="1231324176" sldId="362"/>
            <ac:picMk id="4" creationId="{1A65938B-9259-67E3-BA38-22C28D281E2E}"/>
          </ac:picMkLst>
        </pc:picChg>
        <pc:picChg chg="add mod">
          <ac:chgData name="Edwar Romero-Ramirez" userId="92bc0edd-ad5d-44a7-8ba7-72607029cc7a" providerId="ADAL" clId="{84EA6B7E-58BA-4BD1-B3CB-C7FF9770875A}" dt="2024-06-14T17:10:47.825" v="167" actId="1076"/>
          <ac:picMkLst>
            <pc:docMk/>
            <pc:sldMk cId="1231324176" sldId="362"/>
            <ac:picMk id="5" creationId="{1E03C5E2-D293-290C-D69D-B0F8D4107948}"/>
          </ac:picMkLst>
        </pc:picChg>
      </pc:sldChg>
      <pc:sldChg chg="addSp modSp new mod">
        <pc:chgData name="Edwar Romero-Ramirez" userId="92bc0edd-ad5d-44a7-8ba7-72607029cc7a" providerId="ADAL" clId="{84EA6B7E-58BA-4BD1-B3CB-C7FF9770875A}" dt="2024-06-14T18:42:43.157" v="1396" actId="20577"/>
        <pc:sldMkLst>
          <pc:docMk/>
          <pc:sldMk cId="2381675726" sldId="363"/>
        </pc:sldMkLst>
        <pc:spChg chg="mod">
          <ac:chgData name="Edwar Romero-Ramirez" userId="92bc0edd-ad5d-44a7-8ba7-72607029cc7a" providerId="ADAL" clId="{84EA6B7E-58BA-4BD1-B3CB-C7FF9770875A}" dt="2024-06-14T18:42:25.900" v="1395" actId="1076"/>
          <ac:spMkLst>
            <pc:docMk/>
            <pc:sldMk cId="2381675726" sldId="363"/>
            <ac:spMk id="2" creationId="{A4CDD661-C9C2-889C-9C19-3F4F5EE7E894}"/>
          </ac:spMkLst>
        </pc:spChg>
        <pc:spChg chg="mod">
          <ac:chgData name="Edwar Romero-Ramirez" userId="92bc0edd-ad5d-44a7-8ba7-72607029cc7a" providerId="ADAL" clId="{84EA6B7E-58BA-4BD1-B3CB-C7FF9770875A}" dt="2024-06-14T18:42:43.157" v="1396" actId="20577"/>
          <ac:spMkLst>
            <pc:docMk/>
            <pc:sldMk cId="2381675726" sldId="363"/>
            <ac:spMk id="3" creationId="{0B6BD6F5-61D8-6580-398C-90A44B46AF5B}"/>
          </ac:spMkLst>
        </pc:spChg>
        <pc:picChg chg="add mod">
          <ac:chgData name="Edwar Romero-Ramirez" userId="92bc0edd-ad5d-44a7-8ba7-72607029cc7a" providerId="ADAL" clId="{84EA6B7E-58BA-4BD1-B3CB-C7FF9770875A}" dt="2024-06-14T17:23:39.668" v="948" actId="1076"/>
          <ac:picMkLst>
            <pc:docMk/>
            <pc:sldMk cId="2381675726" sldId="363"/>
            <ac:picMk id="5" creationId="{E3E61222-AEC8-0148-3AFE-13C6FAE05B02}"/>
          </ac:picMkLst>
        </pc:picChg>
      </pc:sldChg>
      <pc:sldChg chg="addSp delSp modSp new mod modNotesTx">
        <pc:chgData name="Edwar Romero-Ramirez" userId="92bc0edd-ad5d-44a7-8ba7-72607029cc7a" providerId="ADAL" clId="{84EA6B7E-58BA-4BD1-B3CB-C7FF9770875A}" dt="2024-06-14T17:45:48.848" v="1364" actId="207"/>
        <pc:sldMkLst>
          <pc:docMk/>
          <pc:sldMk cId="2203140714" sldId="364"/>
        </pc:sldMkLst>
        <pc:spChg chg="mod">
          <ac:chgData name="Edwar Romero-Ramirez" userId="92bc0edd-ad5d-44a7-8ba7-72607029cc7a" providerId="ADAL" clId="{84EA6B7E-58BA-4BD1-B3CB-C7FF9770875A}" dt="2024-06-14T17:26:17.568" v="975" actId="20577"/>
          <ac:spMkLst>
            <pc:docMk/>
            <pc:sldMk cId="2203140714" sldId="364"/>
            <ac:spMk id="2" creationId="{F1520D59-2F75-8C42-4FE9-0B1477CB1D3F}"/>
          </ac:spMkLst>
        </pc:spChg>
        <pc:spChg chg="mod">
          <ac:chgData name="Edwar Romero-Ramirez" userId="92bc0edd-ad5d-44a7-8ba7-72607029cc7a" providerId="ADAL" clId="{84EA6B7E-58BA-4BD1-B3CB-C7FF9770875A}" dt="2024-06-14T17:45:48.848" v="1364" actId="207"/>
          <ac:spMkLst>
            <pc:docMk/>
            <pc:sldMk cId="2203140714" sldId="364"/>
            <ac:spMk id="3" creationId="{35914221-7D5F-0765-689E-93798C7AD3AF}"/>
          </ac:spMkLst>
        </pc:spChg>
        <pc:picChg chg="add del mod">
          <ac:chgData name="Edwar Romero-Ramirez" userId="92bc0edd-ad5d-44a7-8ba7-72607029cc7a" providerId="ADAL" clId="{84EA6B7E-58BA-4BD1-B3CB-C7FF9770875A}" dt="2024-06-14T17:30:08.727" v="1010" actId="478"/>
          <ac:picMkLst>
            <pc:docMk/>
            <pc:sldMk cId="2203140714" sldId="364"/>
            <ac:picMk id="5" creationId="{C3D3364B-F2BA-2E6D-B96E-ADDC29192A3D}"/>
          </ac:picMkLst>
        </pc:picChg>
        <pc:picChg chg="add mod modCrop">
          <ac:chgData name="Edwar Romero-Ramirez" userId="92bc0edd-ad5d-44a7-8ba7-72607029cc7a" providerId="ADAL" clId="{84EA6B7E-58BA-4BD1-B3CB-C7FF9770875A}" dt="2024-06-14T17:30:24.983" v="1014" actId="732"/>
          <ac:picMkLst>
            <pc:docMk/>
            <pc:sldMk cId="2203140714" sldId="364"/>
            <ac:picMk id="7" creationId="{BD076126-7F35-03D6-CD06-92B116A9BDFC}"/>
          </ac:picMkLst>
        </pc:picChg>
        <pc:picChg chg="add del mod">
          <ac:chgData name="Edwar Romero-Ramirez" userId="92bc0edd-ad5d-44a7-8ba7-72607029cc7a" providerId="ADAL" clId="{84EA6B7E-58BA-4BD1-B3CB-C7FF9770875A}" dt="2024-06-14T17:31:42.544" v="1045" actId="478"/>
          <ac:picMkLst>
            <pc:docMk/>
            <pc:sldMk cId="2203140714" sldId="364"/>
            <ac:picMk id="9" creationId="{5ADB4723-0ED4-8D00-917C-86AFD18780A3}"/>
          </ac:picMkLst>
        </pc:picChg>
        <pc:picChg chg="add mod">
          <ac:chgData name="Edwar Romero-Ramirez" userId="92bc0edd-ad5d-44a7-8ba7-72607029cc7a" providerId="ADAL" clId="{84EA6B7E-58BA-4BD1-B3CB-C7FF9770875A}" dt="2024-06-14T17:42:44.140" v="1232"/>
          <ac:picMkLst>
            <pc:docMk/>
            <pc:sldMk cId="2203140714" sldId="364"/>
            <ac:picMk id="11" creationId="{E05242E2-95A4-9711-BB66-48101DE8F663}"/>
          </ac:picMkLst>
        </pc:picChg>
      </pc:sldChg>
      <pc:sldChg chg="modSp add mod">
        <pc:chgData name="Edwar Romero-Ramirez" userId="92bc0edd-ad5d-44a7-8ba7-72607029cc7a" providerId="ADAL" clId="{84EA6B7E-58BA-4BD1-B3CB-C7FF9770875A}" dt="2024-06-14T19:01:05.514" v="1405" actId="20577"/>
        <pc:sldMkLst>
          <pc:docMk/>
          <pc:sldMk cId="2275632493" sldId="365"/>
        </pc:sldMkLst>
        <pc:spChg chg="mod">
          <ac:chgData name="Edwar Romero-Ramirez" userId="92bc0edd-ad5d-44a7-8ba7-72607029cc7a" providerId="ADAL" clId="{84EA6B7E-58BA-4BD1-B3CB-C7FF9770875A}" dt="2024-06-14T19:01:05.514" v="1405" actId="20577"/>
          <ac:spMkLst>
            <pc:docMk/>
            <pc:sldMk cId="2275632493" sldId="365"/>
            <ac:spMk id="6" creationId="{86649F24-8FCC-CDEB-B4C7-3B4C1F0F6A52}"/>
          </ac:spMkLst>
        </pc:spChg>
      </pc:sldChg>
    </pc:docChg>
  </pc:docChgLst>
  <pc:docChgLst>
    <pc:chgData name="Somak Das" userId="S::sdas@floridapoly.edu::98cebb13-2fc4-4808-95b9-daeb7e6acc01" providerId="AD" clId="Web-{EE96B046-F3F8-843F-DF6E-D79C3C431F4A}"/>
    <pc:docChg chg="delSld modSld modSection">
      <pc:chgData name="Somak Das" userId="S::sdas@floridapoly.edu::98cebb13-2fc4-4808-95b9-daeb7e6acc01" providerId="AD" clId="Web-{EE96B046-F3F8-843F-DF6E-D79C3C431F4A}" dt="2024-09-18T05:20:35.312" v="16"/>
      <pc:docMkLst>
        <pc:docMk/>
      </pc:docMkLst>
      <pc:sldChg chg="del">
        <pc:chgData name="Somak Das" userId="S::sdas@floridapoly.edu::98cebb13-2fc4-4808-95b9-daeb7e6acc01" providerId="AD" clId="Web-{EE96B046-F3F8-843F-DF6E-D79C3C431F4A}" dt="2024-09-18T05:10:04.346" v="0"/>
        <pc:sldMkLst>
          <pc:docMk/>
          <pc:sldMk cId="4139804777" sldId="330"/>
        </pc:sldMkLst>
      </pc:sldChg>
      <pc:sldChg chg="modSp del">
        <pc:chgData name="Somak Das" userId="S::sdas@floridapoly.edu::98cebb13-2fc4-4808-95b9-daeb7e6acc01" providerId="AD" clId="Web-{EE96B046-F3F8-843F-DF6E-D79C3C431F4A}" dt="2024-09-18T05:20:35.312" v="16"/>
        <pc:sldMkLst>
          <pc:docMk/>
          <pc:sldMk cId="3375053121" sldId="357"/>
        </pc:sldMkLst>
        <pc:spChg chg="mod">
          <ac:chgData name="Somak Das" userId="S::sdas@floridapoly.edu::98cebb13-2fc4-4808-95b9-daeb7e6acc01" providerId="AD" clId="Web-{EE96B046-F3F8-843F-DF6E-D79C3C431F4A}" dt="2024-09-18T05:20:32.624" v="15" actId="20577"/>
          <ac:spMkLst>
            <pc:docMk/>
            <pc:sldMk cId="3375053121" sldId="357"/>
            <ac:spMk id="3" creationId="{531873D7-60CF-EF09-FB5B-1AAE765912F0}"/>
          </ac:spMkLst>
        </pc:spChg>
      </pc:sldChg>
    </pc:docChg>
  </pc:docChgLst>
  <pc:docChgLst>
    <pc:chgData name="Somak Das" userId="S::sdas@floridapoly.edu::98cebb13-2fc4-4808-95b9-daeb7e6acc01" providerId="AD" clId="Web-{F588239D-C0A9-4B17-81C8-157C1610C1E4}"/>
    <pc:docChg chg="modSld">
      <pc:chgData name="Somak Das" userId="S::sdas@floridapoly.edu::98cebb13-2fc4-4808-95b9-daeb7e6acc01" providerId="AD" clId="Web-{F588239D-C0A9-4B17-81C8-157C1610C1E4}" dt="2024-09-25T13:46:22.059" v="10" actId="1076"/>
      <pc:docMkLst>
        <pc:docMk/>
      </pc:docMkLst>
      <pc:sldChg chg="delSp modSp mod modClrScheme chgLayout">
        <pc:chgData name="Somak Das" userId="S::sdas@floridapoly.edu::98cebb13-2fc4-4808-95b9-daeb7e6acc01" providerId="AD" clId="Web-{F588239D-C0A9-4B17-81C8-157C1610C1E4}" dt="2024-09-25T13:45:55.527" v="7" actId="14100"/>
        <pc:sldMkLst>
          <pc:docMk/>
          <pc:sldMk cId="3296985834" sldId="337"/>
        </pc:sldMkLst>
        <pc:spChg chg="mod">
          <ac:chgData name="Somak Das" userId="S::sdas@floridapoly.edu::98cebb13-2fc4-4808-95b9-daeb7e6acc01" providerId="AD" clId="Web-{F588239D-C0A9-4B17-81C8-157C1610C1E4}" dt="2024-09-25T13:45:55.527" v="7" actId="14100"/>
          <ac:spMkLst>
            <pc:docMk/>
            <pc:sldMk cId="3296985834" sldId="337"/>
            <ac:spMk id="2" creationId="{63538501-1446-C1C8-5ED3-A626A32E61A1}"/>
          </ac:spMkLst>
        </pc:spChg>
        <pc:spChg chg="del">
          <ac:chgData name="Somak Das" userId="S::sdas@floridapoly.edu::98cebb13-2fc4-4808-95b9-daeb7e6acc01" providerId="AD" clId="Web-{F588239D-C0A9-4B17-81C8-157C1610C1E4}" dt="2024-09-25T13:45:07.307" v="0"/>
          <ac:spMkLst>
            <pc:docMk/>
            <pc:sldMk cId="3296985834" sldId="337"/>
            <ac:spMk id="10" creationId="{C9996246-EF2D-EDEE-5D70-FF913E45C39E}"/>
          </ac:spMkLst>
        </pc:spChg>
        <pc:cxnChg chg="del">
          <ac:chgData name="Somak Das" userId="S::sdas@floridapoly.edu::98cebb13-2fc4-4808-95b9-daeb7e6acc01" providerId="AD" clId="Web-{F588239D-C0A9-4B17-81C8-157C1610C1E4}" dt="2024-09-25T13:45:38.058" v="2"/>
          <ac:cxnSpMkLst>
            <pc:docMk/>
            <pc:sldMk cId="3296985834" sldId="337"/>
            <ac:cxnSpMk id="5" creationId="{F5E1DA51-3207-FA34-5512-4D7E7EDBF429}"/>
          </ac:cxnSpMkLst>
        </pc:cxnChg>
        <pc:cxnChg chg="del">
          <ac:chgData name="Somak Das" userId="S::sdas@floridapoly.edu::98cebb13-2fc4-4808-95b9-daeb7e6acc01" providerId="AD" clId="Web-{F588239D-C0A9-4B17-81C8-157C1610C1E4}" dt="2024-09-25T13:45:40.214" v="3"/>
          <ac:cxnSpMkLst>
            <pc:docMk/>
            <pc:sldMk cId="3296985834" sldId="337"/>
            <ac:cxnSpMk id="7" creationId="{840CDFCC-E13B-7867-6F04-2CC89D1BEC3B}"/>
          </ac:cxnSpMkLst>
        </pc:cxnChg>
      </pc:sldChg>
      <pc:sldChg chg="modSp">
        <pc:chgData name="Somak Das" userId="S::sdas@floridapoly.edu::98cebb13-2fc4-4808-95b9-daeb7e6acc01" providerId="AD" clId="Web-{F588239D-C0A9-4B17-81C8-157C1610C1E4}" dt="2024-09-25T13:46:22.059" v="10" actId="1076"/>
        <pc:sldMkLst>
          <pc:docMk/>
          <pc:sldMk cId="3222711174" sldId="393"/>
        </pc:sldMkLst>
        <pc:spChg chg="mod">
          <ac:chgData name="Somak Das" userId="S::sdas@floridapoly.edu::98cebb13-2fc4-4808-95b9-daeb7e6acc01" providerId="AD" clId="Web-{F588239D-C0A9-4B17-81C8-157C1610C1E4}" dt="2024-09-25T13:46:22.059" v="10" actId="1076"/>
          <ac:spMkLst>
            <pc:docMk/>
            <pc:sldMk cId="3222711174" sldId="393"/>
            <ac:spMk id="2" creationId="{268AF25C-ABAD-DE25-58C4-D58ECC92ACB1}"/>
          </ac:spMkLst>
        </pc:spChg>
      </pc:sldChg>
    </pc:docChg>
  </pc:docChgLst>
  <pc:docChgLst>
    <pc:chgData name="Edwar Romero-Ramirez" userId="92bc0edd-ad5d-44a7-8ba7-72607029cc7a" providerId="ADAL" clId="{2D074C76-BA50-4854-8CA9-96A826B75CB1}"/>
    <pc:docChg chg="custSel addSld modSld modSection">
      <pc:chgData name="Edwar Romero-Ramirez" userId="92bc0edd-ad5d-44a7-8ba7-72607029cc7a" providerId="ADAL" clId="{2D074C76-BA50-4854-8CA9-96A826B75CB1}" dt="2024-08-08T20:17:16.018" v="104" actId="20577"/>
      <pc:docMkLst>
        <pc:docMk/>
      </pc:docMkLst>
      <pc:sldChg chg="modSp mod">
        <pc:chgData name="Edwar Romero-Ramirez" userId="92bc0edd-ad5d-44a7-8ba7-72607029cc7a" providerId="ADAL" clId="{2D074C76-BA50-4854-8CA9-96A826B75CB1}" dt="2024-08-08T20:16:54.953" v="92" actId="27636"/>
        <pc:sldMkLst>
          <pc:docMk/>
          <pc:sldMk cId="783844113" sldId="256"/>
        </pc:sldMkLst>
        <pc:spChg chg="mod">
          <ac:chgData name="Edwar Romero-Ramirez" userId="92bc0edd-ad5d-44a7-8ba7-72607029cc7a" providerId="ADAL" clId="{2D074C76-BA50-4854-8CA9-96A826B75CB1}" dt="2024-08-08T20:16:54.953" v="92" actId="27636"/>
          <ac:spMkLst>
            <pc:docMk/>
            <pc:sldMk cId="783844113" sldId="256"/>
            <ac:spMk id="6" creationId="{86649F24-8FCC-CDEB-B4C7-3B4C1F0F6A52}"/>
          </ac:spMkLst>
        </pc:spChg>
      </pc:sldChg>
      <pc:sldChg chg="modSp mod">
        <pc:chgData name="Edwar Romero-Ramirez" userId="92bc0edd-ad5d-44a7-8ba7-72607029cc7a" providerId="ADAL" clId="{2D074C76-BA50-4854-8CA9-96A826B75CB1}" dt="2024-08-08T20:17:16.018" v="104" actId="20577"/>
        <pc:sldMkLst>
          <pc:docMk/>
          <pc:sldMk cId="615294533" sldId="373"/>
        </pc:sldMkLst>
        <pc:spChg chg="mod">
          <ac:chgData name="Edwar Romero-Ramirez" userId="92bc0edd-ad5d-44a7-8ba7-72607029cc7a" providerId="ADAL" clId="{2D074C76-BA50-4854-8CA9-96A826B75CB1}" dt="2024-08-08T20:17:16.018" v="104" actId="20577"/>
          <ac:spMkLst>
            <pc:docMk/>
            <pc:sldMk cId="615294533" sldId="373"/>
            <ac:spMk id="6" creationId="{86649F24-8FCC-CDEB-B4C7-3B4C1F0F6A52}"/>
          </ac:spMkLst>
        </pc:spChg>
        <pc:picChg chg="mod">
          <ac:chgData name="Edwar Romero-Ramirez" userId="92bc0edd-ad5d-44a7-8ba7-72607029cc7a" providerId="ADAL" clId="{2D074C76-BA50-4854-8CA9-96A826B75CB1}" dt="2024-08-08T20:17:08.342" v="96" actId="1076"/>
          <ac:picMkLst>
            <pc:docMk/>
            <pc:sldMk cId="615294533" sldId="373"/>
            <ac:picMk id="4" creationId="{03A91DEA-A578-1C25-E401-D5C259262012}"/>
          </ac:picMkLst>
        </pc:picChg>
      </pc:sldChg>
      <pc:sldChg chg="modSp new mod">
        <pc:chgData name="Edwar Romero-Ramirez" userId="92bc0edd-ad5d-44a7-8ba7-72607029cc7a" providerId="ADAL" clId="{2D074C76-BA50-4854-8CA9-96A826B75CB1}" dt="2024-08-08T20:15:54.399" v="74" actId="113"/>
        <pc:sldMkLst>
          <pc:docMk/>
          <pc:sldMk cId="2289806869" sldId="389"/>
        </pc:sldMkLst>
        <pc:spChg chg="mod">
          <ac:chgData name="Edwar Romero-Ramirez" userId="92bc0edd-ad5d-44a7-8ba7-72607029cc7a" providerId="ADAL" clId="{2D074C76-BA50-4854-8CA9-96A826B75CB1}" dt="2024-08-08T20:15:16.334" v="1"/>
          <ac:spMkLst>
            <pc:docMk/>
            <pc:sldMk cId="2289806869" sldId="389"/>
            <ac:spMk id="2" creationId="{96865D41-AA5B-AB0F-3623-505180CD8126}"/>
          </ac:spMkLst>
        </pc:spChg>
        <pc:spChg chg="mod">
          <ac:chgData name="Edwar Romero-Ramirez" userId="92bc0edd-ad5d-44a7-8ba7-72607029cc7a" providerId="ADAL" clId="{2D074C76-BA50-4854-8CA9-96A826B75CB1}" dt="2024-08-08T20:15:54.399" v="74" actId="113"/>
          <ac:spMkLst>
            <pc:docMk/>
            <pc:sldMk cId="2289806869" sldId="389"/>
            <ac:spMk id="3" creationId="{24787AFB-6F87-14B7-8CD6-29A3A5296537}"/>
          </ac:spMkLst>
        </pc:spChg>
      </pc:sldChg>
    </pc:docChg>
  </pc:docChgLst>
  <pc:docChgLst>
    <pc:chgData name="Somak Das" userId="S::sdas@floridapoly.edu::98cebb13-2fc4-4808-95b9-daeb7e6acc01" providerId="AD" clId="Web-{25434A21-BAFA-FE97-539C-6EAD6C3859FD}"/>
    <pc:docChg chg="sldOrd">
      <pc:chgData name="Somak Das" userId="S::sdas@floridapoly.edu::98cebb13-2fc4-4808-95b9-daeb7e6acc01" providerId="AD" clId="Web-{25434A21-BAFA-FE97-539C-6EAD6C3859FD}" dt="2025-02-12T16:43:57.233" v="0"/>
      <pc:docMkLst>
        <pc:docMk/>
      </pc:docMkLst>
      <pc:sldChg chg="ord">
        <pc:chgData name="Somak Das" userId="S::sdas@floridapoly.edu::98cebb13-2fc4-4808-95b9-daeb7e6acc01" providerId="AD" clId="Web-{25434A21-BAFA-FE97-539C-6EAD6C3859FD}" dt="2025-02-12T16:43:57.233" v="0"/>
        <pc:sldMkLst>
          <pc:docMk/>
          <pc:sldMk cId="2605842973" sldId="367"/>
        </pc:sldMkLst>
      </pc:sldChg>
    </pc:docChg>
  </pc:docChgLst>
  <pc:docChgLst>
    <pc:chgData name="Edwar Romero-Ramirez" userId="92bc0edd-ad5d-44a7-8ba7-72607029cc7a" providerId="ADAL" clId="{82FA9D74-6A72-4B45-873D-1296FFFC9B42}"/>
    <pc:docChg chg="undo custSel addSld delSld modSld modSection">
      <pc:chgData name="Edwar Romero-Ramirez" userId="92bc0edd-ad5d-44a7-8ba7-72607029cc7a" providerId="ADAL" clId="{82FA9D74-6A72-4B45-873D-1296FFFC9B42}" dt="2024-06-06T16:57:03.174" v="2734" actId="14100"/>
      <pc:docMkLst>
        <pc:docMk/>
      </pc:docMkLst>
      <pc:sldChg chg="modSp mod">
        <pc:chgData name="Edwar Romero-Ramirez" userId="92bc0edd-ad5d-44a7-8ba7-72607029cc7a" providerId="ADAL" clId="{82FA9D74-6A72-4B45-873D-1296FFFC9B42}" dt="2024-05-29T16:50:38.687" v="148" actId="207"/>
        <pc:sldMkLst>
          <pc:docMk/>
          <pc:sldMk cId="2289991728" sldId="342"/>
        </pc:sldMkLst>
        <pc:spChg chg="mod">
          <ac:chgData name="Edwar Romero-Ramirez" userId="92bc0edd-ad5d-44a7-8ba7-72607029cc7a" providerId="ADAL" clId="{82FA9D74-6A72-4B45-873D-1296FFFC9B42}" dt="2024-05-29T16:50:38.687" v="148" actId="207"/>
          <ac:spMkLst>
            <pc:docMk/>
            <pc:sldMk cId="2289991728" sldId="342"/>
            <ac:spMk id="3" creationId="{78D6B0DC-8DDB-A7DA-E1AC-AD2D78ED7DCB}"/>
          </ac:spMkLst>
        </pc:spChg>
      </pc:sldChg>
      <pc:sldChg chg="addSp delSp modSp new mod modNotesTx">
        <pc:chgData name="Edwar Romero-Ramirez" userId="92bc0edd-ad5d-44a7-8ba7-72607029cc7a" providerId="ADAL" clId="{82FA9D74-6A72-4B45-873D-1296FFFC9B42}" dt="2024-06-06T15:16:05.436" v="613" actId="207"/>
        <pc:sldMkLst>
          <pc:docMk/>
          <pc:sldMk cId="450661816" sldId="349"/>
        </pc:sldMkLst>
        <pc:spChg chg="mod">
          <ac:chgData name="Edwar Romero-Ramirez" userId="92bc0edd-ad5d-44a7-8ba7-72607029cc7a" providerId="ADAL" clId="{82FA9D74-6A72-4B45-873D-1296FFFC9B42}" dt="2024-05-29T16:46:40.607" v="69" actId="20577"/>
          <ac:spMkLst>
            <pc:docMk/>
            <pc:sldMk cId="450661816" sldId="349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5:16:05.436" v="613" actId="207"/>
          <ac:spMkLst>
            <pc:docMk/>
            <pc:sldMk cId="450661816" sldId="349"/>
            <ac:spMk id="3" creationId="{9556065C-AC8D-F8CF-D5A2-F5C7B2A8889E}"/>
          </ac:spMkLst>
        </pc:spChg>
        <pc:picChg chg="add del mod modCrop">
          <ac:chgData name="Edwar Romero-Ramirez" userId="92bc0edd-ad5d-44a7-8ba7-72607029cc7a" providerId="ADAL" clId="{82FA9D74-6A72-4B45-873D-1296FFFC9B42}" dt="2024-06-06T15:08:53.574" v="305" actId="478"/>
          <ac:picMkLst>
            <pc:docMk/>
            <pc:sldMk cId="450661816" sldId="349"/>
            <ac:picMk id="5" creationId="{CD575DE4-55EC-7782-3D00-39E2D524E9E6}"/>
          </ac:picMkLst>
        </pc:picChg>
        <pc:picChg chg="add mod">
          <ac:chgData name="Edwar Romero-Ramirez" userId="92bc0edd-ad5d-44a7-8ba7-72607029cc7a" providerId="ADAL" clId="{82FA9D74-6A72-4B45-873D-1296FFFC9B42}" dt="2024-06-06T15:09:01.399" v="308" actId="1076"/>
          <ac:picMkLst>
            <pc:docMk/>
            <pc:sldMk cId="450661816" sldId="349"/>
            <ac:picMk id="6" creationId="{6C46A5C2-1BE2-6602-320D-E379367D8360}"/>
          </ac:picMkLst>
        </pc:picChg>
      </pc:sldChg>
      <pc:sldChg chg="addSp delSp modSp add mod modNotesTx">
        <pc:chgData name="Edwar Romero-Ramirez" userId="92bc0edd-ad5d-44a7-8ba7-72607029cc7a" providerId="ADAL" clId="{82FA9D74-6A72-4B45-873D-1296FFFC9B42}" dt="2024-06-06T15:24:52.006" v="807" actId="108"/>
        <pc:sldMkLst>
          <pc:docMk/>
          <pc:sldMk cId="756175004" sldId="350"/>
        </pc:sldMkLst>
        <pc:spChg chg="mod">
          <ac:chgData name="Edwar Romero-Ramirez" userId="92bc0edd-ad5d-44a7-8ba7-72607029cc7a" providerId="ADAL" clId="{82FA9D74-6A72-4B45-873D-1296FFFC9B42}" dt="2024-06-06T15:24:52.006" v="807" actId="108"/>
          <ac:spMkLst>
            <pc:docMk/>
            <pc:sldMk cId="756175004" sldId="350"/>
            <ac:spMk id="3" creationId="{9556065C-AC8D-F8CF-D5A2-F5C7B2A8889E}"/>
          </ac:spMkLst>
        </pc:spChg>
        <pc:spChg chg="add mod">
          <ac:chgData name="Edwar Romero-Ramirez" userId="92bc0edd-ad5d-44a7-8ba7-72607029cc7a" providerId="ADAL" clId="{82FA9D74-6A72-4B45-873D-1296FFFC9B42}" dt="2024-06-06T15:14:14.457" v="552" actId="57"/>
          <ac:spMkLst>
            <pc:docMk/>
            <pc:sldMk cId="756175004" sldId="350"/>
            <ac:spMk id="5" creationId="{3F1CE5EF-1993-48B6-7353-FC6D457CA39A}"/>
          </ac:spMkLst>
        </pc:spChg>
        <pc:picChg chg="del">
          <ac:chgData name="Edwar Romero-Ramirez" userId="92bc0edd-ad5d-44a7-8ba7-72607029cc7a" providerId="ADAL" clId="{82FA9D74-6A72-4B45-873D-1296FFFC9B42}" dt="2024-05-29T16:54:21.358" v="260" actId="478"/>
          <ac:picMkLst>
            <pc:docMk/>
            <pc:sldMk cId="756175004" sldId="350"/>
            <ac:picMk id="5" creationId="{CD575DE4-55EC-7782-3D00-39E2D524E9E6}"/>
          </ac:picMkLst>
        </pc:picChg>
        <pc:picChg chg="add mod">
          <ac:chgData name="Edwar Romero-Ramirez" userId="92bc0edd-ad5d-44a7-8ba7-72607029cc7a" providerId="ADAL" clId="{82FA9D74-6A72-4B45-873D-1296FFFC9B42}" dt="2024-05-29T16:54:32.230" v="264" actId="1076"/>
          <ac:picMkLst>
            <pc:docMk/>
            <pc:sldMk cId="756175004" sldId="350"/>
            <ac:picMk id="6" creationId="{50535E7C-5C90-3DB5-404B-E48DB8C9ECFD}"/>
          </ac:picMkLst>
        </pc:picChg>
      </pc:sldChg>
      <pc:sldChg chg="modSp add mod">
        <pc:chgData name="Edwar Romero-Ramirez" userId="92bc0edd-ad5d-44a7-8ba7-72607029cc7a" providerId="ADAL" clId="{82FA9D74-6A72-4B45-873D-1296FFFC9B42}" dt="2024-06-06T15:32:25.850" v="1313" actId="20577"/>
        <pc:sldMkLst>
          <pc:docMk/>
          <pc:sldMk cId="3912467275" sldId="351"/>
        </pc:sldMkLst>
        <pc:spChg chg="mod">
          <ac:chgData name="Edwar Romero-Ramirez" userId="92bc0edd-ad5d-44a7-8ba7-72607029cc7a" providerId="ADAL" clId="{82FA9D74-6A72-4B45-873D-1296FFFC9B42}" dt="2024-06-06T15:25:14.678" v="824" actId="20577"/>
          <ac:spMkLst>
            <pc:docMk/>
            <pc:sldMk cId="3912467275" sldId="351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5:32:25.850" v="1313" actId="20577"/>
          <ac:spMkLst>
            <pc:docMk/>
            <pc:sldMk cId="3912467275" sldId="351"/>
            <ac:spMk id="3" creationId="{9556065C-AC8D-F8CF-D5A2-F5C7B2A8889E}"/>
          </ac:spMkLst>
        </pc:spChg>
        <pc:picChg chg="ord">
          <ac:chgData name="Edwar Romero-Ramirez" userId="92bc0edd-ad5d-44a7-8ba7-72607029cc7a" providerId="ADAL" clId="{82FA9D74-6A72-4B45-873D-1296FFFC9B42}" dt="2024-06-06T15:25:44.033" v="830" actId="167"/>
          <ac:picMkLst>
            <pc:docMk/>
            <pc:sldMk cId="3912467275" sldId="351"/>
            <ac:picMk id="6" creationId="{50535E7C-5C90-3DB5-404B-E48DB8C9ECFD}"/>
          </ac:picMkLst>
        </pc:picChg>
      </pc:sldChg>
      <pc:sldChg chg="modSp add mod">
        <pc:chgData name="Edwar Romero-Ramirez" userId="92bc0edd-ad5d-44a7-8ba7-72607029cc7a" providerId="ADAL" clId="{82FA9D74-6A72-4B45-873D-1296FFFC9B42}" dt="2024-06-06T16:56:34.081" v="2728" actId="20577"/>
        <pc:sldMkLst>
          <pc:docMk/>
          <pc:sldMk cId="839535825" sldId="352"/>
        </pc:sldMkLst>
        <pc:spChg chg="mod">
          <ac:chgData name="Edwar Romero-Ramirez" userId="92bc0edd-ad5d-44a7-8ba7-72607029cc7a" providerId="ADAL" clId="{82FA9D74-6A72-4B45-873D-1296FFFC9B42}" dt="2024-06-06T16:56:34.081" v="2728" actId="20577"/>
          <ac:spMkLst>
            <pc:docMk/>
            <pc:sldMk cId="839535825" sldId="352"/>
            <ac:spMk id="3" creationId="{9556065C-AC8D-F8CF-D5A2-F5C7B2A8889E}"/>
          </ac:spMkLst>
        </pc:spChg>
      </pc:sldChg>
      <pc:sldChg chg="modSp add mod">
        <pc:chgData name="Edwar Romero-Ramirez" userId="92bc0edd-ad5d-44a7-8ba7-72607029cc7a" providerId="ADAL" clId="{82FA9D74-6A72-4B45-873D-1296FFFC9B42}" dt="2024-06-06T16:56:30.062" v="2725" actId="20577"/>
        <pc:sldMkLst>
          <pc:docMk/>
          <pc:sldMk cId="2838901669" sldId="353"/>
        </pc:sldMkLst>
        <pc:spChg chg="mod">
          <ac:chgData name="Edwar Romero-Ramirez" userId="92bc0edd-ad5d-44a7-8ba7-72607029cc7a" providerId="ADAL" clId="{82FA9D74-6A72-4B45-873D-1296FFFC9B42}" dt="2024-06-06T16:56:30.062" v="2725" actId="20577"/>
          <ac:spMkLst>
            <pc:docMk/>
            <pc:sldMk cId="2838901669" sldId="353"/>
            <ac:spMk id="3" creationId="{9556065C-AC8D-F8CF-D5A2-F5C7B2A8889E}"/>
          </ac:spMkLst>
        </pc:spChg>
      </pc:sldChg>
      <pc:sldChg chg="addSp modSp add mod">
        <pc:chgData name="Edwar Romero-Ramirez" userId="92bc0edd-ad5d-44a7-8ba7-72607029cc7a" providerId="ADAL" clId="{82FA9D74-6A72-4B45-873D-1296FFFC9B42}" dt="2024-06-06T16:42:24.521" v="2225" actId="1038"/>
        <pc:sldMkLst>
          <pc:docMk/>
          <pc:sldMk cId="3245362616" sldId="354"/>
        </pc:sldMkLst>
        <pc:spChg chg="mod">
          <ac:chgData name="Edwar Romero-Ramirez" userId="92bc0edd-ad5d-44a7-8ba7-72607029cc7a" providerId="ADAL" clId="{82FA9D74-6A72-4B45-873D-1296FFFC9B42}" dt="2024-06-06T16:39:04.444" v="2021" actId="20577"/>
          <ac:spMkLst>
            <pc:docMk/>
            <pc:sldMk cId="3245362616" sldId="354"/>
            <ac:spMk id="2" creationId="{A43E3E30-0CCC-0FCC-69DC-1C2820744E12}"/>
          </ac:spMkLst>
        </pc:spChg>
        <pc:spChg chg="mod">
          <ac:chgData name="Edwar Romero-Ramirez" userId="92bc0edd-ad5d-44a7-8ba7-72607029cc7a" providerId="ADAL" clId="{82FA9D74-6A72-4B45-873D-1296FFFC9B42}" dt="2024-06-06T16:37:34.605" v="1991" actId="207"/>
          <ac:spMkLst>
            <pc:docMk/>
            <pc:sldMk cId="3245362616" sldId="354"/>
            <ac:spMk id="3" creationId="{9556065C-AC8D-F8CF-D5A2-F5C7B2A8889E}"/>
          </ac:spMkLst>
        </pc:spChg>
        <pc:spChg chg="add mod">
          <ac:chgData name="Edwar Romero-Ramirez" userId="92bc0edd-ad5d-44a7-8ba7-72607029cc7a" providerId="ADAL" clId="{82FA9D74-6A72-4B45-873D-1296FFFC9B42}" dt="2024-06-06T16:41:59.626" v="2205" actId="1038"/>
          <ac:spMkLst>
            <pc:docMk/>
            <pc:sldMk cId="3245362616" sldId="354"/>
            <ac:spMk id="4" creationId="{11EE0B85-E429-8E8F-8471-C8730B66B3F1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7" creationId="{C0C27DB5-DBAC-F6B2-48B7-EB391F83B449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8" creationId="{26CBE47B-50B1-FB44-38B3-98A2FD157F6D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9" creationId="{01C7816C-C07B-B55B-220A-C69E96BCCDD5}"/>
          </ac:spMkLst>
        </pc:spChg>
        <pc:spChg chg="add mod">
          <ac:chgData name="Edwar Romero-Ramirez" userId="92bc0edd-ad5d-44a7-8ba7-72607029cc7a" providerId="ADAL" clId="{82FA9D74-6A72-4B45-873D-1296FFFC9B42}" dt="2024-06-06T16:41:38.623" v="2152" actId="1038"/>
          <ac:spMkLst>
            <pc:docMk/>
            <pc:sldMk cId="3245362616" sldId="354"/>
            <ac:spMk id="20" creationId="{4BC6DF06-8AAC-9C87-F081-6F01BB8FC70D}"/>
          </ac:spMkLst>
        </pc:spChg>
        <pc:spChg chg="add mod">
          <ac:chgData name="Edwar Romero-Ramirez" userId="92bc0edd-ad5d-44a7-8ba7-72607029cc7a" providerId="ADAL" clId="{82FA9D74-6A72-4B45-873D-1296FFFC9B42}" dt="2024-06-06T16:42:08.323" v="2208" actId="14100"/>
          <ac:spMkLst>
            <pc:docMk/>
            <pc:sldMk cId="3245362616" sldId="354"/>
            <ac:spMk id="21" creationId="{B8EBE528-E30A-1B10-7528-3111E7BFCDC8}"/>
          </ac:spMkLst>
        </pc:spChg>
        <pc:spChg chg="add mod">
          <ac:chgData name="Edwar Romero-Ramirez" userId="92bc0edd-ad5d-44a7-8ba7-72607029cc7a" providerId="ADAL" clId="{82FA9D74-6A72-4B45-873D-1296FFFC9B42}" dt="2024-06-06T16:41:22.340" v="2131" actId="1076"/>
          <ac:spMkLst>
            <pc:docMk/>
            <pc:sldMk cId="3245362616" sldId="354"/>
            <ac:spMk id="23" creationId="{C8FE6EEE-BE1B-7417-F65F-2A5E83A14468}"/>
          </ac:spMkLst>
        </pc:spChg>
        <pc:cxnChg chg="add mod">
          <ac:chgData name="Edwar Romero-Ramirez" userId="92bc0edd-ad5d-44a7-8ba7-72607029cc7a" providerId="ADAL" clId="{82FA9D74-6A72-4B45-873D-1296FFFC9B42}" dt="2024-06-06T16:42:13.138" v="2216" actId="1037"/>
          <ac:cxnSpMkLst>
            <pc:docMk/>
            <pc:sldMk cId="3245362616" sldId="354"/>
            <ac:cxnSpMk id="10" creationId="{503D687C-C993-EF97-6802-C239BBAA4D2A}"/>
          </ac:cxnSpMkLst>
        </pc:cxnChg>
        <pc:cxnChg chg="add mod">
          <ac:chgData name="Edwar Romero-Ramirez" userId="92bc0edd-ad5d-44a7-8ba7-72607029cc7a" providerId="ADAL" clId="{82FA9D74-6A72-4B45-873D-1296FFFC9B42}" dt="2024-06-06T16:42:24.521" v="2225" actId="1038"/>
          <ac:cxnSpMkLst>
            <pc:docMk/>
            <pc:sldMk cId="3245362616" sldId="354"/>
            <ac:cxnSpMk id="12" creationId="{CAEFFA5A-E422-8A8A-76DE-590689BC5379}"/>
          </ac:cxnSpMkLst>
        </pc:cxnChg>
        <pc:cxnChg chg="add mod">
          <ac:chgData name="Edwar Romero-Ramirez" userId="92bc0edd-ad5d-44a7-8ba7-72607029cc7a" providerId="ADAL" clId="{82FA9D74-6A72-4B45-873D-1296FFFC9B42}" dt="2024-06-06T16:41:59.626" v="2205" actId="1038"/>
          <ac:cxnSpMkLst>
            <pc:docMk/>
            <pc:sldMk cId="3245362616" sldId="354"/>
            <ac:cxnSpMk id="13" creationId="{F2D651C0-46B1-7958-D9CC-828337C30633}"/>
          </ac:cxnSpMkLst>
        </pc:cxnChg>
        <pc:cxnChg chg="add mod">
          <ac:chgData name="Edwar Romero-Ramirez" userId="92bc0edd-ad5d-44a7-8ba7-72607029cc7a" providerId="ADAL" clId="{82FA9D74-6A72-4B45-873D-1296FFFC9B42}" dt="2024-06-06T16:42:21.328" v="2222" actId="1038"/>
          <ac:cxnSpMkLst>
            <pc:docMk/>
            <pc:sldMk cId="3245362616" sldId="354"/>
            <ac:cxnSpMk id="15" creationId="{D1C3ECE3-B524-4114-85FD-591FF270C481}"/>
          </ac:cxnSpMkLst>
        </pc:cxnChg>
        <pc:cxnChg chg="add mod">
          <ac:chgData name="Edwar Romero-Ramirez" userId="92bc0edd-ad5d-44a7-8ba7-72607029cc7a" providerId="ADAL" clId="{82FA9D74-6A72-4B45-873D-1296FFFC9B42}" dt="2024-06-06T16:42:22.324" v="2223" actId="1038"/>
          <ac:cxnSpMkLst>
            <pc:docMk/>
            <pc:sldMk cId="3245362616" sldId="354"/>
            <ac:cxnSpMk id="19" creationId="{8F6395DD-847B-0D38-3590-B34123BF4B43}"/>
          </ac:cxnSpMkLst>
        </pc:cxnChg>
      </pc:sldChg>
      <pc:sldChg chg="modSp add del mod">
        <pc:chgData name="Edwar Romero-Ramirez" userId="92bc0edd-ad5d-44a7-8ba7-72607029cc7a" providerId="ADAL" clId="{82FA9D74-6A72-4B45-873D-1296FFFC9B42}" dt="2024-06-06T16:47:08.715" v="2226" actId="47"/>
        <pc:sldMkLst>
          <pc:docMk/>
          <pc:sldMk cId="976568637" sldId="355"/>
        </pc:sldMkLst>
        <pc:spChg chg="mod">
          <ac:chgData name="Edwar Romero-Ramirez" userId="92bc0edd-ad5d-44a7-8ba7-72607029cc7a" providerId="ADAL" clId="{82FA9D74-6A72-4B45-873D-1296FFFC9B42}" dt="2024-06-06T16:39:11.674" v="2022" actId="6549"/>
          <ac:spMkLst>
            <pc:docMk/>
            <pc:sldMk cId="976568637" sldId="355"/>
            <ac:spMk id="2" creationId="{A43E3E30-0CCC-0FCC-69DC-1C2820744E12}"/>
          </ac:spMkLst>
        </pc:spChg>
      </pc:sldChg>
      <pc:sldChg chg="addSp delSp modSp add mod">
        <pc:chgData name="Edwar Romero-Ramirez" userId="92bc0edd-ad5d-44a7-8ba7-72607029cc7a" providerId="ADAL" clId="{82FA9D74-6A72-4B45-873D-1296FFFC9B42}" dt="2024-06-06T16:57:03.174" v="2734" actId="14100"/>
        <pc:sldMkLst>
          <pc:docMk/>
          <pc:sldMk cId="4183556849" sldId="355"/>
        </pc:sldMkLst>
        <pc:spChg chg="mod">
          <ac:chgData name="Edwar Romero-Ramirez" userId="92bc0edd-ad5d-44a7-8ba7-72607029cc7a" providerId="ADAL" clId="{82FA9D74-6A72-4B45-873D-1296FFFC9B42}" dt="2024-06-06T16:56:58.633" v="2733" actId="27636"/>
          <ac:spMkLst>
            <pc:docMk/>
            <pc:sldMk cId="4183556849" sldId="355"/>
            <ac:spMk id="3" creationId="{9556065C-AC8D-F8CF-D5A2-F5C7B2A8889E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4" creationId="{11EE0B85-E429-8E8F-8471-C8730B66B3F1}"/>
          </ac:spMkLst>
        </pc:spChg>
        <pc:spChg chg="add del">
          <ac:chgData name="Edwar Romero-Ramirez" userId="92bc0edd-ad5d-44a7-8ba7-72607029cc7a" providerId="ADAL" clId="{82FA9D74-6A72-4B45-873D-1296FFFC9B42}" dt="2024-06-06T16:53:04.923" v="2451" actId="478"/>
          <ac:spMkLst>
            <pc:docMk/>
            <pc:sldMk cId="4183556849" sldId="355"/>
            <ac:spMk id="5" creationId="{3F1CE5EF-1993-48B6-7353-FC6D457CA39A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7" creationId="{C0C27DB5-DBAC-F6B2-48B7-EB391F83B449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8" creationId="{26CBE47B-50B1-FB44-38B3-98A2FD157F6D}"/>
          </ac:spMkLst>
        </pc:spChg>
        <pc:spChg chg="add del">
          <ac:chgData name="Edwar Romero-Ramirez" userId="92bc0edd-ad5d-44a7-8ba7-72607029cc7a" providerId="ADAL" clId="{82FA9D74-6A72-4B45-873D-1296FFFC9B42}" dt="2024-06-06T16:53:11.681" v="2453" actId="478"/>
          <ac:spMkLst>
            <pc:docMk/>
            <pc:sldMk cId="4183556849" sldId="355"/>
            <ac:spMk id="9" creationId="{01C7816C-C07B-B55B-220A-C69E96BCCDD5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20" creationId="{4BC6DF06-8AAC-9C87-F081-6F01BB8FC70D}"/>
          </ac:spMkLst>
        </pc:spChg>
        <pc:spChg chg="add del">
          <ac:chgData name="Edwar Romero-Ramirez" userId="92bc0edd-ad5d-44a7-8ba7-72607029cc7a" providerId="ADAL" clId="{82FA9D74-6A72-4B45-873D-1296FFFC9B42}" dt="2024-06-06T16:53:10.400" v="2452" actId="478"/>
          <ac:spMkLst>
            <pc:docMk/>
            <pc:sldMk cId="4183556849" sldId="355"/>
            <ac:spMk id="21" creationId="{B8EBE528-E30A-1B10-7528-3111E7BFCDC8}"/>
          </ac:spMkLst>
        </pc:spChg>
        <pc:spChg chg="del">
          <ac:chgData name="Edwar Romero-Ramirez" userId="92bc0edd-ad5d-44a7-8ba7-72607029cc7a" providerId="ADAL" clId="{82FA9D74-6A72-4B45-873D-1296FFFC9B42}" dt="2024-06-06T16:51:19.742" v="2431" actId="478"/>
          <ac:spMkLst>
            <pc:docMk/>
            <pc:sldMk cId="4183556849" sldId="355"/>
            <ac:spMk id="23" creationId="{C8FE6EEE-BE1B-7417-F65F-2A5E83A14468}"/>
          </ac:spMkLst>
        </pc:spChg>
        <pc:picChg chg="mod">
          <ac:chgData name="Edwar Romero-Ramirez" userId="92bc0edd-ad5d-44a7-8ba7-72607029cc7a" providerId="ADAL" clId="{82FA9D74-6A72-4B45-873D-1296FFFC9B42}" dt="2024-06-06T16:52:39.904" v="2436" actId="1076"/>
          <ac:picMkLst>
            <pc:docMk/>
            <pc:sldMk cId="4183556849" sldId="355"/>
            <ac:picMk id="6" creationId="{50535E7C-5C90-3DB5-404B-E48DB8C9ECFD}"/>
          </ac:picMkLst>
        </pc:picChg>
        <pc:picChg chg="add del mod">
          <ac:chgData name="Edwar Romero-Ramirez" userId="92bc0edd-ad5d-44a7-8ba7-72607029cc7a" providerId="ADAL" clId="{82FA9D74-6A72-4B45-873D-1296FFFC9B42}" dt="2024-06-06T16:53:00.951" v="2447" actId="22"/>
          <ac:picMkLst>
            <pc:docMk/>
            <pc:sldMk cId="4183556849" sldId="355"/>
            <ac:picMk id="14" creationId="{FEAFB513-1FDC-6C84-3F0A-982CF17DD146}"/>
          </ac:picMkLst>
        </pc:picChg>
        <pc:picChg chg="add mod">
          <ac:chgData name="Edwar Romero-Ramirez" userId="92bc0edd-ad5d-44a7-8ba7-72607029cc7a" providerId="ADAL" clId="{82FA9D74-6A72-4B45-873D-1296FFFC9B42}" dt="2024-06-06T16:57:03.174" v="2734" actId="14100"/>
          <ac:picMkLst>
            <pc:docMk/>
            <pc:sldMk cId="4183556849" sldId="355"/>
            <ac:picMk id="17" creationId="{81A7133B-4EF4-6F2E-F115-3E1B669ABF10}"/>
          </ac:picMkLst>
        </pc:pic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0" creationId="{503D687C-C993-EF97-6802-C239BBAA4D2A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2" creationId="{CAEFFA5A-E422-8A8A-76DE-590689BC5379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3" creationId="{F2D651C0-46B1-7958-D9CC-828337C30633}"/>
          </ac:cxnSpMkLst>
        </pc:cxnChg>
        <pc:cxnChg chg="add del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5" creationId="{D1C3ECE3-B524-4114-85FD-591FF270C481}"/>
          </ac:cxnSpMkLst>
        </pc:cxnChg>
        <pc:cxnChg chg="add del mod">
          <ac:chgData name="Edwar Romero-Ramirez" userId="92bc0edd-ad5d-44a7-8ba7-72607029cc7a" providerId="ADAL" clId="{82FA9D74-6A72-4B45-873D-1296FFFC9B42}" dt="2024-06-06T16:53:10.400" v="2452" actId="478"/>
          <ac:cxnSpMkLst>
            <pc:docMk/>
            <pc:sldMk cId="4183556849" sldId="355"/>
            <ac:cxnSpMk id="19" creationId="{8F6395DD-847B-0D38-3590-B34123BF4B43}"/>
          </ac:cxnSpMkLst>
        </pc:cxnChg>
      </pc:sldChg>
    </pc:docChg>
  </pc:docChgLst>
  <pc:docChgLst>
    <pc:chgData name="Somak Das" userId="S::sdas@floridapoly.edu::98cebb13-2fc4-4808-95b9-daeb7e6acc01" providerId="AD" clId="Web-{DC7E016C-BD50-BBC7-AC8B-376C7ED50F89}"/>
    <pc:docChg chg="addSld delSld modSld modSection">
      <pc:chgData name="Somak Das" userId="S::sdas@floridapoly.edu::98cebb13-2fc4-4808-95b9-daeb7e6acc01" providerId="AD" clId="Web-{DC7E016C-BD50-BBC7-AC8B-376C7ED50F89}" dt="2024-09-20T18:33:23.855" v="165" actId="20577"/>
      <pc:docMkLst>
        <pc:docMk/>
      </pc:docMkLst>
      <pc:sldChg chg="modSp">
        <pc:chgData name="Somak Das" userId="S::sdas@floridapoly.edu::98cebb13-2fc4-4808-95b9-daeb7e6acc01" providerId="AD" clId="Web-{DC7E016C-BD50-BBC7-AC8B-376C7ED50F89}" dt="2024-09-20T16:51:10.201" v="128" actId="20577"/>
        <pc:sldMkLst>
          <pc:docMk/>
          <pc:sldMk cId="3935217608" sldId="358"/>
        </pc:sldMkLst>
        <pc:spChg chg="mod">
          <ac:chgData name="Somak Das" userId="S::sdas@floridapoly.edu::98cebb13-2fc4-4808-95b9-daeb7e6acc01" providerId="AD" clId="Web-{DC7E016C-BD50-BBC7-AC8B-376C7ED50F89}" dt="2024-09-20T16:51:10.201" v="128" actId="20577"/>
          <ac:spMkLst>
            <pc:docMk/>
            <pc:sldMk cId="3935217608" sldId="358"/>
            <ac:spMk id="3" creationId="{627D1E55-D7C2-F1D8-4117-467D24A698C1}"/>
          </ac:spMkLst>
        </pc:spChg>
      </pc:sldChg>
      <pc:sldChg chg="modSp add replId">
        <pc:chgData name="Somak Das" userId="S::sdas@floridapoly.edu::98cebb13-2fc4-4808-95b9-daeb7e6acc01" providerId="AD" clId="Web-{DC7E016C-BD50-BBC7-AC8B-376C7ED50F89}" dt="2024-09-20T18:33:23.855" v="165" actId="20577"/>
        <pc:sldMkLst>
          <pc:docMk/>
          <pc:sldMk cId="739611536" sldId="389"/>
        </pc:sldMkLst>
        <pc:spChg chg="mod">
          <ac:chgData name="Somak Das" userId="S::sdas@floridapoly.edu::98cebb13-2fc4-4808-95b9-daeb7e6acc01" providerId="AD" clId="Web-{DC7E016C-BD50-BBC7-AC8B-376C7ED50F89}" dt="2024-09-20T18:33:23.855" v="165" actId="20577"/>
          <ac:spMkLst>
            <pc:docMk/>
            <pc:sldMk cId="739611536" sldId="389"/>
            <ac:spMk id="3" creationId="{627D1E55-D7C2-F1D8-4117-467D24A698C1}"/>
          </ac:spMkLst>
        </pc:spChg>
      </pc:sldChg>
      <pc:sldChg chg="add del replId">
        <pc:chgData name="Somak Das" userId="S::sdas@floridapoly.edu::98cebb13-2fc4-4808-95b9-daeb7e6acc01" providerId="AD" clId="Web-{DC7E016C-BD50-BBC7-AC8B-376C7ED50F89}" dt="2024-09-20T16:42:29.043" v="56"/>
        <pc:sldMkLst>
          <pc:docMk/>
          <pc:sldMk cId="2452594257" sldId="389"/>
        </pc:sldMkLst>
      </pc:sldChg>
      <pc:sldChg chg="add del replId">
        <pc:chgData name="Somak Das" userId="S::sdas@floridapoly.edu::98cebb13-2fc4-4808-95b9-daeb7e6acc01" providerId="AD" clId="Web-{DC7E016C-BD50-BBC7-AC8B-376C7ED50F89}" dt="2024-09-20T16:42:29.043" v="55"/>
        <pc:sldMkLst>
          <pc:docMk/>
          <pc:sldMk cId="2755200161" sldId="390"/>
        </pc:sldMkLst>
      </pc:sldChg>
    </pc:docChg>
  </pc:docChgLst>
  <pc:docChgLst>
    <pc:chgData name="Edwar Romero-Ramirez" userId="92bc0edd-ad5d-44a7-8ba7-72607029cc7a" providerId="ADAL" clId="{2775DB41-4F27-43BB-B6B4-1F63C41083B6}"/>
    <pc:docChg chg="undo custSel addSld delSld modSld sldOrd modSection">
      <pc:chgData name="Edwar Romero-Ramirez" userId="92bc0edd-ad5d-44a7-8ba7-72607029cc7a" providerId="ADAL" clId="{2775DB41-4F27-43BB-B6B4-1F63C41083B6}" dt="2024-06-15T03:53:34.138" v="5503" actId="20577"/>
      <pc:docMkLst>
        <pc:docMk/>
      </pc:docMkLst>
      <pc:sldChg chg="modSp mod">
        <pc:chgData name="Edwar Romero-Ramirez" userId="92bc0edd-ad5d-44a7-8ba7-72607029cc7a" providerId="ADAL" clId="{2775DB41-4F27-43BB-B6B4-1F63C41083B6}" dt="2024-05-29T03:27:06.023" v="30" actId="20577"/>
        <pc:sldMkLst>
          <pc:docMk/>
          <pc:sldMk cId="783844113" sldId="256"/>
        </pc:sldMkLst>
        <pc:spChg chg="mod">
          <ac:chgData name="Edwar Romero-Ramirez" userId="92bc0edd-ad5d-44a7-8ba7-72607029cc7a" providerId="ADAL" clId="{2775DB41-4F27-43BB-B6B4-1F63C41083B6}" dt="2024-05-29T03:27:06.023" v="30" actId="20577"/>
          <ac:spMkLst>
            <pc:docMk/>
            <pc:sldMk cId="783844113" sldId="256"/>
            <ac:spMk id="5" creationId="{B0656759-C71E-DE55-C394-61B9D6321BE3}"/>
          </ac:spMkLst>
        </pc:spChg>
      </pc:sldChg>
      <pc:sldChg chg="ord">
        <pc:chgData name="Edwar Romero-Ramirez" userId="92bc0edd-ad5d-44a7-8ba7-72607029cc7a" providerId="ADAL" clId="{2775DB41-4F27-43BB-B6B4-1F63C41083B6}" dt="2024-05-29T03:32:53.137" v="275"/>
        <pc:sldMkLst>
          <pc:docMk/>
          <pc:sldMk cId="1156585679" sldId="301"/>
        </pc:sldMkLst>
      </pc:sldChg>
      <pc:sldChg chg="del">
        <pc:chgData name="Edwar Romero-Ramirez" userId="92bc0edd-ad5d-44a7-8ba7-72607029cc7a" providerId="ADAL" clId="{2775DB41-4F27-43BB-B6B4-1F63C41083B6}" dt="2024-05-29T03:27:22.503" v="31" actId="47"/>
        <pc:sldMkLst>
          <pc:docMk/>
          <pc:sldMk cId="893734018" sldId="302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2311734519" sldId="303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3178101268" sldId="304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1359739653" sldId="305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1688011144" sldId="306"/>
        </pc:sldMkLst>
      </pc:sldChg>
      <pc:sldChg chg="del">
        <pc:chgData name="Edwar Romero-Ramirez" userId="92bc0edd-ad5d-44a7-8ba7-72607029cc7a" providerId="ADAL" clId="{2775DB41-4F27-43BB-B6B4-1F63C41083B6}" dt="2024-05-29T03:25:53.539" v="0" actId="47"/>
        <pc:sldMkLst>
          <pc:docMk/>
          <pc:sldMk cId="2027998869" sldId="307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426785550" sldId="308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929763657" sldId="309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909868442" sldId="310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943490183" sldId="312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704521440" sldId="313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501145047" sldId="314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119651077" sldId="315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417374558" sldId="316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276884151" sldId="317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52256204" sldId="318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2730536104" sldId="319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459119917" sldId="320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695126728" sldId="321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1258505263" sldId="323"/>
        </pc:sldMkLst>
      </pc:sldChg>
      <pc:sldChg chg="del">
        <pc:chgData name="Edwar Romero-Ramirez" userId="92bc0edd-ad5d-44a7-8ba7-72607029cc7a" providerId="ADAL" clId="{2775DB41-4F27-43BB-B6B4-1F63C41083B6}" dt="2024-05-29T03:26:13.236" v="1" actId="47"/>
        <pc:sldMkLst>
          <pc:docMk/>
          <pc:sldMk cId="3163056545" sldId="324"/>
        </pc:sldMkLst>
      </pc:sldChg>
      <pc:sldChg chg="del">
        <pc:chgData name="Edwar Romero-Ramirez" userId="92bc0edd-ad5d-44a7-8ba7-72607029cc7a" providerId="ADAL" clId="{2775DB41-4F27-43BB-B6B4-1F63C41083B6}" dt="2024-05-29T03:32:45.114" v="270" actId="47"/>
        <pc:sldMkLst>
          <pc:docMk/>
          <pc:sldMk cId="443300659" sldId="325"/>
        </pc:sldMkLst>
      </pc:sldChg>
      <pc:sldChg chg="del">
        <pc:chgData name="Edwar Romero-Ramirez" userId="92bc0edd-ad5d-44a7-8ba7-72607029cc7a" providerId="ADAL" clId="{2775DB41-4F27-43BB-B6B4-1F63C41083B6}" dt="2024-05-29T03:32:43.961" v="269" actId="47"/>
        <pc:sldMkLst>
          <pc:docMk/>
          <pc:sldMk cId="408905727" sldId="326"/>
        </pc:sldMkLst>
      </pc:sldChg>
      <pc:sldChg chg="del">
        <pc:chgData name="Edwar Romero-Ramirez" userId="92bc0edd-ad5d-44a7-8ba7-72607029cc7a" providerId="ADAL" clId="{2775DB41-4F27-43BB-B6B4-1F63C41083B6}" dt="2024-05-29T03:27:40.182" v="36" actId="47"/>
        <pc:sldMkLst>
          <pc:docMk/>
          <pc:sldMk cId="1955294139" sldId="327"/>
        </pc:sldMkLst>
      </pc:sldChg>
      <pc:sldChg chg="del">
        <pc:chgData name="Edwar Romero-Ramirez" userId="92bc0edd-ad5d-44a7-8ba7-72607029cc7a" providerId="ADAL" clId="{2775DB41-4F27-43BB-B6B4-1F63C41083B6}" dt="2024-05-29T03:27:40.182" v="36" actId="47"/>
        <pc:sldMkLst>
          <pc:docMk/>
          <pc:sldMk cId="1461250106" sldId="328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028613903" sldId="329"/>
        </pc:sldMkLst>
      </pc:sldChg>
      <pc:sldChg chg="modSp mod ord">
        <pc:chgData name="Edwar Romero-Ramirez" userId="92bc0edd-ad5d-44a7-8ba7-72607029cc7a" providerId="ADAL" clId="{2775DB41-4F27-43BB-B6B4-1F63C41083B6}" dt="2024-05-29T03:32:25.167" v="268" actId="20577"/>
        <pc:sldMkLst>
          <pc:docMk/>
          <pc:sldMk cId="4139804777" sldId="330"/>
        </pc:sldMkLst>
        <pc:spChg chg="mod">
          <ac:chgData name="Edwar Romero-Ramirez" userId="92bc0edd-ad5d-44a7-8ba7-72607029cc7a" providerId="ADAL" clId="{2775DB41-4F27-43BB-B6B4-1F63C41083B6}" dt="2024-05-29T03:27:48.072" v="38" actId="20577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Edwar Romero-Ramirez" userId="92bc0edd-ad5d-44a7-8ba7-72607029cc7a" providerId="ADAL" clId="{2775DB41-4F27-43BB-B6B4-1F63C41083B6}" dt="2024-05-29T03:32:25.167" v="268" actId="20577"/>
          <ac:spMkLst>
            <pc:docMk/>
            <pc:sldMk cId="4139804777" sldId="330"/>
            <ac:spMk id="3" creationId="{799B180D-4364-B046-CF85-E1C85B403559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1819350113" sldId="331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318097273" sldId="332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4059932912" sldId="334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969187543" sldId="335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105858451" sldId="336"/>
        </pc:sldMkLst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503190378" sldId="337"/>
        </pc:sldMkLst>
      </pc:sldChg>
      <pc:sldChg chg="del">
        <pc:chgData name="Edwar Romero-Ramirez" userId="92bc0edd-ad5d-44a7-8ba7-72607029cc7a" providerId="ADAL" clId="{2775DB41-4F27-43BB-B6B4-1F63C41083B6}" dt="2024-05-29T03:33:07.874" v="281" actId="47"/>
        <pc:sldMkLst>
          <pc:docMk/>
          <pc:sldMk cId="2879802739" sldId="338"/>
        </pc:sldMkLst>
      </pc:sldChg>
      <pc:sldChg chg="del">
        <pc:chgData name="Edwar Romero-Ramirez" userId="92bc0edd-ad5d-44a7-8ba7-72607029cc7a" providerId="ADAL" clId="{2775DB41-4F27-43BB-B6B4-1F63C41083B6}" dt="2024-05-29T03:28:06.969" v="41" actId="47"/>
        <pc:sldMkLst>
          <pc:docMk/>
          <pc:sldMk cId="3524815049" sldId="340"/>
        </pc:sldMkLst>
      </pc:sldChg>
      <pc:sldChg chg="modSp del mod">
        <pc:chgData name="Edwar Romero-Ramirez" userId="92bc0edd-ad5d-44a7-8ba7-72607029cc7a" providerId="ADAL" clId="{2775DB41-4F27-43BB-B6B4-1F63C41083B6}" dt="2024-05-29T03:29:01.451" v="61" actId="47"/>
        <pc:sldMkLst>
          <pc:docMk/>
          <pc:sldMk cId="212164913" sldId="341"/>
        </pc:sldMkLst>
        <pc:spChg chg="mod">
          <ac:chgData name="Edwar Romero-Ramirez" userId="92bc0edd-ad5d-44a7-8ba7-72607029cc7a" providerId="ADAL" clId="{2775DB41-4F27-43BB-B6B4-1F63C41083B6}" dt="2024-05-29T03:27:34.348" v="35" actId="20577"/>
          <ac:spMkLst>
            <pc:docMk/>
            <pc:sldMk cId="212164913" sldId="341"/>
            <ac:spMk id="2" creationId="{8183A03B-4721-8219-C04F-4803E1D706FF}"/>
          </ac:spMkLst>
        </pc:spChg>
      </pc:sldChg>
      <pc:sldChg chg="addSp modSp mod modNotesTx">
        <pc:chgData name="Edwar Romero-Ramirez" userId="92bc0edd-ad5d-44a7-8ba7-72607029cc7a" providerId="ADAL" clId="{2775DB41-4F27-43BB-B6B4-1F63C41083B6}" dt="2024-05-29T04:27:27.037" v="1390" actId="20577"/>
        <pc:sldMkLst>
          <pc:docMk/>
          <pc:sldMk cId="2289991728" sldId="342"/>
        </pc:sldMkLst>
        <pc:spChg chg="mod">
          <ac:chgData name="Edwar Romero-Ramirez" userId="92bc0edd-ad5d-44a7-8ba7-72607029cc7a" providerId="ADAL" clId="{2775DB41-4F27-43BB-B6B4-1F63C41083B6}" dt="2024-05-29T03:44:10.083" v="643" actId="20577"/>
          <ac:spMkLst>
            <pc:docMk/>
            <pc:sldMk cId="2289991728" sldId="342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5-29T03:55:56.773" v="720" actId="14100"/>
          <ac:spMkLst>
            <pc:docMk/>
            <pc:sldMk cId="2289991728" sldId="342"/>
            <ac:spMk id="3" creationId="{78D6B0DC-8DDB-A7DA-E1AC-AD2D78ED7DCB}"/>
          </ac:spMkLst>
        </pc:spChg>
        <pc:spChg chg="add mod">
          <ac:chgData name="Edwar Romero-Ramirez" userId="92bc0edd-ad5d-44a7-8ba7-72607029cc7a" providerId="ADAL" clId="{2775DB41-4F27-43BB-B6B4-1F63C41083B6}" dt="2024-05-29T04:20:58.508" v="883" actId="20577"/>
          <ac:spMkLst>
            <pc:docMk/>
            <pc:sldMk cId="2289991728" sldId="342"/>
            <ac:spMk id="5" creationId="{B96204FE-9C6F-5343-F85F-65A423684DD6}"/>
          </ac:spMkLst>
        </pc:spChg>
        <pc:spChg chg="add mod">
          <ac:chgData name="Edwar Romero-Ramirez" userId="92bc0edd-ad5d-44a7-8ba7-72607029cc7a" providerId="ADAL" clId="{2775DB41-4F27-43BB-B6B4-1F63C41083B6}" dt="2024-05-29T04:20:12.087" v="869" actId="1035"/>
          <ac:spMkLst>
            <pc:docMk/>
            <pc:sldMk cId="2289991728" sldId="342"/>
            <ac:spMk id="6" creationId="{59F31D2D-1E0A-2AD5-0E1B-6A9A84FE5678}"/>
          </ac:spMkLst>
        </pc:spChg>
        <pc:spChg chg="add mod">
          <ac:chgData name="Edwar Romero-Ramirez" userId="92bc0edd-ad5d-44a7-8ba7-72607029cc7a" providerId="ADAL" clId="{2775DB41-4F27-43BB-B6B4-1F63C41083B6}" dt="2024-05-29T04:22:08.599" v="888" actId="17032"/>
          <ac:spMkLst>
            <pc:docMk/>
            <pc:sldMk cId="2289991728" sldId="342"/>
            <ac:spMk id="7" creationId="{1BB92166-AF64-9330-499B-3DD3A9FEB2D6}"/>
          </ac:spMkLst>
        </pc:spChg>
        <pc:spChg chg="add mod">
          <ac:chgData name="Edwar Romero-Ramirez" userId="92bc0edd-ad5d-44a7-8ba7-72607029cc7a" providerId="ADAL" clId="{2775DB41-4F27-43BB-B6B4-1F63C41083B6}" dt="2024-05-29T04:22:16.440" v="893" actId="1038"/>
          <ac:spMkLst>
            <pc:docMk/>
            <pc:sldMk cId="2289991728" sldId="342"/>
            <ac:spMk id="8" creationId="{FD368431-689F-C080-9710-D6A633581BEA}"/>
          </ac:spMkLst>
        </pc:spChg>
        <pc:spChg chg="add mod">
          <ac:chgData name="Edwar Romero-Ramirez" userId="92bc0edd-ad5d-44a7-8ba7-72607029cc7a" providerId="ADAL" clId="{2775DB41-4F27-43BB-B6B4-1F63C41083B6}" dt="2024-05-29T04:22:29.151" v="902" actId="1037"/>
          <ac:spMkLst>
            <pc:docMk/>
            <pc:sldMk cId="2289991728" sldId="342"/>
            <ac:spMk id="9" creationId="{4F1F5C71-9BD7-4BE7-2E98-F91032FE3F53}"/>
          </ac:spMkLst>
        </pc:spChg>
        <pc:spChg chg="add mod">
          <ac:chgData name="Edwar Romero-Ramirez" userId="92bc0edd-ad5d-44a7-8ba7-72607029cc7a" providerId="ADAL" clId="{2775DB41-4F27-43BB-B6B4-1F63C41083B6}" dt="2024-05-29T04:22:36.463" v="906" actId="1037"/>
          <ac:spMkLst>
            <pc:docMk/>
            <pc:sldMk cId="2289991728" sldId="342"/>
            <ac:spMk id="10" creationId="{A707EC8C-E26B-DF9F-5CB5-FD4D70A6A1BA}"/>
          </ac:spMkLst>
        </pc:spChg>
        <pc:spChg chg="add mod">
          <ac:chgData name="Edwar Romero-Ramirez" userId="92bc0edd-ad5d-44a7-8ba7-72607029cc7a" providerId="ADAL" clId="{2775DB41-4F27-43BB-B6B4-1F63C41083B6}" dt="2024-05-29T04:24:08.295" v="1059" actId="17032"/>
          <ac:spMkLst>
            <pc:docMk/>
            <pc:sldMk cId="2289991728" sldId="342"/>
            <ac:spMk id="11" creationId="{D0658B09-856C-5FEC-DDA6-FF4A45529DE8}"/>
          </ac:spMkLst>
        </pc:spChg>
        <pc:spChg chg="add mod">
          <ac:chgData name="Edwar Romero-Ramirez" userId="92bc0edd-ad5d-44a7-8ba7-72607029cc7a" providerId="ADAL" clId="{2775DB41-4F27-43BB-B6B4-1F63C41083B6}" dt="2024-05-29T04:24:15.886" v="1063" actId="1038"/>
          <ac:spMkLst>
            <pc:docMk/>
            <pc:sldMk cId="2289991728" sldId="342"/>
            <ac:spMk id="12" creationId="{8CE11F0D-E556-2600-F436-C4BA1A646F49}"/>
          </ac:spMkLst>
        </pc:spChg>
        <pc:spChg chg="add mod">
          <ac:chgData name="Edwar Romero-Ramirez" userId="92bc0edd-ad5d-44a7-8ba7-72607029cc7a" providerId="ADAL" clId="{2775DB41-4F27-43BB-B6B4-1F63C41083B6}" dt="2024-05-29T04:24:23.873" v="1066" actId="1035"/>
          <ac:spMkLst>
            <pc:docMk/>
            <pc:sldMk cId="2289991728" sldId="342"/>
            <ac:spMk id="13" creationId="{89AF9DC8-0C83-B1FE-F703-C0D1C9E57227}"/>
          </ac:spMkLst>
        </pc:spChg>
        <pc:spChg chg="add mod">
          <ac:chgData name="Edwar Romero-Ramirez" userId="92bc0edd-ad5d-44a7-8ba7-72607029cc7a" providerId="ADAL" clId="{2775DB41-4F27-43BB-B6B4-1F63C41083B6}" dt="2024-05-29T04:24:31.659" v="1073" actId="1038"/>
          <ac:spMkLst>
            <pc:docMk/>
            <pc:sldMk cId="2289991728" sldId="342"/>
            <ac:spMk id="14" creationId="{10B8CD3B-DEEE-32C2-2F5F-F40583F76484}"/>
          </ac:spMkLst>
        </pc:spChg>
        <pc:spChg chg="add mod">
          <ac:chgData name="Edwar Romero-Ramirez" userId="92bc0edd-ad5d-44a7-8ba7-72607029cc7a" providerId="ADAL" clId="{2775DB41-4F27-43BB-B6B4-1F63C41083B6}" dt="2024-05-29T04:24:37.688" v="1079" actId="1036"/>
          <ac:spMkLst>
            <pc:docMk/>
            <pc:sldMk cId="2289991728" sldId="342"/>
            <ac:spMk id="15" creationId="{9E945400-C1D8-DD2A-0700-686F4F50E1E0}"/>
          </ac:spMkLst>
        </pc:spChg>
        <pc:spChg chg="add mod">
          <ac:chgData name="Edwar Romero-Ramirez" userId="92bc0edd-ad5d-44a7-8ba7-72607029cc7a" providerId="ADAL" clId="{2775DB41-4F27-43BB-B6B4-1F63C41083B6}" dt="2024-05-29T04:24:44.435" v="1083" actId="1037"/>
          <ac:spMkLst>
            <pc:docMk/>
            <pc:sldMk cId="2289991728" sldId="342"/>
            <ac:spMk id="16" creationId="{28E29AED-0E93-7FEC-D7B5-0CE8DB131A0E}"/>
          </ac:spMkLst>
        </pc:spChg>
        <pc:spChg chg="add mod">
          <ac:chgData name="Edwar Romero-Ramirez" userId="92bc0edd-ad5d-44a7-8ba7-72607029cc7a" providerId="ADAL" clId="{2775DB41-4F27-43BB-B6B4-1F63C41083B6}" dt="2024-05-29T04:24:50.851" v="1091" actId="1036"/>
          <ac:spMkLst>
            <pc:docMk/>
            <pc:sldMk cId="2289991728" sldId="342"/>
            <ac:spMk id="17" creationId="{94D70FB3-6C0B-849B-A27C-8F1142A02E7C}"/>
          </ac:spMkLst>
        </pc:spChg>
        <pc:spChg chg="add mod">
          <ac:chgData name="Edwar Romero-Ramirez" userId="92bc0edd-ad5d-44a7-8ba7-72607029cc7a" providerId="ADAL" clId="{2775DB41-4F27-43BB-B6B4-1F63C41083B6}" dt="2024-05-29T04:24:59.175" v="1097" actId="1038"/>
          <ac:spMkLst>
            <pc:docMk/>
            <pc:sldMk cId="2289991728" sldId="342"/>
            <ac:spMk id="18" creationId="{C2D16203-EE7A-880C-03DD-780AA06BBE85}"/>
          </ac:spMkLst>
        </pc:spChg>
        <pc:picChg chg="add mod">
          <ac:chgData name="Edwar Romero-Ramirez" userId="92bc0edd-ad5d-44a7-8ba7-72607029cc7a" providerId="ADAL" clId="{2775DB41-4F27-43BB-B6B4-1F63C41083B6}" dt="2024-05-29T04:20:12.087" v="869" actId="1035"/>
          <ac:picMkLst>
            <pc:docMk/>
            <pc:sldMk cId="2289991728" sldId="342"/>
            <ac:picMk id="2050" creationId="{F0000F2B-3F9A-7DCF-159C-00F49788EE61}"/>
          </ac:picMkLst>
        </pc:pic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940990303" sldId="343"/>
        </pc:sldMkLst>
      </pc:sldChg>
      <pc:sldChg chg="addSp delSp modSp add mod modNotesTx">
        <pc:chgData name="Edwar Romero-Ramirez" userId="92bc0edd-ad5d-44a7-8ba7-72607029cc7a" providerId="ADAL" clId="{2775DB41-4F27-43BB-B6B4-1F63C41083B6}" dt="2024-06-15T03:09:06.209" v="4087" actId="20577"/>
        <pc:sldMkLst>
          <pc:docMk/>
          <pc:sldMk cId="3665023349" sldId="343"/>
        </pc:sldMkLst>
        <pc:spChg chg="mod">
          <ac:chgData name="Edwar Romero-Ramirez" userId="92bc0edd-ad5d-44a7-8ba7-72607029cc7a" providerId="ADAL" clId="{2775DB41-4F27-43BB-B6B4-1F63C41083B6}" dt="2024-05-29T03:44:15.507" v="645" actId="20577"/>
          <ac:spMkLst>
            <pc:docMk/>
            <pc:sldMk cId="3665023349" sldId="343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3:09:06.209" v="4087" actId="20577"/>
          <ac:spMkLst>
            <pc:docMk/>
            <pc:sldMk cId="3665023349" sldId="343"/>
            <ac:spMk id="3" creationId="{78D6B0DC-8DDB-A7DA-E1AC-AD2D78ED7DCB}"/>
          </ac:spMkLst>
        </pc:spChg>
        <pc:spChg chg="add del mod">
          <ac:chgData name="Edwar Romero-Ramirez" userId="92bc0edd-ad5d-44a7-8ba7-72607029cc7a" providerId="ADAL" clId="{2775DB41-4F27-43BB-B6B4-1F63C41083B6}" dt="2024-06-15T02:16:46.927" v="2695" actId="478"/>
          <ac:spMkLst>
            <pc:docMk/>
            <pc:sldMk cId="3665023349" sldId="343"/>
            <ac:spMk id="8" creationId="{629B7065-D9F5-3140-4B22-BD0743AD000C}"/>
          </ac:spMkLst>
        </pc:spChg>
        <pc:spChg chg="add mod">
          <ac:chgData name="Edwar Romero-Ramirez" userId="92bc0edd-ad5d-44a7-8ba7-72607029cc7a" providerId="ADAL" clId="{2775DB41-4F27-43BB-B6B4-1F63C41083B6}" dt="2024-06-15T03:06:26.883" v="3954" actId="6549"/>
          <ac:spMkLst>
            <pc:docMk/>
            <pc:sldMk cId="3665023349" sldId="343"/>
            <ac:spMk id="9" creationId="{5DD5144A-4474-2479-FA5D-0FB5B8C4C171}"/>
          </ac:spMkLst>
        </pc:spChg>
        <pc:spChg chg="add mod">
          <ac:chgData name="Edwar Romero-Ramirez" userId="92bc0edd-ad5d-44a7-8ba7-72607029cc7a" providerId="ADAL" clId="{2775DB41-4F27-43BB-B6B4-1F63C41083B6}" dt="2024-06-15T02:34:12.677" v="3163" actId="1076"/>
          <ac:spMkLst>
            <pc:docMk/>
            <pc:sldMk cId="3665023349" sldId="343"/>
            <ac:spMk id="10" creationId="{0276F1E8-2449-BCC1-6357-841D80B71EA8}"/>
          </ac:spMkLst>
        </pc:spChg>
        <pc:spChg chg="add del mod">
          <ac:chgData name="Edwar Romero-Ramirez" userId="92bc0edd-ad5d-44a7-8ba7-72607029cc7a" providerId="ADAL" clId="{2775DB41-4F27-43BB-B6B4-1F63C41083B6}" dt="2024-06-15T03:01:56.651" v="3693" actId="478"/>
          <ac:spMkLst>
            <pc:docMk/>
            <pc:sldMk cId="3665023349" sldId="343"/>
            <ac:spMk id="15" creationId="{216BFA64-3032-6100-5E2A-946FC81C6E09}"/>
          </ac:spMkLst>
        </pc:spChg>
        <pc:spChg chg="add mod">
          <ac:chgData name="Edwar Romero-Ramirez" userId="92bc0edd-ad5d-44a7-8ba7-72607029cc7a" providerId="ADAL" clId="{2775DB41-4F27-43BB-B6B4-1F63C41083B6}" dt="2024-06-15T02:34:21.564" v="3165" actId="1076"/>
          <ac:spMkLst>
            <pc:docMk/>
            <pc:sldMk cId="3665023349" sldId="343"/>
            <ac:spMk id="17" creationId="{2E4E6A32-1D8A-B594-4757-83C24109F215}"/>
          </ac:spMkLst>
        </pc:spChg>
        <pc:picChg chg="add mod modCrop">
          <ac:chgData name="Edwar Romero-Ramirez" userId="92bc0edd-ad5d-44a7-8ba7-72607029cc7a" providerId="ADAL" clId="{2775DB41-4F27-43BB-B6B4-1F63C41083B6}" dt="2024-06-15T02:34:18.499" v="3164" actId="1076"/>
          <ac:picMkLst>
            <pc:docMk/>
            <pc:sldMk cId="3665023349" sldId="343"/>
            <ac:picMk id="5" creationId="{63AC7670-6DC5-7960-AC16-50AC8F8E2B9B}"/>
          </ac:picMkLst>
        </pc:picChg>
        <pc:picChg chg="add mod modCrop">
          <ac:chgData name="Edwar Romero-Ramirez" userId="92bc0edd-ad5d-44a7-8ba7-72607029cc7a" providerId="ADAL" clId="{2775DB41-4F27-43BB-B6B4-1F63C41083B6}" dt="2024-06-15T02:34:12.677" v="3163" actId="1076"/>
          <ac:picMkLst>
            <pc:docMk/>
            <pc:sldMk cId="3665023349" sldId="343"/>
            <ac:picMk id="6" creationId="{DA05F2B8-F03B-B63B-4AA2-4E906B0FA76F}"/>
          </ac:picMkLst>
        </pc:picChg>
        <pc:picChg chg="add del mod modCrop">
          <ac:chgData name="Edwar Romero-Ramirez" userId="92bc0edd-ad5d-44a7-8ba7-72607029cc7a" providerId="ADAL" clId="{2775DB41-4F27-43BB-B6B4-1F63C41083B6}" dt="2024-06-15T03:01:54.604" v="3692" actId="478"/>
          <ac:picMkLst>
            <pc:docMk/>
            <pc:sldMk cId="3665023349" sldId="343"/>
            <ac:picMk id="12" creationId="{34DABB26-E85B-E3AA-5B48-DA322D7BCAE3}"/>
          </ac:picMkLst>
        </pc:picChg>
        <pc:picChg chg="add del mod modCrop">
          <ac:chgData name="Edwar Romero-Ramirez" userId="92bc0edd-ad5d-44a7-8ba7-72607029cc7a" providerId="ADAL" clId="{2775DB41-4F27-43BB-B6B4-1F63C41083B6}" dt="2024-06-15T03:01:53.332" v="3691" actId="478"/>
          <ac:picMkLst>
            <pc:docMk/>
            <pc:sldMk cId="3665023349" sldId="343"/>
            <ac:picMk id="13" creationId="{5237F4B0-22FF-5564-DA6C-E106786C82A3}"/>
          </ac:picMkLst>
        </pc:picChg>
        <pc:picChg chg="add del mod">
          <ac:chgData name="Edwar Romero-Ramirez" userId="92bc0edd-ad5d-44a7-8ba7-72607029cc7a" providerId="ADAL" clId="{2775DB41-4F27-43BB-B6B4-1F63C41083B6}" dt="2024-06-15T03:05:52.235" v="3942" actId="21"/>
          <ac:picMkLst>
            <pc:docMk/>
            <pc:sldMk cId="3665023349" sldId="343"/>
            <ac:picMk id="18" creationId="{5999A00D-1619-2FC4-B16D-B95335D02139}"/>
          </ac:picMkLst>
        </pc:picChg>
        <pc:picChg chg="add mod">
          <ac:chgData name="Edwar Romero-Ramirez" userId="92bc0edd-ad5d-44a7-8ba7-72607029cc7a" providerId="ADAL" clId="{2775DB41-4F27-43BB-B6B4-1F63C41083B6}" dt="2024-06-15T03:05:56.748" v="3945"/>
          <ac:picMkLst>
            <pc:docMk/>
            <pc:sldMk cId="3665023349" sldId="343"/>
            <ac:picMk id="19" creationId="{5999A00D-1619-2FC4-B16D-B95335D02139}"/>
          </ac:picMkLst>
        </pc:picChg>
        <pc:picChg chg="add mod">
          <ac:chgData name="Edwar Romero-Ramirez" userId="92bc0edd-ad5d-44a7-8ba7-72607029cc7a" providerId="ADAL" clId="{2775DB41-4F27-43BB-B6B4-1F63C41083B6}" dt="2024-06-15T03:08:29.774" v="4066" actId="1076"/>
          <ac:picMkLst>
            <pc:docMk/>
            <pc:sldMk cId="3665023349" sldId="343"/>
            <ac:picMk id="20" creationId="{8ACD7155-55E9-9155-2A93-FD0C051A52EC}"/>
          </ac:picMkLst>
        </pc:picChg>
      </pc:sldChg>
      <pc:sldChg chg="modSp add mod">
        <pc:chgData name="Edwar Romero-Ramirez" userId="92bc0edd-ad5d-44a7-8ba7-72607029cc7a" providerId="ADAL" clId="{2775DB41-4F27-43BB-B6B4-1F63C41083B6}" dt="2024-05-29T03:44:19.105" v="647" actId="20577"/>
        <pc:sldMkLst>
          <pc:docMk/>
          <pc:sldMk cId="1865576695" sldId="344"/>
        </pc:sldMkLst>
        <pc:spChg chg="mod">
          <ac:chgData name="Edwar Romero-Ramirez" userId="92bc0edd-ad5d-44a7-8ba7-72607029cc7a" providerId="ADAL" clId="{2775DB41-4F27-43BB-B6B4-1F63C41083B6}" dt="2024-05-29T03:44:19.105" v="647" actId="20577"/>
          <ac:spMkLst>
            <pc:docMk/>
            <pc:sldMk cId="1865576695" sldId="344"/>
            <ac:spMk id="2" creationId="{4D3BEB11-28D7-C522-E5E9-6807A609E96E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2471293605" sldId="344"/>
        </pc:sldMkLst>
      </pc:sldChg>
      <pc:sldChg chg="modSp add mod">
        <pc:chgData name="Edwar Romero-Ramirez" userId="92bc0edd-ad5d-44a7-8ba7-72607029cc7a" providerId="ADAL" clId="{2775DB41-4F27-43BB-B6B4-1F63C41083B6}" dt="2024-05-29T03:44:24.775" v="649" actId="20577"/>
        <pc:sldMkLst>
          <pc:docMk/>
          <pc:sldMk cId="2642871710" sldId="345"/>
        </pc:sldMkLst>
        <pc:spChg chg="mod">
          <ac:chgData name="Edwar Romero-Ramirez" userId="92bc0edd-ad5d-44a7-8ba7-72607029cc7a" providerId="ADAL" clId="{2775DB41-4F27-43BB-B6B4-1F63C41083B6}" dt="2024-05-29T03:44:24.775" v="649" actId="20577"/>
          <ac:spMkLst>
            <pc:docMk/>
            <pc:sldMk cId="2642871710" sldId="345"/>
            <ac:spMk id="2" creationId="{4D3BEB11-28D7-C522-E5E9-6807A609E96E}"/>
          </ac:spMkLst>
        </pc:spChg>
      </pc:sldChg>
      <pc:sldChg chg="del">
        <pc:chgData name="Edwar Romero-Ramirez" userId="92bc0edd-ad5d-44a7-8ba7-72607029cc7a" providerId="ADAL" clId="{2775DB41-4F27-43BB-B6B4-1F63C41083B6}" dt="2024-05-29T03:26:30.138" v="2" actId="47"/>
        <pc:sldMkLst>
          <pc:docMk/>
          <pc:sldMk cId="3343131389" sldId="345"/>
        </pc:sldMkLst>
      </pc:sldChg>
      <pc:sldChg chg="add">
        <pc:chgData name="Edwar Romero-Ramirez" userId="92bc0edd-ad5d-44a7-8ba7-72607029cc7a" providerId="ADAL" clId="{2775DB41-4F27-43BB-B6B4-1F63C41083B6}" dt="2024-05-29T03:32:51.288" v="273" actId="2890"/>
        <pc:sldMkLst>
          <pc:docMk/>
          <pc:sldMk cId="3509818843" sldId="346"/>
        </pc:sldMkLst>
      </pc:sldChg>
      <pc:sldChg chg="add ord">
        <pc:chgData name="Edwar Romero-Ramirez" userId="92bc0edd-ad5d-44a7-8ba7-72607029cc7a" providerId="ADAL" clId="{2775DB41-4F27-43BB-B6B4-1F63C41083B6}" dt="2024-05-29T03:33:01.584" v="280"/>
        <pc:sldMkLst>
          <pc:docMk/>
          <pc:sldMk cId="3564918759" sldId="347"/>
        </pc:sldMkLst>
      </pc:sldChg>
      <pc:sldChg chg="modSp new mod">
        <pc:chgData name="Edwar Romero-Ramirez" userId="92bc0edd-ad5d-44a7-8ba7-72607029cc7a" providerId="ADAL" clId="{2775DB41-4F27-43BB-B6B4-1F63C41083B6}" dt="2024-06-14T02:50:36.792" v="1434" actId="207"/>
        <pc:sldMkLst>
          <pc:docMk/>
          <pc:sldMk cId="1970439454" sldId="348"/>
        </pc:sldMkLst>
        <pc:spChg chg="mod">
          <ac:chgData name="Edwar Romero-Ramirez" userId="92bc0edd-ad5d-44a7-8ba7-72607029cc7a" providerId="ADAL" clId="{2775DB41-4F27-43BB-B6B4-1F63C41083B6}" dt="2024-05-29T03:34:05.928" v="323" actId="14100"/>
          <ac:spMkLst>
            <pc:docMk/>
            <pc:sldMk cId="1970439454" sldId="348"/>
            <ac:spMk id="2" creationId="{D8FC10D9-B21A-86E8-C7F2-EC270636ABF2}"/>
          </ac:spMkLst>
        </pc:spChg>
        <pc:spChg chg="mod">
          <ac:chgData name="Edwar Romero-Ramirez" userId="92bc0edd-ad5d-44a7-8ba7-72607029cc7a" providerId="ADAL" clId="{2775DB41-4F27-43BB-B6B4-1F63C41083B6}" dt="2024-06-14T02:50:36.792" v="1434" actId="207"/>
          <ac:spMkLst>
            <pc:docMk/>
            <pc:sldMk cId="1970439454" sldId="348"/>
            <ac:spMk id="3" creationId="{F285B28E-72AD-AF1D-30A6-84208CFFAB4E}"/>
          </ac:spMkLst>
        </pc:spChg>
      </pc:sldChg>
      <pc:sldChg chg="modSp mod">
        <pc:chgData name="Edwar Romero-Ramirez" userId="92bc0edd-ad5d-44a7-8ba7-72607029cc7a" providerId="ADAL" clId="{2775DB41-4F27-43BB-B6B4-1F63C41083B6}" dt="2024-06-15T03:09:47.001" v="4088" actId="207"/>
        <pc:sldMkLst>
          <pc:docMk/>
          <pc:sldMk cId="756175004" sldId="350"/>
        </pc:sldMkLst>
        <pc:spChg chg="mod">
          <ac:chgData name="Edwar Romero-Ramirez" userId="92bc0edd-ad5d-44a7-8ba7-72607029cc7a" providerId="ADAL" clId="{2775DB41-4F27-43BB-B6B4-1F63C41083B6}" dt="2024-06-15T03:09:47.001" v="4088" actId="207"/>
          <ac:spMkLst>
            <pc:docMk/>
            <pc:sldMk cId="756175004" sldId="350"/>
            <ac:spMk id="3" creationId="{9556065C-AC8D-F8CF-D5A2-F5C7B2A8889E}"/>
          </ac:spMkLst>
        </pc:spChg>
      </pc:sldChg>
      <pc:sldChg chg="modSp mod modNotesTx">
        <pc:chgData name="Edwar Romero-Ramirez" userId="92bc0edd-ad5d-44a7-8ba7-72607029cc7a" providerId="ADAL" clId="{2775DB41-4F27-43BB-B6B4-1F63C41083B6}" dt="2024-06-14T02:58:35.280" v="1542" actId="114"/>
        <pc:sldMkLst>
          <pc:docMk/>
          <pc:sldMk cId="2838901669" sldId="353"/>
        </pc:sldMkLst>
        <pc:spChg chg="mod">
          <ac:chgData name="Edwar Romero-Ramirez" userId="92bc0edd-ad5d-44a7-8ba7-72607029cc7a" providerId="ADAL" clId="{2775DB41-4F27-43BB-B6B4-1F63C41083B6}" dt="2024-06-14T02:57:07.654" v="1438" actId="20577"/>
          <ac:spMkLst>
            <pc:docMk/>
            <pc:sldMk cId="2838901669" sldId="353"/>
            <ac:spMk id="3" creationId="{9556065C-AC8D-F8CF-D5A2-F5C7B2A8889E}"/>
          </ac:spMkLst>
        </pc:spChg>
      </pc:sldChg>
      <pc:sldChg chg="modSp mod">
        <pc:chgData name="Edwar Romero-Ramirez" userId="92bc0edd-ad5d-44a7-8ba7-72607029cc7a" providerId="ADAL" clId="{2775DB41-4F27-43BB-B6B4-1F63C41083B6}" dt="2024-06-14T02:57:31.475" v="1439" actId="207"/>
        <pc:sldMkLst>
          <pc:docMk/>
          <pc:sldMk cId="3245362616" sldId="354"/>
        </pc:sldMkLst>
        <pc:spChg chg="mod">
          <ac:chgData name="Edwar Romero-Ramirez" userId="92bc0edd-ad5d-44a7-8ba7-72607029cc7a" providerId="ADAL" clId="{2775DB41-4F27-43BB-B6B4-1F63C41083B6}" dt="2024-06-14T02:57:31.475" v="1439" actId="207"/>
          <ac:spMkLst>
            <pc:docMk/>
            <pc:sldMk cId="3245362616" sldId="354"/>
            <ac:spMk id="3" creationId="{9556065C-AC8D-F8CF-D5A2-F5C7B2A8889E}"/>
          </ac:spMkLst>
        </pc:spChg>
      </pc:sldChg>
      <pc:sldChg chg="modSp mod">
        <pc:chgData name="Edwar Romero-Ramirez" userId="92bc0edd-ad5d-44a7-8ba7-72607029cc7a" providerId="ADAL" clId="{2775DB41-4F27-43BB-B6B4-1F63C41083B6}" dt="2024-06-14T03:04:15.059" v="1646" actId="6549"/>
        <pc:sldMkLst>
          <pc:docMk/>
          <pc:sldMk cId="4183556849" sldId="355"/>
        </pc:sldMkLst>
        <pc:spChg chg="mod">
          <ac:chgData name="Edwar Romero-Ramirez" userId="92bc0edd-ad5d-44a7-8ba7-72607029cc7a" providerId="ADAL" clId="{2775DB41-4F27-43BB-B6B4-1F63C41083B6}" dt="2024-06-14T03:04:15.059" v="1646" actId="6549"/>
          <ac:spMkLst>
            <pc:docMk/>
            <pc:sldMk cId="4183556849" sldId="355"/>
            <ac:spMk id="3" creationId="{9556065C-AC8D-F8CF-D5A2-F5C7B2A8889E}"/>
          </ac:spMkLst>
        </pc:spChg>
        <pc:picChg chg="mod modCrop">
          <ac:chgData name="Edwar Romero-Ramirez" userId="92bc0edd-ad5d-44a7-8ba7-72607029cc7a" providerId="ADAL" clId="{2775DB41-4F27-43BB-B6B4-1F63C41083B6}" dt="2024-06-14T03:00:36.146" v="1545" actId="732"/>
          <ac:picMkLst>
            <pc:docMk/>
            <pc:sldMk cId="4183556849" sldId="355"/>
            <ac:picMk id="17" creationId="{81A7133B-4EF4-6F2E-F115-3E1B669ABF10}"/>
          </ac:picMkLst>
        </pc:picChg>
      </pc:sldChg>
      <pc:sldChg chg="addSp delSp modSp new mod">
        <pc:chgData name="Edwar Romero-Ramirez" userId="92bc0edd-ad5d-44a7-8ba7-72607029cc7a" providerId="ADAL" clId="{2775DB41-4F27-43BB-B6B4-1F63C41083B6}" dt="2024-06-14T02:49:41.120" v="1431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2775DB41-4F27-43BB-B6B4-1F63C41083B6}" dt="2024-06-14T02:48:34.928" v="1406" actId="20577"/>
          <ac:spMkLst>
            <pc:docMk/>
            <pc:sldMk cId="1929717596" sldId="356"/>
            <ac:spMk id="2" creationId="{47F9B0D7-DC7B-A8D6-DEB3-9C2055028689}"/>
          </ac:spMkLst>
        </pc:spChg>
        <pc:spChg chg="add del mod">
          <ac:chgData name="Edwar Romero-Ramirez" userId="92bc0edd-ad5d-44a7-8ba7-72607029cc7a" providerId="ADAL" clId="{2775DB41-4F27-43BB-B6B4-1F63C41083B6}" dt="2024-06-14T02:49:41.120" v="1431" actId="207"/>
          <ac:spMkLst>
            <pc:docMk/>
            <pc:sldMk cId="1929717596" sldId="356"/>
            <ac:spMk id="3" creationId="{EEA82FBA-2EB2-5C2F-0014-4EC7486CBC03}"/>
          </ac:spMkLst>
        </pc:spChg>
        <pc:graphicFrameChg chg="add mod">
          <ac:chgData name="Edwar Romero-Ramirez" userId="92bc0edd-ad5d-44a7-8ba7-72607029cc7a" providerId="ADAL" clId="{2775DB41-4F27-43BB-B6B4-1F63C41083B6}" dt="2024-06-14T02:47:45.476" v="1393"/>
          <ac:graphicFrameMkLst>
            <pc:docMk/>
            <pc:sldMk cId="1929717596" sldId="356"/>
            <ac:graphicFrameMk id="4" creationId="{BAD53806-382E-B003-BA2D-D7AC26C87728}"/>
          </ac:graphicFrameMkLst>
        </pc:graphicFrameChg>
        <pc:graphicFrameChg chg="add mod">
          <ac:chgData name="Edwar Romero-Ramirez" userId="92bc0edd-ad5d-44a7-8ba7-72607029cc7a" providerId="ADAL" clId="{2775DB41-4F27-43BB-B6B4-1F63C41083B6}" dt="2024-06-14T02:47:50.405" v="1395"/>
          <ac:graphicFrameMkLst>
            <pc:docMk/>
            <pc:sldMk cId="1929717596" sldId="356"/>
            <ac:graphicFrameMk id="5" creationId="{11877124-BC56-B63D-A3CC-3BC1363DEF85}"/>
          </ac:graphicFrameMkLst>
        </pc:graphicFrameChg>
        <pc:graphicFrameChg chg="add mod">
          <ac:chgData name="Edwar Romero-Ramirez" userId="92bc0edd-ad5d-44a7-8ba7-72607029cc7a" providerId="ADAL" clId="{2775DB41-4F27-43BB-B6B4-1F63C41083B6}" dt="2024-06-14T02:47:56.372" v="1397"/>
          <ac:graphicFrameMkLst>
            <pc:docMk/>
            <pc:sldMk cId="1929717596" sldId="356"/>
            <ac:graphicFrameMk id="6" creationId="{0EEBDA16-F3A0-5DBA-443C-F2E68EDA8D86}"/>
          </ac:graphicFrameMkLst>
        </pc:graphicFrameChg>
      </pc:sldChg>
      <pc:sldChg chg="addSp delSp modSp add mod">
        <pc:chgData name="Edwar Romero-Ramirez" userId="92bc0edd-ad5d-44a7-8ba7-72607029cc7a" providerId="ADAL" clId="{2775DB41-4F27-43BB-B6B4-1F63C41083B6}" dt="2024-06-14T03:20:16.457" v="2214" actId="20577"/>
        <pc:sldMkLst>
          <pc:docMk/>
          <pc:sldMk cId="413745526" sldId="357"/>
        </pc:sldMkLst>
        <pc:spChg chg="mod">
          <ac:chgData name="Edwar Romero-Ramirez" userId="92bc0edd-ad5d-44a7-8ba7-72607029cc7a" providerId="ADAL" clId="{2775DB41-4F27-43BB-B6B4-1F63C41083B6}" dt="2024-06-14T03:20:16.457" v="2214" actId="20577"/>
          <ac:spMkLst>
            <pc:docMk/>
            <pc:sldMk cId="413745526" sldId="357"/>
            <ac:spMk id="3" creationId="{9556065C-AC8D-F8CF-D5A2-F5C7B2A8889E}"/>
          </ac:spMkLst>
        </pc:spChg>
        <pc:picChg chg="add mod">
          <ac:chgData name="Edwar Romero-Ramirez" userId="92bc0edd-ad5d-44a7-8ba7-72607029cc7a" providerId="ADAL" clId="{2775DB41-4F27-43BB-B6B4-1F63C41083B6}" dt="2024-06-14T03:00:44.461" v="1547"/>
          <ac:picMkLst>
            <pc:docMk/>
            <pc:sldMk cId="413745526" sldId="357"/>
            <ac:picMk id="4" creationId="{270FBBD8-074C-B728-4DF2-2B107CEE27C1}"/>
          </ac:picMkLst>
        </pc:picChg>
        <pc:picChg chg="del">
          <ac:chgData name="Edwar Romero-Ramirez" userId="92bc0edd-ad5d-44a7-8ba7-72607029cc7a" providerId="ADAL" clId="{2775DB41-4F27-43BB-B6B4-1F63C41083B6}" dt="2024-06-14T03:00:44.048" v="1546" actId="478"/>
          <ac:picMkLst>
            <pc:docMk/>
            <pc:sldMk cId="413745526" sldId="357"/>
            <ac:picMk id="17" creationId="{81A7133B-4EF4-6F2E-F115-3E1B669ABF10}"/>
          </ac:picMkLst>
        </pc:picChg>
      </pc:sldChg>
      <pc:sldChg chg="addSp modSp add mod ord">
        <pc:chgData name="Edwar Romero-Ramirez" userId="92bc0edd-ad5d-44a7-8ba7-72607029cc7a" providerId="ADAL" clId="{2775DB41-4F27-43BB-B6B4-1F63C41083B6}" dt="2024-06-14T03:29:53.003" v="2426" actId="1076"/>
        <pc:sldMkLst>
          <pc:docMk/>
          <pc:sldMk cId="798543756" sldId="358"/>
        </pc:sldMkLst>
        <pc:spChg chg="mod">
          <ac:chgData name="Edwar Romero-Ramirez" userId="92bc0edd-ad5d-44a7-8ba7-72607029cc7a" providerId="ADAL" clId="{2775DB41-4F27-43BB-B6B4-1F63C41083B6}" dt="2024-06-14T03:29:36.410" v="2422"/>
          <ac:spMkLst>
            <pc:docMk/>
            <pc:sldMk cId="798543756" sldId="358"/>
            <ac:spMk id="3" creationId="{9556065C-AC8D-F8CF-D5A2-F5C7B2A8889E}"/>
          </ac:spMkLst>
        </pc:spChg>
        <pc:picChg chg="add mod">
          <ac:chgData name="Edwar Romero-Ramirez" userId="92bc0edd-ad5d-44a7-8ba7-72607029cc7a" providerId="ADAL" clId="{2775DB41-4F27-43BB-B6B4-1F63C41083B6}" dt="2024-06-14T03:29:53.003" v="2426" actId="1076"/>
          <ac:picMkLst>
            <pc:docMk/>
            <pc:sldMk cId="798543756" sldId="358"/>
            <ac:picMk id="7" creationId="{D8BAB4E6-0C87-FC94-6BD8-7E8EA6A9D509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4T03:48:29.981" v="2606" actId="1076"/>
        <pc:sldMkLst>
          <pc:docMk/>
          <pc:sldMk cId="1580297987" sldId="359"/>
        </pc:sldMkLst>
        <pc:spChg chg="mod">
          <ac:chgData name="Edwar Romero-Ramirez" userId="92bc0edd-ad5d-44a7-8ba7-72607029cc7a" providerId="ADAL" clId="{2775DB41-4F27-43BB-B6B4-1F63C41083B6}" dt="2024-06-14T03:33:40.234" v="2480" actId="20577"/>
          <ac:spMkLst>
            <pc:docMk/>
            <pc:sldMk cId="1580297987" sldId="359"/>
            <ac:spMk id="2" creationId="{A43E3E30-0CCC-0FCC-69DC-1C2820744E12}"/>
          </ac:spMkLst>
        </pc:spChg>
        <pc:spChg chg="del">
          <ac:chgData name="Edwar Romero-Ramirez" userId="92bc0edd-ad5d-44a7-8ba7-72607029cc7a" providerId="ADAL" clId="{2775DB41-4F27-43BB-B6B4-1F63C41083B6}" dt="2024-06-14T03:32:33.777" v="2448" actId="478"/>
          <ac:spMkLst>
            <pc:docMk/>
            <pc:sldMk cId="1580297987" sldId="359"/>
            <ac:spMk id="3" creationId="{9556065C-AC8D-F8CF-D5A2-F5C7B2A8889E}"/>
          </ac:spMkLst>
        </pc:spChg>
        <pc:spChg chg="del">
          <ac:chgData name="Edwar Romero-Ramirez" userId="92bc0edd-ad5d-44a7-8ba7-72607029cc7a" providerId="ADAL" clId="{2775DB41-4F27-43BB-B6B4-1F63C41083B6}" dt="2024-06-14T03:32:40.572" v="2451" actId="478"/>
          <ac:spMkLst>
            <pc:docMk/>
            <pc:sldMk cId="1580297987" sldId="359"/>
            <ac:spMk id="5" creationId="{3F1CE5EF-1993-48B6-7353-FC6D457CA39A}"/>
          </ac:spMkLst>
        </pc:spChg>
        <pc:spChg chg="add del mod">
          <ac:chgData name="Edwar Romero-Ramirez" userId="92bc0edd-ad5d-44a7-8ba7-72607029cc7a" providerId="ADAL" clId="{2775DB41-4F27-43BB-B6B4-1F63C41083B6}" dt="2024-06-14T03:32:36.516" v="2449" actId="478"/>
          <ac:spMkLst>
            <pc:docMk/>
            <pc:sldMk cId="1580297987" sldId="359"/>
            <ac:spMk id="8" creationId="{429671A8-C79C-771E-5C8A-4C1A3A22F982}"/>
          </ac:spMkLst>
        </pc:spChg>
        <pc:spChg chg="add mod">
          <ac:chgData name="Edwar Romero-Ramirez" userId="92bc0edd-ad5d-44a7-8ba7-72607029cc7a" providerId="ADAL" clId="{2775DB41-4F27-43BB-B6B4-1F63C41083B6}" dt="2024-06-14T03:45:21.474" v="2594" actId="255"/>
          <ac:spMkLst>
            <pc:docMk/>
            <pc:sldMk cId="1580297987" sldId="359"/>
            <ac:spMk id="11" creationId="{3150CDA9-F3E0-DBDC-345D-E6EED776FA29}"/>
          </ac:spMkLst>
        </pc:spChg>
        <pc:spChg chg="add mod">
          <ac:chgData name="Edwar Romero-Ramirez" userId="92bc0edd-ad5d-44a7-8ba7-72607029cc7a" providerId="ADAL" clId="{2775DB41-4F27-43BB-B6B4-1F63C41083B6}" dt="2024-06-14T03:48:29.981" v="2606" actId="1076"/>
          <ac:spMkLst>
            <pc:docMk/>
            <pc:sldMk cId="1580297987" sldId="359"/>
            <ac:spMk id="12" creationId="{4BB7780D-4490-CE9E-60DA-94C0FD0ECB9C}"/>
          </ac:spMkLst>
        </pc:spChg>
        <pc:picChg chg="mod modCrop">
          <ac:chgData name="Edwar Romero-Ramirez" userId="92bc0edd-ad5d-44a7-8ba7-72607029cc7a" providerId="ADAL" clId="{2775DB41-4F27-43BB-B6B4-1F63C41083B6}" dt="2024-06-14T03:45:30.495" v="2603" actId="1038"/>
          <ac:picMkLst>
            <pc:docMk/>
            <pc:sldMk cId="1580297987" sldId="359"/>
            <ac:picMk id="6" creationId="{50535E7C-5C90-3DB5-404B-E48DB8C9ECFD}"/>
          </ac:picMkLst>
        </pc:picChg>
        <pc:picChg chg="mod modCrop">
          <ac:chgData name="Edwar Romero-Ramirez" userId="92bc0edd-ad5d-44a7-8ba7-72607029cc7a" providerId="ADAL" clId="{2775DB41-4F27-43BB-B6B4-1F63C41083B6}" dt="2024-06-14T03:45:35.533" v="2604" actId="1076"/>
          <ac:picMkLst>
            <pc:docMk/>
            <pc:sldMk cId="1580297987" sldId="359"/>
            <ac:picMk id="7" creationId="{D8BAB4E6-0C87-FC94-6BD8-7E8EA6A9D509}"/>
          </ac:picMkLst>
        </pc:picChg>
        <pc:picChg chg="add mod">
          <ac:chgData name="Edwar Romero-Ramirez" userId="92bc0edd-ad5d-44a7-8ba7-72607029cc7a" providerId="ADAL" clId="{2775DB41-4F27-43BB-B6B4-1F63C41083B6}" dt="2024-06-14T03:33:23.668" v="2465" actId="14100"/>
          <ac:picMkLst>
            <pc:docMk/>
            <pc:sldMk cId="1580297987" sldId="359"/>
            <ac:picMk id="10" creationId="{B58DDEFC-158E-BB6C-48FE-02111463751B}"/>
          </ac:picMkLst>
        </pc:picChg>
        <pc:picChg chg="del">
          <ac:chgData name="Edwar Romero-Ramirez" userId="92bc0edd-ad5d-44a7-8ba7-72607029cc7a" providerId="ADAL" clId="{2775DB41-4F27-43BB-B6B4-1F63C41083B6}" dt="2024-06-14T03:32:38.833" v="2450" actId="478"/>
          <ac:picMkLst>
            <pc:docMk/>
            <pc:sldMk cId="1580297987" sldId="359"/>
            <ac:picMk id="17" creationId="{81A7133B-4EF4-6F2E-F115-3E1B669ABF10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4T04:27:14.086" v="2651" actId="20577"/>
        <pc:sldMkLst>
          <pc:docMk/>
          <pc:sldMk cId="2501000224" sldId="360"/>
        </pc:sldMkLst>
        <pc:spChg chg="mod">
          <ac:chgData name="Edwar Romero-Ramirez" userId="92bc0edd-ad5d-44a7-8ba7-72607029cc7a" providerId="ADAL" clId="{2775DB41-4F27-43BB-B6B4-1F63C41083B6}" dt="2024-06-14T04:27:14.086" v="2651" actId="20577"/>
          <ac:spMkLst>
            <pc:docMk/>
            <pc:sldMk cId="2501000224" sldId="360"/>
            <ac:spMk id="2" creationId="{A43E3E30-0CCC-0FCC-69DC-1C2820744E12}"/>
          </ac:spMkLst>
        </pc:spChg>
        <pc:spChg chg="add">
          <ac:chgData name="Edwar Romero-Ramirez" userId="92bc0edd-ad5d-44a7-8ba7-72607029cc7a" providerId="ADAL" clId="{2775DB41-4F27-43BB-B6B4-1F63C41083B6}" dt="2024-06-14T04:16:15.823" v="2616"/>
          <ac:spMkLst>
            <pc:docMk/>
            <pc:sldMk cId="2501000224" sldId="360"/>
            <ac:spMk id="5" creationId="{C79FBF0A-4FC4-8D24-EBBA-00C6E169B8A0}"/>
          </ac:spMkLst>
        </pc:spChg>
        <pc:spChg chg="add">
          <ac:chgData name="Edwar Romero-Ramirez" userId="92bc0edd-ad5d-44a7-8ba7-72607029cc7a" providerId="ADAL" clId="{2775DB41-4F27-43BB-B6B4-1F63C41083B6}" dt="2024-06-14T04:16:32.862" v="2619"/>
          <ac:spMkLst>
            <pc:docMk/>
            <pc:sldMk cId="2501000224" sldId="360"/>
            <ac:spMk id="8" creationId="{145037C8-5139-0878-F567-9EE60927B874}"/>
          </ac:spMkLst>
        </pc:spChg>
        <pc:spChg chg="add del mod">
          <ac:chgData name="Edwar Romero-Ramirez" userId="92bc0edd-ad5d-44a7-8ba7-72607029cc7a" providerId="ADAL" clId="{2775DB41-4F27-43BB-B6B4-1F63C41083B6}" dt="2024-06-14T04:17:36.355" v="2635" actId="478"/>
          <ac:spMkLst>
            <pc:docMk/>
            <pc:sldMk cId="2501000224" sldId="360"/>
            <ac:spMk id="9" creationId="{81F71202-A835-375B-3B6F-02D21F6C8DDF}"/>
          </ac:spMkLst>
        </pc:spChg>
        <pc:spChg chg="del">
          <ac:chgData name="Edwar Romero-Ramirez" userId="92bc0edd-ad5d-44a7-8ba7-72607029cc7a" providerId="ADAL" clId="{2775DB41-4F27-43BB-B6B4-1F63C41083B6}" dt="2024-06-14T04:10:37.574" v="2611" actId="478"/>
          <ac:spMkLst>
            <pc:docMk/>
            <pc:sldMk cId="2501000224" sldId="360"/>
            <ac:spMk id="11" creationId="{3150CDA9-F3E0-DBDC-345D-E6EED776FA29}"/>
          </ac:spMkLst>
        </pc:spChg>
        <pc:spChg chg="del">
          <ac:chgData name="Edwar Romero-Ramirez" userId="92bc0edd-ad5d-44a7-8ba7-72607029cc7a" providerId="ADAL" clId="{2775DB41-4F27-43BB-B6B4-1F63C41083B6}" dt="2024-06-14T04:10:32.558" v="2609" actId="478"/>
          <ac:spMkLst>
            <pc:docMk/>
            <pc:sldMk cId="2501000224" sldId="360"/>
            <ac:spMk id="12" creationId="{4BB7780D-4490-CE9E-60DA-94C0FD0ECB9C}"/>
          </ac:spMkLst>
        </pc:spChg>
        <pc:picChg chg="add mod">
          <ac:chgData name="Edwar Romero-Ramirez" userId="92bc0edd-ad5d-44a7-8ba7-72607029cc7a" providerId="ADAL" clId="{2775DB41-4F27-43BB-B6B4-1F63C41083B6}" dt="2024-06-14T04:17:39.661" v="2636" actId="1076"/>
          <ac:picMkLst>
            <pc:docMk/>
            <pc:sldMk cId="2501000224" sldId="360"/>
            <ac:picMk id="4" creationId="{2F80A794-EBFE-9BB3-45D9-E64FBFCC7AEB}"/>
          </ac:picMkLst>
        </pc:picChg>
        <pc:picChg chg="del">
          <ac:chgData name="Edwar Romero-Ramirez" userId="92bc0edd-ad5d-44a7-8ba7-72607029cc7a" providerId="ADAL" clId="{2775DB41-4F27-43BB-B6B4-1F63C41083B6}" dt="2024-06-14T04:10:35.727" v="2610" actId="478"/>
          <ac:picMkLst>
            <pc:docMk/>
            <pc:sldMk cId="2501000224" sldId="360"/>
            <ac:picMk id="6" creationId="{50535E7C-5C90-3DB5-404B-E48DB8C9ECFD}"/>
          </ac:picMkLst>
        </pc:picChg>
        <pc:picChg chg="del">
          <ac:chgData name="Edwar Romero-Ramirez" userId="92bc0edd-ad5d-44a7-8ba7-72607029cc7a" providerId="ADAL" clId="{2775DB41-4F27-43BB-B6B4-1F63C41083B6}" dt="2024-06-14T04:10:30.510" v="2608" actId="478"/>
          <ac:picMkLst>
            <pc:docMk/>
            <pc:sldMk cId="2501000224" sldId="360"/>
            <ac:picMk id="7" creationId="{D8BAB4E6-0C87-FC94-6BD8-7E8EA6A9D509}"/>
          </ac:picMkLst>
        </pc:picChg>
        <pc:picChg chg="del">
          <ac:chgData name="Edwar Romero-Ramirez" userId="92bc0edd-ad5d-44a7-8ba7-72607029cc7a" providerId="ADAL" clId="{2775DB41-4F27-43BB-B6B4-1F63C41083B6}" dt="2024-06-14T04:10:38.269" v="2612" actId="478"/>
          <ac:picMkLst>
            <pc:docMk/>
            <pc:sldMk cId="2501000224" sldId="360"/>
            <ac:picMk id="10" creationId="{B58DDEFC-158E-BB6C-48FE-02111463751B}"/>
          </ac:picMkLst>
        </pc:picChg>
      </pc:sldChg>
      <pc:sldChg chg="addSp delSp modSp add mod modNotesTx">
        <pc:chgData name="Edwar Romero-Ramirez" userId="92bc0edd-ad5d-44a7-8ba7-72607029cc7a" providerId="ADAL" clId="{2775DB41-4F27-43BB-B6B4-1F63C41083B6}" dt="2024-06-15T03:10:51.655" v="4107"/>
        <pc:sldMkLst>
          <pc:docMk/>
          <pc:sldMk cId="4026378510" sldId="366"/>
        </pc:sldMkLst>
        <pc:spChg chg="mod">
          <ac:chgData name="Edwar Romero-Ramirez" userId="92bc0edd-ad5d-44a7-8ba7-72607029cc7a" providerId="ADAL" clId="{2775DB41-4F27-43BB-B6B4-1F63C41083B6}" dt="2024-06-15T03:10:51.655" v="4107"/>
          <ac:spMkLst>
            <pc:docMk/>
            <pc:sldMk cId="4026378510" sldId="366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2:59:34.047" v="3686" actId="114"/>
          <ac:spMkLst>
            <pc:docMk/>
            <pc:sldMk cId="4026378510" sldId="366"/>
            <ac:spMk id="3" creationId="{78D6B0DC-8DDB-A7DA-E1AC-AD2D78ED7DCB}"/>
          </ac:spMkLst>
        </pc:spChg>
        <pc:spChg chg="mod">
          <ac:chgData name="Edwar Romero-Ramirez" userId="92bc0edd-ad5d-44a7-8ba7-72607029cc7a" providerId="ADAL" clId="{2775DB41-4F27-43BB-B6B4-1F63C41083B6}" dt="2024-06-15T03:06:36.917" v="3956" actId="6549"/>
          <ac:spMkLst>
            <pc:docMk/>
            <pc:sldMk cId="4026378510" sldId="366"/>
            <ac:spMk id="9" creationId="{5DD5144A-4474-2479-FA5D-0FB5B8C4C171}"/>
          </ac:spMkLst>
        </pc:spChg>
        <pc:spChg chg="del mod">
          <ac:chgData name="Edwar Romero-Ramirez" userId="92bc0edd-ad5d-44a7-8ba7-72607029cc7a" providerId="ADAL" clId="{2775DB41-4F27-43BB-B6B4-1F63C41083B6}" dt="2024-06-15T02:37:02.826" v="3222" actId="478"/>
          <ac:spMkLst>
            <pc:docMk/>
            <pc:sldMk cId="4026378510" sldId="366"/>
            <ac:spMk id="15" creationId="{216BFA64-3032-6100-5E2A-946FC81C6E09}"/>
          </ac:spMkLst>
        </pc:spChg>
        <pc:picChg chg="add mod modCrop">
          <ac:chgData name="Edwar Romero-Ramirez" userId="92bc0edd-ad5d-44a7-8ba7-72607029cc7a" providerId="ADAL" clId="{2775DB41-4F27-43BB-B6B4-1F63C41083B6}" dt="2024-06-15T02:39:34.807" v="3308" actId="1076"/>
          <ac:picMkLst>
            <pc:docMk/>
            <pc:sldMk cId="4026378510" sldId="366"/>
            <ac:picMk id="7" creationId="{6F6976E1-4066-78FF-0D38-8CC5E311648F}"/>
          </ac:picMkLst>
        </pc:picChg>
        <pc:picChg chg="add mod">
          <ac:chgData name="Edwar Romero-Ramirez" userId="92bc0edd-ad5d-44a7-8ba7-72607029cc7a" providerId="ADAL" clId="{2775DB41-4F27-43BB-B6B4-1F63C41083B6}" dt="2024-06-15T02:41:55.390" v="3358" actId="1076"/>
          <ac:picMkLst>
            <pc:docMk/>
            <pc:sldMk cId="4026378510" sldId="366"/>
            <ac:picMk id="11" creationId="{EB78B041-4A74-9EC8-D506-FE9FCCD95E04}"/>
          </ac:picMkLst>
        </pc:picChg>
        <pc:picChg chg="del mod">
          <ac:chgData name="Edwar Romero-Ramirez" userId="92bc0edd-ad5d-44a7-8ba7-72607029cc7a" providerId="ADAL" clId="{2775DB41-4F27-43BB-B6B4-1F63C41083B6}" dt="2024-06-15T02:37:00.486" v="3220" actId="478"/>
          <ac:picMkLst>
            <pc:docMk/>
            <pc:sldMk cId="4026378510" sldId="366"/>
            <ac:picMk id="12" creationId="{34DABB26-E85B-E3AA-5B48-DA322D7BCAE3}"/>
          </ac:picMkLst>
        </pc:picChg>
        <pc:picChg chg="del mod">
          <ac:chgData name="Edwar Romero-Ramirez" userId="92bc0edd-ad5d-44a7-8ba7-72607029cc7a" providerId="ADAL" clId="{2775DB41-4F27-43BB-B6B4-1F63C41083B6}" dt="2024-06-15T02:36:59.012" v="3219" actId="478"/>
          <ac:picMkLst>
            <pc:docMk/>
            <pc:sldMk cId="4026378510" sldId="366"/>
            <ac:picMk id="13" creationId="{5237F4B0-22FF-5564-DA6C-E106786C82A3}"/>
          </ac:picMkLst>
        </pc:picChg>
        <pc:picChg chg="add mod">
          <ac:chgData name="Edwar Romero-Ramirez" userId="92bc0edd-ad5d-44a7-8ba7-72607029cc7a" providerId="ADAL" clId="{2775DB41-4F27-43BB-B6B4-1F63C41083B6}" dt="2024-06-15T02:43:15.120" v="3400" actId="1076"/>
          <ac:picMkLst>
            <pc:docMk/>
            <pc:sldMk cId="4026378510" sldId="366"/>
            <ac:picMk id="16" creationId="{4F334977-0BD6-6E1B-2299-19AAB5F0A57B}"/>
          </ac:picMkLst>
        </pc:picChg>
        <pc:picChg chg="add mod">
          <ac:chgData name="Edwar Romero-Ramirez" userId="92bc0edd-ad5d-44a7-8ba7-72607029cc7a" providerId="ADAL" clId="{2775DB41-4F27-43BB-B6B4-1F63C41083B6}" dt="2024-06-15T02:45:52.725" v="3543" actId="1076"/>
          <ac:picMkLst>
            <pc:docMk/>
            <pc:sldMk cId="4026378510" sldId="366"/>
            <ac:picMk id="19" creationId="{0844BCAD-81F9-95B7-7CAA-A81B4B0E2DB6}"/>
          </ac:picMkLst>
        </pc:picChg>
        <pc:picChg chg="add mod modCrop">
          <ac:chgData name="Edwar Romero-Ramirez" userId="92bc0edd-ad5d-44a7-8ba7-72607029cc7a" providerId="ADAL" clId="{2775DB41-4F27-43BB-B6B4-1F63C41083B6}" dt="2024-06-15T02:57:17.177" v="3679" actId="1076"/>
          <ac:picMkLst>
            <pc:docMk/>
            <pc:sldMk cId="4026378510" sldId="366"/>
            <ac:picMk id="21" creationId="{4B1B8C37-C76B-0073-5B46-78B84567EA7A}"/>
          </ac:picMkLst>
        </pc:picChg>
      </pc:sldChg>
      <pc:sldChg chg="modSp add mod">
        <pc:chgData name="Edwar Romero-Ramirez" userId="92bc0edd-ad5d-44a7-8ba7-72607029cc7a" providerId="ADAL" clId="{2775DB41-4F27-43BB-B6B4-1F63C41083B6}" dt="2024-06-15T03:01:14.011" v="3689" actId="207"/>
        <pc:sldMkLst>
          <pc:docMk/>
          <pc:sldMk cId="3756043976" sldId="367"/>
        </pc:sldMkLst>
        <pc:spChg chg="mod">
          <ac:chgData name="Edwar Romero-Ramirez" userId="92bc0edd-ad5d-44a7-8ba7-72607029cc7a" providerId="ADAL" clId="{2775DB41-4F27-43BB-B6B4-1F63C41083B6}" dt="2024-06-15T03:01:14.011" v="3689" actId="207"/>
          <ac:spMkLst>
            <pc:docMk/>
            <pc:sldMk cId="3756043976" sldId="367"/>
            <ac:spMk id="3" creationId="{EEA82FBA-2EB2-5C2F-0014-4EC7486CBC03}"/>
          </ac:spMkLst>
        </pc:spChg>
      </pc:sldChg>
      <pc:sldChg chg="modSp add mod">
        <pc:chgData name="Edwar Romero-Ramirez" userId="92bc0edd-ad5d-44a7-8ba7-72607029cc7a" providerId="ADAL" clId="{2775DB41-4F27-43BB-B6B4-1F63C41083B6}" dt="2024-06-15T03:10:40.104" v="4106" actId="20577"/>
        <pc:sldMkLst>
          <pc:docMk/>
          <pc:sldMk cId="3985552435" sldId="368"/>
        </pc:sldMkLst>
        <pc:spChg chg="mod">
          <ac:chgData name="Edwar Romero-Ramirez" userId="92bc0edd-ad5d-44a7-8ba7-72607029cc7a" providerId="ADAL" clId="{2775DB41-4F27-43BB-B6B4-1F63C41083B6}" dt="2024-06-15T03:10:40.104" v="4106" actId="20577"/>
          <ac:spMkLst>
            <pc:docMk/>
            <pc:sldMk cId="3985552435" sldId="368"/>
            <ac:spMk id="2" creationId="{4D3BEB11-28D7-C522-E5E9-6807A609E96E}"/>
          </ac:spMkLst>
        </pc:spChg>
        <pc:spChg chg="mod">
          <ac:chgData name="Edwar Romero-Ramirez" userId="92bc0edd-ad5d-44a7-8ba7-72607029cc7a" providerId="ADAL" clId="{2775DB41-4F27-43BB-B6B4-1F63C41083B6}" dt="2024-06-15T03:06:33.001" v="3955" actId="6549"/>
          <ac:spMkLst>
            <pc:docMk/>
            <pc:sldMk cId="3985552435" sldId="368"/>
            <ac:spMk id="9" creationId="{5DD5144A-4474-2479-FA5D-0FB5B8C4C171}"/>
          </ac:spMkLst>
        </pc:spChg>
      </pc:sldChg>
      <pc:sldChg chg="addSp modSp new mod modNotesTx">
        <pc:chgData name="Edwar Romero-Ramirez" userId="92bc0edd-ad5d-44a7-8ba7-72607029cc7a" providerId="ADAL" clId="{2775DB41-4F27-43BB-B6B4-1F63C41083B6}" dt="2024-06-15T03:17:56.341" v="4519" actId="20577"/>
        <pc:sldMkLst>
          <pc:docMk/>
          <pc:sldMk cId="2079027889" sldId="369"/>
        </pc:sldMkLst>
        <pc:spChg chg="mod">
          <ac:chgData name="Edwar Romero-Ramirez" userId="92bc0edd-ad5d-44a7-8ba7-72607029cc7a" providerId="ADAL" clId="{2775DB41-4F27-43BB-B6B4-1F63C41083B6}" dt="2024-06-15T03:11:06.254" v="4119" actId="20577"/>
          <ac:spMkLst>
            <pc:docMk/>
            <pc:sldMk cId="2079027889" sldId="369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15T03:16:51.814" v="4409" actId="20577"/>
          <ac:spMkLst>
            <pc:docMk/>
            <pc:sldMk cId="2079027889" sldId="369"/>
            <ac:spMk id="3" creationId="{10AD0E58-93FB-6A47-493C-616E6D59704E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6" creationId="{87932B86-8520-EC02-CE45-7F86CE4E4327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7" creationId="{D16AFA21-6D25-2976-5E6B-A0ED945A9809}"/>
          </ac:spMkLst>
        </pc:spChg>
        <pc:spChg chg="add mod">
          <ac:chgData name="Edwar Romero-Ramirez" userId="92bc0edd-ad5d-44a7-8ba7-72607029cc7a" providerId="ADAL" clId="{2775DB41-4F27-43BB-B6B4-1F63C41083B6}" dt="2024-06-15T03:11:25.446" v="4120"/>
          <ac:spMkLst>
            <pc:docMk/>
            <pc:sldMk cId="2079027889" sldId="369"/>
            <ac:spMk id="8" creationId="{C50EF145-7639-DABE-9E0E-C2DD0841793A}"/>
          </ac:spMkLst>
        </pc:spChg>
        <pc:picChg chg="add mod">
          <ac:chgData name="Edwar Romero-Ramirez" userId="92bc0edd-ad5d-44a7-8ba7-72607029cc7a" providerId="ADAL" clId="{2775DB41-4F27-43BB-B6B4-1F63C41083B6}" dt="2024-06-15T03:11:25.446" v="4120"/>
          <ac:picMkLst>
            <pc:docMk/>
            <pc:sldMk cId="2079027889" sldId="369"/>
            <ac:picMk id="4" creationId="{30EA1868-5C0A-F0E1-934D-046727971184}"/>
          </ac:picMkLst>
        </pc:picChg>
        <pc:picChg chg="add mod">
          <ac:chgData name="Edwar Romero-Ramirez" userId="92bc0edd-ad5d-44a7-8ba7-72607029cc7a" providerId="ADAL" clId="{2775DB41-4F27-43BB-B6B4-1F63C41083B6}" dt="2024-06-15T03:11:25.446" v="4120"/>
          <ac:picMkLst>
            <pc:docMk/>
            <pc:sldMk cId="2079027889" sldId="369"/>
            <ac:picMk id="5" creationId="{41223042-EA55-1905-E8F5-A3F03A655388}"/>
          </ac:picMkLst>
        </pc:picChg>
        <pc:picChg chg="add mod">
          <ac:chgData name="Edwar Romero-Ramirez" userId="92bc0edd-ad5d-44a7-8ba7-72607029cc7a" providerId="ADAL" clId="{2775DB41-4F27-43BB-B6B4-1F63C41083B6}" dt="2024-06-15T03:16:26.336" v="4399" actId="1076"/>
          <ac:picMkLst>
            <pc:docMk/>
            <pc:sldMk cId="2079027889" sldId="369"/>
            <ac:picMk id="9" creationId="{FA24FF5C-1E27-EF8D-1247-D801F07A3A86}"/>
          </ac:picMkLst>
        </pc:picChg>
        <pc:picChg chg="add mod">
          <ac:chgData name="Edwar Romero-Ramirez" userId="92bc0edd-ad5d-44a7-8ba7-72607029cc7a" providerId="ADAL" clId="{2775DB41-4F27-43BB-B6B4-1F63C41083B6}" dt="2024-06-15T03:16:24.884" v="4398" actId="1076"/>
          <ac:picMkLst>
            <pc:docMk/>
            <pc:sldMk cId="2079027889" sldId="369"/>
            <ac:picMk id="10" creationId="{36811DD9-DD55-2B88-0E59-03FBDEBA3E88}"/>
          </ac:picMkLst>
        </pc:picChg>
        <pc:picChg chg="add mod">
          <ac:chgData name="Edwar Romero-Ramirez" userId="92bc0edd-ad5d-44a7-8ba7-72607029cc7a" providerId="ADAL" clId="{2775DB41-4F27-43BB-B6B4-1F63C41083B6}" dt="2024-06-15T03:16:29.143" v="4400" actId="1076"/>
          <ac:picMkLst>
            <pc:docMk/>
            <pc:sldMk cId="2079027889" sldId="369"/>
            <ac:picMk id="11" creationId="{68E480E0-FA87-048B-6A65-3BDB885AEE62}"/>
          </ac:picMkLst>
        </pc:picChg>
        <pc:picChg chg="add mod">
          <ac:chgData name="Edwar Romero-Ramirez" userId="92bc0edd-ad5d-44a7-8ba7-72607029cc7a" providerId="ADAL" clId="{2775DB41-4F27-43BB-B6B4-1F63C41083B6}" dt="2024-06-15T03:16:37.150" v="4403" actId="1076"/>
          <ac:picMkLst>
            <pc:docMk/>
            <pc:sldMk cId="2079027889" sldId="369"/>
            <ac:picMk id="12" creationId="{496A5813-B92D-B3F7-9F44-0A2FBF8ACB36}"/>
          </ac:picMkLst>
        </pc:picChg>
        <pc:picChg chg="add mod">
          <ac:chgData name="Edwar Romero-Ramirez" userId="92bc0edd-ad5d-44a7-8ba7-72607029cc7a" providerId="ADAL" clId="{2775DB41-4F27-43BB-B6B4-1F63C41083B6}" dt="2024-06-15T03:16:34.886" v="4402" actId="1076"/>
          <ac:picMkLst>
            <pc:docMk/>
            <pc:sldMk cId="2079027889" sldId="369"/>
            <ac:picMk id="13" creationId="{72FDCAA7-B1B0-CD47-E511-D98BFE6F87C3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5T03:30:45.296" v="4787" actId="1076"/>
        <pc:sldMkLst>
          <pc:docMk/>
          <pc:sldMk cId="124241174" sldId="370"/>
        </pc:sldMkLst>
        <pc:spChg chg="mod">
          <ac:chgData name="Edwar Romero-Ramirez" userId="92bc0edd-ad5d-44a7-8ba7-72607029cc7a" providerId="ADAL" clId="{2775DB41-4F27-43BB-B6B4-1F63C41083B6}" dt="2024-06-15T03:30:36.768" v="4786" actId="20577"/>
          <ac:spMkLst>
            <pc:docMk/>
            <pc:sldMk cId="124241174" sldId="370"/>
            <ac:spMk id="3" creationId="{10AD0E58-93FB-6A47-493C-616E6D59704E}"/>
          </ac:spMkLst>
        </pc:sp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9" creationId="{FA24FF5C-1E27-EF8D-1247-D801F07A3A86}"/>
          </ac:picMkLst>
        </pc:pic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0" creationId="{36811DD9-DD55-2B88-0E59-03FBDEBA3E88}"/>
          </ac:picMkLst>
        </pc:picChg>
        <pc:picChg chg="add del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1" creationId="{68E480E0-FA87-048B-6A65-3BDB885AEE62}"/>
          </ac:picMkLst>
        </pc:picChg>
        <pc:picChg chg="del">
          <ac:chgData name="Edwar Romero-Ramirez" userId="92bc0edd-ad5d-44a7-8ba7-72607029cc7a" providerId="ADAL" clId="{2775DB41-4F27-43BB-B6B4-1F63C41083B6}" dt="2024-06-15T03:26:55.413" v="4583" actId="478"/>
          <ac:picMkLst>
            <pc:docMk/>
            <pc:sldMk cId="124241174" sldId="370"/>
            <ac:picMk id="12" creationId="{496A5813-B92D-B3F7-9F44-0A2FBF8ACB36}"/>
          </ac:picMkLst>
        </pc:picChg>
        <pc:picChg chg="del">
          <ac:chgData name="Edwar Romero-Ramirez" userId="92bc0edd-ad5d-44a7-8ba7-72607029cc7a" providerId="ADAL" clId="{2775DB41-4F27-43BB-B6B4-1F63C41083B6}" dt="2024-06-15T03:26:38.762" v="4579" actId="478"/>
          <ac:picMkLst>
            <pc:docMk/>
            <pc:sldMk cId="124241174" sldId="370"/>
            <ac:picMk id="13" creationId="{72FDCAA7-B1B0-CD47-E511-D98BFE6F87C3}"/>
          </ac:picMkLst>
        </pc:picChg>
        <pc:picChg chg="add mod">
          <ac:chgData name="Edwar Romero-Ramirez" userId="92bc0edd-ad5d-44a7-8ba7-72607029cc7a" providerId="ADAL" clId="{2775DB41-4F27-43BB-B6B4-1F63C41083B6}" dt="2024-06-15T03:30:45.296" v="4787" actId="1076"/>
          <ac:picMkLst>
            <pc:docMk/>
            <pc:sldMk cId="124241174" sldId="370"/>
            <ac:picMk id="15" creationId="{8302A4BB-BEF3-78C0-548F-1C00B9EB3CB8}"/>
          </ac:picMkLst>
        </pc:picChg>
      </pc:sldChg>
      <pc:sldChg chg="addSp delSp modSp add mod">
        <pc:chgData name="Edwar Romero-Ramirez" userId="92bc0edd-ad5d-44a7-8ba7-72607029cc7a" providerId="ADAL" clId="{2775DB41-4F27-43BB-B6B4-1F63C41083B6}" dt="2024-06-15T03:41:10.196" v="5145"/>
        <pc:sldMkLst>
          <pc:docMk/>
          <pc:sldMk cId="3451763861" sldId="371"/>
        </pc:sldMkLst>
        <pc:spChg chg="mod">
          <ac:chgData name="Edwar Romero-Ramirez" userId="92bc0edd-ad5d-44a7-8ba7-72607029cc7a" providerId="ADAL" clId="{2775DB41-4F27-43BB-B6B4-1F63C41083B6}" dt="2024-06-15T03:41:10.196" v="5145"/>
          <ac:spMkLst>
            <pc:docMk/>
            <pc:sldMk cId="3451763861" sldId="371"/>
            <ac:spMk id="3" creationId="{10AD0E58-93FB-6A47-493C-616E6D59704E}"/>
          </ac:spMkLst>
        </pc:spChg>
        <pc:picChg chg="add mod">
          <ac:chgData name="Edwar Romero-Ramirez" userId="92bc0edd-ad5d-44a7-8ba7-72607029cc7a" providerId="ADAL" clId="{2775DB41-4F27-43BB-B6B4-1F63C41083B6}" dt="2024-06-15T03:33:57.188" v="4792" actId="14100"/>
          <ac:picMkLst>
            <pc:docMk/>
            <pc:sldMk cId="3451763861" sldId="371"/>
            <ac:picMk id="13" creationId="{F36E6851-5402-2467-4E42-4E509206A285}"/>
          </ac:picMkLst>
        </pc:picChg>
        <pc:picChg chg="del">
          <ac:chgData name="Edwar Romero-Ramirez" userId="92bc0edd-ad5d-44a7-8ba7-72607029cc7a" providerId="ADAL" clId="{2775DB41-4F27-43BB-B6B4-1F63C41083B6}" dt="2024-06-15T03:33:50.510" v="4789" actId="478"/>
          <ac:picMkLst>
            <pc:docMk/>
            <pc:sldMk cId="3451763861" sldId="371"/>
            <ac:picMk id="15" creationId="{8302A4BB-BEF3-78C0-548F-1C00B9EB3CB8}"/>
          </ac:picMkLst>
        </pc:picChg>
      </pc:sldChg>
      <pc:sldChg chg="modSp add mod ord">
        <pc:chgData name="Edwar Romero-Ramirez" userId="92bc0edd-ad5d-44a7-8ba7-72607029cc7a" providerId="ADAL" clId="{2775DB41-4F27-43BB-B6B4-1F63C41083B6}" dt="2024-06-15T03:46:20.025" v="5340"/>
        <pc:sldMkLst>
          <pc:docMk/>
          <pc:sldMk cId="869483577" sldId="372"/>
        </pc:sldMkLst>
        <pc:spChg chg="mod">
          <ac:chgData name="Edwar Romero-Ramirez" userId="92bc0edd-ad5d-44a7-8ba7-72607029cc7a" providerId="ADAL" clId="{2775DB41-4F27-43BB-B6B4-1F63C41083B6}" dt="2024-06-15T03:46:20.025" v="5340"/>
          <ac:spMkLst>
            <pc:docMk/>
            <pc:sldMk cId="869483577" sldId="372"/>
            <ac:spMk id="3" creationId="{10AD0E58-93FB-6A47-493C-616E6D59704E}"/>
          </ac:spMkLst>
        </pc:spChg>
      </pc:sldChg>
      <pc:sldChg chg="addSp delSp modSp add mod">
        <pc:chgData name="Edwar Romero-Ramirez" userId="92bc0edd-ad5d-44a7-8ba7-72607029cc7a" providerId="ADAL" clId="{2775DB41-4F27-43BB-B6B4-1F63C41083B6}" dt="2024-06-15T03:51:45.384" v="5407" actId="1076"/>
        <pc:sldMkLst>
          <pc:docMk/>
          <pc:sldMk cId="3182590695" sldId="373"/>
        </pc:sldMkLst>
        <pc:spChg chg="mod">
          <ac:chgData name="Edwar Romero-Ramirez" userId="92bc0edd-ad5d-44a7-8ba7-72607029cc7a" providerId="ADAL" clId="{2775DB41-4F27-43BB-B6B4-1F63C41083B6}" dt="2024-06-15T03:46:57.482" v="5398" actId="20577"/>
          <ac:spMkLst>
            <pc:docMk/>
            <pc:sldMk cId="3182590695" sldId="373"/>
            <ac:spMk id="3" creationId="{10AD0E58-93FB-6A47-493C-616E6D59704E}"/>
          </ac:spMkLst>
        </pc:spChg>
        <pc:picChg chg="add del mod">
          <ac:chgData name="Edwar Romero-Ramirez" userId="92bc0edd-ad5d-44a7-8ba7-72607029cc7a" providerId="ADAL" clId="{2775DB41-4F27-43BB-B6B4-1F63C41083B6}" dt="2024-06-15T03:51:30.003" v="5402" actId="478"/>
          <ac:picMkLst>
            <pc:docMk/>
            <pc:sldMk cId="3182590695" sldId="373"/>
            <ac:picMk id="13" creationId="{DD26467C-D49D-A8D6-9410-5725440C084F}"/>
          </ac:picMkLst>
        </pc:picChg>
        <pc:picChg chg="add mod">
          <ac:chgData name="Edwar Romero-Ramirez" userId="92bc0edd-ad5d-44a7-8ba7-72607029cc7a" providerId="ADAL" clId="{2775DB41-4F27-43BB-B6B4-1F63C41083B6}" dt="2024-06-15T03:51:45.384" v="5407" actId="1076"/>
          <ac:picMkLst>
            <pc:docMk/>
            <pc:sldMk cId="3182590695" sldId="373"/>
            <ac:picMk id="16" creationId="{3EDE6D08-50D5-0D43-BF0F-F0C4A669C3FF}"/>
          </ac:picMkLst>
        </pc:picChg>
      </pc:sldChg>
      <pc:sldChg chg="modSp new del mod">
        <pc:chgData name="Edwar Romero-Ramirez" userId="92bc0edd-ad5d-44a7-8ba7-72607029cc7a" providerId="ADAL" clId="{2775DB41-4F27-43BB-B6B4-1F63C41083B6}" dt="2024-06-15T03:52:09.801" v="5412" actId="680"/>
        <pc:sldMkLst>
          <pc:docMk/>
          <pc:sldMk cId="197614011" sldId="374"/>
        </pc:sldMkLst>
        <pc:spChg chg="mod">
          <ac:chgData name="Edwar Romero-Ramirez" userId="92bc0edd-ad5d-44a7-8ba7-72607029cc7a" providerId="ADAL" clId="{2775DB41-4F27-43BB-B6B4-1F63C41083B6}" dt="2024-06-15T03:52:08.784" v="5411" actId="20577"/>
          <ac:spMkLst>
            <pc:docMk/>
            <pc:sldMk cId="197614011" sldId="374"/>
            <ac:spMk id="2" creationId="{F01E102C-77FB-0918-66F6-42863244027D}"/>
          </ac:spMkLst>
        </pc:spChg>
      </pc:sldChg>
      <pc:sldChg chg="modSp add mod">
        <pc:chgData name="Edwar Romero-Ramirez" userId="92bc0edd-ad5d-44a7-8ba7-72607029cc7a" providerId="ADAL" clId="{2775DB41-4F27-43BB-B6B4-1F63C41083B6}" dt="2024-06-15T03:53:34.138" v="5503" actId="20577"/>
        <pc:sldMkLst>
          <pc:docMk/>
          <pc:sldMk cId="1169307009" sldId="374"/>
        </pc:sldMkLst>
        <pc:spChg chg="mod">
          <ac:chgData name="Edwar Romero-Ramirez" userId="92bc0edd-ad5d-44a7-8ba7-72607029cc7a" providerId="ADAL" clId="{2775DB41-4F27-43BB-B6B4-1F63C41083B6}" dt="2024-06-15T03:52:23.715" v="5436" actId="20577"/>
          <ac:spMkLst>
            <pc:docMk/>
            <pc:sldMk cId="1169307009" sldId="374"/>
            <ac:spMk id="2" creationId="{759D9DBF-9C2C-417C-A23D-83C897A4DDC9}"/>
          </ac:spMkLst>
        </pc:spChg>
        <pc:spChg chg="mod">
          <ac:chgData name="Edwar Romero-Ramirez" userId="92bc0edd-ad5d-44a7-8ba7-72607029cc7a" providerId="ADAL" clId="{2775DB41-4F27-43BB-B6B4-1F63C41083B6}" dt="2024-06-15T03:53:34.138" v="5503" actId="20577"/>
          <ac:spMkLst>
            <pc:docMk/>
            <pc:sldMk cId="1169307009" sldId="374"/>
            <ac:spMk id="3" creationId="{10AD0E58-93FB-6A47-493C-616E6D59704E}"/>
          </ac:spMkLst>
        </pc:spChg>
        <pc:picChg chg="mod">
          <ac:chgData name="Edwar Romero-Ramirez" userId="92bc0edd-ad5d-44a7-8ba7-72607029cc7a" providerId="ADAL" clId="{2775DB41-4F27-43BB-B6B4-1F63C41083B6}" dt="2024-06-15T03:53:12.971" v="5456" actId="1076"/>
          <ac:picMkLst>
            <pc:docMk/>
            <pc:sldMk cId="1169307009" sldId="374"/>
            <ac:picMk id="16" creationId="{3EDE6D08-50D5-0D43-BF0F-F0C4A669C3F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EFA44-FC82-4FD3-8E70-6975CC294005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2D350-243F-4AD4-99B8-F2BB4966E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6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85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0B692-A783-7241-A1B2-D2068B46D8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736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1FB7-7536-BF12-4637-A8EA58791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BBF39-EE22-7124-B442-B832FD7FD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25FC4-9671-E472-7700-236D24B6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79A7E-0740-6BE5-DA36-5071724B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5C71-5DB8-7886-2EAF-899EA9C3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2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F955-52FF-FAE4-362C-A8A9CC4F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8287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E18C-1611-97F4-DEA3-B4E26E071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6C4FD-6F62-D9A4-8559-1E1F9A39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4377-8B0E-42F2-738E-07616975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58649" y="6441129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35B07-8008-E5D1-AD36-C1C18B42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60565" y="6441721"/>
            <a:ext cx="2456077" cy="365125"/>
          </a:xfrm>
        </p:spPr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A close-up of a logo&#10;&#10;Description automatically generated">
            <a:extLst>
              <a:ext uri="{FF2B5EF4-FFF2-40B4-BE49-F238E27FC236}">
                <a16:creationId xmlns:a16="http://schemas.microsoft.com/office/drawing/2014/main" id="{1A9E0DC6-21EB-C0B1-1F05-7DCDBE310F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4" t="15816" r="7415" b="20199"/>
          <a:stretch/>
        </p:blipFill>
        <p:spPr>
          <a:xfrm>
            <a:off x="9903759" y="6288808"/>
            <a:ext cx="2167566" cy="56919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2A340-504E-6FDF-9963-50F7C61F6EAF}"/>
              </a:ext>
            </a:extLst>
          </p:cNvPr>
          <p:cNvCxnSpPr/>
          <p:nvPr userDrawn="1"/>
        </p:nvCxnSpPr>
        <p:spPr>
          <a:xfrm flipV="1">
            <a:off x="0" y="898598"/>
            <a:ext cx="12192000" cy="87361"/>
          </a:xfrm>
          <a:prstGeom prst="line">
            <a:avLst/>
          </a:prstGeom>
          <a:ln w="38100">
            <a:solidFill>
              <a:srgbClr val="2E1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84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1E18-3A24-A6D3-4BAE-8ECEADFE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E0EC1-686D-6A31-0CA3-FE2A2EEE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46E3-615A-C97D-3C22-9DC8F8B8E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BBC48-0CF6-7485-7130-7689104E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BAAC9-6E8E-91EB-59A0-143A0C42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3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7CC8-B849-CBA6-4D3D-BC9791C1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D290-053F-C3BA-19FC-E501A8650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21F4F-0D23-F25C-F445-0A563B48A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3F285-AF8F-AD8E-2504-5F5DB8D7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FA2BB-4CA9-C6B7-81E0-6378EB46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49711-7E11-6211-A8F5-E6DFF59E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F910-7649-8423-B4C3-2355676B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E24A4-329E-A028-DF06-765897925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413DB-666D-B81A-9797-C71849F5C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BECB-F2CB-9EBB-A572-63D7891BF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8F9BC-9FF9-49AA-6603-86D4AC991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B13BC-3456-28FB-E64F-A2DC5690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8B58F-AD1F-6F22-E0AC-BC12FE21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5FE92-AC01-3FD6-5984-1CCCD202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7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9463-487F-2509-F7DA-0DE66869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14BAB-5647-EC2E-FBAB-3AED7903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BAF56-71A6-64A4-087F-9988AC82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8ED76-0D68-F61C-D6E0-245DF77D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0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7E715-1F29-A7E9-2FBB-91508018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91AAA-6CB5-5BFD-AD96-4B11B861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06CEE-9491-D4EB-96D1-C1006FD3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6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2A07-AE3C-08D4-BFB9-98E0657C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CFB2D-979D-6235-2532-3012E01AF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AB6F5-28A1-EA02-FA8D-54465ABCB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5CF1C-EB26-DB22-35C3-AB5193A7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F8AE1-D56A-A6CE-62FD-9DDB1363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F09FD-F97B-4270-5BBE-CA2E7D46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45D0-9538-F56C-2992-9FB97964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249CD-1FA4-8698-B37B-9A5F5908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87E4C-1F84-5B80-0DD7-E6884E86C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3B03D-EA21-A54C-C90E-19AB7F77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85FFA-AF6A-B51C-F047-7133663A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D6704-EB99-241C-9BCA-60E6B8D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3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2919-9408-162D-FB7D-B69FDCB9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6E3D3-40A4-C262-1E28-BF24624E5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D948-D5B7-2F69-CC1E-DDA8DA79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FB21-12C7-D6EB-35A2-83AA23F2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C1B04-26BF-7E1E-FCCA-017110CF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2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98119-B148-F62C-2F9C-63B12019E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C57A1-25FD-267B-3238-757DE1AEF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6CDA3-726F-A33B-9F2A-F1B0ADD0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62D2A-10AE-A406-35E9-FA6FF913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DA98F-F2DD-ECDB-52C8-504CAB28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7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1CA29-173F-692A-76D1-1E4164A8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03" y="136525"/>
            <a:ext cx="11741865" cy="941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C159-F847-86AC-71F1-B151F2E2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503" y="1180848"/>
            <a:ext cx="11741865" cy="5147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DEE09-26AC-0038-EE93-E62469DB5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2503" y="64269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BE606-D488-4694-9CFE-BB71045E3BF9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107BB-9C64-FB62-D540-C8C15EA1F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8884" y="64511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6F82F-67E0-4219-83DD-37D70FB75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168" y="64411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1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32D8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64978" y="0"/>
            <a:ext cx="7891955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  <a:br>
              <a:rPr lang="en-US" sz="7200" b="1" dirty="0"/>
            </a:br>
            <a:r>
              <a:rPr lang="en-US" sz="6500" b="1" dirty="0">
                <a:solidFill>
                  <a:srgbClr val="7030A0"/>
                </a:solidFill>
              </a:rPr>
              <a:t>Chapter 03</a:t>
            </a:r>
          </a:p>
          <a:p>
            <a:pPr algn="l">
              <a:defRPr/>
            </a:pPr>
            <a:r>
              <a:rPr lang="en-US" sz="6500" b="1" dirty="0">
                <a:solidFill>
                  <a:srgbClr val="7030A0"/>
                </a:solidFill>
              </a:rPr>
              <a:t>Approximations with Fractions</a:t>
            </a:r>
            <a:endParaRPr lang="en-US" sz="6500" b="1" dirty="0">
              <a:solidFill>
                <a:srgbClr val="7030A0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7838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6CD8-5360-D7B3-CA9C-DE97396C9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1: 22/7ths and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D1E55-D7C2-F1D8-4117-467D24A69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Rational Numbers:</a:t>
            </a:r>
            <a:br>
              <a:rPr lang="en-US" sz="3600" b="1" dirty="0">
                <a:latin typeface="Calibri"/>
                <a:ea typeface="Calibri"/>
                <a:cs typeface="Calibri"/>
              </a:rPr>
            </a:br>
            <a:r>
              <a:rPr lang="en-US" sz="2800">
                <a:ea typeface="+mn-lt"/>
                <a:cs typeface="+mn-lt"/>
              </a:rPr>
              <a:t>A </a:t>
            </a:r>
            <a:r>
              <a:rPr lang="en-US" sz="2800" b="1">
                <a:ea typeface="+mn-lt"/>
                <a:cs typeface="+mn-lt"/>
              </a:rPr>
              <a:t>rational number</a:t>
            </a:r>
            <a:r>
              <a:rPr lang="en-US" sz="2800">
                <a:ea typeface="+mn-lt"/>
                <a:cs typeface="+mn-lt"/>
              </a:rPr>
              <a:t> is any number that can be expressed as the </a:t>
            </a:r>
            <a:r>
              <a:rPr lang="en-US" sz="2800" b="1">
                <a:ea typeface="+mn-lt"/>
                <a:cs typeface="+mn-lt"/>
              </a:rPr>
              <a:t>quotient or fraction</a:t>
            </a:r>
            <a:r>
              <a:rPr lang="en-US" sz="2800">
                <a:ea typeface="+mn-lt"/>
                <a:cs typeface="+mn-lt"/>
              </a:rPr>
              <a:t> of two integers.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The numerator is an integer, and the denominator is a non-zero integer.</a:t>
            </a:r>
            <a:br>
              <a:rPr lang="en-US" sz="3600" dirty="0">
                <a:ea typeface="+mn-lt"/>
                <a:cs typeface="+mn-lt"/>
              </a:rPr>
            </a:b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Example: 22/7</a:t>
            </a:r>
            <a:br>
              <a:rPr lang="en-US" sz="3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endParaRPr lang="en-US" sz="3600" dirty="0">
              <a:latin typeface="Calibri"/>
              <a:ea typeface="Calibri"/>
              <a:cs typeface="Calibri"/>
            </a:endParaRPr>
          </a:p>
          <a:p>
            <a:r>
              <a:rPr lang="en-US" sz="3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Irrational Numbers:</a:t>
            </a:r>
            <a:br>
              <a:rPr lang="en-US" sz="3600" b="1" dirty="0">
                <a:latin typeface="Calibri"/>
                <a:ea typeface="Calibri"/>
                <a:cs typeface="Calibri"/>
              </a:rPr>
            </a:br>
            <a:r>
              <a:rPr lang="en-US" sz="2800">
                <a:ea typeface="+mn-lt"/>
                <a:cs typeface="+mn-lt"/>
              </a:rPr>
              <a:t>An </a:t>
            </a:r>
            <a:r>
              <a:rPr lang="en-US" sz="2800" b="1">
                <a:ea typeface="+mn-lt"/>
                <a:cs typeface="+mn-lt"/>
              </a:rPr>
              <a:t>irrational number</a:t>
            </a:r>
            <a:r>
              <a:rPr lang="en-US" sz="2800">
                <a:ea typeface="+mn-lt"/>
                <a:cs typeface="+mn-lt"/>
              </a:rPr>
              <a:t> is a real number that </a:t>
            </a:r>
            <a:r>
              <a:rPr lang="en-US" sz="2800" b="1">
                <a:ea typeface="+mn-lt"/>
                <a:cs typeface="+mn-lt"/>
              </a:rPr>
              <a:t>cannot be expressed as the quotient</a:t>
            </a:r>
            <a:r>
              <a:rPr lang="en-US" sz="2800">
                <a:ea typeface="+mn-lt"/>
                <a:cs typeface="+mn-lt"/>
              </a:rPr>
              <a:t> (or fraction) of two integers.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When expressed as a decimal, irrational numbers do not terminate or repeat in a predictable pattern.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Example: π</a:t>
            </a:r>
            <a:endParaRPr lang="en-US" sz="3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5217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6CD8-5360-D7B3-CA9C-DE97396C9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1: 22/7ths and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D1E55-D7C2-F1D8-4117-467D24A69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The quotient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22/7</a:t>
            </a:r>
            <a:r>
              <a:rPr lang="en-US" sz="2800" i="1" dirty="0">
                <a:latin typeface="Times New Roman"/>
                <a:cs typeface="Times New Roman"/>
              </a:rPr>
              <a:t> </a:t>
            </a:r>
            <a:r>
              <a:rPr lang="en-US" sz="2800" dirty="0"/>
              <a:t>is often used as a good rational approximation to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 π </a:t>
            </a:r>
            <a:r>
              <a:rPr lang="en-US" sz="2800" i="1" dirty="0">
                <a:latin typeface="Times New Roman"/>
                <a:cs typeface="Times New Roman"/>
              </a:rPr>
              <a:t>.</a:t>
            </a:r>
            <a:br>
              <a:rPr lang="en-US" sz="2800" i="1" dirty="0">
                <a:latin typeface="Times New Roman"/>
                <a:cs typeface="Times New Roman"/>
              </a:rPr>
            </a:br>
            <a:endParaRPr lang="en-US" sz="2800" i="1">
              <a:latin typeface="Times New Roman"/>
              <a:ea typeface="Calibri"/>
              <a:cs typeface="Times New Roman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Here </a:t>
            </a:r>
            <a:r>
              <a:rPr lang="en-US" sz="2800" dirty="0"/>
              <a:t>both numerator and denominator are less than 100.</a:t>
            </a:r>
            <a:br>
              <a:rPr lang="en-US" dirty="0"/>
            </a:br>
            <a:endParaRPr lang="en-US" sz="2800">
              <a:cs typeface="Calibri"/>
            </a:endParaRPr>
          </a:p>
          <a:p>
            <a:r>
              <a:rPr lang="en-US" sz="2800" i="1" dirty="0">
                <a:solidFill>
                  <a:schemeClr val="accent1"/>
                </a:solidFill>
              </a:rPr>
              <a:t>Goal: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b="1" dirty="0"/>
              <a:t>Given a positive integer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lang="en-US" sz="2800" b="1" dirty="0"/>
              <a:t> how can we find the best approximation to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π</a:t>
            </a:r>
            <a:r>
              <a:rPr lang="en-US" sz="2800" b="1" dirty="0"/>
              <a:t> of the form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p/q</a:t>
            </a:r>
            <a:r>
              <a:rPr lang="en-US" sz="2800" b="1" dirty="0"/>
              <a:t>?</a:t>
            </a:r>
            <a:br>
              <a:rPr lang="en-US" sz="2800" b="1" dirty="0"/>
            </a:br>
            <a:r>
              <a:rPr lang="en-US" sz="2800" dirty="0"/>
              <a:t> </a:t>
            </a:r>
            <a:br>
              <a:rPr lang="en-US" sz="2800" dirty="0"/>
            </a:br>
            <a:r>
              <a:rPr lang="en-US" sz="2800" dirty="0">
                <a:solidFill>
                  <a:srgbClr val="000000"/>
                </a:solidFill>
              </a:rPr>
              <a:t>Where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and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are integers that satisfy </a:t>
            </a:r>
            <a:endParaRPr lang="en-US" sz="2800" dirty="0">
              <a:solidFill>
                <a:srgbClr val="000000"/>
              </a:solidFill>
              <a:latin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 i="1">
                <a:solidFill>
                  <a:srgbClr val="FF0000"/>
                </a:solidFill>
                <a:latin typeface="Times New Roman"/>
                <a:cs typeface="Times New Roman"/>
              </a:rPr>
              <a:t>1 ≤ p ≤ M and </a:t>
            </a:r>
            <a:endParaRPr lang="en-US" sz="2400">
              <a:solidFill>
                <a:srgbClr val="000000"/>
              </a:solidFill>
              <a:latin typeface="Calibri" panose="020F0502020204030204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 i="1">
                <a:solidFill>
                  <a:srgbClr val="FF0000"/>
                </a:solidFill>
                <a:latin typeface="Times New Roman"/>
                <a:cs typeface="Times New Roman"/>
              </a:rPr>
              <a:t>1 ≤ q ≤ M</a:t>
            </a:r>
            <a:endParaRPr lang="en-US" sz="2400">
              <a:solidFill>
                <a:srgbClr val="00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961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0513E-4458-5BD6-872F-B3644BAA4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Program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2DD6D-0A43-D229-ABD6-0BDC88721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8230" y="1261665"/>
            <a:ext cx="7804865" cy="15689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We need to: </a:t>
            </a:r>
            <a:br>
              <a:rPr lang="en-US" dirty="0">
                <a:solidFill>
                  <a:srgbClr val="000000"/>
                </a:solidFill>
                <a:latin typeface="Calibri"/>
                <a:cs typeface="Calibri"/>
              </a:rPr>
            </a:b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Generate all possible quotients p/q and select the one that minimizes |p/q − π|</a:t>
            </a:r>
            <a:r>
              <a:rPr lang="en-US" dirty="0"/>
              <a:t> </a:t>
            </a:r>
          </a:p>
          <a:p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AE74FC-4A80-E6DF-3D05-441A4611F45B}"/>
              </a:ext>
            </a:extLst>
          </p:cNvPr>
          <p:cNvSpPr txBox="1"/>
          <p:nvPr/>
        </p:nvSpPr>
        <p:spPr>
          <a:xfrm>
            <a:off x="819728" y="3117272"/>
            <a:ext cx="10547926" cy="34278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cs typeface="Calibri"/>
              </a:rPr>
              <a:t>This means that we need a nested loop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cs typeface="Calibri"/>
              </a:rPr>
              <a:t>An outer loop that goes over the values of p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cs typeface="Calibri"/>
              </a:rPr>
              <a:t>An inner loop that goes over the values of q</a:t>
            </a:r>
          </a:p>
          <a:p>
            <a:endParaRPr lang="en-US" sz="2400" dirty="0">
              <a:cs typeface="Calibri"/>
            </a:endParaRPr>
          </a:p>
          <a:p>
            <a:pPr>
              <a:buFont typeface="Arial"/>
            </a:pPr>
            <a:r>
              <a:rPr lang="en-US" sz="2400" i="1" dirty="0">
                <a:cs typeface="Calibri"/>
              </a:rPr>
              <a:t>For p from 1 to M</a:t>
            </a:r>
          </a:p>
          <a:p>
            <a:pPr>
              <a:buFont typeface="Arial"/>
            </a:pPr>
            <a:r>
              <a:rPr lang="en-US" sz="2400" i="1" dirty="0">
                <a:cs typeface="Calibri"/>
              </a:rPr>
              <a:t>   For q from 1 M</a:t>
            </a:r>
          </a:p>
          <a:p>
            <a:pPr>
              <a:buFont typeface="Arial"/>
            </a:pPr>
            <a:r>
              <a:rPr lang="en-US" sz="2400" i="1" dirty="0">
                <a:cs typeface="Calibri"/>
              </a:rPr>
              <a:t>      Find the best pair (</a:t>
            </a:r>
            <a:r>
              <a:rPr lang="en-US" sz="2400" i="1" err="1">
                <a:cs typeface="Calibri"/>
              </a:rPr>
              <a:t>p,q</a:t>
            </a:r>
            <a:r>
              <a:rPr lang="en-US" sz="2400" i="1" dirty="0">
                <a:cs typeface="Calibri"/>
              </a:rPr>
              <a:t>) so that |p/q - π| is minimum</a:t>
            </a:r>
          </a:p>
          <a:p>
            <a:pPr>
              <a:buFont typeface="Arial"/>
            </a:pPr>
            <a:r>
              <a:rPr lang="en-US" sz="2400" i="1" dirty="0">
                <a:cs typeface="Calibri"/>
              </a:rPr>
              <a:t>   End for</a:t>
            </a:r>
          </a:p>
          <a:p>
            <a:pPr>
              <a:buFont typeface="Arial"/>
            </a:pPr>
            <a:r>
              <a:rPr lang="en-US" sz="2400" i="1" dirty="0">
                <a:cs typeface="Calibri"/>
              </a:rPr>
              <a:t>End for</a:t>
            </a:r>
          </a:p>
        </p:txBody>
      </p:sp>
    </p:spTree>
    <p:extLst>
      <p:ext uri="{BB962C8B-B14F-4D97-AF65-F5344CB8AC3E}">
        <p14:creationId xmlns:p14="http://schemas.microsoft.com/office/powerpoint/2010/main" val="2427395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0513E-4458-5BD6-872F-B3644BAA4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Arial Black"/>
              </a:rPr>
              <a:t>Pseudocode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AE74FC-4A80-E6DF-3D05-441A4611F45B}"/>
              </a:ext>
            </a:extLst>
          </p:cNvPr>
          <p:cNvSpPr txBox="1"/>
          <p:nvPr/>
        </p:nvSpPr>
        <p:spPr>
          <a:xfrm>
            <a:off x="273818" y="1252078"/>
            <a:ext cx="10547926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i="1" dirty="0">
                <a:cs typeface="Calibri"/>
              </a:rPr>
              <a:t>Get M</a:t>
            </a:r>
            <a:endParaRPr lang="en-US" dirty="0">
              <a:cs typeface="Calibri"/>
            </a:endParaRPr>
          </a:p>
          <a:p>
            <a:r>
              <a:rPr lang="en-US" sz="2400" i="1" dirty="0">
                <a:cs typeface="Calibri"/>
              </a:rPr>
              <a:t>Start with p=1,q=1</a:t>
            </a:r>
            <a:endParaRPr lang="en-US" dirty="0">
              <a:cs typeface="Calibri"/>
            </a:endParaRPr>
          </a:p>
          <a:p>
            <a:r>
              <a:rPr lang="en-US" sz="2400" i="1" dirty="0">
                <a:cs typeface="Calibri"/>
              </a:rPr>
              <a:t>Set error as |p/q - pi|</a:t>
            </a:r>
          </a:p>
          <a:p>
            <a:endParaRPr lang="en-US" sz="2400" i="1" dirty="0">
              <a:cs typeface="Calibri"/>
            </a:endParaRPr>
          </a:p>
          <a:p>
            <a:r>
              <a:rPr lang="en-US" sz="2400" i="1" dirty="0">
                <a:cs typeface="Calibri"/>
              </a:rPr>
              <a:t>For </a:t>
            </a:r>
            <a:r>
              <a:rPr lang="en-US" sz="2400" i="1" dirty="0" err="1">
                <a:cs typeface="Calibri"/>
              </a:rPr>
              <a:t>i</a:t>
            </a:r>
            <a:r>
              <a:rPr lang="en-US" sz="2400" i="1" dirty="0">
                <a:cs typeface="Calibri"/>
              </a:rPr>
              <a:t> from 1 to M</a:t>
            </a:r>
            <a:endParaRPr lang="en-US" dirty="0">
              <a:cs typeface="Calibri"/>
            </a:endParaRPr>
          </a:p>
          <a:p>
            <a:pPr>
              <a:buFont typeface="Arial"/>
            </a:pPr>
            <a:r>
              <a:rPr lang="en-US" sz="2400" i="1" dirty="0">
                <a:cs typeface="Calibri"/>
              </a:rPr>
              <a:t>   For j from 1 M</a:t>
            </a:r>
          </a:p>
          <a:p>
            <a:pPr>
              <a:buFont typeface="Arial"/>
            </a:pPr>
            <a:r>
              <a:rPr lang="en-US" sz="2400" i="1" dirty="0">
                <a:cs typeface="Calibri"/>
              </a:rPr>
              <a:t>      If  |</a:t>
            </a:r>
            <a:r>
              <a:rPr lang="en-US" sz="2400" i="1" dirty="0" err="1">
                <a:cs typeface="Calibri"/>
              </a:rPr>
              <a:t>i</a:t>
            </a:r>
            <a:r>
              <a:rPr lang="en-US" sz="2400" i="1" dirty="0">
                <a:cs typeface="Calibri"/>
              </a:rPr>
              <a:t>/j - pi| less than current error then</a:t>
            </a:r>
            <a:br>
              <a:rPr lang="en-US" dirty="0"/>
            </a:br>
            <a:r>
              <a:rPr lang="en-US" sz="2400" i="1" dirty="0">
                <a:cs typeface="Calibri"/>
              </a:rPr>
              <a:t>         update p and q with values of </a:t>
            </a:r>
            <a:r>
              <a:rPr lang="en-US" sz="2400" i="1" dirty="0" err="1">
                <a:cs typeface="Calibri"/>
              </a:rPr>
              <a:t>i</a:t>
            </a:r>
            <a:r>
              <a:rPr lang="en-US" sz="2400" i="1" dirty="0">
                <a:cs typeface="Calibri"/>
              </a:rPr>
              <a:t> and j</a:t>
            </a:r>
          </a:p>
          <a:p>
            <a:pPr>
              <a:buFont typeface="Arial"/>
            </a:pPr>
            <a:r>
              <a:rPr lang="en-US" sz="2400" i="1" dirty="0">
                <a:cs typeface="Calibri"/>
              </a:rPr>
              <a:t>         update new error as |p/q - pi|</a:t>
            </a:r>
          </a:p>
          <a:p>
            <a:pPr>
              <a:buFont typeface="Arial"/>
            </a:pPr>
            <a:r>
              <a:rPr lang="en-US" sz="2400" i="1" dirty="0">
                <a:cs typeface="Calibri"/>
              </a:rPr>
              <a:t>      end if</a:t>
            </a:r>
          </a:p>
          <a:p>
            <a:pPr>
              <a:buFont typeface="Arial"/>
            </a:pPr>
            <a:r>
              <a:rPr lang="en-US" sz="2400" i="1" dirty="0">
                <a:cs typeface="Calibri"/>
              </a:rPr>
              <a:t>   End for</a:t>
            </a:r>
          </a:p>
          <a:p>
            <a:pPr>
              <a:buFont typeface="Arial"/>
            </a:pPr>
            <a:r>
              <a:rPr lang="en-US" sz="2400" i="1" dirty="0">
                <a:cs typeface="Calibri"/>
              </a:rPr>
              <a:t>End for</a:t>
            </a:r>
          </a:p>
          <a:p>
            <a:pPr>
              <a:buFont typeface="Arial"/>
            </a:pPr>
            <a:endParaRPr lang="en-US" sz="2400" i="1" dirty="0">
              <a:cs typeface="Calibri"/>
            </a:endParaRPr>
          </a:p>
          <a:p>
            <a:pPr>
              <a:buFont typeface="Arial"/>
            </a:pPr>
            <a:r>
              <a:rPr lang="en-US" sz="2400" i="1" dirty="0">
                <a:cs typeface="Calibri"/>
              </a:rPr>
              <a:t>Output p/q as the best rational approximation of pi</a:t>
            </a:r>
          </a:p>
        </p:txBody>
      </p:sp>
    </p:spTree>
    <p:extLst>
      <p:ext uri="{BB962C8B-B14F-4D97-AF65-F5344CB8AC3E}">
        <p14:creationId xmlns:p14="http://schemas.microsoft.com/office/powerpoint/2010/main" val="144726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E7214-E1EF-21AB-DAA2-F0A4758D94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Code: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D560240-57D7-8F86-C982-5E0F2E615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365" y="307058"/>
            <a:ext cx="7288227" cy="618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34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C3CB3-2D5B-74B5-673C-36E40EBD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E9334-7681-8AE9-50EB-29423A3CA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3" y="1180847"/>
            <a:ext cx="11741865" cy="53191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We used </a:t>
            </a:r>
            <a:r>
              <a:rPr lang="en-US" sz="2800" i="1" dirty="0">
                <a:latin typeface="Times New Roman"/>
                <a:cs typeface="Times New Roman"/>
              </a:rPr>
              <a:t>nested loops </a:t>
            </a:r>
            <a:r>
              <a:rPr lang="en-US" sz="2800" dirty="0"/>
              <a:t>(a loop inside another loop), and we stored temporary values and tested all combinations for the smallest error.</a:t>
            </a:r>
            <a:br>
              <a:rPr lang="en-US" sz="2800" dirty="0"/>
            </a:br>
            <a:endParaRPr lang="en-US" sz="2800">
              <a:cs typeface="Calibri"/>
            </a:endParaRPr>
          </a:p>
          <a:p>
            <a:r>
              <a:rPr lang="en-US" sz="2800" dirty="0"/>
              <a:t>If the outer loop runs 10 times, and the inner loop runs 10 times. Thus, testing all the </a:t>
            </a:r>
            <a:r>
              <a:rPr lang="en-US" sz="2800" i="1" dirty="0">
                <a:latin typeface="Times New Roman"/>
                <a:cs typeface="Times New Roman"/>
              </a:rPr>
              <a:t>M</a:t>
            </a:r>
            <a:r>
              <a:rPr lang="en-US" sz="2800" dirty="0"/>
              <a:t> options ends up being </a:t>
            </a:r>
            <a:r>
              <a:rPr lang="en-US" sz="2800" i="1" dirty="0">
                <a:latin typeface="Times New Roman"/>
                <a:cs typeface="Times New Roman"/>
              </a:rPr>
              <a:t>M </a:t>
            </a:r>
            <a:r>
              <a:rPr lang="en-US" sz="2800" baseline="30000" dirty="0"/>
              <a:t>2</a:t>
            </a:r>
            <a:r>
              <a:rPr lang="en-US" sz="2800" dirty="0"/>
              <a:t> combinations to check, which takes very long if </a:t>
            </a:r>
            <a:r>
              <a:rPr lang="en-US" sz="2800" i="1" dirty="0">
                <a:latin typeface="Times New Roman"/>
                <a:cs typeface="Times New Roman"/>
              </a:rPr>
              <a:t>M</a:t>
            </a:r>
            <a:r>
              <a:rPr lang="en-US" sz="2800" dirty="0"/>
              <a:t> is large enough.</a:t>
            </a:r>
            <a:br>
              <a:rPr lang="en-US" sz="2800" dirty="0"/>
            </a:br>
            <a:endParaRPr lang="en-US" sz="2800">
              <a:cs typeface="Calibri"/>
            </a:endParaRPr>
          </a:p>
          <a:p>
            <a:pPr marL="0" indent="0">
              <a:buNone/>
            </a:pPr>
            <a:r>
              <a:rPr lang="en-US" sz="2800">
                <a:cs typeface="Calibri"/>
              </a:rPr>
              <a:t>  </a:t>
            </a:r>
            <a:r>
              <a:rPr lang="en-US" sz="2800">
                <a:solidFill>
                  <a:srgbClr val="C00000"/>
                </a:solidFill>
                <a:cs typeface="Calibri"/>
              </a:rPr>
              <a:t>IS THERE ANY WAY WE CAN REDUCE THE COMPUTATIONAL STEPS?</a:t>
            </a:r>
          </a:p>
        </p:txBody>
      </p:sp>
    </p:spTree>
    <p:extLst>
      <p:ext uri="{BB962C8B-B14F-4D97-AF65-F5344CB8AC3E}">
        <p14:creationId xmlns:p14="http://schemas.microsoft.com/office/powerpoint/2010/main" val="2605842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C3CB3-2D5B-74B5-673C-36E40EBD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E9334-7681-8AE9-50EB-29423A3CA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3" y="1180847"/>
            <a:ext cx="11741865" cy="531918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800"/>
              <a:t>Notice that for each </a:t>
            </a:r>
            <a:r>
              <a:rPr lang="en-US" sz="2800" i="1" dirty="0">
                <a:latin typeface="Times New Roman"/>
                <a:cs typeface="Times New Roman"/>
              </a:rPr>
              <a:t>q</a:t>
            </a:r>
            <a:r>
              <a:rPr lang="en-US" sz="2800"/>
              <a:t> (outer loop), we only need to test 2 values (instead on M values) if we select </a:t>
            </a:r>
            <a:r>
              <a:rPr lang="en-US" sz="2800" dirty="0"/>
              <a:t>the appropriate </a:t>
            </a:r>
            <a:r>
              <a:rPr lang="en-US" sz="2800" i="1" dirty="0">
                <a:latin typeface="Times New Roman"/>
                <a:cs typeface="Times New Roman"/>
              </a:rPr>
              <a:t>p-</a:t>
            </a:r>
            <a:r>
              <a:rPr lang="en-US" sz="2800" dirty="0"/>
              <a:t>value: </a:t>
            </a:r>
            <a:b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</a:br>
            <a:r>
              <a:rPr lang="en-US" i="1">
                <a:solidFill>
                  <a:srgbClr val="000000"/>
                </a:solidFill>
                <a:latin typeface="Times-Roman"/>
                <a:cs typeface="Lucida Sans Unicode"/>
              </a:rPr>
              <a:t>    p/q ≈ </a:t>
            </a:r>
            <a:r>
              <a:rPr lang="en-US" i="1" dirty="0">
                <a:solidFill>
                  <a:srgbClr val="000000"/>
                </a:solidFill>
                <a:latin typeface="Times-Roman"/>
                <a:cs typeface="Lucida Sans Unicode"/>
                <a:sym typeface="Symbol" panose="05050102010706020507" pitchFamily="18" charset="2"/>
              </a:rPr>
              <a:t>π</a:t>
            </a:r>
            <a:r>
              <a:rPr lang="en-US" i="1" dirty="0">
                <a:latin typeface="Times-Roman"/>
                <a:cs typeface="Lucida Sans Unicode"/>
              </a:rPr>
              <a:t> </a:t>
            </a:r>
            <a:r>
              <a:rPr lang="en-US" sz="2800"/>
              <a:t> so that, </a:t>
            </a:r>
            <a:br>
              <a:rPr lang="en-US" sz="2800" dirty="0">
                <a:latin typeface="Calibri"/>
                <a:cs typeface="Calibri"/>
              </a:rPr>
            </a:br>
            <a:r>
              <a:rPr lang="en-US" sz="1200">
                <a:latin typeface="Lucida Sans Unicode"/>
                <a:cs typeface="Lucida Sans Unicode"/>
              </a:rPr>
              <a:t>          </a:t>
            </a:r>
            <a:r>
              <a:rPr lang="en-US" i="1">
                <a:latin typeface="Times-Roman"/>
                <a:cs typeface="Lucida Sans Unicode"/>
              </a:rPr>
              <a:t>p ≈ π×q</a:t>
            </a:r>
            <a:r>
              <a:rPr lang="en-US" sz="6000" i="1" dirty="0">
                <a:latin typeface="Times-Roman"/>
              </a:rPr>
              <a:t> </a:t>
            </a:r>
          </a:p>
          <a:p>
            <a:r>
              <a:rPr lang="en-US" sz="2800"/>
              <a:t>When it comes to integer values, we only need to check two values, the integer right below and right above </a:t>
            </a:r>
            <a:r>
              <a:rPr lang="en-US" i="1" dirty="0">
                <a:latin typeface="Times-Roman"/>
                <a:ea typeface="+mn-lt"/>
                <a:cs typeface="+mn-lt"/>
              </a:rPr>
              <a:t>π×q.</a:t>
            </a:r>
            <a:r>
              <a:rPr lang="en-US" i="1" dirty="0">
                <a:latin typeface="Times-Roman"/>
              </a:rPr>
              <a:t> </a:t>
            </a:r>
            <a:endParaRPr lang="en-US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/>
              <a:t>We can obtain the integer below by rounding down as </a:t>
            </a:r>
            <a:r>
              <a:rPr lang="en-US" sz="2800" i="1">
                <a:latin typeface="Times-Roman"/>
                <a:ea typeface="+mn-lt"/>
                <a:cs typeface="+mn-lt"/>
              </a:rPr>
              <a:t>p- = floor(</a:t>
            </a:r>
            <a:r>
              <a:rPr lang="en-US" i="1" dirty="0">
                <a:latin typeface="Times-Roman"/>
                <a:ea typeface="+mn-lt"/>
                <a:cs typeface="+mn-lt"/>
              </a:rPr>
              <a:t>π×q)</a:t>
            </a:r>
            <a:r>
              <a:rPr lang="en-US" i="1" dirty="0">
                <a:ea typeface="+mn-lt"/>
                <a:cs typeface="+mn-lt"/>
              </a:rPr>
              <a:t> </a:t>
            </a:r>
            <a:endParaRPr lang="en-US" sz="2800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>
                <a:latin typeface="Calibri"/>
                <a:cs typeface="Calibri"/>
              </a:rPr>
              <a:t>And</a:t>
            </a:r>
            <a:r>
              <a:rPr lang="en-US" sz="2800"/>
              <a:t> obtain the integer above by rounding up as </a:t>
            </a:r>
            <a:r>
              <a:rPr lang="en-US" sz="2800" i="1">
                <a:latin typeface="Times-Roman"/>
                <a:ea typeface="+mn-lt"/>
                <a:cs typeface="+mn-lt"/>
              </a:rPr>
              <a:t>p+ = ceil(</a:t>
            </a:r>
            <a:r>
              <a:rPr lang="en-US" i="1" dirty="0">
                <a:latin typeface="Times-Roman"/>
                <a:ea typeface="+mn-lt"/>
                <a:cs typeface="+mn-lt"/>
              </a:rPr>
              <a:t>π×q)</a:t>
            </a:r>
            <a:endParaRPr lang="en-US" sz="2800" i="1" dirty="0">
              <a:solidFill>
                <a:srgbClr val="FF0000"/>
              </a:solidFill>
              <a:latin typeface="Times-Roman"/>
              <a:cs typeface="Times New Roman" panose="02020603050405020304" pitchFamily="18" charset="0"/>
            </a:endParaRPr>
          </a:p>
          <a:p>
            <a:r>
              <a:rPr lang="en-US" sz="2800"/>
              <a:t>All other values will be less accurate, and we only need </a:t>
            </a:r>
            <a:r>
              <a:rPr lang="en-US" sz="2800" dirty="0"/>
              <a:t>2 tries out of </a:t>
            </a:r>
            <a:r>
              <a:rPr lang="en-US" sz="2800" i="1" dirty="0">
                <a:latin typeface="Times New Roman"/>
                <a:cs typeface="Times New Roman"/>
              </a:rPr>
              <a:t>M</a:t>
            </a:r>
            <a:r>
              <a:rPr lang="en-US" sz="2800" dirty="0"/>
              <a:t> </a:t>
            </a:r>
            <a:r>
              <a:rPr lang="en-US" sz="2800"/>
              <a:t>possibilities for </a:t>
            </a:r>
            <a:r>
              <a:rPr lang="en-US" sz="2800" i="1">
                <a:latin typeface="Times-Roman"/>
              </a:rPr>
              <a:t>p</a:t>
            </a:r>
            <a:r>
              <a:rPr lang="en-US" sz="2800"/>
              <a:t>.</a:t>
            </a:r>
          </a:p>
          <a:p>
            <a:r>
              <a:rPr lang="en-US" sz="2800">
                <a:solidFill>
                  <a:srgbClr val="000000"/>
                </a:solidFill>
                <a:latin typeface="Calibri"/>
                <a:cs typeface="Calibri"/>
              </a:rPr>
              <a:t>Thus, the code executes only </a:t>
            </a:r>
            <a:r>
              <a:rPr lang="en-US" sz="2800" i="1">
                <a:solidFill>
                  <a:srgbClr val="000000"/>
                </a:solidFill>
                <a:latin typeface="Times-Roman"/>
                <a:cs typeface="Calibri"/>
              </a:rPr>
              <a:t>2M</a:t>
            </a:r>
            <a:r>
              <a:rPr lang="en-US" sz="2800">
                <a:solidFill>
                  <a:srgbClr val="000000"/>
                </a:solidFill>
                <a:latin typeface="Calibri"/>
                <a:cs typeface="Calibri"/>
              </a:rPr>
              <a:t> times instead of </a:t>
            </a:r>
            <a:r>
              <a:rPr lang="en-US" sz="2800" i="1" dirty="0">
                <a:solidFill>
                  <a:srgbClr val="000000"/>
                </a:solidFill>
                <a:latin typeface="Times-Roman"/>
                <a:cs typeface="Calibri"/>
              </a:rPr>
              <a:t>M</a:t>
            </a:r>
            <a:r>
              <a:rPr lang="en-US" sz="2800" i="1" baseline="30000">
                <a:solidFill>
                  <a:srgbClr val="000000"/>
                </a:solidFill>
                <a:latin typeface="Times-Roman"/>
                <a:cs typeface="Calibri"/>
              </a:rPr>
              <a:t>2</a:t>
            </a:r>
            <a:r>
              <a:rPr lang="en-US" sz="2800">
                <a:solidFill>
                  <a:srgbClr val="000000"/>
                </a:solidFill>
                <a:latin typeface="Calibri"/>
                <a:cs typeface="Calibri"/>
              </a:rPr>
              <a:t> times.</a:t>
            </a:r>
            <a:endParaRPr lang="en-US" sz="28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5251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5BB24-1D08-A503-004A-3D6A1210567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Faster Code: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4D464B0-7CE7-1ECD-9EFA-24AA8F3C7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495" y="137725"/>
            <a:ext cx="5350902" cy="658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67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45EC-F920-587F-A0F3-F09EC5121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FAD85-3F6C-007F-6772-7B4A4BFAC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The original code is slow if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lang="en-US" dirty="0"/>
              <a:t> is large, since it’s </a:t>
            </a:r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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lang="en-US" i="1" baseline="3000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lang="en-US" dirty="0"/>
              <a:t>. For example, </a:t>
            </a:r>
          </a:p>
          <a:p>
            <a:pPr lvl="1"/>
            <a:r>
              <a:rPr lang="en-US" dirty="0"/>
              <a:t>if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M = 100,000 </a:t>
            </a:r>
            <a:r>
              <a:rPr lang="en-US" dirty="0"/>
              <a:t>it takes close to </a:t>
            </a:r>
            <a:r>
              <a:rPr lang="en-US" dirty="0">
                <a:solidFill>
                  <a:srgbClr val="FF0000"/>
                </a:solidFill>
              </a:rPr>
              <a:t>15</a:t>
            </a:r>
            <a:r>
              <a:rPr lang="en-US" dirty="0"/>
              <a:t> second on MATLAB online</a:t>
            </a:r>
          </a:p>
          <a:p>
            <a:pPr lvl="1"/>
            <a:r>
              <a:rPr lang="en-US" dirty="0"/>
              <a:t>If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M = 1,000,000 </a:t>
            </a:r>
            <a:r>
              <a:rPr lang="en-US" dirty="0"/>
              <a:t>it takes about </a:t>
            </a:r>
            <a:r>
              <a:rPr lang="en-US" dirty="0">
                <a:solidFill>
                  <a:srgbClr val="FF0000"/>
                </a:solidFill>
              </a:rPr>
              <a:t>20 minutes </a:t>
            </a:r>
            <a:r>
              <a:rPr lang="en-US" dirty="0"/>
              <a:t>on MATLAB online </a:t>
            </a:r>
          </a:p>
          <a:p>
            <a:pPr lvl="1"/>
            <a:r>
              <a:rPr lang="en-US" dirty="0"/>
              <a:t>if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M = 10</a:t>
            </a:r>
            <a:r>
              <a:rPr lang="en-US" i="1" baseline="30000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or 100 millions</a:t>
            </a:r>
            <a:r>
              <a:rPr lang="en-US" dirty="0"/>
              <a:t>, it will take </a:t>
            </a:r>
            <a:r>
              <a:rPr lang="en-US" dirty="0">
                <a:solidFill>
                  <a:srgbClr val="FF0000"/>
                </a:solidFill>
              </a:rPr>
              <a:t>many months </a:t>
            </a:r>
            <a:r>
              <a:rPr lang="en-US" dirty="0"/>
              <a:t>to run on a regular computer</a:t>
            </a:r>
          </a:p>
          <a:p>
            <a:r>
              <a:rPr lang="en-US"/>
              <a:t>Efficient code is crucial for projects in real world!</a:t>
            </a:r>
            <a:endParaRPr lang="en-US">
              <a:cs typeface="Calibri"/>
            </a:endParaRPr>
          </a:p>
          <a:p>
            <a:r>
              <a:rPr lang="en-US"/>
              <a:t>Recall that MATLAB has a function to calculate how long it takes to run a fragment of </a:t>
            </a:r>
            <a:r>
              <a:rPr lang="en-US" dirty="0"/>
              <a:t>code, like a stopwatch:</a:t>
            </a:r>
          </a:p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Courier"/>
                <a:cs typeface="Times New Roman" panose="02020603050405020304" pitchFamily="18" charset="0"/>
              </a:rPr>
              <a:t>tic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start the timer, time in clock</a:t>
            </a:r>
          </a:p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Code to be timed</a:t>
            </a: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	</a:t>
            </a:r>
            <a:r>
              <a:rPr lang="en-US">
                <a:latin typeface="Courier"/>
                <a:cs typeface="Times New Roman"/>
              </a:rPr>
              <a:t>T = toc</a:t>
            </a:r>
            <a:r>
              <a:rPr lang="en-US" i="1" dirty="0">
                <a:latin typeface="Times New Roman"/>
                <a:cs typeface="Times New Roman"/>
              </a:rPr>
              <a:t>	</a:t>
            </a:r>
            <a:r>
              <a:rPr lang="en-US" i="1">
                <a:solidFill>
                  <a:schemeClr val="accent6"/>
                </a:solidFill>
                <a:latin typeface="Times New Roman"/>
                <a:cs typeface="Times New Roman"/>
              </a:rPr>
              <a:t>% variable assignment when timer ends, time out</a:t>
            </a:r>
          </a:p>
        </p:txBody>
      </p:sp>
    </p:spTree>
    <p:extLst>
      <p:ext uri="{BB962C8B-B14F-4D97-AF65-F5344CB8AC3E}">
        <p14:creationId xmlns:p14="http://schemas.microsoft.com/office/powerpoint/2010/main" val="912849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09A9FAD-B4CD-CF08-844A-F640D9984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0" y="217862"/>
            <a:ext cx="5938315" cy="62427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B883CF-F33D-BC40-123B-BE744DA0B72A}"/>
              </a:ext>
            </a:extLst>
          </p:cNvPr>
          <p:cNvSpPr txBox="1"/>
          <p:nvPr/>
        </p:nvSpPr>
        <p:spPr>
          <a:xfrm>
            <a:off x="6558353" y="323039"/>
            <a:ext cx="46098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cs typeface="Calibri"/>
              </a:rPr>
              <a:t>We see the following outputs:</a:t>
            </a:r>
          </a:p>
        </p:txBody>
      </p:sp>
      <p:pic>
        <p:nvPicPr>
          <p:cNvPr id="3" name="Picture 2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28E6CE8-457F-25E4-F931-234D118C2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627" y="2926548"/>
            <a:ext cx="4771889" cy="1392897"/>
          </a:xfrm>
          <a:prstGeom prst="rect">
            <a:avLst/>
          </a:prstGeom>
        </p:spPr>
      </p:pic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D47460AF-A64F-92B1-D96D-795EDDDEE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525" y="4874715"/>
            <a:ext cx="4977911" cy="1396169"/>
          </a:xfrm>
          <a:prstGeom prst="rect">
            <a:avLst/>
          </a:prstGeom>
        </p:spPr>
      </p:pic>
      <p:pic>
        <p:nvPicPr>
          <p:cNvPr id="6" name="Picture 5" descr="A black text with black letters&#10;&#10;Description automatically generated">
            <a:extLst>
              <a:ext uri="{FF2B5EF4-FFF2-40B4-BE49-F238E27FC236}">
                <a16:creationId xmlns:a16="http://schemas.microsoft.com/office/drawing/2014/main" id="{E28DC45C-A231-82D4-2E9D-B164A20AF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865" y="988439"/>
            <a:ext cx="4314167" cy="147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4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8AF25C-ABAD-DE25-58C4-D58ECC92ACB1}"/>
              </a:ext>
            </a:extLst>
          </p:cNvPr>
          <p:cNvSpPr txBox="1"/>
          <p:nvPr/>
        </p:nvSpPr>
        <p:spPr>
          <a:xfrm>
            <a:off x="7083206" y="268540"/>
            <a:ext cx="4347044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cs typeface="Calibri"/>
              </a:rPr>
              <a:t>Comparing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9819E-7CF4-4650-EEDE-491C8F425A47}"/>
              </a:ext>
            </a:extLst>
          </p:cNvPr>
          <p:cNvSpPr txBox="1"/>
          <p:nvPr/>
        </p:nvSpPr>
        <p:spPr>
          <a:xfrm>
            <a:off x="188016" y="191115"/>
            <a:ext cx="607808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When comparing runtimes of two different code blocks, there is a better way timing them.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In MATLAB you can put code blocks in separate files and call them from another another command using the filenames like a command.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Create the following two files, one containing the nested loop and one without nested loop for the above approximation problem.</a:t>
            </a:r>
            <a:endParaRPr lang="en-US" dirty="0">
              <a:cs typeface="Calibri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8FFED1F-59AD-708D-F433-4A548A2E0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55" y="3143846"/>
            <a:ext cx="6096000" cy="3480415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793301F-B2D0-2E5D-EDB1-D10A06F28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155" y="1483688"/>
            <a:ext cx="5530491" cy="434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11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764EDF-B51B-1337-4023-5BFC7BE4AAB8}"/>
              </a:ext>
            </a:extLst>
          </p:cNvPr>
          <p:cNvSpPr txBox="1"/>
          <p:nvPr/>
        </p:nvSpPr>
        <p:spPr>
          <a:xfrm>
            <a:off x="117060" y="79512"/>
            <a:ext cx="11965238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cs typeface="Calibri"/>
              </a:rPr>
              <a:t>Calling scripts from scripts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D1F51D8-F3DB-C6BD-3CBE-A6F5C2779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1" y="739011"/>
            <a:ext cx="9021367" cy="57644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943308-E633-BF65-E732-9CDC7EAE1887}"/>
              </a:ext>
            </a:extLst>
          </p:cNvPr>
          <p:cNvSpPr txBox="1"/>
          <p:nvPr/>
        </p:nvSpPr>
        <p:spPr>
          <a:xfrm>
            <a:off x="7813502" y="2257237"/>
            <a:ext cx="4266481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Write a third script as this.</a:t>
            </a:r>
            <a:br>
              <a:rPr lang="en-US" dirty="0">
                <a:cs typeface="Calibri"/>
              </a:rPr>
            </a:b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This script will compute the times for the other two scripts for different values of M.</a:t>
            </a:r>
            <a:br>
              <a:rPr lang="en-US" dirty="0">
                <a:cs typeface="Calibri"/>
              </a:rPr>
            </a:b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The values of M are 10</a:t>
            </a:r>
            <a:r>
              <a:rPr lang="en-US" baseline="30000">
                <a:cs typeface="Calibri"/>
              </a:rPr>
              <a:t>2</a:t>
            </a:r>
            <a:r>
              <a:rPr lang="en-US">
                <a:cs typeface="Calibri"/>
              </a:rPr>
              <a:t>,10</a:t>
            </a:r>
            <a:r>
              <a:rPr lang="en-US" baseline="30000">
                <a:cs typeface="Calibri"/>
              </a:rPr>
              <a:t>3</a:t>
            </a:r>
            <a:r>
              <a:rPr lang="en-US">
                <a:cs typeface="Calibri"/>
              </a:rPr>
              <a:t>,10</a:t>
            </a:r>
            <a:r>
              <a:rPr lang="en-US" baseline="30000">
                <a:cs typeface="Calibri"/>
              </a:rPr>
              <a:t>4</a:t>
            </a:r>
            <a:r>
              <a:rPr lang="en-US">
                <a:cs typeface="Calibri"/>
              </a:rPr>
              <a:t>,10</a:t>
            </a:r>
            <a:r>
              <a:rPr lang="en-US" baseline="30000">
                <a:cs typeface="Calibri"/>
              </a:rPr>
              <a:t>5</a:t>
            </a:r>
            <a:r>
              <a:rPr lang="en-US">
                <a:cs typeface="Calibri"/>
              </a:rPr>
              <a:t>,10</a:t>
            </a:r>
            <a:r>
              <a:rPr lang="en-US" baseline="30000">
                <a:cs typeface="Calibri"/>
              </a:rPr>
              <a:t>6</a:t>
            </a:r>
            <a:r>
              <a:rPr lang="en-US">
                <a:cs typeface="Calibri"/>
              </a:rPr>
              <a:t>. </a:t>
            </a:r>
            <a:br>
              <a:rPr lang="en-US" dirty="0">
                <a:cs typeface="Calibri"/>
              </a:rPr>
            </a:b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Calibri"/>
              </a:rPr>
              <a:t>You can try for higher values, but that will take a long time for the code to run.</a:t>
            </a:r>
            <a:br>
              <a:rPr lang="en-US" dirty="0">
                <a:cs typeface="Calibri"/>
              </a:rPr>
            </a:br>
            <a:endParaRPr lang="en-US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C00000"/>
                </a:solidFill>
                <a:cs typeface="Calibri"/>
              </a:rPr>
              <a:t>Go ahead and check the output.</a:t>
            </a:r>
            <a:endParaRPr lang="en-US" b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6813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39DEC-365A-1B86-BA34-39276F4B0C69}"/>
              </a:ext>
            </a:extLst>
          </p:cNvPr>
          <p:cNvSpPr txBox="1"/>
          <p:nvPr/>
        </p:nvSpPr>
        <p:spPr>
          <a:xfrm>
            <a:off x="762000" y="220869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>
                <a:cs typeface="Calibri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217CEC-C3A9-D426-EC0B-33FF9D324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466" y="1513777"/>
            <a:ext cx="7924800" cy="23967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911252-4B98-2A33-FB04-7DBD6587EC0B}"/>
              </a:ext>
            </a:extLst>
          </p:cNvPr>
          <p:cNvSpPr txBox="1"/>
          <p:nvPr/>
        </p:nvSpPr>
        <p:spPr>
          <a:xfrm>
            <a:off x="488858" y="4896924"/>
            <a:ext cx="1144251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2400">
                <a:cs typeface="Calibri"/>
              </a:rPr>
              <a:t>You can run this for higher values, but that will take a long time for the code to run.</a:t>
            </a:r>
            <a:br>
              <a:rPr lang="en-US" sz="2400" b="1" dirty="0">
                <a:cs typeface="Calibri"/>
              </a:rPr>
            </a:br>
            <a:endParaRPr lang="en-US" sz="2400"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400">
                <a:cs typeface="Calibri"/>
              </a:rPr>
              <a:t>The results will vary by the computer used.</a:t>
            </a:r>
          </a:p>
        </p:txBody>
      </p:sp>
    </p:spTree>
    <p:extLst>
      <p:ext uri="{BB962C8B-B14F-4D97-AF65-F5344CB8AC3E}">
        <p14:creationId xmlns:p14="http://schemas.microsoft.com/office/powerpoint/2010/main" val="962960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538501-1446-C1C8-5ED3-A626A32E61A1}"/>
              </a:ext>
            </a:extLst>
          </p:cNvPr>
          <p:cNvSpPr txBox="1">
            <a:spLocks/>
          </p:cNvSpPr>
          <p:nvPr/>
        </p:nvSpPr>
        <p:spPr>
          <a:xfrm>
            <a:off x="744943" y="1292607"/>
            <a:ext cx="10705545" cy="4167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Fragments that involve nested loops can take a long time to execute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example shows that the difference between a double-loop and a single-loop was an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of magnitude, O(M)</a:t>
            </a:r>
            <a:r>
              <a:rPr lang="en-US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faster code involves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O(M) </a:t>
            </a:r>
            <a:r>
              <a:rPr lang="en-US" dirty="0"/>
              <a:t>checks while the previous code requires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O(M</a:t>
            </a:r>
            <a:r>
              <a:rPr lang="en-US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comparisons. The “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big-O</a:t>
            </a:r>
            <a:r>
              <a:rPr lang="en-US" dirty="0"/>
              <a:t>” notation is a way to represent the run-time behavior of an algorithm (code).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/>
              <a:t> is multiplied by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dirty="0"/>
              <a:t>, the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O(M</a:t>
            </a:r>
            <a:r>
              <a:rPr lang="en-US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method will take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/>
              <a:t> longer to run while the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O(M) </a:t>
            </a:r>
            <a:r>
              <a:rPr lang="en-US" dirty="0"/>
              <a:t>technique only would be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dirty="0"/>
              <a:t> times longer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Being able to look at the code and anticipate how long it will take to execute is an important skill since some sections can be modified for speed.</a:t>
            </a:r>
          </a:p>
        </p:txBody>
      </p:sp>
    </p:spTree>
    <p:extLst>
      <p:ext uri="{BB962C8B-B14F-4D97-AF65-F5344CB8AC3E}">
        <p14:creationId xmlns:p14="http://schemas.microsoft.com/office/powerpoint/2010/main" val="329698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0169E449BAB4194FF93B3DC6AA39B" ma:contentTypeVersion="18" ma:contentTypeDescription="Create a new document." ma:contentTypeScope="" ma:versionID="ee23bc84fadcc75d7bffa7eb3a4e035e">
  <xsd:schema xmlns:xsd="http://www.w3.org/2001/XMLSchema" xmlns:xs="http://www.w3.org/2001/XMLSchema" xmlns:p="http://schemas.microsoft.com/office/2006/metadata/properties" xmlns:ns3="27549951-b4c8-463d-bb1c-37ba9fa5011d" xmlns:ns4="f3abb6a0-0fa6-461f-9cf7-f66e5063ba35" targetNamespace="http://schemas.microsoft.com/office/2006/metadata/properties" ma:root="true" ma:fieldsID="1300603326c85639cebd1bf88d2f0d19" ns3:_="" ns4:_="">
    <xsd:import namespace="27549951-b4c8-463d-bb1c-37ba9fa5011d"/>
    <xsd:import namespace="f3abb6a0-0fa6-461f-9cf7-f66e5063ba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549951-b4c8-463d-bb1c-37ba9fa501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abb6a0-0fa6-461f-9cf7-f66e5063ba3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549951-b4c8-463d-bb1c-37ba9fa5011d" xsi:nil="true"/>
  </documentManagement>
</p:properties>
</file>

<file path=customXml/itemProps1.xml><?xml version="1.0" encoding="utf-8"?>
<ds:datastoreItem xmlns:ds="http://schemas.openxmlformats.org/officeDocument/2006/customXml" ds:itemID="{EBE8C3F6-2B37-450C-8636-87BA99B9F7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400357-F2B7-4FCB-BA9C-B7937106037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27549951-b4c8-463d-bb1c-37ba9fa5011d"/>
    <ds:schemaRef ds:uri="f3abb6a0-0fa6-461f-9cf7-f66e5063ba35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6334C67-DDE1-4044-BF0C-50193A697728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f3abb6a0-0fa6-461f-9cf7-f66e5063ba35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27549951-b4c8-463d-bb1c-37ba9fa5011d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37145</TotalTime>
  <Words>2690</Words>
  <Application>Microsoft Office PowerPoint</Application>
  <PresentationFormat>Widescreen</PresentationFormat>
  <Paragraphs>255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Problem 1: 22/7ths and counting</vt:lpstr>
      <vt:lpstr>Problem 1: 22/7ths and counting</vt:lpstr>
      <vt:lpstr>Program Development</vt:lpstr>
      <vt:lpstr>Pseudocode</vt:lpstr>
      <vt:lpstr>Code:</vt:lpstr>
      <vt:lpstr>Program Development</vt:lpstr>
      <vt:lpstr>Program Development</vt:lpstr>
      <vt:lpstr>Faster Code:</vt:lpstr>
      <vt:lpstr>Timing the code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1721 - Florida Poly</dc:title>
  <dc:creator>Edwar Romero-Ramirez</dc:creator>
  <cp:lastModifiedBy>Edwar Romero-Ramirez</cp:lastModifiedBy>
  <cp:revision>605</cp:revision>
  <dcterms:created xsi:type="dcterms:W3CDTF">2023-12-16T22:48:18Z</dcterms:created>
  <dcterms:modified xsi:type="dcterms:W3CDTF">2025-02-12T16:43:57Z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0x0101006C10169E449BAB4194FF93B3DC6AA39B</vt:lpwstr>
  </property>
</Properties>
</file>
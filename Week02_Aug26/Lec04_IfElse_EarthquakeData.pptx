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315" r:id="rId2"/>
    <p:sldId id="316" r:id="rId3"/>
    <p:sldId id="318" r:id="rId4"/>
    <p:sldId id="411" r:id="rId5"/>
    <p:sldId id="334" r:id="rId6"/>
    <p:sldId id="335" r:id="rId7"/>
    <p:sldId id="337" r:id="rId8"/>
    <p:sldId id="338" r:id="rId9"/>
    <p:sldId id="336" r:id="rId10"/>
    <p:sldId id="412" r:id="rId11"/>
    <p:sldId id="413" r:id="rId12"/>
    <p:sldId id="41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83CE0E-8AAF-A4F7-4E57-6CD3D53F07F4}" v="35" dt="2024-08-26T15:15:20.0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mak Das" userId="S::sdas@floridapoly.edu::98cebb13-2fc4-4808-95b9-daeb7e6acc01" providerId="AD" clId="Web-{896E2D54-6890-7415-5EF4-563D4779291E}"/>
    <pc:docChg chg="delSld modSld">
      <pc:chgData name="Somak Das" userId="S::sdas@floridapoly.edu::98cebb13-2fc4-4808-95b9-daeb7e6acc01" providerId="AD" clId="Web-{896E2D54-6890-7415-5EF4-563D4779291E}" dt="2024-08-21T20:11:22.205" v="203"/>
      <pc:docMkLst>
        <pc:docMk/>
      </pc:docMkLst>
      <pc:sldChg chg="modSp">
        <pc:chgData name="Somak Das" userId="S::sdas@floridapoly.edu::98cebb13-2fc4-4808-95b9-daeb7e6acc01" providerId="AD" clId="Web-{896E2D54-6890-7415-5EF4-563D4779291E}" dt="2024-08-21T19:06:30.020" v="13" actId="20577"/>
        <pc:sldMkLst>
          <pc:docMk/>
          <pc:sldMk cId="3318097273" sldId="332"/>
        </pc:sldMkLst>
        <pc:spChg chg="mod">
          <ac:chgData name="Somak Das" userId="S::sdas@floridapoly.edu::98cebb13-2fc4-4808-95b9-daeb7e6acc01" providerId="AD" clId="Web-{896E2D54-6890-7415-5EF4-563D4779291E}" dt="2024-08-21T19:06:30.020" v="13" actId="20577"/>
          <ac:spMkLst>
            <pc:docMk/>
            <pc:sldMk cId="3318097273" sldId="332"/>
            <ac:spMk id="3" creationId="{354C05FE-4A37-CB70-1118-E3D35ABBC8A2}"/>
          </ac:spMkLst>
        </pc:spChg>
      </pc:sldChg>
      <pc:sldChg chg="del">
        <pc:chgData name="Somak Das" userId="S::sdas@floridapoly.edu::98cebb13-2fc4-4808-95b9-daeb7e6acc01" providerId="AD" clId="Web-{896E2D54-6890-7415-5EF4-563D4779291E}" dt="2024-08-21T19:04:45.501" v="0"/>
        <pc:sldMkLst>
          <pc:docMk/>
          <pc:sldMk cId="3183249033" sldId="396"/>
        </pc:sldMkLst>
      </pc:sldChg>
      <pc:sldChg chg="addSp modSp">
        <pc:chgData name="Somak Das" userId="S::sdas@floridapoly.edu::98cebb13-2fc4-4808-95b9-daeb7e6acc01" providerId="AD" clId="Web-{896E2D54-6890-7415-5EF4-563D4779291E}" dt="2024-08-21T20:11:22.205" v="203"/>
        <pc:sldMkLst>
          <pc:docMk/>
          <pc:sldMk cId="452420084" sldId="407"/>
        </pc:sldMkLst>
        <pc:spChg chg="mod">
          <ac:chgData name="Somak Das" userId="S::sdas@floridapoly.edu::98cebb13-2fc4-4808-95b9-daeb7e6acc01" providerId="AD" clId="Web-{896E2D54-6890-7415-5EF4-563D4779291E}" dt="2024-08-21T19:13:18.500" v="59" actId="14100"/>
          <ac:spMkLst>
            <pc:docMk/>
            <pc:sldMk cId="452420084" sldId="407"/>
            <ac:spMk id="2" creationId="{DCC7CE86-258F-DDED-4030-6954F0729A1A}"/>
          </ac:spMkLst>
        </pc:spChg>
        <pc:spChg chg="add mod">
          <ac:chgData name="Somak Das" userId="S::sdas@floridapoly.edu::98cebb13-2fc4-4808-95b9-daeb7e6acc01" providerId="AD" clId="Web-{896E2D54-6890-7415-5EF4-563D4779291E}" dt="2024-08-21T20:09:56.218" v="183" actId="1076"/>
          <ac:spMkLst>
            <pc:docMk/>
            <pc:sldMk cId="452420084" sldId="407"/>
            <ac:spMk id="3" creationId="{FB77FBE9-82DD-9B22-D8C7-1B53F1175AB9}"/>
          </ac:spMkLst>
        </pc:spChg>
        <pc:spChg chg="mod">
          <ac:chgData name="Somak Das" userId="S::sdas@floridapoly.edu::98cebb13-2fc4-4808-95b9-daeb7e6acc01" providerId="AD" clId="Web-{896E2D54-6890-7415-5EF4-563D4779291E}" dt="2024-08-21T19:16:37.631" v="103" actId="20577"/>
          <ac:spMkLst>
            <pc:docMk/>
            <pc:sldMk cId="452420084" sldId="407"/>
            <ac:spMk id="5" creationId="{2F9054FB-F84B-479C-5BC5-0ACDD7CC4440}"/>
          </ac:spMkLst>
        </pc:spChg>
        <pc:spChg chg="add mod">
          <ac:chgData name="Somak Das" userId="S::sdas@floridapoly.edu::98cebb13-2fc4-4808-95b9-daeb7e6acc01" providerId="AD" clId="Web-{896E2D54-6890-7415-5EF4-563D4779291E}" dt="2024-08-21T19:18:13.446" v="138"/>
          <ac:spMkLst>
            <pc:docMk/>
            <pc:sldMk cId="452420084" sldId="407"/>
            <ac:spMk id="7" creationId="{DF57ABD3-C8AA-3477-54E4-5B701FF3CF58}"/>
          </ac:spMkLst>
        </pc:spChg>
        <pc:spChg chg="add mod">
          <ac:chgData name="Somak Das" userId="S::sdas@floridapoly.edu::98cebb13-2fc4-4808-95b9-daeb7e6acc01" providerId="AD" clId="Web-{896E2D54-6890-7415-5EF4-563D4779291E}" dt="2024-08-21T19:18:13.446" v="139"/>
          <ac:spMkLst>
            <pc:docMk/>
            <pc:sldMk cId="452420084" sldId="407"/>
            <ac:spMk id="8" creationId="{23C521C1-F0CB-356C-AA43-9F9A5D9671EA}"/>
          </ac:spMkLst>
        </pc:spChg>
        <pc:spChg chg="add mod">
          <ac:chgData name="Somak Das" userId="S::sdas@floridapoly.edu::98cebb13-2fc4-4808-95b9-daeb7e6acc01" providerId="AD" clId="Web-{896E2D54-6890-7415-5EF4-563D4779291E}" dt="2024-08-21T19:18:13.493" v="140"/>
          <ac:spMkLst>
            <pc:docMk/>
            <pc:sldMk cId="452420084" sldId="407"/>
            <ac:spMk id="9" creationId="{12B60B80-8751-E2B4-871A-2CD4C14B15B2}"/>
          </ac:spMkLst>
        </pc:spChg>
        <pc:spChg chg="add mod">
          <ac:chgData name="Somak Das" userId="S::sdas@floridapoly.edu::98cebb13-2fc4-4808-95b9-daeb7e6acc01" providerId="AD" clId="Web-{896E2D54-6890-7415-5EF4-563D4779291E}" dt="2024-08-21T20:10:25.438" v="191" actId="1076"/>
          <ac:spMkLst>
            <pc:docMk/>
            <pc:sldMk cId="452420084" sldId="407"/>
            <ac:spMk id="13" creationId="{6E3EEAEF-FD50-2DD5-BBC8-AA9F5D529ABF}"/>
          </ac:spMkLst>
        </pc:spChg>
        <pc:picChg chg="add mod">
          <ac:chgData name="Somak Das" userId="S::sdas@floridapoly.edu::98cebb13-2fc4-4808-95b9-daeb7e6acc01" providerId="AD" clId="Web-{896E2D54-6890-7415-5EF4-563D4779291E}" dt="2024-08-21T20:11:22.142" v="200"/>
          <ac:picMkLst>
            <pc:docMk/>
            <pc:sldMk cId="452420084" sldId="407"/>
            <ac:picMk id="14" creationId="{94EF30D1-5E75-6849-7EEB-4719AFBBBFF4}"/>
          </ac:picMkLst>
        </pc:picChg>
        <pc:picChg chg="add mod">
          <ac:chgData name="Somak Das" userId="S::sdas@floridapoly.edu::98cebb13-2fc4-4808-95b9-daeb7e6acc01" providerId="AD" clId="Web-{896E2D54-6890-7415-5EF4-563D4779291E}" dt="2024-08-21T20:11:22.142" v="201"/>
          <ac:picMkLst>
            <pc:docMk/>
            <pc:sldMk cId="452420084" sldId="407"/>
            <ac:picMk id="15" creationId="{8C468429-F65C-06A6-7E48-646A049D6E24}"/>
          </ac:picMkLst>
        </pc:picChg>
        <pc:picChg chg="add mod">
          <ac:chgData name="Somak Das" userId="S::sdas@floridapoly.edu::98cebb13-2fc4-4808-95b9-daeb7e6acc01" providerId="AD" clId="Web-{896E2D54-6890-7415-5EF4-563D4779291E}" dt="2024-08-21T20:11:22.205" v="203"/>
          <ac:picMkLst>
            <pc:docMk/>
            <pc:sldMk cId="452420084" sldId="407"/>
            <ac:picMk id="16" creationId="{AAB0998B-17BE-F9AB-ADF1-2EBB9B7D65E9}"/>
          </ac:picMkLst>
        </pc:picChg>
        <pc:picChg chg="add mod">
          <ac:chgData name="Somak Das" userId="S::sdas@floridapoly.edu::98cebb13-2fc4-4808-95b9-daeb7e6acc01" providerId="AD" clId="Web-{896E2D54-6890-7415-5EF4-563D4779291E}" dt="2024-08-21T20:11:22.142" v="202"/>
          <ac:picMkLst>
            <pc:docMk/>
            <pc:sldMk cId="452420084" sldId="407"/>
            <ac:picMk id="17" creationId="{91B8752C-098E-7831-EE8E-CCD5EEA716D1}"/>
          </ac:picMkLst>
        </pc:picChg>
        <pc:cxnChg chg="add mod">
          <ac:chgData name="Somak Das" userId="S::sdas@floridapoly.edu::98cebb13-2fc4-4808-95b9-daeb7e6acc01" providerId="AD" clId="Web-{896E2D54-6890-7415-5EF4-563D4779291E}" dt="2024-08-21T20:09:23.436" v="180" actId="14100"/>
          <ac:cxnSpMkLst>
            <pc:docMk/>
            <pc:sldMk cId="452420084" sldId="407"/>
            <ac:cxnSpMk id="4" creationId="{9D3B8974-75A8-2A4D-4152-8514B6269AAC}"/>
          </ac:cxnSpMkLst>
        </pc:cxnChg>
        <pc:cxnChg chg="add mod">
          <ac:chgData name="Somak Das" userId="S::sdas@floridapoly.edu::98cebb13-2fc4-4808-95b9-daeb7e6acc01" providerId="AD" clId="Web-{896E2D54-6890-7415-5EF4-563D4779291E}" dt="2024-08-21T20:09:53.437" v="182" actId="14100"/>
          <ac:cxnSpMkLst>
            <pc:docMk/>
            <pc:sldMk cId="452420084" sldId="407"/>
            <ac:cxnSpMk id="6" creationId="{0A19E5B5-A98E-B2E9-78AA-0C22BDCA407F}"/>
          </ac:cxnSpMkLst>
        </pc:cxnChg>
        <pc:cxnChg chg="add mod">
          <ac:chgData name="Somak Das" userId="S::sdas@floridapoly.edu::98cebb13-2fc4-4808-95b9-daeb7e6acc01" providerId="AD" clId="Web-{896E2D54-6890-7415-5EF4-563D4779291E}" dt="2024-08-21T19:18:50.604" v="147" actId="14100"/>
          <ac:cxnSpMkLst>
            <pc:docMk/>
            <pc:sldMk cId="452420084" sldId="407"/>
            <ac:cxnSpMk id="10" creationId="{10D44A21-B152-7F79-9E7D-595E922F9A9A}"/>
          </ac:cxnSpMkLst>
        </pc:cxnChg>
        <pc:cxnChg chg="add mod">
          <ac:chgData name="Somak Das" userId="S::sdas@floridapoly.edu::98cebb13-2fc4-4808-95b9-daeb7e6acc01" providerId="AD" clId="Web-{896E2D54-6890-7415-5EF4-563D4779291E}" dt="2024-08-21T19:18:37.900" v="144" actId="14100"/>
          <ac:cxnSpMkLst>
            <pc:docMk/>
            <pc:sldMk cId="452420084" sldId="407"/>
            <ac:cxnSpMk id="11" creationId="{DC4035BF-986B-0ABF-0905-922F390EDBAD}"/>
          </ac:cxnSpMkLst>
        </pc:cxnChg>
        <pc:cxnChg chg="add mod">
          <ac:chgData name="Somak Das" userId="S::sdas@floridapoly.edu::98cebb13-2fc4-4808-95b9-daeb7e6acc01" providerId="AD" clId="Web-{896E2D54-6890-7415-5EF4-563D4779291E}" dt="2024-08-21T19:18:03.368" v="137" actId="14100"/>
          <ac:cxnSpMkLst>
            <pc:docMk/>
            <pc:sldMk cId="452420084" sldId="407"/>
            <ac:cxnSpMk id="12" creationId="{8FA50883-1984-F72F-F30E-2E243974DBF0}"/>
          </ac:cxnSpMkLst>
        </pc:cxnChg>
      </pc:sldChg>
    </pc:docChg>
  </pc:docChgLst>
  <pc:docChgLst>
    <pc:chgData name="Somak Das" userId="S::sdas@floridapoly.edu::98cebb13-2fc4-4808-95b9-daeb7e6acc01" providerId="AD" clId="Web-{4E8CD290-8EBA-2FE0-2BBD-2755B438DE86}"/>
    <pc:docChg chg="modSld">
      <pc:chgData name="Somak Das" userId="S::sdas@floridapoly.edu::98cebb13-2fc4-4808-95b9-daeb7e6acc01" providerId="AD" clId="Web-{4E8CD290-8EBA-2FE0-2BBD-2755B438DE86}" dt="2024-08-22T17:14:22.103" v="121" actId="14100"/>
      <pc:docMkLst>
        <pc:docMk/>
      </pc:docMkLst>
      <pc:sldChg chg="addSp delSp modSp addAnim delAnim">
        <pc:chgData name="Somak Das" userId="S::sdas@floridapoly.edu::98cebb13-2fc4-4808-95b9-daeb7e6acc01" providerId="AD" clId="Web-{4E8CD290-8EBA-2FE0-2BBD-2755B438DE86}" dt="2024-08-22T17:10:11" v="109"/>
        <pc:sldMkLst>
          <pc:docMk/>
          <pc:sldMk cId="1258505263" sldId="323"/>
        </pc:sldMkLst>
        <pc:picChg chg="add mod">
          <ac:chgData name="Somak Das" userId="S::sdas@floridapoly.edu::98cebb13-2fc4-4808-95b9-daeb7e6acc01" providerId="AD" clId="Web-{4E8CD290-8EBA-2FE0-2BBD-2755B438DE86}" dt="2024-08-22T17:08:55.795" v="95" actId="14100"/>
          <ac:picMkLst>
            <pc:docMk/>
            <pc:sldMk cId="1258505263" sldId="323"/>
            <ac:picMk id="4" creationId="{64882A14-AB55-3319-327A-E7EB549ACC94}"/>
          </ac:picMkLst>
        </pc:picChg>
        <pc:picChg chg="add mod">
          <ac:chgData name="Somak Das" userId="S::sdas@floridapoly.edu::98cebb13-2fc4-4808-95b9-daeb7e6acc01" providerId="AD" clId="Web-{4E8CD290-8EBA-2FE0-2BBD-2755B438DE86}" dt="2024-08-22T17:09:28.421" v="103" actId="1076"/>
          <ac:picMkLst>
            <pc:docMk/>
            <pc:sldMk cId="1258505263" sldId="323"/>
            <ac:picMk id="9" creationId="{959DAEEB-2C1C-43F7-8B95-16EC2C90AEFC}"/>
          </ac:picMkLst>
        </pc:picChg>
        <pc:picChg chg="add mod">
          <ac:chgData name="Somak Das" userId="S::sdas@floridapoly.edu::98cebb13-2fc4-4808-95b9-daeb7e6acc01" providerId="AD" clId="Web-{4E8CD290-8EBA-2FE0-2BBD-2755B438DE86}" dt="2024-08-22T17:09:34.640" v="104" actId="1076"/>
          <ac:picMkLst>
            <pc:docMk/>
            <pc:sldMk cId="1258505263" sldId="323"/>
            <ac:picMk id="10" creationId="{E3427B32-B10F-3A77-1504-B7E542E1E8D7}"/>
          </ac:picMkLst>
        </pc:picChg>
        <pc:picChg chg="del">
          <ac:chgData name="Somak Das" userId="S::sdas@floridapoly.edu::98cebb13-2fc4-4808-95b9-daeb7e6acc01" providerId="AD" clId="Web-{4E8CD290-8EBA-2FE0-2BBD-2755B438DE86}" dt="2024-08-22T17:07:40.933" v="81"/>
          <ac:picMkLst>
            <pc:docMk/>
            <pc:sldMk cId="1258505263" sldId="323"/>
            <ac:picMk id="26" creationId="{7ED93B17-0AFF-B1DC-3C2D-1DECD8A63136}"/>
          </ac:picMkLst>
        </pc:picChg>
      </pc:sldChg>
      <pc:sldChg chg="modSp">
        <pc:chgData name="Somak Das" userId="S::sdas@floridapoly.edu::98cebb13-2fc4-4808-95b9-daeb7e6acc01" providerId="AD" clId="Web-{4E8CD290-8EBA-2FE0-2BBD-2755B438DE86}" dt="2024-08-22T17:13:14.257" v="120" actId="20577"/>
        <pc:sldMkLst>
          <pc:docMk/>
          <pc:sldMk cId="292029867" sldId="324"/>
        </pc:sldMkLst>
        <pc:spChg chg="mod">
          <ac:chgData name="Somak Das" userId="S::sdas@floridapoly.edu::98cebb13-2fc4-4808-95b9-daeb7e6acc01" providerId="AD" clId="Web-{4E8CD290-8EBA-2FE0-2BBD-2755B438DE86}" dt="2024-08-22T17:13:14.257" v="120" actId="20577"/>
          <ac:spMkLst>
            <pc:docMk/>
            <pc:sldMk cId="292029867" sldId="324"/>
            <ac:spMk id="11" creationId="{A1C636A3-009F-6570-7669-56FDE2615B8B}"/>
          </ac:spMkLst>
        </pc:spChg>
      </pc:sldChg>
      <pc:sldChg chg="modSp">
        <pc:chgData name="Somak Das" userId="S::sdas@floridapoly.edu::98cebb13-2fc4-4808-95b9-daeb7e6acc01" providerId="AD" clId="Web-{4E8CD290-8EBA-2FE0-2BBD-2755B438DE86}" dt="2024-08-22T16:55:18.392" v="8"/>
        <pc:sldMkLst>
          <pc:docMk/>
          <pc:sldMk cId="3318097273" sldId="332"/>
        </pc:sldMkLst>
        <pc:spChg chg="mod">
          <ac:chgData name="Somak Das" userId="S::sdas@floridapoly.edu::98cebb13-2fc4-4808-95b9-daeb7e6acc01" providerId="AD" clId="Web-{4E8CD290-8EBA-2FE0-2BBD-2755B438DE86}" dt="2024-08-22T16:55:18.392" v="8"/>
          <ac:spMkLst>
            <pc:docMk/>
            <pc:sldMk cId="3318097273" sldId="332"/>
            <ac:spMk id="6" creationId="{E88614C3-D617-BE48-B016-860E74C0DCE5}"/>
          </ac:spMkLst>
        </pc:spChg>
      </pc:sldChg>
      <pc:sldChg chg="modSp">
        <pc:chgData name="Somak Das" userId="S::sdas@floridapoly.edu::98cebb13-2fc4-4808-95b9-daeb7e6acc01" providerId="AD" clId="Web-{4E8CD290-8EBA-2FE0-2BBD-2755B438DE86}" dt="2024-08-22T17:11:57.457" v="111" actId="14100"/>
        <pc:sldMkLst>
          <pc:docMk/>
          <pc:sldMk cId="452420084" sldId="407"/>
        </pc:sldMkLst>
        <pc:spChg chg="mod">
          <ac:chgData name="Somak Das" userId="S::sdas@floridapoly.edu::98cebb13-2fc4-4808-95b9-daeb7e6acc01" providerId="AD" clId="Web-{4E8CD290-8EBA-2FE0-2BBD-2755B438DE86}" dt="2024-08-22T17:11:52.019" v="110" actId="20577"/>
          <ac:spMkLst>
            <pc:docMk/>
            <pc:sldMk cId="452420084" sldId="407"/>
            <ac:spMk id="5" creationId="{2F9054FB-F84B-479C-5BC5-0ACDD7CC4440}"/>
          </ac:spMkLst>
        </pc:spChg>
        <pc:cxnChg chg="mod">
          <ac:chgData name="Somak Das" userId="S::sdas@floridapoly.edu::98cebb13-2fc4-4808-95b9-daeb7e6acc01" providerId="AD" clId="Web-{4E8CD290-8EBA-2FE0-2BBD-2755B438DE86}" dt="2024-08-22T17:11:57.457" v="111" actId="14100"/>
          <ac:cxnSpMkLst>
            <pc:docMk/>
            <pc:sldMk cId="452420084" sldId="407"/>
            <ac:cxnSpMk id="6" creationId="{0A19E5B5-A98E-B2E9-78AA-0C22BDCA407F}"/>
          </ac:cxnSpMkLst>
        </pc:cxnChg>
      </pc:sldChg>
      <pc:sldChg chg="modSp">
        <pc:chgData name="Somak Das" userId="S::sdas@floridapoly.edu::98cebb13-2fc4-4808-95b9-daeb7e6acc01" providerId="AD" clId="Web-{4E8CD290-8EBA-2FE0-2BBD-2755B438DE86}" dt="2024-08-22T16:55:30.361" v="10" actId="14100"/>
        <pc:sldMkLst>
          <pc:docMk/>
          <pc:sldMk cId="3674580524" sldId="408"/>
        </pc:sldMkLst>
        <pc:picChg chg="mod">
          <ac:chgData name="Somak Das" userId="S::sdas@floridapoly.edu::98cebb13-2fc4-4808-95b9-daeb7e6acc01" providerId="AD" clId="Web-{4E8CD290-8EBA-2FE0-2BBD-2755B438DE86}" dt="2024-08-22T16:55:26.346" v="9" actId="14100"/>
          <ac:picMkLst>
            <pc:docMk/>
            <pc:sldMk cId="3674580524" sldId="408"/>
            <ac:picMk id="5" creationId="{C8B7B5B4-D27C-B643-86C2-AEFE54F9ADC6}"/>
          </ac:picMkLst>
        </pc:picChg>
        <pc:picChg chg="mod">
          <ac:chgData name="Somak Das" userId="S::sdas@floridapoly.edu::98cebb13-2fc4-4808-95b9-daeb7e6acc01" providerId="AD" clId="Web-{4E8CD290-8EBA-2FE0-2BBD-2755B438DE86}" dt="2024-08-22T16:55:30.361" v="10" actId="14100"/>
          <ac:picMkLst>
            <pc:docMk/>
            <pc:sldMk cId="3674580524" sldId="408"/>
            <ac:picMk id="6" creationId="{388AA4C1-714D-973E-8553-5AED814AA34D}"/>
          </ac:picMkLst>
        </pc:picChg>
      </pc:sldChg>
      <pc:sldChg chg="modSp">
        <pc:chgData name="Somak Das" userId="S::sdas@floridapoly.edu::98cebb13-2fc4-4808-95b9-daeb7e6acc01" providerId="AD" clId="Web-{4E8CD290-8EBA-2FE0-2BBD-2755B438DE86}" dt="2024-08-22T17:04:08.441" v="80" actId="1076"/>
        <pc:sldMkLst>
          <pc:docMk/>
          <pc:sldMk cId="3065423698" sldId="411"/>
        </pc:sldMkLst>
        <pc:spChg chg="mod">
          <ac:chgData name="Somak Das" userId="S::sdas@floridapoly.edu::98cebb13-2fc4-4808-95b9-daeb7e6acc01" providerId="AD" clId="Web-{4E8CD290-8EBA-2FE0-2BBD-2755B438DE86}" dt="2024-08-22T16:59:34.041" v="77" actId="20577"/>
          <ac:spMkLst>
            <pc:docMk/>
            <pc:sldMk cId="3065423698" sldId="411"/>
            <ac:spMk id="2" creationId="{E565F55E-D7DA-B62E-8A45-B4E51826E6A7}"/>
          </ac:spMkLst>
        </pc:spChg>
        <pc:spChg chg="mod">
          <ac:chgData name="Somak Das" userId="S::sdas@floridapoly.edu::98cebb13-2fc4-4808-95b9-daeb7e6acc01" providerId="AD" clId="Web-{4E8CD290-8EBA-2FE0-2BBD-2755B438DE86}" dt="2024-08-22T17:04:04.176" v="79" actId="1076"/>
          <ac:spMkLst>
            <pc:docMk/>
            <pc:sldMk cId="3065423698" sldId="411"/>
            <ac:spMk id="3" creationId="{3A242FA9-1E6A-4D64-FCFD-3DD029AC543D}"/>
          </ac:spMkLst>
        </pc:spChg>
        <pc:spChg chg="mod">
          <ac:chgData name="Somak Das" userId="S::sdas@floridapoly.edu::98cebb13-2fc4-4808-95b9-daeb7e6acc01" providerId="AD" clId="Web-{4E8CD290-8EBA-2FE0-2BBD-2755B438DE86}" dt="2024-08-22T17:04:08.441" v="80" actId="1076"/>
          <ac:spMkLst>
            <pc:docMk/>
            <pc:sldMk cId="3065423698" sldId="411"/>
            <ac:spMk id="8" creationId="{9E5AAB8E-EB59-08ED-C6FE-145E36767055}"/>
          </ac:spMkLst>
        </pc:spChg>
      </pc:sldChg>
      <pc:sldChg chg="modSp">
        <pc:chgData name="Somak Das" userId="S::sdas@floridapoly.edu::98cebb13-2fc4-4808-95b9-daeb7e6acc01" providerId="AD" clId="Web-{4E8CD290-8EBA-2FE0-2BBD-2755B438DE86}" dt="2024-08-22T17:14:22.103" v="121" actId="14100"/>
        <pc:sldMkLst>
          <pc:docMk/>
          <pc:sldMk cId="2300636448" sldId="413"/>
        </pc:sldMkLst>
        <pc:spChg chg="mod">
          <ac:chgData name="Somak Das" userId="S::sdas@floridapoly.edu::98cebb13-2fc4-4808-95b9-daeb7e6acc01" providerId="AD" clId="Web-{4E8CD290-8EBA-2FE0-2BBD-2755B438DE86}" dt="2024-08-22T17:14:22.103" v="121" actId="14100"/>
          <ac:spMkLst>
            <pc:docMk/>
            <pc:sldMk cId="2300636448" sldId="413"/>
            <ac:spMk id="2" creationId="{2F8FB17B-3D35-E09E-9B8F-37DD0A7BD9D1}"/>
          </ac:spMkLst>
        </pc:spChg>
      </pc:sldChg>
    </pc:docChg>
  </pc:docChgLst>
  <pc:docChgLst>
    <pc:chgData name="Somak Das" userId="S::sdas@floridapoly.edu::98cebb13-2fc4-4808-95b9-daeb7e6acc01" providerId="AD" clId="Web-{B561A60A-8E1C-7FB4-0DE0-A4F3F9A1E291}"/>
    <pc:docChg chg="addSld delSld modSld sldOrd">
      <pc:chgData name="Somak Das" userId="S::sdas@floridapoly.edu::98cebb13-2fc4-4808-95b9-daeb7e6acc01" providerId="AD" clId="Web-{B561A60A-8E1C-7FB4-0DE0-A4F3F9A1E291}" dt="2024-08-21T17:47:29.888" v="442"/>
      <pc:docMkLst>
        <pc:docMk/>
      </pc:docMkLst>
      <pc:sldChg chg="modSp">
        <pc:chgData name="Somak Das" userId="S::sdas@floridapoly.edu::98cebb13-2fc4-4808-95b9-daeb7e6acc01" providerId="AD" clId="Web-{B561A60A-8E1C-7FB4-0DE0-A4F3F9A1E291}" dt="2024-08-21T04:51:52.302" v="26" actId="20577"/>
        <pc:sldMkLst>
          <pc:docMk/>
          <pc:sldMk cId="1258505263" sldId="323"/>
        </pc:sldMkLst>
        <pc:spChg chg="mod">
          <ac:chgData name="Somak Das" userId="S::sdas@floridapoly.edu::98cebb13-2fc4-4808-95b9-daeb7e6acc01" providerId="AD" clId="Web-{B561A60A-8E1C-7FB4-0DE0-A4F3F9A1E291}" dt="2024-08-21T04:51:52.302" v="26" actId="20577"/>
          <ac:spMkLst>
            <pc:docMk/>
            <pc:sldMk cId="1258505263" sldId="323"/>
            <ac:spMk id="2" creationId="{5088AF94-9FC3-C808-5EE2-28C7E7DD2A5C}"/>
          </ac:spMkLst>
        </pc:spChg>
      </pc:sldChg>
      <pc:sldChg chg="modSp delAnim">
        <pc:chgData name="Somak Das" userId="S::sdas@floridapoly.edu::98cebb13-2fc4-4808-95b9-daeb7e6acc01" providerId="AD" clId="Web-{B561A60A-8E1C-7FB4-0DE0-A4F3F9A1E291}" dt="2024-08-21T15:09:28.261" v="105"/>
        <pc:sldMkLst>
          <pc:docMk/>
          <pc:sldMk cId="3028613903" sldId="329"/>
        </pc:sldMkLst>
        <pc:spChg chg="mod">
          <ac:chgData name="Somak Das" userId="S::sdas@floridapoly.edu::98cebb13-2fc4-4808-95b9-daeb7e6acc01" providerId="AD" clId="Web-{B561A60A-8E1C-7FB4-0DE0-A4F3F9A1E291}" dt="2024-08-21T14:51:28.646" v="34" actId="20577"/>
          <ac:spMkLst>
            <pc:docMk/>
            <pc:sldMk cId="3028613903" sldId="329"/>
            <ac:spMk id="2" creationId="{BF13EF9D-9BE0-86BD-7E78-FC7705327ED8}"/>
          </ac:spMkLst>
        </pc:spChg>
        <pc:spChg chg="mod">
          <ac:chgData name="Somak Das" userId="S::sdas@floridapoly.edu::98cebb13-2fc4-4808-95b9-daeb7e6acc01" providerId="AD" clId="Web-{B561A60A-8E1C-7FB4-0DE0-A4F3F9A1E291}" dt="2024-08-21T14:53:21.696" v="59" actId="20577"/>
          <ac:spMkLst>
            <pc:docMk/>
            <pc:sldMk cId="3028613903" sldId="329"/>
            <ac:spMk id="3" creationId="{DC52C186-7861-1562-8876-8114F3D4FBFD}"/>
          </ac:spMkLst>
        </pc:spChg>
      </pc:sldChg>
      <pc:sldChg chg="addSp modSp addAnim delAnim">
        <pc:chgData name="Somak Das" userId="S::sdas@floridapoly.edu::98cebb13-2fc4-4808-95b9-daeb7e6acc01" providerId="AD" clId="Web-{B561A60A-8E1C-7FB4-0DE0-A4F3F9A1E291}" dt="2024-08-21T15:41:15.030" v="227"/>
        <pc:sldMkLst>
          <pc:docMk/>
          <pc:sldMk cId="3318097273" sldId="332"/>
        </pc:sldMkLst>
        <pc:spChg chg="mod">
          <ac:chgData name="Somak Das" userId="S::sdas@floridapoly.edu::98cebb13-2fc4-4808-95b9-daeb7e6acc01" providerId="AD" clId="Web-{B561A60A-8E1C-7FB4-0DE0-A4F3F9A1E291}" dt="2024-08-21T15:35:02.236" v="154" actId="20577"/>
          <ac:spMkLst>
            <pc:docMk/>
            <pc:sldMk cId="3318097273" sldId="332"/>
            <ac:spMk id="2" creationId="{1D260AD2-EEE2-EB1B-1BE8-1C275BAB6F4C}"/>
          </ac:spMkLst>
        </pc:spChg>
        <pc:spChg chg="mod">
          <ac:chgData name="Somak Das" userId="S::sdas@floridapoly.edu::98cebb13-2fc4-4808-95b9-daeb7e6acc01" providerId="AD" clId="Web-{B561A60A-8E1C-7FB4-0DE0-A4F3F9A1E291}" dt="2024-08-21T15:37:55.210" v="171" actId="14100"/>
          <ac:spMkLst>
            <pc:docMk/>
            <pc:sldMk cId="3318097273" sldId="332"/>
            <ac:spMk id="3" creationId="{354C05FE-4A37-CB70-1118-E3D35ABBC8A2}"/>
          </ac:spMkLst>
        </pc:spChg>
        <pc:spChg chg="add mod">
          <ac:chgData name="Somak Das" userId="S::sdas@floridapoly.edu::98cebb13-2fc4-4808-95b9-daeb7e6acc01" providerId="AD" clId="Web-{B561A60A-8E1C-7FB4-0DE0-A4F3F9A1E291}" dt="2024-08-21T15:39:39.808" v="212" actId="14100"/>
          <ac:spMkLst>
            <pc:docMk/>
            <pc:sldMk cId="3318097273" sldId="332"/>
            <ac:spMk id="4" creationId="{28EF37E4-C88E-0688-3EAE-D88D740A72D3}"/>
          </ac:spMkLst>
        </pc:spChg>
        <pc:spChg chg="mod">
          <ac:chgData name="Somak Das" userId="S::sdas@floridapoly.edu::98cebb13-2fc4-4808-95b9-daeb7e6acc01" providerId="AD" clId="Web-{B561A60A-8E1C-7FB4-0DE0-A4F3F9A1E291}" dt="2024-08-21T15:39:38.245" v="211" actId="14100"/>
          <ac:spMkLst>
            <pc:docMk/>
            <pc:sldMk cId="3318097273" sldId="332"/>
            <ac:spMk id="6" creationId="{E88614C3-D617-BE48-B016-860E74C0DCE5}"/>
          </ac:spMkLst>
        </pc:spChg>
      </pc:sldChg>
      <pc:sldChg chg="addAnim">
        <pc:chgData name="Somak Das" userId="S::sdas@floridapoly.edu::98cebb13-2fc4-4808-95b9-daeb7e6acc01" providerId="AD" clId="Web-{B561A60A-8E1C-7FB4-0DE0-A4F3F9A1E291}" dt="2024-08-21T15:08:37.010" v="103"/>
        <pc:sldMkLst>
          <pc:docMk/>
          <pc:sldMk cId="1282981941" sldId="376"/>
        </pc:sldMkLst>
      </pc:sldChg>
      <pc:sldChg chg="modSp addAnim delAnim">
        <pc:chgData name="Somak Das" userId="S::sdas@floridapoly.edu::98cebb13-2fc4-4808-95b9-daeb7e6acc01" providerId="AD" clId="Web-{B561A60A-8E1C-7FB4-0DE0-A4F3F9A1E291}" dt="2024-08-21T15:09:35.230" v="106"/>
        <pc:sldMkLst>
          <pc:docMk/>
          <pc:sldMk cId="78619994" sldId="385"/>
        </pc:sldMkLst>
        <pc:spChg chg="mod">
          <ac:chgData name="Somak Das" userId="S::sdas@floridapoly.edu::98cebb13-2fc4-4808-95b9-daeb7e6acc01" providerId="AD" clId="Web-{B561A60A-8E1C-7FB4-0DE0-A4F3F9A1E291}" dt="2024-08-21T14:51:34.208" v="35" actId="20577"/>
          <ac:spMkLst>
            <pc:docMk/>
            <pc:sldMk cId="78619994" sldId="385"/>
            <ac:spMk id="2" creationId="{BF13EF9D-9BE0-86BD-7E78-FC7705327ED8}"/>
          </ac:spMkLst>
        </pc:spChg>
        <pc:spChg chg="mod">
          <ac:chgData name="Somak Das" userId="S::sdas@floridapoly.edu::98cebb13-2fc4-4808-95b9-daeb7e6acc01" providerId="AD" clId="Web-{B561A60A-8E1C-7FB4-0DE0-A4F3F9A1E291}" dt="2024-08-21T14:53:32.040" v="60" actId="20577"/>
          <ac:spMkLst>
            <pc:docMk/>
            <pc:sldMk cId="78619994" sldId="385"/>
            <ac:spMk id="3" creationId="{DC52C186-7861-1562-8876-8114F3D4FBFD}"/>
          </ac:spMkLst>
        </pc:spChg>
      </pc:sldChg>
      <pc:sldChg chg="addSp delSp modSp addAnim">
        <pc:chgData name="Somak Das" userId="S::sdas@floridapoly.edu::98cebb13-2fc4-4808-95b9-daeb7e6acc01" providerId="AD" clId="Web-{B561A60A-8E1C-7FB4-0DE0-A4F3F9A1E291}" dt="2024-08-21T15:42:52.783" v="234"/>
        <pc:sldMkLst>
          <pc:docMk/>
          <pc:sldMk cId="3333729908" sldId="391"/>
        </pc:sldMkLst>
        <pc:spChg chg="mod">
          <ac:chgData name="Somak Das" userId="S::sdas@floridapoly.edu::98cebb13-2fc4-4808-95b9-daeb7e6acc01" providerId="AD" clId="Web-{B561A60A-8E1C-7FB4-0DE0-A4F3F9A1E291}" dt="2024-08-21T15:09:54.903" v="108" actId="1076"/>
          <ac:spMkLst>
            <pc:docMk/>
            <pc:sldMk cId="3333729908" sldId="391"/>
            <ac:spMk id="2" creationId="{1D260AD2-EEE2-EB1B-1BE8-1C275BAB6F4C}"/>
          </ac:spMkLst>
        </pc:spChg>
        <pc:spChg chg="mod">
          <ac:chgData name="Somak Das" userId="S::sdas@floridapoly.edu::98cebb13-2fc4-4808-95b9-daeb7e6acc01" providerId="AD" clId="Web-{B561A60A-8E1C-7FB4-0DE0-A4F3F9A1E291}" dt="2024-08-21T15:14:38.866" v="122" actId="1076"/>
          <ac:spMkLst>
            <pc:docMk/>
            <pc:sldMk cId="3333729908" sldId="391"/>
            <ac:spMk id="6" creationId="{E88614C3-D617-BE48-B016-860E74C0DCE5}"/>
          </ac:spMkLst>
        </pc:spChg>
        <pc:cxnChg chg="add mod">
          <ac:chgData name="Somak Das" userId="S::sdas@floridapoly.edu::98cebb13-2fc4-4808-95b9-daeb7e6acc01" providerId="AD" clId="Web-{B561A60A-8E1C-7FB4-0DE0-A4F3F9A1E291}" dt="2024-08-21T15:15:53.759" v="130" actId="1076"/>
          <ac:cxnSpMkLst>
            <pc:docMk/>
            <pc:sldMk cId="3333729908" sldId="391"/>
            <ac:cxnSpMk id="8" creationId="{B00C2DC0-9283-8B31-9CC5-008181C2AE64}"/>
          </ac:cxnSpMkLst>
        </pc:cxnChg>
        <pc:cxnChg chg="add mod">
          <ac:chgData name="Somak Das" userId="S::sdas@floridapoly.edu::98cebb13-2fc4-4808-95b9-daeb7e6acc01" providerId="AD" clId="Web-{B561A60A-8E1C-7FB4-0DE0-A4F3F9A1E291}" dt="2024-08-21T15:16:15.401" v="133" actId="14100"/>
          <ac:cxnSpMkLst>
            <pc:docMk/>
            <pc:sldMk cId="3333729908" sldId="391"/>
            <ac:cxnSpMk id="13" creationId="{6FD7ED21-E22D-17A3-1895-AF763A515AA5}"/>
          </ac:cxnSpMkLst>
        </pc:cxnChg>
        <pc:cxnChg chg="mod">
          <ac:chgData name="Somak Das" userId="S::sdas@floridapoly.edu::98cebb13-2fc4-4808-95b9-daeb7e6acc01" providerId="AD" clId="Web-{B561A60A-8E1C-7FB4-0DE0-A4F3F9A1E291}" dt="2024-08-21T15:14:48.741" v="123" actId="1076"/>
          <ac:cxnSpMkLst>
            <pc:docMk/>
            <pc:sldMk cId="3333729908" sldId="391"/>
            <ac:cxnSpMk id="31" creationId="{F5F11D7E-968F-0C57-7C5A-D43768411FEE}"/>
          </ac:cxnSpMkLst>
        </pc:cxnChg>
        <pc:cxnChg chg="mod">
          <ac:chgData name="Somak Das" userId="S::sdas@floridapoly.edu::98cebb13-2fc4-4808-95b9-daeb7e6acc01" providerId="AD" clId="Web-{B561A60A-8E1C-7FB4-0DE0-A4F3F9A1E291}" dt="2024-08-21T15:17:12.793" v="139" actId="1076"/>
          <ac:cxnSpMkLst>
            <pc:docMk/>
            <pc:sldMk cId="3333729908" sldId="391"/>
            <ac:cxnSpMk id="33" creationId="{BD6C3249-2C81-9816-1890-9B977A77528F}"/>
          </ac:cxnSpMkLst>
        </pc:cxnChg>
        <pc:cxnChg chg="del">
          <ac:chgData name="Somak Das" userId="S::sdas@floridapoly.edu::98cebb13-2fc4-4808-95b9-daeb7e6acc01" providerId="AD" clId="Web-{B561A60A-8E1C-7FB4-0DE0-A4F3F9A1E291}" dt="2024-08-21T15:15:18.914" v="124"/>
          <ac:cxnSpMkLst>
            <pc:docMk/>
            <pc:sldMk cId="3333729908" sldId="391"/>
            <ac:cxnSpMk id="52" creationId="{6FD961DF-19AA-40DB-C849-23E82F84C023}"/>
          </ac:cxnSpMkLst>
        </pc:cxnChg>
      </pc:sldChg>
      <pc:sldChg chg="modSp ord addAnim">
        <pc:chgData name="Somak Das" userId="S::sdas@floridapoly.edu::98cebb13-2fc4-4808-95b9-daeb7e6acc01" providerId="AD" clId="Web-{B561A60A-8E1C-7FB4-0DE0-A4F3F9A1E291}" dt="2024-08-21T15:42:24.517" v="232"/>
        <pc:sldMkLst>
          <pc:docMk/>
          <pc:sldMk cId="3092200611" sldId="392"/>
        </pc:sldMkLst>
        <pc:spChg chg="mod">
          <ac:chgData name="Somak Das" userId="S::sdas@floridapoly.edu::98cebb13-2fc4-4808-95b9-daeb7e6acc01" providerId="AD" clId="Web-{B561A60A-8E1C-7FB4-0DE0-A4F3F9A1E291}" dt="2024-08-21T15:13:36.739" v="118" actId="1076"/>
          <ac:spMkLst>
            <pc:docMk/>
            <pc:sldMk cId="3092200611" sldId="392"/>
            <ac:spMk id="2" creationId="{F4004ADC-054C-3DF0-D439-4169002A1920}"/>
          </ac:spMkLst>
        </pc:spChg>
        <pc:spChg chg="mod">
          <ac:chgData name="Somak Das" userId="S::sdas@floridapoly.edu::98cebb13-2fc4-4808-95b9-daeb7e6acc01" providerId="AD" clId="Web-{B561A60A-8E1C-7FB4-0DE0-A4F3F9A1E291}" dt="2024-08-21T15:13:47.114" v="119" actId="1076"/>
          <ac:spMkLst>
            <pc:docMk/>
            <pc:sldMk cId="3092200611" sldId="392"/>
            <ac:spMk id="3" creationId="{BE1B3976-A099-6675-6DEA-6DFC2DE8D49F}"/>
          </ac:spMkLst>
        </pc:spChg>
        <pc:picChg chg="mod">
          <ac:chgData name="Somak Das" userId="S::sdas@floridapoly.edu::98cebb13-2fc4-4808-95b9-daeb7e6acc01" providerId="AD" clId="Web-{B561A60A-8E1C-7FB4-0DE0-A4F3F9A1E291}" dt="2024-08-21T15:13:53.692" v="120" actId="1076"/>
          <ac:picMkLst>
            <pc:docMk/>
            <pc:sldMk cId="3092200611" sldId="392"/>
            <ac:picMk id="1026" creationId="{0FFE5A21-A2CF-9ECD-CF03-D62863655169}"/>
          </ac:picMkLst>
        </pc:picChg>
        <pc:picChg chg="mod">
          <ac:chgData name="Somak Das" userId="S::sdas@floridapoly.edu::98cebb13-2fc4-4808-95b9-daeb7e6acc01" providerId="AD" clId="Web-{B561A60A-8E1C-7FB4-0DE0-A4F3F9A1E291}" dt="2024-08-21T15:13:59.818" v="121" actId="1076"/>
          <ac:picMkLst>
            <pc:docMk/>
            <pc:sldMk cId="3092200611" sldId="392"/>
            <ac:picMk id="1028" creationId="{379A1608-04B6-B747-B554-604CAE7373B9}"/>
          </ac:picMkLst>
        </pc:picChg>
      </pc:sldChg>
      <pc:sldChg chg="modSp ord addAnim">
        <pc:chgData name="Somak Das" userId="S::sdas@floridapoly.edu::98cebb13-2fc4-4808-95b9-daeb7e6acc01" providerId="AD" clId="Web-{B561A60A-8E1C-7FB4-0DE0-A4F3F9A1E291}" dt="2024-08-21T15:41:59.078" v="229"/>
        <pc:sldMkLst>
          <pc:docMk/>
          <pc:sldMk cId="1533984678" sldId="393"/>
        </pc:sldMkLst>
        <pc:spChg chg="mod">
          <ac:chgData name="Somak Das" userId="S::sdas@floridapoly.edu::98cebb13-2fc4-4808-95b9-daeb7e6acc01" providerId="AD" clId="Web-{B561A60A-8E1C-7FB4-0DE0-A4F3F9A1E291}" dt="2024-08-21T15:11:40.188" v="111" actId="1076"/>
          <ac:spMkLst>
            <pc:docMk/>
            <pc:sldMk cId="1533984678" sldId="393"/>
            <ac:spMk id="2" creationId="{F4004ADC-054C-3DF0-D439-4169002A1920}"/>
          </ac:spMkLst>
        </pc:spChg>
        <pc:spChg chg="mod">
          <ac:chgData name="Somak Das" userId="S::sdas@floridapoly.edu::98cebb13-2fc4-4808-95b9-daeb7e6acc01" providerId="AD" clId="Web-{B561A60A-8E1C-7FB4-0DE0-A4F3F9A1E291}" dt="2024-08-21T15:13:27.051" v="117" actId="14100"/>
          <ac:spMkLst>
            <pc:docMk/>
            <pc:sldMk cId="1533984678" sldId="393"/>
            <ac:spMk id="3" creationId="{BE1B3976-A099-6675-6DEA-6DFC2DE8D49F}"/>
          </ac:spMkLst>
        </pc:spChg>
      </pc:sldChg>
      <pc:sldChg chg="addSp delSp modSp addAnim delAnim">
        <pc:chgData name="Somak Das" userId="S::sdas@floridapoly.edu::98cebb13-2fc4-4808-95b9-daeb7e6acc01" providerId="AD" clId="Web-{B561A60A-8E1C-7FB4-0DE0-A4F3F9A1E291}" dt="2024-08-21T17:46:08.135" v="424"/>
        <pc:sldMkLst>
          <pc:docMk/>
          <pc:sldMk cId="3120438824" sldId="394"/>
        </pc:sldMkLst>
        <pc:spChg chg="mod">
          <ac:chgData name="Somak Das" userId="S::sdas@floridapoly.edu::98cebb13-2fc4-4808-95b9-daeb7e6acc01" providerId="AD" clId="Web-{B561A60A-8E1C-7FB4-0DE0-A4F3F9A1E291}" dt="2024-08-21T17:01:17.986" v="241" actId="20577"/>
          <ac:spMkLst>
            <pc:docMk/>
            <pc:sldMk cId="3120438824" sldId="394"/>
            <ac:spMk id="2" creationId="{1D260AD2-EEE2-EB1B-1BE8-1C275BAB6F4C}"/>
          </ac:spMkLst>
        </pc:spChg>
        <pc:spChg chg="mod">
          <ac:chgData name="Somak Das" userId="S::sdas@floridapoly.edu::98cebb13-2fc4-4808-95b9-daeb7e6acc01" providerId="AD" clId="Web-{B561A60A-8E1C-7FB4-0DE0-A4F3F9A1E291}" dt="2024-08-21T17:07:21.421" v="342" actId="20577"/>
          <ac:spMkLst>
            <pc:docMk/>
            <pc:sldMk cId="3120438824" sldId="394"/>
            <ac:spMk id="3" creationId="{354C05FE-4A37-CB70-1118-E3D35ABBC8A2}"/>
          </ac:spMkLst>
        </pc:spChg>
        <pc:spChg chg="add mod">
          <ac:chgData name="Somak Das" userId="S::sdas@floridapoly.edu::98cebb13-2fc4-4808-95b9-daeb7e6acc01" providerId="AD" clId="Web-{B561A60A-8E1C-7FB4-0DE0-A4F3F9A1E291}" dt="2024-08-21T17:45:38.939" v="419" actId="1076"/>
          <ac:spMkLst>
            <pc:docMk/>
            <pc:sldMk cId="3120438824" sldId="394"/>
            <ac:spMk id="4" creationId="{7086AB1D-201C-425C-3D8E-0F5A367D9487}"/>
          </ac:spMkLst>
        </pc:spChg>
        <pc:picChg chg="del">
          <ac:chgData name="Somak Das" userId="S::sdas@floridapoly.edu::98cebb13-2fc4-4808-95b9-daeb7e6acc01" providerId="AD" clId="Web-{B561A60A-8E1C-7FB4-0DE0-A4F3F9A1E291}" dt="2024-08-21T17:42:50.106" v="343"/>
          <ac:picMkLst>
            <pc:docMk/>
            <pc:sldMk cId="3120438824" sldId="394"/>
            <ac:picMk id="14" creationId="{D54615E2-415A-0F25-8B7F-BE79FF00311C}"/>
          </ac:picMkLst>
        </pc:picChg>
      </pc:sldChg>
      <pc:sldChg chg="del ord">
        <pc:chgData name="Somak Das" userId="S::sdas@floridapoly.edu::98cebb13-2fc4-4808-95b9-daeb7e6acc01" providerId="AD" clId="Web-{B561A60A-8E1C-7FB4-0DE0-A4F3F9A1E291}" dt="2024-08-21T15:36:02.066" v="155"/>
        <pc:sldMkLst>
          <pc:docMk/>
          <pc:sldMk cId="1941020335" sldId="395"/>
        </pc:sldMkLst>
      </pc:sldChg>
      <pc:sldChg chg="modSp">
        <pc:chgData name="Somak Das" userId="S::sdas@floridapoly.edu::98cebb13-2fc4-4808-95b9-daeb7e6acc01" providerId="AD" clId="Web-{B561A60A-8E1C-7FB4-0DE0-A4F3F9A1E291}" dt="2024-08-21T15:30:46.445" v="146" actId="1076"/>
        <pc:sldMkLst>
          <pc:docMk/>
          <pc:sldMk cId="784239317" sldId="403"/>
        </pc:sldMkLst>
        <pc:spChg chg="mod">
          <ac:chgData name="Somak Das" userId="S::sdas@floridapoly.edu::98cebb13-2fc4-4808-95b9-daeb7e6acc01" providerId="AD" clId="Web-{B561A60A-8E1C-7FB4-0DE0-A4F3F9A1E291}" dt="2024-08-21T15:30:46.445" v="146" actId="1076"/>
          <ac:spMkLst>
            <pc:docMk/>
            <pc:sldMk cId="784239317" sldId="403"/>
            <ac:spMk id="2" creationId="{CE0A8BFF-1C3E-72D0-05E8-C3870734035F}"/>
          </ac:spMkLst>
        </pc:spChg>
        <pc:picChg chg="mod">
          <ac:chgData name="Somak Das" userId="S::sdas@floridapoly.edu::98cebb13-2fc4-4808-95b9-daeb7e6acc01" providerId="AD" clId="Web-{B561A60A-8E1C-7FB4-0DE0-A4F3F9A1E291}" dt="2024-08-21T15:30:38.617" v="145" actId="1076"/>
          <ac:picMkLst>
            <pc:docMk/>
            <pc:sldMk cId="784239317" sldId="403"/>
            <ac:picMk id="6" creationId="{CB739C54-C338-80F2-8EC0-883E6000A5CA}"/>
          </ac:picMkLst>
        </pc:picChg>
      </pc:sldChg>
      <pc:sldChg chg="addSp delSp modSp new addAnim delAnim">
        <pc:chgData name="Somak Das" userId="S::sdas@floridapoly.edu::98cebb13-2fc4-4808-95b9-daeb7e6acc01" providerId="AD" clId="Web-{B561A60A-8E1C-7FB4-0DE0-A4F3F9A1E291}" dt="2024-08-21T17:47:29.888" v="442"/>
        <pc:sldMkLst>
          <pc:docMk/>
          <pc:sldMk cId="452420084" sldId="407"/>
        </pc:sldMkLst>
        <pc:spChg chg="mod">
          <ac:chgData name="Somak Das" userId="S::sdas@floridapoly.edu::98cebb13-2fc4-4808-95b9-daeb7e6acc01" providerId="AD" clId="Web-{B561A60A-8E1C-7FB4-0DE0-A4F3F9A1E291}" dt="2024-08-21T17:47:05.668" v="431" actId="20577"/>
          <ac:spMkLst>
            <pc:docMk/>
            <pc:sldMk cId="452420084" sldId="407"/>
            <ac:spMk id="2" creationId="{DCC7CE86-258F-DDED-4030-6954F0729A1A}"/>
          </ac:spMkLst>
        </pc:spChg>
        <pc:spChg chg="del">
          <ac:chgData name="Somak Das" userId="S::sdas@floridapoly.edu::98cebb13-2fc4-4808-95b9-daeb7e6acc01" providerId="AD" clId="Web-{B561A60A-8E1C-7FB4-0DE0-A4F3F9A1E291}" dt="2024-08-21T17:47:10.668" v="432"/>
          <ac:spMkLst>
            <pc:docMk/>
            <pc:sldMk cId="452420084" sldId="407"/>
            <ac:spMk id="3" creationId="{AB73F3C7-F5AB-C267-25E8-8DE4DE41E843}"/>
          </ac:spMkLst>
        </pc:spChg>
        <pc:spChg chg="add mod">
          <ac:chgData name="Somak Das" userId="S::sdas@floridapoly.edu::98cebb13-2fc4-4808-95b9-daeb7e6acc01" providerId="AD" clId="Web-{B561A60A-8E1C-7FB4-0DE0-A4F3F9A1E291}" dt="2024-08-21T17:47:25.199" v="434" actId="1076"/>
          <ac:spMkLst>
            <pc:docMk/>
            <pc:sldMk cId="452420084" sldId="407"/>
            <ac:spMk id="5" creationId="{2F9054FB-F84B-479C-5BC5-0ACDD7CC4440}"/>
          </ac:spMkLst>
        </pc:spChg>
      </pc:sldChg>
    </pc:docChg>
  </pc:docChgLst>
  <pc:docChgLst>
    <pc:chgData name="Somak Das" userId="S::sdas@floridapoly.edu::98cebb13-2fc4-4808-95b9-daeb7e6acc01" providerId="AD" clId="Web-{71361FC9-A3A7-296D-CE62-EEB1C02E736D}"/>
    <pc:docChg chg="modSld sldOrd">
      <pc:chgData name="Somak Das" userId="S::sdas@floridapoly.edu::98cebb13-2fc4-4808-95b9-daeb7e6acc01" providerId="AD" clId="Web-{71361FC9-A3A7-296D-CE62-EEB1C02E736D}" dt="2024-08-22T16:52:57.857" v="2" actId="20577"/>
      <pc:docMkLst>
        <pc:docMk/>
      </pc:docMkLst>
      <pc:sldChg chg="ord">
        <pc:chgData name="Somak Das" userId="S::sdas@floridapoly.edu::98cebb13-2fc4-4808-95b9-daeb7e6acc01" providerId="AD" clId="Web-{71361FC9-A3A7-296D-CE62-EEB1C02E736D}" dt="2024-08-22T16:52:03.668" v="0"/>
        <pc:sldMkLst>
          <pc:docMk/>
          <pc:sldMk cId="443300659" sldId="325"/>
        </pc:sldMkLst>
      </pc:sldChg>
      <pc:sldChg chg="modSp">
        <pc:chgData name="Somak Das" userId="S::sdas@floridapoly.edu::98cebb13-2fc4-4808-95b9-daeb7e6acc01" providerId="AD" clId="Web-{71361FC9-A3A7-296D-CE62-EEB1C02E736D}" dt="2024-08-22T16:52:57.857" v="2" actId="20577"/>
        <pc:sldMkLst>
          <pc:docMk/>
          <pc:sldMk cId="408905727" sldId="326"/>
        </pc:sldMkLst>
        <pc:spChg chg="mod">
          <ac:chgData name="Somak Das" userId="S::sdas@floridapoly.edu::98cebb13-2fc4-4808-95b9-daeb7e6acc01" providerId="AD" clId="Web-{71361FC9-A3A7-296D-CE62-EEB1C02E736D}" dt="2024-08-22T16:52:57.857" v="2" actId="20577"/>
          <ac:spMkLst>
            <pc:docMk/>
            <pc:sldMk cId="408905727" sldId="326"/>
            <ac:spMk id="3" creationId="{478DDA4F-8E89-D201-D77B-6D70317809B9}"/>
          </ac:spMkLst>
        </pc:spChg>
      </pc:sldChg>
    </pc:docChg>
  </pc:docChgLst>
  <pc:docChgLst>
    <pc:chgData name="Somak Das" userId="S::sdas@floridapoly.edu::98cebb13-2fc4-4808-95b9-daeb7e6acc01" providerId="AD" clId="Web-{481234EF-4B4E-FD0B-D859-8458AD20B99E}"/>
    <pc:docChg chg="addSld delSld modSld sldOrd">
      <pc:chgData name="Somak Das" userId="S::sdas@floridapoly.edu::98cebb13-2fc4-4808-95b9-daeb7e6acc01" providerId="AD" clId="Web-{481234EF-4B4E-FD0B-D859-8458AD20B99E}" dt="2024-08-22T14:40:13.213" v="760" actId="1076"/>
      <pc:docMkLst>
        <pc:docMk/>
      </pc:docMkLst>
      <pc:sldChg chg="add del">
        <pc:chgData name="Somak Das" userId="S::sdas@floridapoly.edu::98cebb13-2fc4-4808-95b9-daeb7e6acc01" providerId="AD" clId="Web-{481234EF-4B4E-FD0B-D859-8458AD20B99E}" dt="2024-08-22T07:11:32.439" v="393"/>
        <pc:sldMkLst>
          <pc:docMk/>
          <pc:sldMk cId="1616182179" sldId="257"/>
        </pc:sldMkLst>
      </pc:sldChg>
      <pc:sldChg chg="delSp modSp add">
        <pc:chgData name="Somak Das" userId="S::sdas@floridapoly.edu::98cebb13-2fc4-4808-95b9-daeb7e6acc01" providerId="AD" clId="Web-{481234EF-4B4E-FD0B-D859-8458AD20B99E}" dt="2024-08-22T07:26:09.875" v="431" actId="14100"/>
        <pc:sldMkLst>
          <pc:docMk/>
          <pc:sldMk cId="1418437035" sldId="315"/>
        </pc:sldMkLst>
        <pc:spChg chg="mod">
          <ac:chgData name="Somak Das" userId="S::sdas@floridapoly.edu::98cebb13-2fc4-4808-95b9-daeb7e6acc01" providerId="AD" clId="Web-{481234EF-4B4E-FD0B-D859-8458AD20B99E}" dt="2024-08-22T07:12:00.971" v="396" actId="20577"/>
          <ac:spMkLst>
            <pc:docMk/>
            <pc:sldMk cId="1418437035" sldId="315"/>
            <ac:spMk id="4" creationId="{10B73E1C-4453-5678-D29C-F4304DB4C6CA}"/>
          </ac:spMkLst>
        </pc:spChg>
        <pc:spChg chg="mod">
          <ac:chgData name="Somak Das" userId="S::sdas@floridapoly.edu::98cebb13-2fc4-4808-95b9-daeb7e6acc01" providerId="AD" clId="Web-{481234EF-4B4E-FD0B-D859-8458AD20B99E}" dt="2024-08-22T07:26:09.875" v="431" actId="14100"/>
          <ac:spMkLst>
            <pc:docMk/>
            <pc:sldMk cId="1418437035" sldId="315"/>
            <ac:spMk id="6" creationId="{4566C2B3-50DC-E041-A89A-7E3D6B757069}"/>
          </ac:spMkLst>
        </pc:spChg>
        <pc:spChg chg="mod">
          <ac:chgData name="Somak Das" userId="S::sdas@floridapoly.edu::98cebb13-2fc4-4808-95b9-daeb7e6acc01" providerId="AD" clId="Web-{481234EF-4B4E-FD0B-D859-8458AD20B99E}" dt="2024-08-22T07:12:09.050" v="397" actId="1076"/>
          <ac:spMkLst>
            <pc:docMk/>
            <pc:sldMk cId="1418437035" sldId="315"/>
            <ac:spMk id="8" creationId="{CB1CBEC3-427C-90C3-874C-8CF78648C4AD}"/>
          </ac:spMkLst>
        </pc:spChg>
        <pc:spChg chg="mod">
          <ac:chgData name="Somak Das" userId="S::sdas@floridapoly.edu::98cebb13-2fc4-4808-95b9-daeb7e6acc01" providerId="AD" clId="Web-{481234EF-4B4E-FD0B-D859-8458AD20B99E}" dt="2024-08-22T07:12:44.738" v="401" actId="1076"/>
          <ac:spMkLst>
            <pc:docMk/>
            <pc:sldMk cId="1418437035" sldId="315"/>
            <ac:spMk id="9" creationId="{D5387E9A-CE15-39FE-9450-E826C7E48D0F}"/>
          </ac:spMkLst>
        </pc:spChg>
        <pc:spChg chg="del mod">
          <ac:chgData name="Somak Das" userId="S::sdas@floridapoly.edu::98cebb13-2fc4-4808-95b9-daeb7e6acc01" providerId="AD" clId="Web-{481234EF-4B4E-FD0B-D859-8458AD20B99E}" dt="2024-08-22T07:12:22.831" v="399"/>
          <ac:spMkLst>
            <pc:docMk/>
            <pc:sldMk cId="1418437035" sldId="315"/>
            <ac:spMk id="10" creationId="{C9996246-EF2D-EDEE-5D70-FF913E45C39E}"/>
          </ac:spMkLst>
        </pc:spChg>
        <pc:spChg chg="mod">
          <ac:chgData name="Somak Das" userId="S::sdas@floridapoly.edu::98cebb13-2fc4-4808-95b9-daeb7e6acc01" providerId="AD" clId="Web-{481234EF-4B4E-FD0B-D859-8458AD20B99E}" dt="2024-08-22T07:12:51.004" v="402" actId="1076"/>
          <ac:spMkLst>
            <pc:docMk/>
            <pc:sldMk cId="1418437035" sldId="315"/>
            <ac:spMk id="11" creationId="{31FAEBB8-6AC4-D58F-EA92-C15CFBAC06BB}"/>
          </ac:spMkLst>
        </pc:spChg>
      </pc:sldChg>
      <pc:sldChg chg="delSp modSp add">
        <pc:chgData name="Somak Das" userId="S::sdas@floridapoly.edu::98cebb13-2fc4-4808-95b9-daeb7e6acc01" providerId="AD" clId="Web-{481234EF-4B4E-FD0B-D859-8458AD20B99E}" dt="2024-08-22T07:14:05.428" v="408" actId="1076"/>
        <pc:sldMkLst>
          <pc:docMk/>
          <pc:sldMk cId="381369815" sldId="316"/>
        </pc:sldMkLst>
        <pc:spChg chg="mod">
          <ac:chgData name="Somak Das" userId="S::sdas@floridapoly.edu::98cebb13-2fc4-4808-95b9-daeb7e6acc01" providerId="AD" clId="Web-{481234EF-4B4E-FD0B-D859-8458AD20B99E}" dt="2024-08-22T07:14:05.428" v="408" actId="1076"/>
          <ac:spMkLst>
            <pc:docMk/>
            <pc:sldMk cId="381369815" sldId="316"/>
            <ac:spMk id="6" creationId="{4566C2B3-50DC-E041-A89A-7E3D6B757069}"/>
          </ac:spMkLst>
        </pc:spChg>
        <pc:spChg chg="del mod">
          <ac:chgData name="Somak Das" userId="S::sdas@floridapoly.edu::98cebb13-2fc4-4808-95b9-daeb7e6acc01" providerId="AD" clId="Web-{481234EF-4B4E-FD0B-D859-8458AD20B99E}" dt="2024-08-22T07:13:45.397" v="406"/>
          <ac:spMkLst>
            <pc:docMk/>
            <pc:sldMk cId="381369815" sldId="316"/>
            <ac:spMk id="10" creationId="{C9996246-EF2D-EDEE-5D70-FF913E45C39E}"/>
          </ac:spMkLst>
        </pc:spChg>
      </pc:sldChg>
      <pc:sldChg chg="modSp add">
        <pc:chgData name="Somak Das" userId="S::sdas@floridapoly.edu::98cebb13-2fc4-4808-95b9-daeb7e6acc01" providerId="AD" clId="Web-{481234EF-4B4E-FD0B-D859-8458AD20B99E}" dt="2024-08-22T07:13:30.396" v="404" actId="1076"/>
        <pc:sldMkLst>
          <pc:docMk/>
          <pc:sldMk cId="494098789" sldId="318"/>
        </pc:sldMkLst>
        <pc:spChg chg="mod">
          <ac:chgData name="Somak Das" userId="S::sdas@floridapoly.edu::98cebb13-2fc4-4808-95b9-daeb7e6acc01" providerId="AD" clId="Web-{481234EF-4B4E-FD0B-D859-8458AD20B99E}" dt="2024-08-22T07:13:30.396" v="404" actId="1076"/>
          <ac:spMkLst>
            <pc:docMk/>
            <pc:sldMk cId="494098789" sldId="318"/>
            <ac:spMk id="11" creationId="{E6B4A249-1AAB-F8FA-1A47-CC2B153E8B07}"/>
          </ac:spMkLst>
        </pc:spChg>
      </pc:sldChg>
      <pc:sldChg chg="addSp delSp modSp mod modClrScheme chgLayout">
        <pc:chgData name="Somak Das" userId="S::sdas@floridapoly.edu::98cebb13-2fc4-4808-95b9-daeb7e6acc01" providerId="AD" clId="Web-{481234EF-4B4E-FD0B-D859-8458AD20B99E}" dt="2024-08-22T06:11:31.088" v="158" actId="14100"/>
        <pc:sldMkLst>
          <pc:docMk/>
          <pc:sldMk cId="292029867" sldId="324"/>
        </pc:sldMkLst>
        <pc:spChg chg="del">
          <ac:chgData name="Somak Das" userId="S::sdas@floridapoly.edu::98cebb13-2fc4-4808-95b9-daeb7e6acc01" providerId="AD" clId="Web-{481234EF-4B4E-FD0B-D859-8458AD20B99E}" dt="2024-08-22T06:09:07.740" v="133"/>
          <ac:spMkLst>
            <pc:docMk/>
            <pc:sldMk cId="292029867" sldId="324"/>
            <ac:spMk id="3" creationId="{8EA75E41-EE76-231D-8C38-7108561D1D08}"/>
          </ac:spMkLst>
        </pc:spChg>
        <pc:spChg chg="add mod ord">
          <ac:chgData name="Somak Das" userId="S::sdas@floridapoly.edu::98cebb13-2fc4-4808-95b9-daeb7e6acc01" providerId="AD" clId="Web-{481234EF-4B4E-FD0B-D859-8458AD20B99E}" dt="2024-08-22T06:11:31.088" v="158" actId="14100"/>
          <ac:spMkLst>
            <pc:docMk/>
            <pc:sldMk cId="292029867" sldId="324"/>
            <ac:spMk id="4" creationId="{B49FBBA6-51CD-ECB5-0BFA-6ACDFC22E148}"/>
          </ac:spMkLst>
        </pc:spChg>
      </pc:sldChg>
      <pc:sldChg chg="modSp">
        <pc:chgData name="Somak Das" userId="S::sdas@floridapoly.edu::98cebb13-2fc4-4808-95b9-daeb7e6acc01" providerId="AD" clId="Web-{481234EF-4B4E-FD0B-D859-8458AD20B99E}" dt="2024-08-22T04:50:59.250" v="5" actId="1076"/>
        <pc:sldMkLst>
          <pc:docMk/>
          <pc:sldMk cId="408905727" sldId="326"/>
        </pc:sldMkLst>
        <pc:picChg chg="mod">
          <ac:chgData name="Somak Das" userId="S::sdas@floridapoly.edu::98cebb13-2fc4-4808-95b9-daeb7e6acc01" providerId="AD" clId="Web-{481234EF-4B4E-FD0B-D859-8458AD20B99E}" dt="2024-08-22T04:50:42.969" v="3" actId="14100"/>
          <ac:picMkLst>
            <pc:docMk/>
            <pc:sldMk cId="408905727" sldId="326"/>
            <ac:picMk id="9" creationId="{C8FC10DD-3F94-88D1-C2C7-E072DC8A3F8B}"/>
          </ac:picMkLst>
        </pc:picChg>
        <pc:picChg chg="mod">
          <ac:chgData name="Somak Das" userId="S::sdas@floridapoly.edu::98cebb13-2fc4-4808-95b9-daeb7e6acc01" providerId="AD" clId="Web-{481234EF-4B4E-FD0B-D859-8458AD20B99E}" dt="2024-08-22T04:50:59.250" v="5" actId="1076"/>
          <ac:picMkLst>
            <pc:docMk/>
            <pc:sldMk cId="408905727" sldId="326"/>
            <ac:picMk id="13" creationId="{25710B6F-9705-7AC8-C2C8-BB6DDDDD4D40}"/>
          </ac:picMkLst>
        </pc:picChg>
      </pc:sldChg>
      <pc:sldChg chg="modSp">
        <pc:chgData name="Somak Das" userId="S::sdas@floridapoly.edu::98cebb13-2fc4-4808-95b9-daeb7e6acc01" providerId="AD" clId="Web-{481234EF-4B4E-FD0B-D859-8458AD20B99E}" dt="2024-08-22T04:51:36.626" v="10" actId="20577"/>
        <pc:sldMkLst>
          <pc:docMk/>
          <pc:sldMk cId="1955294139" sldId="327"/>
        </pc:sldMkLst>
        <pc:spChg chg="mod">
          <ac:chgData name="Somak Das" userId="S::sdas@floridapoly.edu::98cebb13-2fc4-4808-95b9-daeb7e6acc01" providerId="AD" clId="Web-{481234EF-4B4E-FD0B-D859-8458AD20B99E}" dt="2024-08-22T04:51:36.626" v="10" actId="20577"/>
          <ac:spMkLst>
            <pc:docMk/>
            <pc:sldMk cId="1955294139" sldId="327"/>
            <ac:spMk id="3" creationId="{BD7FC757-8098-03FA-77DF-6AC1266D2843}"/>
          </ac:spMkLst>
        </pc:spChg>
      </pc:sldChg>
      <pc:sldChg chg="addSp modSp mod setBg">
        <pc:chgData name="Somak Das" userId="S::sdas@floridapoly.edu::98cebb13-2fc4-4808-95b9-daeb7e6acc01" providerId="AD" clId="Web-{481234EF-4B4E-FD0B-D859-8458AD20B99E}" dt="2024-08-22T07:01:21.168" v="353" actId="20577"/>
        <pc:sldMkLst>
          <pc:docMk/>
          <pc:sldMk cId="3028613903" sldId="329"/>
        </pc:sldMkLst>
        <pc:spChg chg="mod">
          <ac:chgData name="Somak Das" userId="S::sdas@floridapoly.edu::98cebb13-2fc4-4808-95b9-daeb7e6acc01" providerId="AD" clId="Web-{481234EF-4B4E-FD0B-D859-8458AD20B99E}" dt="2024-08-22T07:01:21.168" v="353" actId="20577"/>
          <ac:spMkLst>
            <pc:docMk/>
            <pc:sldMk cId="3028613903" sldId="329"/>
            <ac:spMk id="2" creationId="{BF13EF9D-9BE0-86BD-7E78-FC7705327ED8}"/>
          </ac:spMkLst>
        </pc:spChg>
        <pc:spChg chg="mod">
          <ac:chgData name="Somak Das" userId="S::sdas@floridapoly.edu::98cebb13-2fc4-4808-95b9-daeb7e6acc01" providerId="AD" clId="Web-{481234EF-4B4E-FD0B-D859-8458AD20B99E}" dt="2024-08-22T06:02:59.744" v="75" actId="20577"/>
          <ac:spMkLst>
            <pc:docMk/>
            <pc:sldMk cId="3028613903" sldId="329"/>
            <ac:spMk id="3" creationId="{DC52C186-7861-1562-8876-8114F3D4FBFD}"/>
          </ac:spMkLst>
        </pc:spChg>
        <pc:spChg chg="mod">
          <ac:chgData name="Somak Das" userId="S::sdas@floridapoly.edu::98cebb13-2fc4-4808-95b9-daeb7e6acc01" providerId="AD" clId="Web-{481234EF-4B4E-FD0B-D859-8458AD20B99E}" dt="2024-08-22T06:02:23.102" v="71" actId="1076"/>
          <ac:spMkLst>
            <pc:docMk/>
            <pc:sldMk cId="3028613903" sldId="329"/>
            <ac:spMk id="4" creationId="{D103B5C0-D4CF-5EBE-EF3A-416783B20075}"/>
          </ac:spMkLst>
        </pc:spChg>
        <pc:spChg chg="add">
          <ac:chgData name="Somak Das" userId="S::sdas@floridapoly.edu::98cebb13-2fc4-4808-95b9-daeb7e6acc01" providerId="AD" clId="Web-{481234EF-4B4E-FD0B-D859-8458AD20B99E}" dt="2024-08-22T05:55:30.745" v="32"/>
          <ac:spMkLst>
            <pc:docMk/>
            <pc:sldMk cId="3028613903" sldId="329"/>
            <ac:spMk id="11" creationId="{BACC6370-2D7E-4714-9D71-7542949D7D5D}"/>
          </ac:spMkLst>
        </pc:spChg>
        <pc:spChg chg="add">
          <ac:chgData name="Somak Das" userId="S::sdas@floridapoly.edu::98cebb13-2fc4-4808-95b9-daeb7e6acc01" providerId="AD" clId="Web-{481234EF-4B4E-FD0B-D859-8458AD20B99E}" dt="2024-08-22T05:55:30.745" v="32"/>
          <ac:spMkLst>
            <pc:docMk/>
            <pc:sldMk cId="3028613903" sldId="329"/>
            <ac:spMk id="13" creationId="{F68B3F68-107C-434F-AA38-110D5EA91B85}"/>
          </ac:spMkLst>
        </pc:spChg>
        <pc:spChg chg="add">
          <ac:chgData name="Somak Das" userId="S::sdas@floridapoly.edu::98cebb13-2fc4-4808-95b9-daeb7e6acc01" providerId="AD" clId="Web-{481234EF-4B4E-FD0B-D859-8458AD20B99E}" dt="2024-08-22T05:55:30.745" v="32"/>
          <ac:spMkLst>
            <pc:docMk/>
            <pc:sldMk cId="3028613903" sldId="329"/>
            <ac:spMk id="15" creationId="{AAD0DBB9-1A4B-4391-81D4-CB19F9AB918A}"/>
          </ac:spMkLst>
        </pc:spChg>
        <pc:spChg chg="add">
          <ac:chgData name="Somak Das" userId="S::sdas@floridapoly.edu::98cebb13-2fc4-4808-95b9-daeb7e6acc01" providerId="AD" clId="Web-{481234EF-4B4E-FD0B-D859-8458AD20B99E}" dt="2024-08-22T05:55:30.745" v="32"/>
          <ac:spMkLst>
            <pc:docMk/>
            <pc:sldMk cId="3028613903" sldId="329"/>
            <ac:spMk id="17" creationId="{063BBA22-50EA-4C4D-BE05-F1CE4E63AA56}"/>
          </ac:spMkLst>
        </pc:spChg>
        <pc:picChg chg="mod">
          <ac:chgData name="Somak Das" userId="S::sdas@floridapoly.edu::98cebb13-2fc4-4808-95b9-daeb7e6acc01" providerId="AD" clId="Web-{481234EF-4B4E-FD0B-D859-8458AD20B99E}" dt="2024-08-22T06:02:18.477" v="70" actId="1076"/>
          <ac:picMkLst>
            <pc:docMk/>
            <pc:sldMk cId="3028613903" sldId="329"/>
            <ac:picMk id="5" creationId="{64C96BA6-AC0C-38D2-6B12-93A54EA481C4}"/>
          </ac:picMkLst>
        </pc:picChg>
      </pc:sldChg>
      <pc:sldChg chg="addSp modSp mod setBg">
        <pc:chgData name="Somak Das" userId="S::sdas@floridapoly.edu::98cebb13-2fc4-4808-95b9-daeb7e6acc01" providerId="AD" clId="Web-{481234EF-4B4E-FD0B-D859-8458AD20B99E}" dt="2024-08-22T06:07:04.455" v="131" actId="20577"/>
        <pc:sldMkLst>
          <pc:docMk/>
          <pc:sldMk cId="3318097273" sldId="332"/>
        </pc:sldMkLst>
        <pc:spChg chg="mod">
          <ac:chgData name="Somak Das" userId="S::sdas@floridapoly.edu::98cebb13-2fc4-4808-95b9-daeb7e6acc01" providerId="AD" clId="Web-{481234EF-4B4E-FD0B-D859-8458AD20B99E}" dt="2024-08-22T05:56:30.794" v="45"/>
          <ac:spMkLst>
            <pc:docMk/>
            <pc:sldMk cId="3318097273" sldId="332"/>
            <ac:spMk id="2" creationId="{1D260AD2-EEE2-EB1B-1BE8-1C275BAB6F4C}"/>
          </ac:spMkLst>
        </pc:spChg>
        <pc:spChg chg="mod">
          <ac:chgData name="Somak Das" userId="S::sdas@floridapoly.edu::98cebb13-2fc4-4808-95b9-daeb7e6acc01" providerId="AD" clId="Web-{481234EF-4B4E-FD0B-D859-8458AD20B99E}" dt="2024-08-22T06:04:46.388" v="90" actId="20577"/>
          <ac:spMkLst>
            <pc:docMk/>
            <pc:sldMk cId="3318097273" sldId="332"/>
            <ac:spMk id="3" creationId="{354C05FE-4A37-CB70-1118-E3D35ABBC8A2}"/>
          </ac:spMkLst>
        </pc:spChg>
        <pc:spChg chg="mod">
          <ac:chgData name="Somak Das" userId="S::sdas@floridapoly.edu::98cebb13-2fc4-4808-95b9-daeb7e6acc01" providerId="AD" clId="Web-{481234EF-4B4E-FD0B-D859-8458AD20B99E}" dt="2024-08-22T06:04:23.465" v="88" actId="20577"/>
          <ac:spMkLst>
            <pc:docMk/>
            <pc:sldMk cId="3318097273" sldId="332"/>
            <ac:spMk id="4" creationId="{28EF37E4-C88E-0688-3EAE-D88D740A72D3}"/>
          </ac:spMkLst>
        </pc:spChg>
        <pc:spChg chg="mod">
          <ac:chgData name="Somak Das" userId="S::sdas@floridapoly.edu::98cebb13-2fc4-4808-95b9-daeb7e6acc01" providerId="AD" clId="Web-{481234EF-4B4E-FD0B-D859-8458AD20B99E}" dt="2024-08-22T06:07:04.455" v="131" actId="20577"/>
          <ac:spMkLst>
            <pc:docMk/>
            <pc:sldMk cId="3318097273" sldId="332"/>
            <ac:spMk id="6" creationId="{E88614C3-D617-BE48-B016-860E74C0DCE5}"/>
          </ac:spMkLst>
        </pc:spChg>
        <pc:spChg chg="add">
          <ac:chgData name="Somak Das" userId="S::sdas@floridapoly.edu::98cebb13-2fc4-4808-95b9-daeb7e6acc01" providerId="AD" clId="Web-{481234EF-4B4E-FD0B-D859-8458AD20B99E}" dt="2024-08-22T05:56:30.794" v="45"/>
          <ac:spMkLst>
            <pc:docMk/>
            <pc:sldMk cId="3318097273" sldId="332"/>
            <ac:spMk id="11" creationId="{70DFC902-7D23-471A-B557-B6B6917D7A0D}"/>
          </ac:spMkLst>
        </pc:spChg>
        <pc:spChg chg="add">
          <ac:chgData name="Somak Das" userId="S::sdas@floridapoly.edu::98cebb13-2fc4-4808-95b9-daeb7e6acc01" providerId="AD" clId="Web-{481234EF-4B4E-FD0B-D859-8458AD20B99E}" dt="2024-08-22T05:56:30.794" v="45"/>
          <ac:spMkLst>
            <pc:docMk/>
            <pc:sldMk cId="3318097273" sldId="332"/>
            <ac:spMk id="13" creationId="{A55D5633-D557-4DCA-982C-FF36EB7A1C00}"/>
          </ac:spMkLst>
        </pc:spChg>
      </pc:sldChg>
      <pc:sldChg chg="delSp modSp add">
        <pc:chgData name="Somak Das" userId="S::sdas@floridapoly.edu::98cebb13-2fc4-4808-95b9-daeb7e6acc01" providerId="AD" clId="Web-{481234EF-4B4E-FD0B-D859-8458AD20B99E}" dt="2024-08-22T07:15:18.478" v="417"/>
        <pc:sldMkLst>
          <pc:docMk/>
          <pc:sldMk cId="1625461729" sldId="334"/>
        </pc:sldMkLst>
        <pc:spChg chg="del mod">
          <ac:chgData name="Somak Das" userId="S::sdas@floridapoly.edu::98cebb13-2fc4-4808-95b9-daeb7e6acc01" providerId="AD" clId="Web-{481234EF-4B4E-FD0B-D859-8458AD20B99E}" dt="2024-08-22T07:15:09.134" v="415"/>
          <ac:spMkLst>
            <pc:docMk/>
            <pc:sldMk cId="1625461729" sldId="334"/>
            <ac:spMk id="2" creationId="{4AEE5492-E116-693A-701D-1DD90C4B5474}"/>
          </ac:spMkLst>
        </pc:spChg>
        <pc:spChg chg="del">
          <ac:chgData name="Somak Das" userId="S::sdas@floridapoly.edu::98cebb13-2fc4-4808-95b9-daeb7e6acc01" providerId="AD" clId="Web-{481234EF-4B4E-FD0B-D859-8458AD20B99E}" dt="2024-08-22T07:14:41.742" v="409"/>
          <ac:spMkLst>
            <pc:docMk/>
            <pc:sldMk cId="1625461729" sldId="334"/>
            <ac:spMk id="10" creationId="{C9996246-EF2D-EDEE-5D70-FF913E45C39E}"/>
          </ac:spMkLst>
        </pc:spChg>
        <pc:picChg chg="mod">
          <ac:chgData name="Somak Das" userId="S::sdas@floridapoly.edu::98cebb13-2fc4-4808-95b9-daeb7e6acc01" providerId="AD" clId="Web-{481234EF-4B4E-FD0B-D859-8458AD20B99E}" dt="2024-08-22T07:15:02.399" v="410" actId="1076"/>
          <ac:picMkLst>
            <pc:docMk/>
            <pc:sldMk cId="1625461729" sldId="334"/>
            <ac:picMk id="12" creationId="{D8CE6E9B-AF83-408B-757A-FA1B70E68C91}"/>
          </ac:picMkLst>
        </pc:picChg>
        <pc:picChg chg="mod">
          <ac:chgData name="Somak Das" userId="S::sdas@floridapoly.edu::98cebb13-2fc4-4808-95b9-daeb7e6acc01" providerId="AD" clId="Web-{481234EF-4B4E-FD0B-D859-8458AD20B99E}" dt="2024-08-22T07:15:02.446" v="411" actId="1076"/>
          <ac:picMkLst>
            <pc:docMk/>
            <pc:sldMk cId="1625461729" sldId="334"/>
            <ac:picMk id="14" creationId="{9C8FB9C8-2A6A-D1C8-058A-C2723384CD92}"/>
          </ac:picMkLst>
        </pc:picChg>
        <pc:picChg chg="mod">
          <ac:chgData name="Somak Das" userId="S::sdas@floridapoly.edu::98cebb13-2fc4-4808-95b9-daeb7e6acc01" providerId="AD" clId="Web-{481234EF-4B4E-FD0B-D859-8458AD20B99E}" dt="2024-08-22T07:15:02.493" v="412" actId="1076"/>
          <ac:picMkLst>
            <pc:docMk/>
            <pc:sldMk cId="1625461729" sldId="334"/>
            <ac:picMk id="16" creationId="{9D8C2017-E56D-775E-4457-65895B1BB33F}"/>
          </ac:picMkLst>
        </pc:picChg>
        <pc:cxnChg chg="del">
          <ac:chgData name="Somak Das" userId="S::sdas@floridapoly.edu::98cebb13-2fc4-4808-95b9-daeb7e6acc01" providerId="AD" clId="Web-{481234EF-4B4E-FD0B-D859-8458AD20B99E}" dt="2024-08-22T07:15:16.025" v="416"/>
          <ac:cxnSpMkLst>
            <pc:docMk/>
            <pc:sldMk cId="1625461729" sldId="334"/>
            <ac:cxnSpMk id="5" creationId="{F5E1DA51-3207-FA34-5512-4D7E7EDBF429}"/>
          </ac:cxnSpMkLst>
        </pc:cxnChg>
        <pc:cxnChg chg="del">
          <ac:chgData name="Somak Das" userId="S::sdas@floridapoly.edu::98cebb13-2fc4-4808-95b9-daeb7e6acc01" providerId="AD" clId="Web-{481234EF-4B4E-FD0B-D859-8458AD20B99E}" dt="2024-08-22T07:15:18.478" v="417"/>
          <ac:cxnSpMkLst>
            <pc:docMk/>
            <pc:sldMk cId="1625461729" sldId="334"/>
            <ac:cxnSpMk id="7" creationId="{840CDFCC-E13B-7867-6F04-2CC89D1BEC3B}"/>
          </ac:cxnSpMkLst>
        </pc:cxnChg>
      </pc:sldChg>
      <pc:sldChg chg="delSp modSp add">
        <pc:chgData name="Somak Das" userId="S::sdas@floridapoly.edu::98cebb13-2fc4-4808-95b9-daeb7e6acc01" providerId="AD" clId="Web-{481234EF-4B4E-FD0B-D859-8458AD20B99E}" dt="2024-08-22T13:56:14.349" v="448" actId="1076"/>
        <pc:sldMkLst>
          <pc:docMk/>
          <pc:sldMk cId="1099271004" sldId="335"/>
        </pc:sldMkLst>
        <pc:spChg chg="mod">
          <ac:chgData name="Somak Das" userId="S::sdas@floridapoly.edu::98cebb13-2fc4-4808-95b9-daeb7e6acc01" providerId="AD" clId="Web-{481234EF-4B4E-FD0B-D859-8458AD20B99E}" dt="2024-08-22T07:28:11.082" v="438" actId="1076"/>
          <ac:spMkLst>
            <pc:docMk/>
            <pc:sldMk cId="1099271004" sldId="335"/>
            <ac:spMk id="2" creationId="{4AEE5492-E116-693A-701D-1DD90C4B5474}"/>
          </ac:spMkLst>
        </pc:spChg>
        <pc:spChg chg="del mod">
          <ac:chgData name="Somak Das" userId="S::sdas@floridapoly.edu::98cebb13-2fc4-4808-95b9-daeb7e6acc01" providerId="AD" clId="Web-{481234EF-4B4E-FD0B-D859-8458AD20B99E}" dt="2024-08-22T07:27:24.565" v="433"/>
          <ac:spMkLst>
            <pc:docMk/>
            <pc:sldMk cId="1099271004" sldId="335"/>
            <ac:spMk id="10" creationId="{C9996246-EF2D-EDEE-5D70-FF913E45C39E}"/>
          </ac:spMkLst>
        </pc:spChg>
        <pc:picChg chg="mod">
          <ac:chgData name="Somak Das" userId="S::sdas@floridapoly.edu::98cebb13-2fc4-4808-95b9-daeb7e6acc01" providerId="AD" clId="Web-{481234EF-4B4E-FD0B-D859-8458AD20B99E}" dt="2024-08-22T13:56:14.349" v="448" actId="1076"/>
          <ac:picMkLst>
            <pc:docMk/>
            <pc:sldMk cId="1099271004" sldId="335"/>
            <ac:picMk id="4" creationId="{5A5F9A06-1EC8-1FC7-622A-3F1E179419E9}"/>
          </ac:picMkLst>
        </pc:picChg>
      </pc:sldChg>
      <pc:sldChg chg="delSp modSp add">
        <pc:chgData name="Somak Das" userId="S::sdas@floridapoly.edu::98cebb13-2fc4-4808-95b9-daeb7e6acc01" providerId="AD" clId="Web-{481234EF-4B4E-FD0B-D859-8458AD20B99E}" dt="2024-08-22T07:28:45.802" v="442" actId="1076"/>
        <pc:sldMkLst>
          <pc:docMk/>
          <pc:sldMk cId="2297853334" sldId="336"/>
        </pc:sldMkLst>
        <pc:spChg chg="mod">
          <ac:chgData name="Somak Das" userId="S::sdas@floridapoly.edu::98cebb13-2fc4-4808-95b9-daeb7e6acc01" providerId="AD" clId="Web-{481234EF-4B4E-FD0B-D859-8458AD20B99E}" dt="2024-08-22T07:28:45.802" v="442" actId="1076"/>
          <ac:spMkLst>
            <pc:docMk/>
            <pc:sldMk cId="2297853334" sldId="336"/>
            <ac:spMk id="2" creationId="{4AEE5492-E116-693A-701D-1DD90C4B5474}"/>
          </ac:spMkLst>
        </pc:spChg>
        <pc:spChg chg="del">
          <ac:chgData name="Somak Das" userId="S::sdas@floridapoly.edu::98cebb13-2fc4-4808-95b9-daeb7e6acc01" providerId="AD" clId="Web-{481234EF-4B4E-FD0B-D859-8458AD20B99E}" dt="2024-08-22T07:27:42.597" v="436"/>
          <ac:spMkLst>
            <pc:docMk/>
            <pc:sldMk cId="2297853334" sldId="336"/>
            <ac:spMk id="10" creationId="{C9996246-EF2D-EDEE-5D70-FF913E45C39E}"/>
          </ac:spMkLst>
        </pc:spChg>
      </pc:sldChg>
      <pc:sldChg chg="delSp modSp add">
        <pc:chgData name="Somak Das" userId="S::sdas@floridapoly.edu::98cebb13-2fc4-4808-95b9-daeb7e6acc01" providerId="AD" clId="Web-{481234EF-4B4E-FD0B-D859-8458AD20B99E}" dt="2024-08-22T07:28:22.332" v="439" actId="1076"/>
        <pc:sldMkLst>
          <pc:docMk/>
          <pc:sldMk cId="1845045554" sldId="337"/>
        </pc:sldMkLst>
        <pc:spChg chg="mod">
          <ac:chgData name="Somak Das" userId="S::sdas@floridapoly.edu::98cebb13-2fc4-4808-95b9-daeb7e6acc01" providerId="AD" clId="Web-{481234EF-4B4E-FD0B-D859-8458AD20B99E}" dt="2024-08-22T07:28:22.332" v="439" actId="1076"/>
          <ac:spMkLst>
            <pc:docMk/>
            <pc:sldMk cId="1845045554" sldId="337"/>
            <ac:spMk id="2" creationId="{4AEE5492-E116-693A-701D-1DD90C4B5474}"/>
          </ac:spMkLst>
        </pc:spChg>
        <pc:spChg chg="del">
          <ac:chgData name="Somak Das" userId="S::sdas@floridapoly.edu::98cebb13-2fc4-4808-95b9-daeb7e6acc01" providerId="AD" clId="Web-{481234EF-4B4E-FD0B-D859-8458AD20B99E}" dt="2024-08-22T07:27:30.502" v="434"/>
          <ac:spMkLst>
            <pc:docMk/>
            <pc:sldMk cId="1845045554" sldId="337"/>
            <ac:spMk id="10" creationId="{C9996246-EF2D-EDEE-5D70-FF913E45C39E}"/>
          </ac:spMkLst>
        </pc:spChg>
      </pc:sldChg>
      <pc:sldChg chg="delSp modSp add">
        <pc:chgData name="Somak Das" userId="S::sdas@floridapoly.edu::98cebb13-2fc4-4808-95b9-daeb7e6acc01" providerId="AD" clId="Web-{481234EF-4B4E-FD0B-D859-8458AD20B99E}" dt="2024-08-22T07:29:23.975" v="446" actId="14100"/>
        <pc:sldMkLst>
          <pc:docMk/>
          <pc:sldMk cId="1580520463" sldId="338"/>
        </pc:sldMkLst>
        <pc:spChg chg="mod">
          <ac:chgData name="Somak Das" userId="S::sdas@floridapoly.edu::98cebb13-2fc4-4808-95b9-daeb7e6acc01" providerId="AD" clId="Web-{481234EF-4B4E-FD0B-D859-8458AD20B99E}" dt="2024-08-22T07:28:31.614" v="440" actId="1076"/>
          <ac:spMkLst>
            <pc:docMk/>
            <pc:sldMk cId="1580520463" sldId="338"/>
            <ac:spMk id="2" creationId="{4AEE5492-E116-693A-701D-1DD90C4B5474}"/>
          </ac:spMkLst>
        </pc:spChg>
        <pc:spChg chg="del">
          <ac:chgData name="Somak Das" userId="S::sdas@floridapoly.edu::98cebb13-2fc4-4808-95b9-daeb7e6acc01" providerId="AD" clId="Web-{481234EF-4B4E-FD0B-D859-8458AD20B99E}" dt="2024-08-22T07:27:35.409" v="435"/>
          <ac:spMkLst>
            <pc:docMk/>
            <pc:sldMk cId="1580520463" sldId="338"/>
            <ac:spMk id="10" creationId="{C9996246-EF2D-EDEE-5D70-FF913E45C39E}"/>
          </ac:spMkLst>
        </pc:spChg>
        <pc:spChg chg="mod">
          <ac:chgData name="Somak Das" userId="S::sdas@floridapoly.edu::98cebb13-2fc4-4808-95b9-daeb7e6acc01" providerId="AD" clId="Web-{481234EF-4B4E-FD0B-D859-8458AD20B99E}" dt="2024-08-22T07:29:23.975" v="446" actId="14100"/>
          <ac:spMkLst>
            <pc:docMk/>
            <pc:sldMk cId="1580520463" sldId="338"/>
            <ac:spMk id="15" creationId="{FE318F92-AE98-FF2D-CD59-26DE4DC7B307}"/>
          </ac:spMkLst>
        </pc:spChg>
      </pc:sldChg>
      <pc:sldChg chg="delSp modSp add del delAnim">
        <pc:chgData name="Somak Das" userId="S::sdas@floridapoly.edu::98cebb13-2fc4-4808-95b9-daeb7e6acc01" providerId="AD" clId="Web-{481234EF-4B4E-FD0B-D859-8458AD20B99E}" dt="2024-08-22T14:18:48.024" v="633"/>
        <pc:sldMkLst>
          <pc:docMk/>
          <pc:sldMk cId="3361854102" sldId="339"/>
        </pc:sldMkLst>
        <pc:spChg chg="mod">
          <ac:chgData name="Somak Das" userId="S::sdas@floridapoly.edu::98cebb13-2fc4-4808-95b9-daeb7e6acc01" providerId="AD" clId="Web-{481234EF-4B4E-FD0B-D859-8458AD20B99E}" dt="2024-08-22T07:28:53.005" v="443" actId="1076"/>
          <ac:spMkLst>
            <pc:docMk/>
            <pc:sldMk cId="3361854102" sldId="339"/>
            <ac:spMk id="2" creationId="{4AEE5492-E116-693A-701D-1DD90C4B5474}"/>
          </ac:spMkLst>
        </pc:spChg>
        <pc:spChg chg="mod">
          <ac:chgData name="Somak Das" userId="S::sdas@floridapoly.edu::98cebb13-2fc4-4808-95b9-daeb7e6acc01" providerId="AD" clId="Web-{481234EF-4B4E-FD0B-D859-8458AD20B99E}" dt="2024-08-22T14:08:29.970" v="491" actId="20577"/>
          <ac:spMkLst>
            <pc:docMk/>
            <pc:sldMk cId="3361854102" sldId="339"/>
            <ac:spMk id="4" creationId="{382ED116-7752-B959-6FD1-E88CE4400988}"/>
          </ac:spMkLst>
        </pc:spChg>
        <pc:spChg chg="del">
          <ac:chgData name="Somak Das" userId="S::sdas@floridapoly.edu::98cebb13-2fc4-4808-95b9-daeb7e6acc01" providerId="AD" clId="Web-{481234EF-4B4E-FD0B-D859-8458AD20B99E}" dt="2024-08-22T07:10:41.937" v="390"/>
          <ac:spMkLst>
            <pc:docMk/>
            <pc:sldMk cId="3361854102" sldId="339"/>
            <ac:spMk id="6" creationId="{2D68F052-006E-354F-F64A-D45FBB1C325C}"/>
          </ac:spMkLst>
        </pc:spChg>
        <pc:spChg chg="del">
          <ac:chgData name="Somak Das" userId="S::sdas@floridapoly.edu::98cebb13-2fc4-4808-95b9-daeb7e6acc01" providerId="AD" clId="Web-{481234EF-4B4E-FD0B-D859-8458AD20B99E}" dt="2024-08-22T07:27:48.190" v="437"/>
          <ac:spMkLst>
            <pc:docMk/>
            <pc:sldMk cId="3361854102" sldId="339"/>
            <ac:spMk id="10" creationId="{C9996246-EF2D-EDEE-5D70-FF913E45C39E}"/>
          </ac:spMkLst>
        </pc:spChg>
      </pc:sldChg>
      <pc:sldChg chg="modSp del">
        <pc:chgData name="Somak Das" userId="S::sdas@floridapoly.edu::98cebb13-2fc4-4808-95b9-daeb7e6acc01" providerId="AD" clId="Web-{481234EF-4B4E-FD0B-D859-8458AD20B99E}" dt="2024-08-22T06:00:58.865" v="64"/>
        <pc:sldMkLst>
          <pc:docMk/>
          <pc:sldMk cId="78619994" sldId="385"/>
        </pc:sldMkLst>
        <pc:spChg chg="mod">
          <ac:chgData name="Somak Das" userId="S::sdas@floridapoly.edu::98cebb13-2fc4-4808-95b9-daeb7e6acc01" providerId="AD" clId="Web-{481234EF-4B4E-FD0B-D859-8458AD20B99E}" dt="2024-08-22T05:56:12.731" v="44" actId="20577"/>
          <ac:spMkLst>
            <pc:docMk/>
            <pc:sldMk cId="78619994" sldId="385"/>
            <ac:spMk id="2" creationId="{BF13EF9D-9BE0-86BD-7E78-FC7705327ED8}"/>
          </ac:spMkLst>
        </pc:spChg>
      </pc:sldChg>
      <pc:sldChg chg="modSp">
        <pc:chgData name="Somak Das" userId="S::sdas@floridapoly.edu::98cebb13-2fc4-4808-95b9-daeb7e6acc01" providerId="AD" clId="Web-{481234EF-4B4E-FD0B-D859-8458AD20B99E}" dt="2024-08-22T06:10:43.212" v="154" actId="1076"/>
        <pc:sldMkLst>
          <pc:docMk/>
          <pc:sldMk cId="3333729908" sldId="391"/>
        </pc:sldMkLst>
        <pc:spChg chg="mod">
          <ac:chgData name="Somak Das" userId="S::sdas@floridapoly.edu::98cebb13-2fc4-4808-95b9-daeb7e6acc01" providerId="AD" clId="Web-{481234EF-4B4E-FD0B-D859-8458AD20B99E}" dt="2024-08-22T06:10:43.212" v="154" actId="1076"/>
          <ac:spMkLst>
            <pc:docMk/>
            <pc:sldMk cId="3333729908" sldId="391"/>
            <ac:spMk id="2" creationId="{1D260AD2-EEE2-EB1B-1BE8-1C275BAB6F4C}"/>
          </ac:spMkLst>
        </pc:spChg>
      </pc:sldChg>
      <pc:sldChg chg="addSp delSp modSp mod setBg">
        <pc:chgData name="Somak Das" userId="S::sdas@floridapoly.edu::98cebb13-2fc4-4808-95b9-daeb7e6acc01" providerId="AD" clId="Web-{481234EF-4B4E-FD0B-D859-8458AD20B99E}" dt="2024-08-22T07:03:01.437" v="364"/>
        <pc:sldMkLst>
          <pc:docMk/>
          <pc:sldMk cId="1533984678" sldId="393"/>
        </pc:sldMkLst>
        <pc:spChg chg="mod">
          <ac:chgData name="Somak Das" userId="S::sdas@floridapoly.edu::98cebb13-2fc4-4808-95b9-daeb7e6acc01" providerId="AD" clId="Web-{481234EF-4B4E-FD0B-D859-8458AD20B99E}" dt="2024-08-22T07:03:01.437" v="364"/>
          <ac:spMkLst>
            <pc:docMk/>
            <pc:sldMk cId="1533984678" sldId="393"/>
            <ac:spMk id="2" creationId="{F4004ADC-054C-3DF0-D439-4169002A1920}"/>
          </ac:spMkLst>
        </pc:spChg>
        <pc:spChg chg="mod">
          <ac:chgData name="Somak Das" userId="S::sdas@floridapoly.edu::98cebb13-2fc4-4808-95b9-daeb7e6acc01" providerId="AD" clId="Web-{481234EF-4B4E-FD0B-D859-8458AD20B99E}" dt="2024-08-22T07:03:01.437" v="364"/>
          <ac:spMkLst>
            <pc:docMk/>
            <pc:sldMk cId="1533984678" sldId="393"/>
            <ac:spMk id="3" creationId="{BE1B3976-A099-6675-6DEA-6DFC2DE8D49F}"/>
          </ac:spMkLst>
        </pc:spChg>
        <pc:spChg chg="add del">
          <ac:chgData name="Somak Das" userId="S::sdas@floridapoly.edu::98cebb13-2fc4-4808-95b9-daeb7e6acc01" providerId="AD" clId="Web-{481234EF-4B4E-FD0B-D859-8458AD20B99E}" dt="2024-08-22T05:58:31.423" v="50"/>
          <ac:spMkLst>
            <pc:docMk/>
            <pc:sldMk cId="1533984678" sldId="393"/>
            <ac:spMk id="1033" creationId="{12609869-9E80-471B-A487-A53288E0E791}"/>
          </ac:spMkLst>
        </pc:spChg>
        <pc:spChg chg="add del">
          <ac:chgData name="Somak Das" userId="S::sdas@floridapoly.edu::98cebb13-2fc4-4808-95b9-daeb7e6acc01" providerId="AD" clId="Web-{481234EF-4B4E-FD0B-D859-8458AD20B99E}" dt="2024-08-22T05:58:31.423" v="50"/>
          <ac:spMkLst>
            <pc:docMk/>
            <pc:sldMk cId="1533984678" sldId="393"/>
            <ac:spMk id="1035" creationId="{7004738A-9D34-43E8-97D2-CA0EED4F8BE0}"/>
          </ac:spMkLst>
        </pc:spChg>
        <pc:spChg chg="add del">
          <ac:chgData name="Somak Das" userId="S::sdas@floridapoly.edu::98cebb13-2fc4-4808-95b9-daeb7e6acc01" providerId="AD" clId="Web-{481234EF-4B4E-FD0B-D859-8458AD20B99E}" dt="2024-08-22T05:58:31.423" v="50"/>
          <ac:spMkLst>
            <pc:docMk/>
            <pc:sldMk cId="1533984678" sldId="393"/>
            <ac:spMk id="1037" creationId="{B8B8D07F-F13E-443E-BA68-2D26672D76B9}"/>
          </ac:spMkLst>
        </pc:spChg>
        <pc:spChg chg="add del">
          <ac:chgData name="Somak Das" userId="S::sdas@floridapoly.edu::98cebb13-2fc4-4808-95b9-daeb7e6acc01" providerId="AD" clId="Web-{481234EF-4B4E-FD0B-D859-8458AD20B99E}" dt="2024-08-22T05:58:31.423" v="50"/>
          <ac:spMkLst>
            <pc:docMk/>
            <pc:sldMk cId="1533984678" sldId="393"/>
            <ac:spMk id="1039" creationId="{2813A4FA-24A5-41ED-A534-3807D1B2F344}"/>
          </ac:spMkLst>
        </pc:spChg>
        <pc:spChg chg="add del">
          <ac:chgData name="Somak Das" userId="S::sdas@floridapoly.edu::98cebb13-2fc4-4808-95b9-daeb7e6acc01" providerId="AD" clId="Web-{481234EF-4B4E-FD0B-D859-8458AD20B99E}" dt="2024-08-22T05:58:31.423" v="50"/>
          <ac:spMkLst>
            <pc:docMk/>
            <pc:sldMk cId="1533984678" sldId="393"/>
            <ac:spMk id="1041" creationId="{C3944F27-CA70-4E84-A51A-E6BF89558979}"/>
          </ac:spMkLst>
        </pc:spChg>
        <pc:spChg chg="add del">
          <ac:chgData name="Somak Das" userId="S::sdas@floridapoly.edu::98cebb13-2fc4-4808-95b9-daeb7e6acc01" providerId="AD" clId="Web-{481234EF-4B4E-FD0B-D859-8458AD20B99E}" dt="2024-08-22T07:03:01.437" v="364"/>
          <ac:spMkLst>
            <pc:docMk/>
            <pc:sldMk cId="1533984678" sldId="393"/>
            <ac:spMk id="1043" creationId="{6EA86598-DA2C-41D5-BC0C-E877F8818EEB}"/>
          </ac:spMkLst>
        </pc:spChg>
        <pc:spChg chg="add del">
          <ac:chgData name="Somak Das" userId="S::sdas@floridapoly.edu::98cebb13-2fc4-4808-95b9-daeb7e6acc01" providerId="AD" clId="Web-{481234EF-4B4E-FD0B-D859-8458AD20B99E}" dt="2024-08-22T07:03:01.437" v="364"/>
          <ac:spMkLst>
            <pc:docMk/>
            <pc:sldMk cId="1533984678" sldId="393"/>
            <ac:spMk id="1044" creationId="{450D3AD2-FA80-415F-A9CE-54D884561CD7}"/>
          </ac:spMkLst>
        </pc:spChg>
        <pc:spChg chg="add del">
          <ac:chgData name="Somak Das" userId="S::sdas@floridapoly.edu::98cebb13-2fc4-4808-95b9-daeb7e6acc01" providerId="AD" clId="Web-{481234EF-4B4E-FD0B-D859-8458AD20B99E}" dt="2024-08-22T07:03:01.437" v="364"/>
          <ac:spMkLst>
            <pc:docMk/>
            <pc:sldMk cId="1533984678" sldId="393"/>
            <ac:spMk id="1045" creationId="{87F16C5A-0D41-47A9-B0A2-9C2AD7A8CF32}"/>
          </ac:spMkLst>
        </pc:spChg>
        <pc:spChg chg="add del">
          <ac:chgData name="Somak Das" userId="S::sdas@floridapoly.edu::98cebb13-2fc4-4808-95b9-daeb7e6acc01" providerId="AD" clId="Web-{481234EF-4B4E-FD0B-D859-8458AD20B99E}" dt="2024-08-22T07:03:01.437" v="364"/>
          <ac:spMkLst>
            <pc:docMk/>
            <pc:sldMk cId="1533984678" sldId="393"/>
            <ac:spMk id="1050" creationId="{2B97F24A-32CE-4C1C-A50D-3016B394DCFB}"/>
          </ac:spMkLst>
        </pc:spChg>
        <pc:spChg chg="add del">
          <ac:chgData name="Somak Das" userId="S::sdas@floridapoly.edu::98cebb13-2fc4-4808-95b9-daeb7e6acc01" providerId="AD" clId="Web-{481234EF-4B4E-FD0B-D859-8458AD20B99E}" dt="2024-08-22T07:03:01.437" v="364"/>
          <ac:spMkLst>
            <pc:docMk/>
            <pc:sldMk cId="1533984678" sldId="393"/>
            <ac:spMk id="1052" creationId="{CD8B4F24-440B-49E9-B85D-733523DC064B}"/>
          </ac:spMkLst>
        </pc:spChg>
        <pc:picChg chg="mod ord">
          <ac:chgData name="Somak Das" userId="S::sdas@floridapoly.edu::98cebb13-2fc4-4808-95b9-daeb7e6acc01" providerId="AD" clId="Web-{481234EF-4B4E-FD0B-D859-8458AD20B99E}" dt="2024-08-22T07:03:01.437" v="364"/>
          <ac:picMkLst>
            <pc:docMk/>
            <pc:sldMk cId="1533984678" sldId="393"/>
            <ac:picMk id="1028" creationId="{379A1608-04B6-B747-B554-604CAE7373B9}"/>
          </ac:picMkLst>
        </pc:picChg>
      </pc:sldChg>
      <pc:sldChg chg="modSp">
        <pc:chgData name="Somak Das" userId="S::sdas@floridapoly.edu::98cebb13-2fc4-4808-95b9-daeb7e6acc01" providerId="AD" clId="Web-{481234EF-4B4E-FD0B-D859-8458AD20B99E}" dt="2024-08-22T06:32:35.251" v="172"/>
        <pc:sldMkLst>
          <pc:docMk/>
          <pc:sldMk cId="3120438824" sldId="394"/>
        </pc:sldMkLst>
        <pc:spChg chg="mod">
          <ac:chgData name="Somak Das" userId="S::sdas@floridapoly.edu::98cebb13-2fc4-4808-95b9-daeb7e6acc01" providerId="AD" clId="Web-{481234EF-4B4E-FD0B-D859-8458AD20B99E}" dt="2024-08-22T06:32:35.251" v="172"/>
          <ac:spMkLst>
            <pc:docMk/>
            <pc:sldMk cId="3120438824" sldId="394"/>
            <ac:spMk id="2" creationId="{1D260AD2-EEE2-EB1B-1BE8-1C275BAB6F4C}"/>
          </ac:spMkLst>
        </pc:spChg>
      </pc:sldChg>
      <pc:sldChg chg="del">
        <pc:chgData name="Somak Das" userId="S::sdas@floridapoly.edu::98cebb13-2fc4-4808-95b9-daeb7e6acc01" providerId="AD" clId="Web-{481234EF-4B4E-FD0B-D859-8458AD20B99E}" dt="2024-08-22T06:31:38.093" v="167"/>
        <pc:sldMkLst>
          <pc:docMk/>
          <pc:sldMk cId="3183249033" sldId="396"/>
        </pc:sldMkLst>
      </pc:sldChg>
      <pc:sldChg chg="del">
        <pc:chgData name="Somak Das" userId="S::sdas@floridapoly.edu::98cebb13-2fc4-4808-95b9-daeb7e6acc01" providerId="AD" clId="Web-{481234EF-4B4E-FD0B-D859-8458AD20B99E}" dt="2024-08-22T06:31:38.093" v="166"/>
        <pc:sldMkLst>
          <pc:docMk/>
          <pc:sldMk cId="1246790482" sldId="397"/>
        </pc:sldMkLst>
      </pc:sldChg>
      <pc:sldChg chg="del">
        <pc:chgData name="Somak Das" userId="S::sdas@floridapoly.edu::98cebb13-2fc4-4808-95b9-daeb7e6acc01" providerId="AD" clId="Web-{481234EF-4B4E-FD0B-D859-8458AD20B99E}" dt="2024-08-22T06:31:38.093" v="165"/>
        <pc:sldMkLst>
          <pc:docMk/>
          <pc:sldMk cId="430080544" sldId="400"/>
        </pc:sldMkLst>
      </pc:sldChg>
      <pc:sldChg chg="del">
        <pc:chgData name="Somak Das" userId="S::sdas@floridapoly.edu::98cebb13-2fc4-4808-95b9-daeb7e6acc01" providerId="AD" clId="Web-{481234EF-4B4E-FD0B-D859-8458AD20B99E}" dt="2024-08-22T06:31:38.093" v="164"/>
        <pc:sldMkLst>
          <pc:docMk/>
          <pc:sldMk cId="2545225157" sldId="401"/>
        </pc:sldMkLst>
      </pc:sldChg>
      <pc:sldChg chg="del">
        <pc:chgData name="Somak Das" userId="S::sdas@floridapoly.edu::98cebb13-2fc4-4808-95b9-daeb7e6acc01" providerId="AD" clId="Web-{481234EF-4B4E-FD0B-D859-8458AD20B99E}" dt="2024-08-22T06:31:38.077" v="163"/>
        <pc:sldMkLst>
          <pc:docMk/>
          <pc:sldMk cId="1716920301" sldId="402"/>
        </pc:sldMkLst>
      </pc:sldChg>
      <pc:sldChg chg="del">
        <pc:chgData name="Somak Das" userId="S::sdas@floridapoly.edu::98cebb13-2fc4-4808-95b9-daeb7e6acc01" providerId="AD" clId="Web-{481234EF-4B4E-FD0B-D859-8458AD20B99E}" dt="2024-08-22T06:31:38.077" v="162"/>
        <pc:sldMkLst>
          <pc:docMk/>
          <pc:sldMk cId="784239317" sldId="403"/>
        </pc:sldMkLst>
      </pc:sldChg>
      <pc:sldChg chg="del">
        <pc:chgData name="Somak Das" userId="S::sdas@floridapoly.edu::98cebb13-2fc4-4808-95b9-daeb7e6acc01" providerId="AD" clId="Web-{481234EF-4B4E-FD0B-D859-8458AD20B99E}" dt="2024-08-22T06:31:38.077" v="161"/>
        <pc:sldMkLst>
          <pc:docMk/>
          <pc:sldMk cId="2089077435" sldId="404"/>
        </pc:sldMkLst>
      </pc:sldChg>
      <pc:sldChg chg="del">
        <pc:chgData name="Somak Das" userId="S::sdas@floridapoly.edu::98cebb13-2fc4-4808-95b9-daeb7e6acc01" providerId="AD" clId="Web-{481234EF-4B4E-FD0B-D859-8458AD20B99E}" dt="2024-08-22T06:31:38.077" v="160"/>
        <pc:sldMkLst>
          <pc:docMk/>
          <pc:sldMk cId="3117688700" sldId="405"/>
        </pc:sldMkLst>
      </pc:sldChg>
      <pc:sldChg chg="del">
        <pc:chgData name="Somak Das" userId="S::sdas@floridapoly.edu::98cebb13-2fc4-4808-95b9-daeb7e6acc01" providerId="AD" clId="Web-{481234EF-4B4E-FD0B-D859-8458AD20B99E}" dt="2024-08-22T06:31:38.077" v="159"/>
        <pc:sldMkLst>
          <pc:docMk/>
          <pc:sldMk cId="1823964748" sldId="406"/>
        </pc:sldMkLst>
      </pc:sldChg>
      <pc:sldChg chg="addSp modSp mod setBg">
        <pc:chgData name="Somak Das" userId="S::sdas@floridapoly.edu::98cebb13-2fc4-4808-95b9-daeb7e6acc01" providerId="AD" clId="Web-{481234EF-4B4E-FD0B-D859-8458AD20B99E}" dt="2024-08-22T06:06:19.360" v="126" actId="14100"/>
        <pc:sldMkLst>
          <pc:docMk/>
          <pc:sldMk cId="452420084" sldId="407"/>
        </pc:sldMkLst>
        <pc:spChg chg="mod">
          <ac:chgData name="Somak Das" userId="S::sdas@floridapoly.edu::98cebb13-2fc4-4808-95b9-daeb7e6acc01" providerId="AD" clId="Web-{481234EF-4B4E-FD0B-D859-8458AD20B99E}" dt="2024-08-22T05:57:20.233" v="47"/>
          <ac:spMkLst>
            <pc:docMk/>
            <pc:sldMk cId="452420084" sldId="407"/>
            <ac:spMk id="2" creationId="{DCC7CE86-258F-DDED-4030-6954F0729A1A}"/>
          </ac:spMkLst>
        </pc:spChg>
        <pc:spChg chg="mod">
          <ac:chgData name="Somak Das" userId="S::sdas@floridapoly.edu::98cebb13-2fc4-4808-95b9-daeb7e6acc01" providerId="AD" clId="Web-{481234EF-4B4E-FD0B-D859-8458AD20B99E}" dt="2024-08-22T06:06:19.360" v="125" actId="14100"/>
          <ac:spMkLst>
            <pc:docMk/>
            <pc:sldMk cId="452420084" sldId="407"/>
            <ac:spMk id="3" creationId="{FB77FBE9-82DD-9B22-D8C7-1B53F1175AB9}"/>
          </ac:spMkLst>
        </pc:spChg>
        <pc:spChg chg="mod">
          <ac:chgData name="Somak Das" userId="S::sdas@floridapoly.edu::98cebb13-2fc4-4808-95b9-daeb7e6acc01" providerId="AD" clId="Web-{481234EF-4B4E-FD0B-D859-8458AD20B99E}" dt="2024-08-22T06:06:19.360" v="126" actId="14100"/>
          <ac:spMkLst>
            <pc:docMk/>
            <pc:sldMk cId="452420084" sldId="407"/>
            <ac:spMk id="5" creationId="{2F9054FB-F84B-479C-5BC5-0ACDD7CC4440}"/>
          </ac:spMkLst>
        </pc:spChg>
        <pc:spChg chg="mod">
          <ac:chgData name="Somak Das" userId="S::sdas@floridapoly.edu::98cebb13-2fc4-4808-95b9-daeb7e6acc01" providerId="AD" clId="Web-{481234EF-4B4E-FD0B-D859-8458AD20B99E}" dt="2024-08-22T06:06:19.360" v="122" actId="14100"/>
          <ac:spMkLst>
            <pc:docMk/>
            <pc:sldMk cId="452420084" sldId="407"/>
            <ac:spMk id="7" creationId="{DF57ABD3-C8AA-3477-54E4-5B701FF3CF58}"/>
          </ac:spMkLst>
        </pc:spChg>
        <pc:spChg chg="mod">
          <ac:chgData name="Somak Das" userId="S::sdas@floridapoly.edu::98cebb13-2fc4-4808-95b9-daeb7e6acc01" providerId="AD" clId="Web-{481234EF-4B4E-FD0B-D859-8458AD20B99E}" dt="2024-08-22T06:06:19.360" v="121" actId="14100"/>
          <ac:spMkLst>
            <pc:docMk/>
            <pc:sldMk cId="452420084" sldId="407"/>
            <ac:spMk id="8" creationId="{23C521C1-F0CB-356C-AA43-9F9A5D9671EA}"/>
          </ac:spMkLst>
        </pc:spChg>
        <pc:spChg chg="mod">
          <ac:chgData name="Somak Das" userId="S::sdas@floridapoly.edu::98cebb13-2fc4-4808-95b9-daeb7e6acc01" providerId="AD" clId="Web-{481234EF-4B4E-FD0B-D859-8458AD20B99E}" dt="2024-08-22T06:06:19.360" v="120" actId="14100"/>
          <ac:spMkLst>
            <pc:docMk/>
            <pc:sldMk cId="452420084" sldId="407"/>
            <ac:spMk id="9" creationId="{12B60B80-8751-E2B4-871A-2CD4C14B15B2}"/>
          </ac:spMkLst>
        </pc:spChg>
        <pc:spChg chg="mod">
          <ac:chgData name="Somak Das" userId="S::sdas@floridapoly.edu::98cebb13-2fc4-4808-95b9-daeb7e6acc01" providerId="AD" clId="Web-{481234EF-4B4E-FD0B-D859-8458AD20B99E}" dt="2024-08-22T06:06:19.360" v="116" actId="14100"/>
          <ac:spMkLst>
            <pc:docMk/>
            <pc:sldMk cId="452420084" sldId="407"/>
            <ac:spMk id="13" creationId="{6E3EEAEF-FD50-2DD5-BBC8-AA9F5D529ABF}"/>
          </ac:spMkLst>
        </pc:spChg>
        <pc:spChg chg="add">
          <ac:chgData name="Somak Das" userId="S::sdas@floridapoly.edu::98cebb13-2fc4-4808-95b9-daeb7e6acc01" providerId="AD" clId="Web-{481234EF-4B4E-FD0B-D859-8458AD20B99E}" dt="2024-08-22T05:57:20.233" v="47"/>
          <ac:spMkLst>
            <pc:docMk/>
            <pc:sldMk cId="452420084" sldId="407"/>
            <ac:spMk id="23" creationId="{BACC6370-2D7E-4714-9D71-7542949D7D5D}"/>
          </ac:spMkLst>
        </pc:spChg>
        <pc:spChg chg="add">
          <ac:chgData name="Somak Das" userId="S::sdas@floridapoly.edu::98cebb13-2fc4-4808-95b9-daeb7e6acc01" providerId="AD" clId="Web-{481234EF-4B4E-FD0B-D859-8458AD20B99E}" dt="2024-08-22T05:57:20.233" v="47"/>
          <ac:spMkLst>
            <pc:docMk/>
            <pc:sldMk cId="452420084" sldId="407"/>
            <ac:spMk id="25" creationId="{F68B3F68-107C-434F-AA38-110D5EA91B85}"/>
          </ac:spMkLst>
        </pc:spChg>
        <pc:spChg chg="add">
          <ac:chgData name="Somak Das" userId="S::sdas@floridapoly.edu::98cebb13-2fc4-4808-95b9-daeb7e6acc01" providerId="AD" clId="Web-{481234EF-4B4E-FD0B-D859-8458AD20B99E}" dt="2024-08-22T05:57:20.233" v="47"/>
          <ac:spMkLst>
            <pc:docMk/>
            <pc:sldMk cId="452420084" sldId="407"/>
            <ac:spMk id="27" creationId="{AAD0DBB9-1A4B-4391-81D4-CB19F9AB918A}"/>
          </ac:spMkLst>
        </pc:spChg>
        <pc:spChg chg="add">
          <ac:chgData name="Somak Das" userId="S::sdas@floridapoly.edu::98cebb13-2fc4-4808-95b9-daeb7e6acc01" providerId="AD" clId="Web-{481234EF-4B4E-FD0B-D859-8458AD20B99E}" dt="2024-08-22T05:57:20.233" v="47"/>
          <ac:spMkLst>
            <pc:docMk/>
            <pc:sldMk cId="452420084" sldId="407"/>
            <ac:spMk id="29" creationId="{063BBA22-50EA-4C4D-BE05-F1CE4E63AA56}"/>
          </ac:spMkLst>
        </pc:spChg>
        <pc:picChg chg="mod">
          <ac:chgData name="Somak Das" userId="S::sdas@floridapoly.edu::98cebb13-2fc4-4808-95b9-daeb7e6acc01" providerId="AD" clId="Web-{481234EF-4B4E-FD0B-D859-8458AD20B99E}" dt="2024-08-22T06:06:19.360" v="115" actId="14100"/>
          <ac:picMkLst>
            <pc:docMk/>
            <pc:sldMk cId="452420084" sldId="407"/>
            <ac:picMk id="14" creationId="{94EF30D1-5E75-6849-7EEB-4719AFBBBFF4}"/>
          </ac:picMkLst>
        </pc:picChg>
        <pc:picChg chg="mod">
          <ac:chgData name="Somak Das" userId="S::sdas@floridapoly.edu::98cebb13-2fc4-4808-95b9-daeb7e6acc01" providerId="AD" clId="Web-{481234EF-4B4E-FD0B-D859-8458AD20B99E}" dt="2024-08-22T06:06:19.360" v="114" actId="14100"/>
          <ac:picMkLst>
            <pc:docMk/>
            <pc:sldMk cId="452420084" sldId="407"/>
            <ac:picMk id="15" creationId="{8C468429-F65C-06A6-7E48-646A049D6E24}"/>
          </ac:picMkLst>
        </pc:picChg>
        <pc:picChg chg="mod">
          <ac:chgData name="Somak Das" userId="S::sdas@floridapoly.edu::98cebb13-2fc4-4808-95b9-daeb7e6acc01" providerId="AD" clId="Web-{481234EF-4B4E-FD0B-D859-8458AD20B99E}" dt="2024-08-22T06:06:19.360" v="113" actId="14100"/>
          <ac:picMkLst>
            <pc:docMk/>
            <pc:sldMk cId="452420084" sldId="407"/>
            <ac:picMk id="16" creationId="{AAB0998B-17BE-F9AB-ADF1-2EBB9B7D65E9}"/>
          </ac:picMkLst>
        </pc:picChg>
        <pc:picChg chg="mod">
          <ac:chgData name="Somak Das" userId="S::sdas@floridapoly.edu::98cebb13-2fc4-4808-95b9-daeb7e6acc01" providerId="AD" clId="Web-{481234EF-4B4E-FD0B-D859-8458AD20B99E}" dt="2024-08-22T06:06:19.360" v="112" actId="14100"/>
          <ac:picMkLst>
            <pc:docMk/>
            <pc:sldMk cId="452420084" sldId="407"/>
            <ac:picMk id="17" creationId="{91B8752C-098E-7831-EE8E-CCD5EEA716D1}"/>
          </ac:picMkLst>
        </pc:picChg>
        <pc:cxnChg chg="mod">
          <ac:chgData name="Somak Das" userId="S::sdas@floridapoly.edu::98cebb13-2fc4-4808-95b9-daeb7e6acc01" providerId="AD" clId="Web-{481234EF-4B4E-FD0B-D859-8458AD20B99E}" dt="2024-08-22T06:06:19.360" v="124" actId="14100"/>
          <ac:cxnSpMkLst>
            <pc:docMk/>
            <pc:sldMk cId="452420084" sldId="407"/>
            <ac:cxnSpMk id="4" creationId="{9D3B8974-75A8-2A4D-4152-8514B6269AAC}"/>
          </ac:cxnSpMkLst>
        </pc:cxnChg>
        <pc:cxnChg chg="mod">
          <ac:chgData name="Somak Das" userId="S::sdas@floridapoly.edu::98cebb13-2fc4-4808-95b9-daeb7e6acc01" providerId="AD" clId="Web-{481234EF-4B4E-FD0B-D859-8458AD20B99E}" dt="2024-08-22T06:06:19.360" v="123" actId="14100"/>
          <ac:cxnSpMkLst>
            <pc:docMk/>
            <pc:sldMk cId="452420084" sldId="407"/>
            <ac:cxnSpMk id="6" creationId="{0A19E5B5-A98E-B2E9-78AA-0C22BDCA407F}"/>
          </ac:cxnSpMkLst>
        </pc:cxnChg>
        <pc:cxnChg chg="mod">
          <ac:chgData name="Somak Das" userId="S::sdas@floridapoly.edu::98cebb13-2fc4-4808-95b9-daeb7e6acc01" providerId="AD" clId="Web-{481234EF-4B4E-FD0B-D859-8458AD20B99E}" dt="2024-08-22T06:06:19.360" v="119" actId="14100"/>
          <ac:cxnSpMkLst>
            <pc:docMk/>
            <pc:sldMk cId="452420084" sldId="407"/>
            <ac:cxnSpMk id="10" creationId="{10D44A21-B152-7F79-9E7D-595E922F9A9A}"/>
          </ac:cxnSpMkLst>
        </pc:cxnChg>
        <pc:cxnChg chg="mod">
          <ac:chgData name="Somak Das" userId="S::sdas@floridapoly.edu::98cebb13-2fc4-4808-95b9-daeb7e6acc01" providerId="AD" clId="Web-{481234EF-4B4E-FD0B-D859-8458AD20B99E}" dt="2024-08-22T06:06:19.360" v="118" actId="14100"/>
          <ac:cxnSpMkLst>
            <pc:docMk/>
            <pc:sldMk cId="452420084" sldId="407"/>
            <ac:cxnSpMk id="11" creationId="{DC4035BF-986B-0ABF-0905-922F390EDBAD}"/>
          </ac:cxnSpMkLst>
        </pc:cxnChg>
        <pc:cxnChg chg="mod">
          <ac:chgData name="Somak Das" userId="S::sdas@floridapoly.edu::98cebb13-2fc4-4808-95b9-daeb7e6acc01" providerId="AD" clId="Web-{481234EF-4B4E-FD0B-D859-8458AD20B99E}" dt="2024-08-22T06:06:19.360" v="117" actId="14100"/>
          <ac:cxnSpMkLst>
            <pc:docMk/>
            <pc:sldMk cId="452420084" sldId="407"/>
            <ac:cxnSpMk id="12" creationId="{8FA50883-1984-F72F-F30E-2E243974DBF0}"/>
          </ac:cxnSpMkLst>
        </pc:cxnChg>
      </pc:sldChg>
      <pc:sldChg chg="addSp modSp mod setBg">
        <pc:chgData name="Somak Das" userId="S::sdas@floridapoly.edu::98cebb13-2fc4-4808-95b9-daeb7e6acc01" providerId="AD" clId="Web-{481234EF-4B4E-FD0B-D859-8458AD20B99E}" dt="2024-08-22T05:58:11.453" v="48"/>
        <pc:sldMkLst>
          <pc:docMk/>
          <pc:sldMk cId="3674580524" sldId="408"/>
        </pc:sldMkLst>
        <pc:spChg chg="mod">
          <ac:chgData name="Somak Das" userId="S::sdas@floridapoly.edu::98cebb13-2fc4-4808-95b9-daeb7e6acc01" providerId="AD" clId="Web-{481234EF-4B4E-FD0B-D859-8458AD20B99E}" dt="2024-08-22T05:58:11.453" v="48"/>
          <ac:spMkLst>
            <pc:docMk/>
            <pc:sldMk cId="3674580524" sldId="408"/>
            <ac:spMk id="8" creationId="{2BC960EA-E927-90B5-DAF7-7E84BA6B11FF}"/>
          </ac:spMkLst>
        </pc:spChg>
        <pc:spChg chg="mod">
          <ac:chgData name="Somak Das" userId="S::sdas@floridapoly.edu::98cebb13-2fc4-4808-95b9-daeb7e6acc01" providerId="AD" clId="Web-{481234EF-4B4E-FD0B-D859-8458AD20B99E}" dt="2024-08-22T05:58:11.453" v="48"/>
          <ac:spMkLst>
            <pc:docMk/>
            <pc:sldMk cId="3674580524" sldId="408"/>
            <ac:spMk id="9" creationId="{821BA48C-8E41-2F73-E275-D5C9634103A9}"/>
          </ac:spMkLst>
        </pc:spChg>
        <pc:spChg chg="mod">
          <ac:chgData name="Somak Das" userId="S::sdas@floridapoly.edu::98cebb13-2fc4-4808-95b9-daeb7e6acc01" providerId="AD" clId="Web-{481234EF-4B4E-FD0B-D859-8458AD20B99E}" dt="2024-08-22T05:58:11.453" v="48"/>
          <ac:spMkLst>
            <pc:docMk/>
            <pc:sldMk cId="3674580524" sldId="408"/>
            <ac:spMk id="10" creationId="{6A9A1B61-33EC-C359-C3A4-8826709C467C}"/>
          </ac:spMkLst>
        </pc:spChg>
        <pc:spChg chg="mod">
          <ac:chgData name="Somak Das" userId="S::sdas@floridapoly.edu::98cebb13-2fc4-4808-95b9-daeb7e6acc01" providerId="AD" clId="Web-{481234EF-4B4E-FD0B-D859-8458AD20B99E}" dt="2024-08-22T05:58:11.453" v="48"/>
          <ac:spMkLst>
            <pc:docMk/>
            <pc:sldMk cId="3674580524" sldId="408"/>
            <ac:spMk id="11" creationId="{56BDBC64-1C51-0373-AE63-9730FBA06528}"/>
          </ac:spMkLst>
        </pc:spChg>
        <pc:spChg chg="add">
          <ac:chgData name="Somak Das" userId="S::sdas@floridapoly.edu::98cebb13-2fc4-4808-95b9-daeb7e6acc01" providerId="AD" clId="Web-{481234EF-4B4E-FD0B-D859-8458AD20B99E}" dt="2024-08-22T05:58:11.453" v="48"/>
          <ac:spMkLst>
            <pc:docMk/>
            <pc:sldMk cId="3674580524" sldId="408"/>
            <ac:spMk id="16" creationId="{69D184B2-2226-4E31-BCCB-444330767440}"/>
          </ac:spMkLst>
        </pc:spChg>
        <pc:spChg chg="add">
          <ac:chgData name="Somak Das" userId="S::sdas@floridapoly.edu::98cebb13-2fc4-4808-95b9-daeb7e6acc01" providerId="AD" clId="Web-{481234EF-4B4E-FD0B-D859-8458AD20B99E}" dt="2024-08-22T05:58:11.453" v="48"/>
          <ac:spMkLst>
            <pc:docMk/>
            <pc:sldMk cId="3674580524" sldId="408"/>
            <ac:spMk id="18" creationId="{1AC4D4E3-486A-464A-8EC8-D44881097267}"/>
          </ac:spMkLst>
        </pc:spChg>
        <pc:spChg chg="add">
          <ac:chgData name="Somak Das" userId="S::sdas@floridapoly.edu::98cebb13-2fc4-4808-95b9-daeb7e6acc01" providerId="AD" clId="Web-{481234EF-4B4E-FD0B-D859-8458AD20B99E}" dt="2024-08-22T05:58:11.453" v="48"/>
          <ac:spMkLst>
            <pc:docMk/>
            <pc:sldMk cId="3674580524" sldId="408"/>
            <ac:spMk id="20" creationId="{864DE13E-58EB-4475-B79C-0D4FC651239B}"/>
          </ac:spMkLst>
        </pc:spChg>
        <pc:picChg chg="mod">
          <ac:chgData name="Somak Das" userId="S::sdas@floridapoly.edu::98cebb13-2fc4-4808-95b9-daeb7e6acc01" providerId="AD" clId="Web-{481234EF-4B4E-FD0B-D859-8458AD20B99E}" dt="2024-08-22T05:58:11.453" v="48"/>
          <ac:picMkLst>
            <pc:docMk/>
            <pc:sldMk cId="3674580524" sldId="408"/>
            <ac:picMk id="5" creationId="{C8B7B5B4-D27C-B643-86C2-AEFE54F9ADC6}"/>
          </ac:picMkLst>
        </pc:picChg>
        <pc:picChg chg="mod">
          <ac:chgData name="Somak Das" userId="S::sdas@floridapoly.edu::98cebb13-2fc4-4808-95b9-daeb7e6acc01" providerId="AD" clId="Web-{481234EF-4B4E-FD0B-D859-8458AD20B99E}" dt="2024-08-22T05:58:11.453" v="48"/>
          <ac:picMkLst>
            <pc:docMk/>
            <pc:sldMk cId="3674580524" sldId="408"/>
            <ac:picMk id="6" creationId="{388AA4C1-714D-973E-8553-5AED814AA34D}"/>
          </ac:picMkLst>
        </pc:picChg>
      </pc:sldChg>
      <pc:sldChg chg="addSp delSp modSp add replId addAnim delAnim">
        <pc:chgData name="Somak Das" userId="S::sdas@floridapoly.edu::98cebb13-2fc4-4808-95b9-daeb7e6acc01" providerId="AD" clId="Web-{481234EF-4B4E-FD0B-D859-8458AD20B99E}" dt="2024-08-22T07:01:34.544" v="358" actId="20577"/>
        <pc:sldMkLst>
          <pc:docMk/>
          <pc:sldMk cId="2786947028" sldId="409"/>
        </pc:sldMkLst>
        <pc:spChg chg="mod">
          <ac:chgData name="Somak Das" userId="S::sdas@floridapoly.edu::98cebb13-2fc4-4808-95b9-daeb7e6acc01" providerId="AD" clId="Web-{481234EF-4B4E-FD0B-D859-8458AD20B99E}" dt="2024-08-22T07:01:34.544" v="358" actId="20577"/>
          <ac:spMkLst>
            <pc:docMk/>
            <pc:sldMk cId="2786947028" sldId="409"/>
            <ac:spMk id="2" creationId="{BF13EF9D-9BE0-86BD-7E78-FC7705327ED8}"/>
          </ac:spMkLst>
        </pc:spChg>
        <pc:spChg chg="del">
          <ac:chgData name="Somak Das" userId="S::sdas@floridapoly.edu::98cebb13-2fc4-4808-95b9-daeb7e6acc01" providerId="AD" clId="Web-{481234EF-4B4E-FD0B-D859-8458AD20B99E}" dt="2024-08-22T06:00:07.082" v="56"/>
          <ac:spMkLst>
            <pc:docMk/>
            <pc:sldMk cId="2786947028" sldId="409"/>
            <ac:spMk id="3" creationId="{DC52C186-7861-1562-8876-8114F3D4FBFD}"/>
          </ac:spMkLst>
        </pc:spChg>
        <pc:spChg chg="mod">
          <ac:chgData name="Somak Das" userId="S::sdas@floridapoly.edu::98cebb13-2fc4-4808-95b9-daeb7e6acc01" providerId="AD" clId="Web-{481234EF-4B4E-FD0B-D859-8458AD20B99E}" dt="2024-08-22T06:00:37.833" v="62" actId="1076"/>
          <ac:spMkLst>
            <pc:docMk/>
            <pc:sldMk cId="2786947028" sldId="409"/>
            <ac:spMk id="4" creationId="{D103B5C0-D4CF-5EBE-EF3A-416783B20075}"/>
          </ac:spMkLst>
        </pc:spChg>
        <pc:spChg chg="add mod">
          <ac:chgData name="Somak Das" userId="S::sdas@floridapoly.edu::98cebb13-2fc4-4808-95b9-daeb7e6acc01" providerId="AD" clId="Web-{481234EF-4B4E-FD0B-D859-8458AD20B99E}" dt="2024-08-22T06:00:21.114" v="58" actId="14100"/>
          <ac:spMkLst>
            <pc:docMk/>
            <pc:sldMk cId="2786947028" sldId="409"/>
            <ac:spMk id="8" creationId="{BB4E1B4A-949C-9C8B-A967-ED626B4A0CAB}"/>
          </ac:spMkLst>
        </pc:spChg>
        <pc:picChg chg="mod">
          <ac:chgData name="Somak Das" userId="S::sdas@floridapoly.edu::98cebb13-2fc4-4808-95b9-daeb7e6acc01" providerId="AD" clId="Web-{481234EF-4B4E-FD0B-D859-8458AD20B99E}" dt="2024-08-22T06:00:32.661" v="61" actId="14100"/>
          <ac:picMkLst>
            <pc:docMk/>
            <pc:sldMk cId="2786947028" sldId="409"/>
            <ac:picMk id="5" creationId="{64C96BA6-AC0C-38D2-6B12-93A54EA481C4}"/>
          </ac:picMkLst>
        </pc:picChg>
        <pc:picChg chg="add del mod">
          <ac:chgData name="Somak Das" userId="S::sdas@floridapoly.edu::98cebb13-2fc4-4808-95b9-daeb7e6acc01" providerId="AD" clId="Web-{481234EF-4B4E-FD0B-D859-8458AD20B99E}" dt="2024-08-22T05:59:36.909" v="53"/>
          <ac:picMkLst>
            <pc:docMk/>
            <pc:sldMk cId="2786947028" sldId="409"/>
            <ac:picMk id="6" creationId="{F81924CA-B9E1-890D-BBC2-BA54DB920A41}"/>
          </ac:picMkLst>
        </pc:picChg>
      </pc:sldChg>
      <pc:sldChg chg="addSp delSp modSp new mod setBg addAnim">
        <pc:chgData name="Somak Das" userId="S::sdas@floridapoly.edu::98cebb13-2fc4-4808-95b9-daeb7e6acc01" providerId="AD" clId="Web-{481234EF-4B4E-FD0B-D859-8458AD20B99E}" dt="2024-08-22T06:59:17.649" v="341"/>
        <pc:sldMkLst>
          <pc:docMk/>
          <pc:sldMk cId="2099666854" sldId="410"/>
        </pc:sldMkLst>
        <pc:spChg chg="mod">
          <ac:chgData name="Somak Das" userId="S::sdas@floridapoly.edu::98cebb13-2fc4-4808-95b9-daeb7e6acc01" providerId="AD" clId="Web-{481234EF-4B4E-FD0B-D859-8458AD20B99E}" dt="2024-08-22T06:47:13.609" v="183"/>
          <ac:spMkLst>
            <pc:docMk/>
            <pc:sldMk cId="2099666854" sldId="410"/>
            <ac:spMk id="2" creationId="{7C1102B0-4349-50DC-4CE6-933E53588BAD}"/>
          </ac:spMkLst>
        </pc:spChg>
        <pc:spChg chg="del mod">
          <ac:chgData name="Somak Das" userId="S::sdas@floridapoly.edu::98cebb13-2fc4-4808-95b9-daeb7e6acc01" providerId="AD" clId="Web-{481234EF-4B4E-FD0B-D859-8458AD20B99E}" dt="2024-08-22T06:47:22.671" v="184"/>
          <ac:spMkLst>
            <pc:docMk/>
            <pc:sldMk cId="2099666854" sldId="410"/>
            <ac:spMk id="3" creationId="{EEA0F1E3-24DD-9D4A-EDEB-FA627A616E53}"/>
          </ac:spMkLst>
        </pc:spChg>
        <pc:spChg chg="add">
          <ac:chgData name="Somak Das" userId="S::sdas@floridapoly.edu::98cebb13-2fc4-4808-95b9-daeb7e6acc01" providerId="AD" clId="Web-{481234EF-4B4E-FD0B-D859-8458AD20B99E}" dt="2024-08-22T06:47:13.609" v="183"/>
          <ac:spMkLst>
            <pc:docMk/>
            <pc:sldMk cId="2099666854" sldId="410"/>
            <ac:spMk id="8" creationId="{1B15ED52-F352-441B-82BF-E0EA34836D08}"/>
          </ac:spMkLst>
        </pc:spChg>
        <pc:spChg chg="add mod">
          <ac:chgData name="Somak Das" userId="S::sdas@floridapoly.edu::98cebb13-2fc4-4808-95b9-daeb7e6acc01" providerId="AD" clId="Web-{481234EF-4B4E-FD0B-D859-8458AD20B99E}" dt="2024-08-22T06:56:18.596" v="328" actId="14100"/>
          <ac:spMkLst>
            <pc:docMk/>
            <pc:sldMk cId="2099666854" sldId="410"/>
            <ac:spMk id="9" creationId="{5D64EA74-0DE5-7079-03BF-682D1A60FE07}"/>
          </ac:spMkLst>
        </pc:spChg>
        <pc:spChg chg="add">
          <ac:chgData name="Somak Das" userId="S::sdas@floridapoly.edu::98cebb13-2fc4-4808-95b9-daeb7e6acc01" providerId="AD" clId="Web-{481234EF-4B4E-FD0B-D859-8458AD20B99E}" dt="2024-08-22T06:47:13.609" v="183"/>
          <ac:spMkLst>
            <pc:docMk/>
            <pc:sldMk cId="2099666854" sldId="410"/>
            <ac:spMk id="10" creationId="{3B2E3793-BFE6-45A2-9B7B-E18844431C99}"/>
          </ac:spMkLst>
        </pc:spChg>
        <pc:spChg chg="add mod">
          <ac:chgData name="Somak Das" userId="S::sdas@floridapoly.edu::98cebb13-2fc4-4808-95b9-daeb7e6acc01" providerId="AD" clId="Web-{481234EF-4B4E-FD0B-D859-8458AD20B99E}" dt="2024-08-22T06:55:15.437" v="308" actId="1076"/>
          <ac:spMkLst>
            <pc:docMk/>
            <pc:sldMk cId="2099666854" sldId="410"/>
            <ac:spMk id="11" creationId="{545DA0DB-1D50-57CD-D3D8-204236398D7B}"/>
          </ac:spMkLst>
        </pc:spChg>
        <pc:spChg chg="add">
          <ac:chgData name="Somak Das" userId="S::sdas@floridapoly.edu::98cebb13-2fc4-4808-95b9-daeb7e6acc01" providerId="AD" clId="Web-{481234EF-4B4E-FD0B-D859-8458AD20B99E}" dt="2024-08-22T06:47:13.609" v="183"/>
          <ac:spMkLst>
            <pc:docMk/>
            <pc:sldMk cId="2099666854" sldId="410"/>
            <ac:spMk id="12" creationId="{BC4C4868-CB8F-4AF9-9CDB-8108F2C19B67}"/>
          </ac:spMkLst>
        </pc:spChg>
        <pc:spChg chg="add">
          <ac:chgData name="Somak Das" userId="S::sdas@floridapoly.edu::98cebb13-2fc4-4808-95b9-daeb7e6acc01" providerId="AD" clId="Web-{481234EF-4B4E-FD0B-D859-8458AD20B99E}" dt="2024-08-22T06:47:13.609" v="183"/>
          <ac:spMkLst>
            <pc:docMk/>
            <pc:sldMk cId="2099666854" sldId="410"/>
            <ac:spMk id="14" creationId="{375E0459-6403-40CD-989D-56A4407CA12E}"/>
          </ac:spMkLst>
        </pc:spChg>
        <pc:spChg chg="add">
          <ac:chgData name="Somak Das" userId="S::sdas@floridapoly.edu::98cebb13-2fc4-4808-95b9-daeb7e6acc01" providerId="AD" clId="Web-{481234EF-4B4E-FD0B-D859-8458AD20B99E}" dt="2024-08-22T06:47:13.609" v="183"/>
          <ac:spMkLst>
            <pc:docMk/>
            <pc:sldMk cId="2099666854" sldId="410"/>
            <ac:spMk id="16" creationId="{53E5B1A8-3AC9-4BD1-9BBC-78CA94F2D1BA}"/>
          </ac:spMkLst>
        </pc:spChg>
        <pc:picChg chg="add mod">
          <ac:chgData name="Somak Das" userId="S::sdas@floridapoly.edu::98cebb13-2fc4-4808-95b9-daeb7e6acc01" providerId="AD" clId="Web-{481234EF-4B4E-FD0B-D859-8458AD20B99E}" dt="2024-08-22T06:58:01.084" v="333" actId="14100"/>
          <ac:picMkLst>
            <pc:docMk/>
            <pc:sldMk cId="2099666854" sldId="410"/>
            <ac:picMk id="4" creationId="{8C9C718B-B1A8-D446-70BA-EE50CD03409A}"/>
          </ac:picMkLst>
        </pc:picChg>
        <pc:picChg chg="add mod">
          <ac:chgData name="Somak Das" userId="S::sdas@floridapoly.edu::98cebb13-2fc4-4808-95b9-daeb7e6acc01" providerId="AD" clId="Web-{481234EF-4B4E-FD0B-D859-8458AD20B99E}" dt="2024-08-22T06:58:17.678" v="336" actId="1076"/>
          <ac:picMkLst>
            <pc:docMk/>
            <pc:sldMk cId="2099666854" sldId="410"/>
            <ac:picMk id="5" creationId="{4B62D3C9-9A0F-21E7-1A81-0C783CF62273}"/>
          </ac:picMkLst>
        </pc:picChg>
        <pc:picChg chg="add mod">
          <ac:chgData name="Somak Das" userId="S::sdas@floridapoly.edu::98cebb13-2fc4-4808-95b9-daeb7e6acc01" providerId="AD" clId="Web-{481234EF-4B4E-FD0B-D859-8458AD20B99E}" dt="2024-08-22T06:58:29.725" v="337" actId="1076"/>
          <ac:picMkLst>
            <pc:docMk/>
            <pc:sldMk cId="2099666854" sldId="410"/>
            <ac:picMk id="6" creationId="{3DEA2EA7-F892-3EFE-905E-BA86EB9B39A3}"/>
          </ac:picMkLst>
        </pc:picChg>
        <pc:picChg chg="add mod">
          <ac:chgData name="Somak Das" userId="S::sdas@floridapoly.edu::98cebb13-2fc4-4808-95b9-daeb7e6acc01" providerId="AD" clId="Web-{481234EF-4B4E-FD0B-D859-8458AD20B99E}" dt="2024-08-22T06:58:34.788" v="338" actId="1076"/>
          <ac:picMkLst>
            <pc:docMk/>
            <pc:sldMk cId="2099666854" sldId="410"/>
            <ac:picMk id="7" creationId="{7681A787-4EB0-98B1-78DF-9DEC425852EE}"/>
          </ac:picMkLst>
        </pc:picChg>
        <pc:picChg chg="add del mod">
          <ac:chgData name="Somak Das" userId="S::sdas@floridapoly.edu::98cebb13-2fc4-4808-95b9-daeb7e6acc01" providerId="AD" clId="Web-{481234EF-4B4E-FD0B-D859-8458AD20B99E}" dt="2024-08-22T06:59:17.649" v="341"/>
          <ac:picMkLst>
            <pc:docMk/>
            <pc:sldMk cId="2099666854" sldId="410"/>
            <ac:picMk id="13" creationId="{98B0DF04-5125-CC4A-47DD-8786B24E4F68}"/>
          </ac:picMkLst>
        </pc:picChg>
      </pc:sldChg>
      <pc:sldChg chg="new del">
        <pc:chgData name="Somak Das" userId="S::sdas@floridapoly.edu::98cebb13-2fc4-4808-95b9-daeb7e6acc01" providerId="AD" clId="Web-{481234EF-4B4E-FD0B-D859-8458AD20B99E}" dt="2024-08-22T06:59:20.227" v="342"/>
        <pc:sldMkLst>
          <pc:docMk/>
          <pc:sldMk cId="2036173463" sldId="411"/>
        </pc:sldMkLst>
      </pc:sldChg>
      <pc:sldChg chg="delSp modSp add">
        <pc:chgData name="Somak Das" userId="S::sdas@floridapoly.edu::98cebb13-2fc4-4808-95b9-daeb7e6acc01" providerId="AD" clId="Web-{481234EF-4B4E-FD0B-D859-8458AD20B99E}" dt="2024-08-22T14:05:33.698" v="489" actId="1076"/>
        <pc:sldMkLst>
          <pc:docMk/>
          <pc:sldMk cId="3065423698" sldId="411"/>
        </pc:sldMkLst>
        <pc:spChg chg="mod">
          <ac:chgData name="Somak Das" userId="S::sdas@floridapoly.edu::98cebb13-2fc4-4808-95b9-daeb7e6acc01" providerId="AD" clId="Web-{481234EF-4B4E-FD0B-D859-8458AD20B99E}" dt="2024-08-22T14:05:12.447" v="460" actId="20577"/>
          <ac:spMkLst>
            <pc:docMk/>
            <pc:sldMk cId="3065423698" sldId="411"/>
            <ac:spMk id="3" creationId="{3A242FA9-1E6A-4D64-FCFD-3DD029AC543D}"/>
          </ac:spMkLst>
        </pc:spChg>
        <pc:spChg chg="mod">
          <ac:chgData name="Somak Das" userId="S::sdas@floridapoly.edu::98cebb13-2fc4-4808-95b9-daeb7e6acc01" providerId="AD" clId="Web-{481234EF-4B4E-FD0B-D859-8458AD20B99E}" dt="2024-08-22T14:05:33.698" v="489" actId="1076"/>
          <ac:spMkLst>
            <pc:docMk/>
            <pc:sldMk cId="3065423698" sldId="411"/>
            <ac:spMk id="6" creationId="{4566C2B3-50DC-E041-A89A-7E3D6B757069}"/>
          </ac:spMkLst>
        </pc:spChg>
        <pc:spChg chg="del mod">
          <ac:chgData name="Somak Das" userId="S::sdas@floridapoly.edu::98cebb13-2fc4-4808-95b9-daeb7e6acc01" providerId="AD" clId="Web-{481234EF-4B4E-FD0B-D859-8458AD20B99E}" dt="2024-08-22T14:04:50.806" v="450"/>
          <ac:spMkLst>
            <pc:docMk/>
            <pc:sldMk cId="3065423698" sldId="411"/>
            <ac:spMk id="10" creationId="{C9996246-EF2D-EDEE-5D70-FF913E45C39E}"/>
          </ac:spMkLst>
        </pc:spChg>
      </pc:sldChg>
      <pc:sldChg chg="addSp delSp modSp new mod setBg">
        <pc:chgData name="Somak Das" userId="S::sdas@floridapoly.edu::98cebb13-2fc4-4808-95b9-daeb7e6acc01" providerId="AD" clId="Web-{481234EF-4B4E-FD0B-D859-8458AD20B99E}" dt="2024-08-22T14:18:36.571" v="632" actId="20577"/>
        <pc:sldMkLst>
          <pc:docMk/>
          <pc:sldMk cId="3099823345" sldId="412"/>
        </pc:sldMkLst>
        <pc:spChg chg="mod">
          <ac:chgData name="Somak Das" userId="S::sdas@floridapoly.edu::98cebb13-2fc4-4808-95b9-daeb7e6acc01" providerId="AD" clId="Web-{481234EF-4B4E-FD0B-D859-8458AD20B99E}" dt="2024-08-22T14:17:30.522" v="622" actId="1076"/>
          <ac:spMkLst>
            <pc:docMk/>
            <pc:sldMk cId="3099823345" sldId="412"/>
            <ac:spMk id="2" creationId="{C61593CB-5AF9-3E8A-C79B-62820D8B2D66}"/>
          </ac:spMkLst>
        </pc:spChg>
        <pc:spChg chg="del">
          <ac:chgData name="Somak Das" userId="S::sdas@floridapoly.edu::98cebb13-2fc4-4808-95b9-daeb7e6acc01" providerId="AD" clId="Web-{481234EF-4B4E-FD0B-D859-8458AD20B99E}" dt="2024-08-22T14:11:52.025" v="493"/>
          <ac:spMkLst>
            <pc:docMk/>
            <pc:sldMk cId="3099823345" sldId="412"/>
            <ac:spMk id="3" creationId="{DA5E0D50-AABE-509F-7982-2AACBF18B5C0}"/>
          </ac:spMkLst>
        </pc:spChg>
        <pc:spChg chg="add del mod">
          <ac:chgData name="Somak Das" userId="S::sdas@floridapoly.edu::98cebb13-2fc4-4808-95b9-daeb7e6acc01" providerId="AD" clId="Web-{481234EF-4B4E-FD0B-D859-8458AD20B99E}" dt="2024-08-22T14:18:36.571" v="632" actId="20577"/>
          <ac:spMkLst>
            <pc:docMk/>
            <pc:sldMk cId="3099823345" sldId="412"/>
            <ac:spMk id="8" creationId="{97EE0C95-68A6-7C07-787F-620429F34137}"/>
          </ac:spMkLst>
        </pc:spChg>
        <pc:spChg chg="add">
          <ac:chgData name="Somak Das" userId="S::sdas@floridapoly.edu::98cebb13-2fc4-4808-95b9-daeb7e6acc01" providerId="AD" clId="Web-{481234EF-4B4E-FD0B-D859-8458AD20B99E}" dt="2024-08-22T14:12:13.479" v="494"/>
          <ac:spMkLst>
            <pc:docMk/>
            <pc:sldMk cId="3099823345" sldId="412"/>
            <ac:spMk id="11" creationId="{6EA86598-DA2C-41D5-BC0C-E877F8818EEB}"/>
          </ac:spMkLst>
        </pc:spChg>
        <pc:spChg chg="add">
          <ac:chgData name="Somak Das" userId="S::sdas@floridapoly.edu::98cebb13-2fc4-4808-95b9-daeb7e6acc01" providerId="AD" clId="Web-{481234EF-4B4E-FD0B-D859-8458AD20B99E}" dt="2024-08-22T14:12:13.479" v="494"/>
          <ac:spMkLst>
            <pc:docMk/>
            <pc:sldMk cId="3099823345" sldId="412"/>
            <ac:spMk id="13" creationId="{450D3AD2-FA80-415F-A9CE-54D884561CD7}"/>
          </ac:spMkLst>
        </pc:spChg>
        <pc:spChg chg="add">
          <ac:chgData name="Somak Das" userId="S::sdas@floridapoly.edu::98cebb13-2fc4-4808-95b9-daeb7e6acc01" providerId="AD" clId="Web-{481234EF-4B4E-FD0B-D859-8458AD20B99E}" dt="2024-08-22T14:12:13.479" v="494"/>
          <ac:spMkLst>
            <pc:docMk/>
            <pc:sldMk cId="3099823345" sldId="412"/>
            <ac:spMk id="15" creationId="{87F16C5A-0D41-47A9-B0A2-9C2AD7A8CF32}"/>
          </ac:spMkLst>
        </pc:spChg>
        <pc:graphicFrameChg chg="add del mod ord modGraphic">
          <ac:chgData name="Somak Das" userId="S::sdas@floridapoly.edu::98cebb13-2fc4-4808-95b9-daeb7e6acc01" providerId="AD" clId="Web-{481234EF-4B4E-FD0B-D859-8458AD20B99E}" dt="2024-08-22T14:12:36.808" v="501"/>
          <ac:graphicFrameMkLst>
            <pc:docMk/>
            <pc:sldMk cId="3099823345" sldId="412"/>
            <ac:graphicFrameMk id="5" creationId="{7FD9F3A8-1BD7-1CAB-4C26-DCA03EC666C1}"/>
          </ac:graphicFrameMkLst>
        </pc:graphicFrameChg>
        <pc:picChg chg="add del mod ord">
          <ac:chgData name="Somak Das" userId="S::sdas@floridapoly.edu::98cebb13-2fc4-4808-95b9-daeb7e6acc01" providerId="AD" clId="Web-{481234EF-4B4E-FD0B-D859-8458AD20B99E}" dt="2024-08-22T14:14:57.594" v="558"/>
          <ac:picMkLst>
            <pc:docMk/>
            <pc:sldMk cId="3099823345" sldId="412"/>
            <ac:picMk id="4" creationId="{00BCBA99-C058-BA00-8AD4-1AD6423289AF}"/>
          </ac:picMkLst>
        </pc:picChg>
        <pc:picChg chg="add mod">
          <ac:chgData name="Somak Das" userId="S::sdas@floridapoly.edu::98cebb13-2fc4-4808-95b9-daeb7e6acc01" providerId="AD" clId="Web-{481234EF-4B4E-FD0B-D859-8458AD20B99E}" dt="2024-08-22T14:15:39.392" v="565" actId="1076"/>
          <ac:picMkLst>
            <pc:docMk/>
            <pc:sldMk cId="3099823345" sldId="412"/>
            <ac:picMk id="16" creationId="{4047621E-551D-B0D7-C7A1-52CACD778D74}"/>
          </ac:picMkLst>
        </pc:picChg>
      </pc:sldChg>
      <pc:sldChg chg="addSp delSp modSp new mod ord setBg">
        <pc:chgData name="Somak Das" userId="S::sdas@floridapoly.edu::98cebb13-2fc4-4808-95b9-daeb7e6acc01" providerId="AD" clId="Web-{481234EF-4B4E-FD0B-D859-8458AD20B99E}" dt="2024-08-22T14:31:58.616" v="702"/>
        <pc:sldMkLst>
          <pc:docMk/>
          <pc:sldMk cId="2300636448" sldId="413"/>
        </pc:sldMkLst>
        <pc:spChg chg="mod">
          <ac:chgData name="Somak Das" userId="S::sdas@floridapoly.edu::98cebb13-2fc4-4808-95b9-daeb7e6acc01" providerId="AD" clId="Web-{481234EF-4B4E-FD0B-D859-8458AD20B99E}" dt="2024-08-22T14:31:58.522" v="701" actId="20577"/>
          <ac:spMkLst>
            <pc:docMk/>
            <pc:sldMk cId="2300636448" sldId="413"/>
            <ac:spMk id="2" creationId="{2F8FB17B-3D35-E09E-9B8F-37DD0A7BD9D1}"/>
          </ac:spMkLst>
        </pc:spChg>
        <pc:spChg chg="mod">
          <ac:chgData name="Somak Das" userId="S::sdas@floridapoly.edu::98cebb13-2fc4-4808-95b9-daeb7e6acc01" providerId="AD" clId="Web-{481234EF-4B4E-FD0B-D859-8458AD20B99E}" dt="2024-08-22T14:30:16.941" v="690" actId="14100"/>
          <ac:spMkLst>
            <pc:docMk/>
            <pc:sldMk cId="2300636448" sldId="413"/>
            <ac:spMk id="3" creationId="{D1A3852B-A892-E0C4-A152-D35A65B8462A}"/>
          </ac:spMkLst>
        </pc:spChg>
        <pc:spChg chg="add">
          <ac:chgData name="Somak Das" userId="S::sdas@floridapoly.edu::98cebb13-2fc4-4808-95b9-daeb7e6acc01" providerId="AD" clId="Web-{481234EF-4B4E-FD0B-D859-8458AD20B99E}" dt="2024-08-22T14:28:32.015" v="672"/>
          <ac:spMkLst>
            <pc:docMk/>
            <pc:sldMk cId="2300636448" sldId="413"/>
            <ac:spMk id="11" creationId="{E81BF4F6-F2CF-4984-9D14-D6966D92F99F}"/>
          </ac:spMkLst>
        </pc:spChg>
        <pc:spChg chg="add">
          <ac:chgData name="Somak Das" userId="S::sdas@floridapoly.edu::98cebb13-2fc4-4808-95b9-daeb7e6acc01" providerId="AD" clId="Web-{481234EF-4B4E-FD0B-D859-8458AD20B99E}" dt="2024-08-22T14:28:32.015" v="672"/>
          <ac:spMkLst>
            <pc:docMk/>
            <pc:sldMk cId="2300636448" sldId="413"/>
            <ac:spMk id="13" creationId="{C0763A76-9F1C-4FC5-82B7-DD475DA461B2}"/>
          </ac:spMkLst>
        </pc:spChg>
        <pc:grpChg chg="add del">
          <ac:chgData name="Somak Das" userId="S::sdas@floridapoly.edu::98cebb13-2fc4-4808-95b9-daeb7e6acc01" providerId="AD" clId="Web-{481234EF-4B4E-FD0B-D859-8458AD20B99E}" dt="2024-08-22T14:28:31.999" v="671"/>
          <ac:grpSpMkLst>
            <pc:docMk/>
            <pc:sldMk cId="2300636448" sldId="413"/>
            <ac:grpSpMk id="9" creationId="{8CE57D37-C2D0-066B-1AE3-6F4244344F27}"/>
          </ac:grpSpMkLst>
        </pc:grpChg>
        <pc:picChg chg="add del">
          <ac:chgData name="Somak Das" userId="S::sdas@floridapoly.edu::98cebb13-2fc4-4808-95b9-daeb7e6acc01" providerId="AD" clId="Web-{481234EF-4B4E-FD0B-D859-8458AD20B99E}" dt="2024-08-22T14:28:31.999" v="671"/>
          <ac:picMkLst>
            <pc:docMk/>
            <pc:sldMk cId="2300636448" sldId="413"/>
            <ac:picMk id="5" creationId="{78BF88B6-5D0D-2436-892A-0C150629577E}"/>
          </ac:picMkLst>
        </pc:picChg>
        <pc:picChg chg="add">
          <ac:chgData name="Somak Das" userId="S::sdas@floridapoly.edu::98cebb13-2fc4-4808-95b9-daeb7e6acc01" providerId="AD" clId="Web-{481234EF-4B4E-FD0B-D859-8458AD20B99E}" dt="2024-08-22T14:28:32.015" v="672"/>
          <ac:picMkLst>
            <pc:docMk/>
            <pc:sldMk cId="2300636448" sldId="413"/>
            <ac:picMk id="14" creationId="{2AD56294-02C3-2A00-3A1F-911253021642}"/>
          </ac:picMkLst>
        </pc:picChg>
      </pc:sldChg>
      <pc:sldChg chg="addSp modSp new">
        <pc:chgData name="Somak Das" userId="S::sdas@floridapoly.edu::98cebb13-2fc4-4808-95b9-daeb7e6acc01" providerId="AD" clId="Web-{481234EF-4B4E-FD0B-D859-8458AD20B99E}" dt="2024-08-22T14:40:13.213" v="760" actId="1076"/>
        <pc:sldMkLst>
          <pc:docMk/>
          <pc:sldMk cId="1101669048" sldId="414"/>
        </pc:sldMkLst>
        <pc:spChg chg="mod">
          <ac:chgData name="Somak Das" userId="S::sdas@floridapoly.edu::98cebb13-2fc4-4808-95b9-daeb7e6acc01" providerId="AD" clId="Web-{481234EF-4B4E-FD0B-D859-8458AD20B99E}" dt="2024-08-22T14:37:34.379" v="743"/>
          <ac:spMkLst>
            <pc:docMk/>
            <pc:sldMk cId="1101669048" sldId="414"/>
            <ac:spMk id="2" creationId="{C8C95E0C-4BFE-31C9-43E3-9571C63A203F}"/>
          </ac:spMkLst>
        </pc:spChg>
        <pc:spChg chg="mod">
          <ac:chgData name="Somak Das" userId="S::sdas@floridapoly.edu::98cebb13-2fc4-4808-95b9-daeb7e6acc01" providerId="AD" clId="Web-{481234EF-4B4E-FD0B-D859-8458AD20B99E}" dt="2024-08-22T14:40:00.712" v="758" actId="14100"/>
          <ac:spMkLst>
            <pc:docMk/>
            <pc:sldMk cId="1101669048" sldId="414"/>
            <ac:spMk id="3" creationId="{5CA6D8B2-6056-FC7D-D5A7-2DBE6CAE08B1}"/>
          </ac:spMkLst>
        </pc:spChg>
        <pc:picChg chg="add mod">
          <ac:chgData name="Somak Das" userId="S::sdas@floridapoly.edu::98cebb13-2fc4-4808-95b9-daeb7e6acc01" providerId="AD" clId="Web-{481234EF-4B4E-FD0B-D859-8458AD20B99E}" dt="2024-08-22T14:40:13.213" v="760" actId="1076"/>
          <ac:picMkLst>
            <pc:docMk/>
            <pc:sldMk cId="1101669048" sldId="414"/>
            <ac:picMk id="4" creationId="{AA985C86-A2AE-5054-03DE-D24479F3F674}"/>
          </ac:picMkLst>
        </pc:picChg>
      </pc:sldChg>
    </pc:docChg>
  </pc:docChgLst>
  <pc:docChgLst>
    <pc:chgData name="Somak Das" userId="S::sdas@floridapoly.edu::98cebb13-2fc4-4808-95b9-daeb7e6acc01" providerId="AD" clId="Web-{E26C3E97-05B6-8568-8F4E-6BF9E79F1676}"/>
    <pc:docChg chg="delSld">
      <pc:chgData name="Somak Das" userId="S::sdas@floridapoly.edu::98cebb13-2fc4-4808-95b9-daeb7e6acc01" providerId="AD" clId="Web-{E26C3E97-05B6-8568-8F4E-6BF9E79F1676}" dt="2024-08-23T02:06:17.619" v="0"/>
      <pc:docMkLst>
        <pc:docMk/>
      </pc:docMkLst>
      <pc:sldChg chg="del">
        <pc:chgData name="Somak Das" userId="S::sdas@floridapoly.edu::98cebb13-2fc4-4808-95b9-daeb7e6acc01" providerId="AD" clId="Web-{E26C3E97-05B6-8568-8F4E-6BF9E79F1676}" dt="2024-08-23T02:06:17.619" v="0"/>
        <pc:sldMkLst>
          <pc:docMk/>
          <pc:sldMk cId="3028613903" sldId="329"/>
        </pc:sldMkLst>
      </pc:sldChg>
    </pc:docChg>
  </pc:docChgLst>
  <pc:docChgLst>
    <pc:chgData name="Somak Das" userId="S::sdas@floridapoly.edu::98cebb13-2fc4-4808-95b9-daeb7e6acc01" providerId="AD" clId="Web-{EF4FBCCC-26BD-805A-51C4-929DD22FCAB6}"/>
    <pc:docChg chg="delSld">
      <pc:chgData name="Somak Das" userId="S::sdas@floridapoly.edu::98cebb13-2fc4-4808-95b9-daeb7e6acc01" providerId="AD" clId="Web-{EF4FBCCC-26BD-805A-51C4-929DD22FCAB6}" dt="2024-08-23T02:11:38.200" v="8"/>
      <pc:docMkLst>
        <pc:docMk/>
      </pc:docMkLst>
      <pc:sldChg chg="del">
        <pc:chgData name="Somak Das" userId="S::sdas@floridapoly.edu::98cebb13-2fc4-4808-95b9-daeb7e6acc01" providerId="AD" clId="Web-{EF4FBCCC-26BD-805A-51C4-929DD22FCAB6}" dt="2024-08-23T02:11:38.200" v="7"/>
        <pc:sldMkLst>
          <pc:docMk/>
          <pc:sldMk cId="3459119917" sldId="320"/>
        </pc:sldMkLst>
      </pc:sldChg>
      <pc:sldChg chg="del">
        <pc:chgData name="Somak Das" userId="S::sdas@floridapoly.edu::98cebb13-2fc4-4808-95b9-daeb7e6acc01" providerId="AD" clId="Web-{EF4FBCCC-26BD-805A-51C4-929DD22FCAB6}" dt="2024-08-23T02:11:38.185" v="1"/>
        <pc:sldMkLst>
          <pc:docMk/>
          <pc:sldMk cId="1258505263" sldId="323"/>
        </pc:sldMkLst>
      </pc:sldChg>
      <pc:sldChg chg="del">
        <pc:chgData name="Somak Das" userId="S::sdas@floridapoly.edu::98cebb13-2fc4-4808-95b9-daeb7e6acc01" providerId="AD" clId="Web-{EF4FBCCC-26BD-805A-51C4-929DD22FCAB6}" dt="2024-08-23T02:11:38.200" v="8"/>
        <pc:sldMkLst>
          <pc:docMk/>
          <pc:sldMk cId="443300659" sldId="325"/>
        </pc:sldMkLst>
      </pc:sldChg>
      <pc:sldChg chg="del">
        <pc:chgData name="Somak Das" userId="S::sdas@floridapoly.edu::98cebb13-2fc4-4808-95b9-daeb7e6acc01" providerId="AD" clId="Web-{EF4FBCCC-26BD-805A-51C4-929DD22FCAB6}" dt="2024-08-23T02:11:38.200" v="6"/>
        <pc:sldMkLst>
          <pc:docMk/>
          <pc:sldMk cId="408905727" sldId="326"/>
        </pc:sldMkLst>
      </pc:sldChg>
      <pc:sldChg chg="del">
        <pc:chgData name="Somak Das" userId="S::sdas@floridapoly.edu::98cebb13-2fc4-4808-95b9-daeb7e6acc01" providerId="AD" clId="Web-{EF4FBCCC-26BD-805A-51C4-929DD22FCAB6}" dt="2024-08-23T02:11:38.200" v="5"/>
        <pc:sldMkLst>
          <pc:docMk/>
          <pc:sldMk cId="1955294139" sldId="327"/>
        </pc:sldMkLst>
      </pc:sldChg>
      <pc:sldChg chg="del">
        <pc:chgData name="Somak Das" userId="S::sdas@floridapoly.edu::98cebb13-2fc4-4808-95b9-daeb7e6acc01" providerId="AD" clId="Web-{EF4FBCCC-26BD-805A-51C4-929DD22FCAB6}" dt="2024-08-23T02:11:38.200" v="4"/>
        <pc:sldMkLst>
          <pc:docMk/>
          <pc:sldMk cId="1461250106" sldId="328"/>
        </pc:sldMkLst>
      </pc:sldChg>
      <pc:sldChg chg="del">
        <pc:chgData name="Somak Das" userId="S::sdas@floridapoly.edu::98cebb13-2fc4-4808-95b9-daeb7e6acc01" providerId="AD" clId="Web-{EF4FBCCC-26BD-805A-51C4-929DD22FCAB6}" dt="2024-08-23T02:11:38.185" v="0"/>
        <pc:sldMkLst>
          <pc:docMk/>
          <pc:sldMk cId="1282981941" sldId="376"/>
        </pc:sldMkLst>
      </pc:sldChg>
      <pc:sldChg chg="del">
        <pc:chgData name="Somak Das" userId="S::sdas@floridapoly.edu::98cebb13-2fc4-4808-95b9-daeb7e6acc01" providerId="AD" clId="Web-{EF4FBCCC-26BD-805A-51C4-929DD22FCAB6}" dt="2024-08-23T02:11:38.200" v="3"/>
        <pc:sldMkLst>
          <pc:docMk/>
          <pc:sldMk cId="153209895" sldId="381"/>
        </pc:sldMkLst>
      </pc:sldChg>
      <pc:sldChg chg="del">
        <pc:chgData name="Somak Das" userId="S::sdas@floridapoly.edu::98cebb13-2fc4-4808-95b9-daeb7e6acc01" providerId="AD" clId="Web-{EF4FBCCC-26BD-805A-51C4-929DD22FCAB6}" dt="2024-08-23T02:11:38.200" v="2"/>
        <pc:sldMkLst>
          <pc:docMk/>
          <pc:sldMk cId="3101682665" sldId="382"/>
        </pc:sldMkLst>
      </pc:sldChg>
    </pc:docChg>
  </pc:docChgLst>
  <pc:docChgLst>
    <pc:chgData name="Somak Das" userId="S::sdas@floridapoly.edu::98cebb13-2fc4-4808-95b9-daeb7e6acc01" providerId="AD" clId="Web-{FF83CE0E-8AAF-A4F7-4E57-6CD3D53F07F4}"/>
    <pc:docChg chg="addSld delSld">
      <pc:chgData name="Somak Das" userId="S::sdas@floridapoly.edu::98cebb13-2fc4-4808-95b9-daeb7e6acc01" providerId="AD" clId="Web-{FF83CE0E-8AAF-A4F7-4E57-6CD3D53F07F4}" dt="2024-08-26T15:15:20.020" v="34"/>
      <pc:docMkLst>
        <pc:docMk/>
      </pc:docMkLst>
      <pc:sldChg chg="add del">
        <pc:chgData name="Somak Das" userId="S::sdas@floridapoly.edu::98cebb13-2fc4-4808-95b9-daeb7e6acc01" providerId="AD" clId="Web-{FF83CE0E-8AAF-A4F7-4E57-6CD3D53F07F4}" dt="2024-08-26T15:15:07.160" v="12"/>
        <pc:sldMkLst>
          <pc:docMk/>
          <pc:sldMk cId="1418437035" sldId="315"/>
        </pc:sldMkLst>
      </pc:sldChg>
      <pc:sldChg chg="add del">
        <pc:chgData name="Somak Das" userId="S::sdas@floridapoly.edu::98cebb13-2fc4-4808-95b9-daeb7e6acc01" providerId="AD" clId="Web-{FF83CE0E-8AAF-A4F7-4E57-6CD3D53F07F4}" dt="2024-08-26T15:15:07.348" v="13"/>
        <pc:sldMkLst>
          <pc:docMk/>
          <pc:sldMk cId="381369815" sldId="316"/>
        </pc:sldMkLst>
      </pc:sldChg>
      <pc:sldChg chg="add del">
        <pc:chgData name="Somak Das" userId="S::sdas@floridapoly.edu::98cebb13-2fc4-4808-95b9-daeb7e6acc01" providerId="AD" clId="Web-{FF83CE0E-8AAF-A4F7-4E57-6CD3D53F07F4}" dt="2024-08-26T15:15:07.442" v="14"/>
        <pc:sldMkLst>
          <pc:docMk/>
          <pc:sldMk cId="494098789" sldId="318"/>
        </pc:sldMkLst>
      </pc:sldChg>
      <pc:sldChg chg="del">
        <pc:chgData name="Somak Das" userId="S::sdas@floridapoly.edu::98cebb13-2fc4-4808-95b9-daeb7e6acc01" providerId="AD" clId="Web-{FF83CE0E-8AAF-A4F7-4E57-6CD3D53F07F4}" dt="2024-08-26T15:15:20.004" v="29"/>
        <pc:sldMkLst>
          <pc:docMk/>
          <pc:sldMk cId="292029867" sldId="324"/>
        </pc:sldMkLst>
      </pc:sldChg>
      <pc:sldChg chg="del">
        <pc:chgData name="Somak Das" userId="S::sdas@floridapoly.edu::98cebb13-2fc4-4808-95b9-daeb7e6acc01" providerId="AD" clId="Web-{FF83CE0E-8AAF-A4F7-4E57-6CD3D53F07F4}" dt="2024-08-26T15:15:20.020" v="34"/>
        <pc:sldMkLst>
          <pc:docMk/>
          <pc:sldMk cId="3028613903" sldId="329"/>
        </pc:sldMkLst>
      </pc:sldChg>
      <pc:sldChg chg="del">
        <pc:chgData name="Somak Das" userId="S::sdas@floridapoly.edu::98cebb13-2fc4-4808-95b9-daeb7e6acc01" providerId="AD" clId="Web-{FF83CE0E-8AAF-A4F7-4E57-6CD3D53F07F4}" dt="2024-08-26T15:15:20.020" v="32"/>
        <pc:sldMkLst>
          <pc:docMk/>
          <pc:sldMk cId="3318097273" sldId="332"/>
        </pc:sldMkLst>
      </pc:sldChg>
      <pc:sldChg chg="add del">
        <pc:chgData name="Somak Das" userId="S::sdas@floridapoly.edu::98cebb13-2fc4-4808-95b9-daeb7e6acc01" providerId="AD" clId="Web-{FF83CE0E-8AAF-A4F7-4E57-6CD3D53F07F4}" dt="2024-08-26T15:15:07.582" v="16"/>
        <pc:sldMkLst>
          <pc:docMk/>
          <pc:sldMk cId="1625461729" sldId="334"/>
        </pc:sldMkLst>
      </pc:sldChg>
      <pc:sldChg chg="add del">
        <pc:chgData name="Somak Das" userId="S::sdas@floridapoly.edu::98cebb13-2fc4-4808-95b9-daeb7e6acc01" providerId="AD" clId="Web-{FF83CE0E-8AAF-A4F7-4E57-6CD3D53F07F4}" dt="2024-08-26T15:15:07.692" v="17"/>
        <pc:sldMkLst>
          <pc:docMk/>
          <pc:sldMk cId="1099271004" sldId="335"/>
        </pc:sldMkLst>
      </pc:sldChg>
      <pc:sldChg chg="add del">
        <pc:chgData name="Somak Das" userId="S::sdas@floridapoly.edu::98cebb13-2fc4-4808-95b9-daeb7e6acc01" providerId="AD" clId="Web-{FF83CE0E-8AAF-A4F7-4E57-6CD3D53F07F4}" dt="2024-08-26T15:15:08.020" v="20"/>
        <pc:sldMkLst>
          <pc:docMk/>
          <pc:sldMk cId="2297853334" sldId="336"/>
        </pc:sldMkLst>
      </pc:sldChg>
      <pc:sldChg chg="add del">
        <pc:chgData name="Somak Das" userId="S::sdas@floridapoly.edu::98cebb13-2fc4-4808-95b9-daeb7e6acc01" providerId="AD" clId="Web-{FF83CE0E-8AAF-A4F7-4E57-6CD3D53F07F4}" dt="2024-08-26T15:15:07.817" v="18"/>
        <pc:sldMkLst>
          <pc:docMk/>
          <pc:sldMk cId="1845045554" sldId="337"/>
        </pc:sldMkLst>
      </pc:sldChg>
      <pc:sldChg chg="add del">
        <pc:chgData name="Somak Das" userId="S::sdas@floridapoly.edu::98cebb13-2fc4-4808-95b9-daeb7e6acc01" providerId="AD" clId="Web-{FF83CE0E-8AAF-A4F7-4E57-6CD3D53F07F4}" dt="2024-08-26T15:15:07.910" v="19"/>
        <pc:sldMkLst>
          <pc:docMk/>
          <pc:sldMk cId="1580520463" sldId="338"/>
        </pc:sldMkLst>
      </pc:sldChg>
      <pc:sldChg chg="del">
        <pc:chgData name="Somak Das" userId="S::sdas@floridapoly.edu::98cebb13-2fc4-4808-95b9-daeb7e6acc01" providerId="AD" clId="Web-{FF83CE0E-8AAF-A4F7-4E57-6CD3D53F07F4}" dt="2024-08-26T15:15:20.004" v="26"/>
        <pc:sldMkLst>
          <pc:docMk/>
          <pc:sldMk cId="3333729908" sldId="391"/>
        </pc:sldMkLst>
      </pc:sldChg>
      <pc:sldChg chg="del">
        <pc:chgData name="Somak Das" userId="S::sdas@floridapoly.edu::98cebb13-2fc4-4808-95b9-daeb7e6acc01" providerId="AD" clId="Web-{FF83CE0E-8AAF-A4F7-4E57-6CD3D53F07F4}" dt="2024-08-26T15:15:20.004" v="27"/>
        <pc:sldMkLst>
          <pc:docMk/>
          <pc:sldMk cId="3092200611" sldId="392"/>
        </pc:sldMkLst>
      </pc:sldChg>
      <pc:sldChg chg="del">
        <pc:chgData name="Somak Das" userId="S::sdas@floridapoly.edu::98cebb13-2fc4-4808-95b9-daeb7e6acc01" providerId="AD" clId="Web-{FF83CE0E-8AAF-A4F7-4E57-6CD3D53F07F4}" dt="2024-08-26T15:15:20.004" v="28"/>
        <pc:sldMkLst>
          <pc:docMk/>
          <pc:sldMk cId="1533984678" sldId="393"/>
        </pc:sldMkLst>
      </pc:sldChg>
      <pc:sldChg chg="del">
        <pc:chgData name="Somak Das" userId="S::sdas@floridapoly.edu::98cebb13-2fc4-4808-95b9-daeb7e6acc01" providerId="AD" clId="Web-{FF83CE0E-8AAF-A4F7-4E57-6CD3D53F07F4}" dt="2024-08-26T15:15:20.004" v="25"/>
        <pc:sldMkLst>
          <pc:docMk/>
          <pc:sldMk cId="3120438824" sldId="394"/>
        </pc:sldMkLst>
      </pc:sldChg>
      <pc:sldChg chg="del">
        <pc:chgData name="Somak Das" userId="S::sdas@floridapoly.edu::98cebb13-2fc4-4808-95b9-daeb7e6acc01" providerId="AD" clId="Web-{FF83CE0E-8AAF-A4F7-4E57-6CD3D53F07F4}" dt="2024-08-26T15:15:20.004" v="31"/>
        <pc:sldMkLst>
          <pc:docMk/>
          <pc:sldMk cId="452420084" sldId="407"/>
        </pc:sldMkLst>
      </pc:sldChg>
      <pc:sldChg chg="del">
        <pc:chgData name="Somak Das" userId="S::sdas@floridapoly.edu::98cebb13-2fc4-4808-95b9-daeb7e6acc01" providerId="AD" clId="Web-{FF83CE0E-8AAF-A4F7-4E57-6CD3D53F07F4}" dt="2024-08-26T15:15:20.004" v="30"/>
        <pc:sldMkLst>
          <pc:docMk/>
          <pc:sldMk cId="3674580524" sldId="408"/>
        </pc:sldMkLst>
      </pc:sldChg>
      <pc:sldChg chg="del">
        <pc:chgData name="Somak Das" userId="S::sdas@floridapoly.edu::98cebb13-2fc4-4808-95b9-daeb7e6acc01" providerId="AD" clId="Web-{FF83CE0E-8AAF-A4F7-4E57-6CD3D53F07F4}" dt="2024-08-26T15:15:20.020" v="33"/>
        <pc:sldMkLst>
          <pc:docMk/>
          <pc:sldMk cId="2786947028" sldId="409"/>
        </pc:sldMkLst>
      </pc:sldChg>
      <pc:sldChg chg="del">
        <pc:chgData name="Somak Das" userId="S::sdas@floridapoly.edu::98cebb13-2fc4-4808-95b9-daeb7e6acc01" providerId="AD" clId="Web-{FF83CE0E-8AAF-A4F7-4E57-6CD3D53F07F4}" dt="2024-08-26T15:15:20.004" v="24"/>
        <pc:sldMkLst>
          <pc:docMk/>
          <pc:sldMk cId="2099666854" sldId="410"/>
        </pc:sldMkLst>
      </pc:sldChg>
      <pc:sldChg chg="add del">
        <pc:chgData name="Somak Das" userId="S::sdas@floridapoly.edu::98cebb13-2fc4-4808-95b9-daeb7e6acc01" providerId="AD" clId="Web-{FF83CE0E-8AAF-A4F7-4E57-6CD3D53F07F4}" dt="2024-08-26T15:15:07.520" v="15"/>
        <pc:sldMkLst>
          <pc:docMk/>
          <pc:sldMk cId="3065423698" sldId="411"/>
        </pc:sldMkLst>
      </pc:sldChg>
      <pc:sldChg chg="add del">
        <pc:chgData name="Somak Das" userId="S::sdas@floridapoly.edu::98cebb13-2fc4-4808-95b9-daeb7e6acc01" providerId="AD" clId="Web-{FF83CE0E-8AAF-A4F7-4E57-6CD3D53F07F4}" dt="2024-08-26T15:15:08.098" v="21"/>
        <pc:sldMkLst>
          <pc:docMk/>
          <pc:sldMk cId="3099823345" sldId="412"/>
        </pc:sldMkLst>
      </pc:sldChg>
      <pc:sldChg chg="add del">
        <pc:chgData name="Somak Das" userId="S::sdas@floridapoly.edu::98cebb13-2fc4-4808-95b9-daeb7e6acc01" providerId="AD" clId="Web-{FF83CE0E-8AAF-A4F7-4E57-6CD3D53F07F4}" dt="2024-08-26T15:15:08.192" v="22"/>
        <pc:sldMkLst>
          <pc:docMk/>
          <pc:sldMk cId="2300636448" sldId="413"/>
        </pc:sldMkLst>
      </pc:sldChg>
      <pc:sldChg chg="add del">
        <pc:chgData name="Somak Das" userId="S::sdas@floridapoly.edu::98cebb13-2fc4-4808-95b9-daeb7e6acc01" providerId="AD" clId="Web-{FF83CE0E-8AAF-A4F7-4E57-6CD3D53F07F4}" dt="2024-08-26T15:15:08.363" v="23"/>
        <pc:sldMkLst>
          <pc:docMk/>
          <pc:sldMk cId="1101669048" sldId="414"/>
        </pc:sldMkLst>
      </pc:sldChg>
    </pc:docChg>
  </pc:docChgLst>
  <pc:docChgLst>
    <pc:chgData name="Somak Das" userId="S::sdas@floridapoly.edu::98cebb13-2fc4-4808-95b9-daeb7e6acc01" providerId="AD" clId="Web-{61741AF8-FB0D-24D1-8A80-5F7FEE500F7E}"/>
    <pc:docChg chg="addSld delSld modSld">
      <pc:chgData name="Somak Das" userId="S::sdas@floridapoly.edu::98cebb13-2fc4-4808-95b9-daeb7e6acc01" providerId="AD" clId="Web-{61741AF8-FB0D-24D1-8A80-5F7FEE500F7E}" dt="2024-08-22T15:43:04.393" v="271" actId="1076"/>
      <pc:docMkLst>
        <pc:docMk/>
      </pc:docMkLst>
      <pc:sldChg chg="delSp modSp">
        <pc:chgData name="Somak Das" userId="S::sdas@floridapoly.edu::98cebb13-2fc4-4808-95b9-daeb7e6acc01" providerId="AD" clId="Web-{61741AF8-FB0D-24D1-8A80-5F7FEE500F7E}" dt="2024-08-22T15:10:17.583" v="71" actId="1076"/>
        <pc:sldMkLst>
          <pc:docMk/>
          <pc:sldMk cId="494098789" sldId="318"/>
        </pc:sldMkLst>
        <pc:spChg chg="mod">
          <ac:chgData name="Somak Das" userId="S::sdas@floridapoly.edu::98cebb13-2fc4-4808-95b9-daeb7e6acc01" providerId="AD" clId="Web-{61741AF8-FB0D-24D1-8A80-5F7FEE500F7E}" dt="2024-08-22T15:10:17.583" v="71" actId="1076"/>
          <ac:spMkLst>
            <pc:docMk/>
            <pc:sldMk cId="494098789" sldId="318"/>
            <ac:spMk id="6" creationId="{4566C2B3-50DC-E041-A89A-7E3D6B757069}"/>
          </ac:spMkLst>
        </pc:spChg>
        <pc:spChg chg="del">
          <ac:chgData name="Somak Das" userId="S::sdas@floridapoly.edu::98cebb13-2fc4-4808-95b9-daeb7e6acc01" providerId="AD" clId="Web-{61741AF8-FB0D-24D1-8A80-5F7FEE500F7E}" dt="2024-08-22T15:10:13.145" v="70"/>
          <ac:spMkLst>
            <pc:docMk/>
            <pc:sldMk cId="494098789" sldId="318"/>
            <ac:spMk id="10" creationId="{C9996246-EF2D-EDEE-5D70-FF913E45C39E}"/>
          </ac:spMkLst>
        </pc:spChg>
      </pc:sldChg>
      <pc:sldChg chg="modSp add">
        <pc:chgData name="Somak Das" userId="S::sdas@floridapoly.edu::98cebb13-2fc4-4808-95b9-daeb7e6acc01" providerId="AD" clId="Web-{61741AF8-FB0D-24D1-8A80-5F7FEE500F7E}" dt="2024-08-22T15:08:00.765" v="69" actId="20577"/>
        <pc:sldMkLst>
          <pc:docMk/>
          <pc:sldMk cId="3459119917" sldId="320"/>
        </pc:sldMkLst>
        <pc:spChg chg="mod">
          <ac:chgData name="Somak Das" userId="S::sdas@floridapoly.edu::98cebb13-2fc4-4808-95b9-daeb7e6acc01" providerId="AD" clId="Web-{61741AF8-FB0D-24D1-8A80-5F7FEE500F7E}" dt="2024-08-22T15:08:00.765" v="69" actId="20577"/>
          <ac:spMkLst>
            <pc:docMk/>
            <pc:sldMk cId="3459119917" sldId="320"/>
            <ac:spMk id="2" creationId="{5D8CD0A4-E5EF-8A71-A7E4-86FBA21D187D}"/>
          </ac:spMkLst>
        </pc:spChg>
      </pc:sldChg>
      <pc:sldChg chg="modSp">
        <pc:chgData name="Somak Das" userId="S::sdas@floridapoly.edu::98cebb13-2fc4-4808-95b9-daeb7e6acc01" providerId="AD" clId="Web-{61741AF8-FB0D-24D1-8A80-5F7FEE500F7E}" dt="2024-08-22T15:01:24.781" v="8" actId="20577"/>
        <pc:sldMkLst>
          <pc:docMk/>
          <pc:sldMk cId="443300659" sldId="325"/>
        </pc:sldMkLst>
        <pc:graphicFrameChg chg="modGraphic">
          <ac:chgData name="Somak Das" userId="S::sdas@floridapoly.edu::98cebb13-2fc4-4808-95b9-daeb7e6acc01" providerId="AD" clId="Web-{61741AF8-FB0D-24D1-8A80-5F7FEE500F7E}" dt="2024-08-22T15:01:24.781" v="8" actId="20577"/>
          <ac:graphicFrameMkLst>
            <pc:docMk/>
            <pc:sldMk cId="443300659" sldId="325"/>
            <ac:graphicFrameMk id="5" creationId="{1D3CBB24-E944-5B4A-1D14-EEF57FDF614F}"/>
          </ac:graphicFrameMkLst>
        </pc:graphicFrameChg>
      </pc:sldChg>
      <pc:sldChg chg="modSp addAnim delAnim">
        <pc:chgData name="Somak Das" userId="S::sdas@floridapoly.edu::98cebb13-2fc4-4808-95b9-daeb7e6acc01" providerId="AD" clId="Web-{61741AF8-FB0D-24D1-8A80-5F7FEE500F7E}" dt="2024-08-22T15:04:12.475" v="45"/>
        <pc:sldMkLst>
          <pc:docMk/>
          <pc:sldMk cId="408905727" sldId="326"/>
        </pc:sldMkLst>
        <pc:spChg chg="mod">
          <ac:chgData name="Somak Das" userId="S::sdas@floridapoly.edu::98cebb13-2fc4-4808-95b9-daeb7e6acc01" providerId="AD" clId="Web-{61741AF8-FB0D-24D1-8A80-5F7FEE500F7E}" dt="2024-08-22T15:03:18.785" v="31" actId="20577"/>
          <ac:spMkLst>
            <pc:docMk/>
            <pc:sldMk cId="408905727" sldId="326"/>
            <ac:spMk id="2" creationId="{F9E2FC75-2193-F548-BCAD-8E01A86DDF07}"/>
          </ac:spMkLst>
        </pc:spChg>
        <pc:spChg chg="mod">
          <ac:chgData name="Somak Das" userId="S::sdas@floridapoly.edu::98cebb13-2fc4-4808-95b9-daeb7e6acc01" providerId="AD" clId="Web-{61741AF8-FB0D-24D1-8A80-5F7FEE500F7E}" dt="2024-08-22T15:01:40.969" v="10" actId="20577"/>
          <ac:spMkLst>
            <pc:docMk/>
            <pc:sldMk cId="408905727" sldId="326"/>
            <ac:spMk id="3" creationId="{478DDA4F-8E89-D201-D77B-6D70317809B9}"/>
          </ac:spMkLst>
        </pc:spChg>
        <pc:picChg chg="mod">
          <ac:chgData name="Somak Das" userId="S::sdas@floridapoly.edu::98cebb13-2fc4-4808-95b9-daeb7e6acc01" providerId="AD" clId="Web-{61741AF8-FB0D-24D1-8A80-5F7FEE500F7E}" dt="2024-08-22T15:02:01.392" v="14" actId="14100"/>
          <ac:picMkLst>
            <pc:docMk/>
            <pc:sldMk cId="408905727" sldId="326"/>
            <ac:picMk id="9" creationId="{C8FC10DD-3F94-88D1-C2C7-E072DC8A3F8B}"/>
          </ac:picMkLst>
        </pc:picChg>
        <pc:picChg chg="mod">
          <ac:chgData name="Somak Das" userId="S::sdas@floridapoly.edu::98cebb13-2fc4-4808-95b9-daeb7e6acc01" providerId="AD" clId="Web-{61741AF8-FB0D-24D1-8A80-5F7FEE500F7E}" dt="2024-08-22T15:01:52.407" v="12" actId="14100"/>
          <ac:picMkLst>
            <pc:docMk/>
            <pc:sldMk cId="408905727" sldId="326"/>
            <ac:picMk id="13" creationId="{25710B6F-9705-7AC8-C2C8-BB6DDDDD4D40}"/>
          </ac:picMkLst>
        </pc:picChg>
      </pc:sldChg>
      <pc:sldChg chg="delSp modSp">
        <pc:chgData name="Somak Das" userId="S::sdas@floridapoly.edu::98cebb13-2fc4-4808-95b9-daeb7e6acc01" providerId="AD" clId="Web-{61741AF8-FB0D-24D1-8A80-5F7FEE500F7E}" dt="2024-08-22T15:03:28.020" v="38" actId="20577"/>
        <pc:sldMkLst>
          <pc:docMk/>
          <pc:sldMk cId="1955294139" sldId="327"/>
        </pc:sldMkLst>
        <pc:spChg chg="mod">
          <ac:chgData name="Somak Das" userId="S::sdas@floridapoly.edu::98cebb13-2fc4-4808-95b9-daeb7e6acc01" providerId="AD" clId="Web-{61741AF8-FB0D-24D1-8A80-5F7FEE500F7E}" dt="2024-08-22T15:03:28.020" v="38" actId="20577"/>
          <ac:spMkLst>
            <pc:docMk/>
            <pc:sldMk cId="1955294139" sldId="327"/>
            <ac:spMk id="19" creationId="{3B20C5A8-DBB3-A12F-8745-F71AF64AF7F1}"/>
          </ac:spMkLst>
        </pc:spChg>
        <pc:spChg chg="del">
          <ac:chgData name="Somak Das" userId="S::sdas@floridapoly.edu::98cebb13-2fc4-4808-95b9-daeb7e6acc01" providerId="AD" clId="Web-{61741AF8-FB0D-24D1-8A80-5F7FEE500F7E}" dt="2024-08-22T15:02:16.705" v="18"/>
          <ac:spMkLst>
            <pc:docMk/>
            <pc:sldMk cId="1955294139" sldId="327"/>
            <ac:spMk id="24" creationId="{8D1AA55E-40D5-461B-A5A8-4AE8AAB71B08}"/>
          </ac:spMkLst>
        </pc:spChg>
        <pc:spChg chg="del">
          <ac:chgData name="Somak Das" userId="S::sdas@floridapoly.edu::98cebb13-2fc4-4808-95b9-daeb7e6acc01" providerId="AD" clId="Web-{61741AF8-FB0D-24D1-8A80-5F7FEE500F7E}" dt="2024-08-22T15:02:16.705" v="17"/>
          <ac:spMkLst>
            <pc:docMk/>
            <pc:sldMk cId="1955294139" sldId="327"/>
            <ac:spMk id="28" creationId="{6CB927A4-E432-4310-9CD5-E89FF5063179}"/>
          </ac:spMkLst>
        </pc:spChg>
        <pc:spChg chg="del">
          <ac:chgData name="Somak Das" userId="S::sdas@floridapoly.edu::98cebb13-2fc4-4808-95b9-daeb7e6acc01" providerId="AD" clId="Web-{61741AF8-FB0D-24D1-8A80-5F7FEE500F7E}" dt="2024-08-22T15:02:16.705" v="16"/>
          <ac:spMkLst>
            <pc:docMk/>
            <pc:sldMk cId="1955294139" sldId="327"/>
            <ac:spMk id="30" creationId="{E3020543-B24B-4EC4-8FFC-8DD88EEA91A8}"/>
          </ac:spMkLst>
        </pc:spChg>
        <pc:picChg chg="mod">
          <ac:chgData name="Somak Das" userId="S::sdas@floridapoly.edu::98cebb13-2fc4-4808-95b9-daeb7e6acc01" providerId="AD" clId="Web-{61741AF8-FB0D-24D1-8A80-5F7FEE500F7E}" dt="2024-08-22T15:02:20.439" v="19" actId="1076"/>
          <ac:picMkLst>
            <pc:docMk/>
            <pc:sldMk cId="1955294139" sldId="327"/>
            <ac:picMk id="5" creationId="{E219325F-BD80-284B-DF26-076D427083EA}"/>
          </ac:picMkLst>
        </pc:picChg>
      </pc:sldChg>
      <pc:sldChg chg="modSp">
        <pc:chgData name="Somak Das" userId="S::sdas@floridapoly.edu::98cebb13-2fc4-4808-95b9-daeb7e6acc01" providerId="AD" clId="Web-{61741AF8-FB0D-24D1-8A80-5F7FEE500F7E}" dt="2024-08-22T15:03:38.505" v="42" actId="20577"/>
        <pc:sldMkLst>
          <pc:docMk/>
          <pc:sldMk cId="1461250106" sldId="328"/>
        </pc:sldMkLst>
        <pc:spChg chg="mod">
          <ac:chgData name="Somak Das" userId="S::sdas@floridapoly.edu::98cebb13-2fc4-4808-95b9-daeb7e6acc01" providerId="AD" clId="Web-{61741AF8-FB0D-24D1-8A80-5F7FEE500F7E}" dt="2024-08-22T15:03:38.505" v="42" actId="20577"/>
          <ac:spMkLst>
            <pc:docMk/>
            <pc:sldMk cId="1461250106" sldId="328"/>
            <ac:spMk id="2" creationId="{D104C20B-3160-80D6-701F-674D1721BFBF}"/>
          </ac:spMkLst>
        </pc:spChg>
      </pc:sldChg>
      <pc:sldChg chg="modSp">
        <pc:chgData name="Somak Das" userId="S::sdas@floridapoly.edu::98cebb13-2fc4-4808-95b9-daeb7e6acc01" providerId="AD" clId="Web-{61741AF8-FB0D-24D1-8A80-5F7FEE500F7E}" dt="2024-08-22T15:42:46.033" v="268" actId="14100"/>
        <pc:sldMkLst>
          <pc:docMk/>
          <pc:sldMk cId="3092200611" sldId="392"/>
        </pc:sldMkLst>
        <pc:picChg chg="mod">
          <ac:chgData name="Somak Das" userId="S::sdas@floridapoly.edu::98cebb13-2fc4-4808-95b9-daeb7e6acc01" providerId="AD" clId="Web-{61741AF8-FB0D-24D1-8A80-5F7FEE500F7E}" dt="2024-08-22T15:42:46.033" v="268" actId="14100"/>
          <ac:picMkLst>
            <pc:docMk/>
            <pc:sldMk cId="3092200611" sldId="392"/>
            <ac:picMk id="1028" creationId="{379A1608-04B6-B747-B554-604CAE7373B9}"/>
          </ac:picMkLst>
        </pc:picChg>
      </pc:sldChg>
      <pc:sldChg chg="modSp">
        <pc:chgData name="Somak Das" userId="S::sdas@floridapoly.edu::98cebb13-2fc4-4808-95b9-daeb7e6acc01" providerId="AD" clId="Web-{61741AF8-FB0D-24D1-8A80-5F7FEE500F7E}" dt="2024-08-22T15:43:04.393" v="271" actId="1076"/>
        <pc:sldMkLst>
          <pc:docMk/>
          <pc:sldMk cId="1533984678" sldId="393"/>
        </pc:sldMkLst>
        <pc:picChg chg="mod">
          <ac:chgData name="Somak Das" userId="S::sdas@floridapoly.edu::98cebb13-2fc4-4808-95b9-daeb7e6acc01" providerId="AD" clId="Web-{61741AF8-FB0D-24D1-8A80-5F7FEE500F7E}" dt="2024-08-22T15:43:04.393" v="271" actId="1076"/>
          <ac:picMkLst>
            <pc:docMk/>
            <pc:sldMk cId="1533984678" sldId="393"/>
            <ac:picMk id="1028" creationId="{379A1608-04B6-B747-B554-604CAE7373B9}"/>
          </ac:picMkLst>
        </pc:picChg>
      </pc:sldChg>
      <pc:sldChg chg="modSp">
        <pc:chgData name="Somak Das" userId="S::sdas@floridapoly.edu::98cebb13-2fc4-4808-95b9-daeb7e6acc01" providerId="AD" clId="Web-{61741AF8-FB0D-24D1-8A80-5F7FEE500F7E}" dt="2024-08-22T15:40:15.012" v="264" actId="14100"/>
        <pc:sldMkLst>
          <pc:docMk/>
          <pc:sldMk cId="452420084" sldId="407"/>
        </pc:sldMkLst>
        <pc:spChg chg="mod">
          <ac:chgData name="Somak Das" userId="S::sdas@floridapoly.edu::98cebb13-2fc4-4808-95b9-daeb7e6acc01" providerId="AD" clId="Web-{61741AF8-FB0D-24D1-8A80-5F7FEE500F7E}" dt="2024-08-22T15:34:32.389" v="201" actId="14100"/>
          <ac:spMkLst>
            <pc:docMk/>
            <pc:sldMk cId="452420084" sldId="407"/>
            <ac:spMk id="3" creationId="{FB77FBE9-82DD-9B22-D8C7-1B53F1175AB9}"/>
          </ac:spMkLst>
        </pc:spChg>
        <pc:spChg chg="mod">
          <ac:chgData name="Somak Das" userId="S::sdas@floridapoly.edu::98cebb13-2fc4-4808-95b9-daeb7e6acc01" providerId="AD" clId="Web-{61741AF8-FB0D-24D1-8A80-5F7FEE500F7E}" dt="2024-08-22T15:39:27.713" v="257" actId="20577"/>
          <ac:spMkLst>
            <pc:docMk/>
            <pc:sldMk cId="452420084" sldId="407"/>
            <ac:spMk id="5" creationId="{2F9054FB-F84B-479C-5BC5-0ACDD7CC4440}"/>
          </ac:spMkLst>
        </pc:spChg>
        <pc:spChg chg="mod">
          <ac:chgData name="Somak Das" userId="S::sdas@floridapoly.edu::98cebb13-2fc4-4808-95b9-daeb7e6acc01" providerId="AD" clId="Web-{61741AF8-FB0D-24D1-8A80-5F7FEE500F7E}" dt="2024-08-22T15:33:31.980" v="194" actId="14100"/>
          <ac:spMkLst>
            <pc:docMk/>
            <pc:sldMk cId="452420084" sldId="407"/>
            <ac:spMk id="7" creationId="{DF57ABD3-C8AA-3477-54E4-5B701FF3CF58}"/>
          </ac:spMkLst>
        </pc:spChg>
        <pc:spChg chg="mod">
          <ac:chgData name="Somak Das" userId="S::sdas@floridapoly.edu::98cebb13-2fc4-4808-95b9-daeb7e6acc01" providerId="AD" clId="Web-{61741AF8-FB0D-24D1-8A80-5F7FEE500F7E}" dt="2024-08-22T15:33:41.903" v="195" actId="14100"/>
          <ac:spMkLst>
            <pc:docMk/>
            <pc:sldMk cId="452420084" sldId="407"/>
            <ac:spMk id="8" creationId="{23C521C1-F0CB-356C-AA43-9F9A5D9671EA}"/>
          </ac:spMkLst>
        </pc:spChg>
        <pc:spChg chg="mod">
          <ac:chgData name="Somak Das" userId="S::sdas@floridapoly.edu::98cebb13-2fc4-4808-95b9-daeb7e6acc01" providerId="AD" clId="Web-{61741AF8-FB0D-24D1-8A80-5F7FEE500F7E}" dt="2024-08-22T15:33:53.481" v="196" actId="14100"/>
          <ac:spMkLst>
            <pc:docMk/>
            <pc:sldMk cId="452420084" sldId="407"/>
            <ac:spMk id="9" creationId="{12B60B80-8751-E2B4-871A-2CD4C14B15B2}"/>
          </ac:spMkLst>
        </pc:spChg>
        <pc:spChg chg="mod">
          <ac:chgData name="Somak Das" userId="S::sdas@floridapoly.edu::98cebb13-2fc4-4808-95b9-daeb7e6acc01" providerId="AD" clId="Web-{61741AF8-FB0D-24D1-8A80-5F7FEE500F7E}" dt="2024-08-22T15:38:44.227" v="253" actId="14100"/>
          <ac:spMkLst>
            <pc:docMk/>
            <pc:sldMk cId="452420084" sldId="407"/>
            <ac:spMk id="13" creationId="{6E3EEAEF-FD50-2DD5-BBC8-AA9F5D529ABF}"/>
          </ac:spMkLst>
        </pc:spChg>
        <pc:picChg chg="mod">
          <ac:chgData name="Somak Das" userId="S::sdas@floridapoly.edu::98cebb13-2fc4-4808-95b9-daeb7e6acc01" providerId="AD" clId="Web-{61741AF8-FB0D-24D1-8A80-5F7FEE500F7E}" dt="2024-08-22T15:38:03.788" v="245" actId="1076"/>
          <ac:picMkLst>
            <pc:docMk/>
            <pc:sldMk cId="452420084" sldId="407"/>
            <ac:picMk id="14" creationId="{94EF30D1-5E75-6849-7EEB-4719AFBBBFF4}"/>
          </ac:picMkLst>
        </pc:picChg>
        <pc:picChg chg="mod">
          <ac:chgData name="Somak Das" userId="S::sdas@floridapoly.edu::98cebb13-2fc4-4808-95b9-daeb7e6acc01" providerId="AD" clId="Web-{61741AF8-FB0D-24D1-8A80-5F7FEE500F7E}" dt="2024-08-22T15:37:52.615" v="244" actId="1076"/>
          <ac:picMkLst>
            <pc:docMk/>
            <pc:sldMk cId="452420084" sldId="407"/>
            <ac:picMk id="15" creationId="{8C468429-F65C-06A6-7E48-646A049D6E24}"/>
          </ac:picMkLst>
        </pc:picChg>
        <pc:picChg chg="mod">
          <ac:chgData name="Somak Das" userId="S::sdas@floridapoly.edu::98cebb13-2fc4-4808-95b9-daeb7e6acc01" providerId="AD" clId="Web-{61741AF8-FB0D-24D1-8A80-5F7FEE500F7E}" dt="2024-08-22T15:38:06.804" v="246" actId="1076"/>
          <ac:picMkLst>
            <pc:docMk/>
            <pc:sldMk cId="452420084" sldId="407"/>
            <ac:picMk id="16" creationId="{AAB0998B-17BE-F9AB-ADF1-2EBB9B7D65E9}"/>
          </ac:picMkLst>
        </pc:picChg>
        <pc:picChg chg="mod">
          <ac:chgData name="Somak Das" userId="S::sdas@floridapoly.edu::98cebb13-2fc4-4808-95b9-daeb7e6acc01" providerId="AD" clId="Web-{61741AF8-FB0D-24D1-8A80-5F7FEE500F7E}" dt="2024-08-22T15:36:58.770" v="237" actId="14100"/>
          <ac:picMkLst>
            <pc:docMk/>
            <pc:sldMk cId="452420084" sldId="407"/>
            <ac:picMk id="17" creationId="{91B8752C-098E-7831-EE8E-CCD5EEA716D1}"/>
          </ac:picMkLst>
        </pc:picChg>
        <pc:cxnChg chg="mod">
          <ac:chgData name="Somak Das" userId="S::sdas@floridapoly.edu::98cebb13-2fc4-4808-95b9-daeb7e6acc01" providerId="AD" clId="Web-{61741AF8-FB0D-24D1-8A80-5F7FEE500F7E}" dt="2024-08-22T15:40:15.012" v="264" actId="14100"/>
          <ac:cxnSpMkLst>
            <pc:docMk/>
            <pc:sldMk cId="452420084" sldId="407"/>
            <ac:cxnSpMk id="4" creationId="{9D3B8974-75A8-2A4D-4152-8514B6269AAC}"/>
          </ac:cxnSpMkLst>
        </pc:cxnChg>
        <pc:cxnChg chg="mod">
          <ac:chgData name="Somak Das" userId="S::sdas@floridapoly.edu::98cebb13-2fc4-4808-95b9-daeb7e6acc01" providerId="AD" clId="Web-{61741AF8-FB0D-24D1-8A80-5F7FEE500F7E}" dt="2024-08-22T15:40:11.887" v="263" actId="14100"/>
          <ac:cxnSpMkLst>
            <pc:docMk/>
            <pc:sldMk cId="452420084" sldId="407"/>
            <ac:cxnSpMk id="6" creationId="{0A19E5B5-A98E-B2E9-78AA-0C22BDCA407F}"/>
          </ac:cxnSpMkLst>
        </pc:cxnChg>
        <pc:cxnChg chg="mod">
          <ac:chgData name="Somak Das" userId="S::sdas@floridapoly.edu::98cebb13-2fc4-4808-95b9-daeb7e6acc01" providerId="AD" clId="Web-{61741AF8-FB0D-24D1-8A80-5F7FEE500F7E}" dt="2024-08-22T15:39:57.339" v="262" actId="14100"/>
          <ac:cxnSpMkLst>
            <pc:docMk/>
            <pc:sldMk cId="452420084" sldId="407"/>
            <ac:cxnSpMk id="10" creationId="{10D44A21-B152-7F79-9E7D-595E922F9A9A}"/>
          </ac:cxnSpMkLst>
        </pc:cxnChg>
        <pc:cxnChg chg="mod">
          <ac:chgData name="Somak Das" userId="S::sdas@floridapoly.edu::98cebb13-2fc4-4808-95b9-daeb7e6acc01" providerId="AD" clId="Web-{61741AF8-FB0D-24D1-8A80-5F7FEE500F7E}" dt="2024-08-22T15:39:41.307" v="259" actId="14100"/>
          <ac:cxnSpMkLst>
            <pc:docMk/>
            <pc:sldMk cId="452420084" sldId="407"/>
            <ac:cxnSpMk id="11" creationId="{DC4035BF-986B-0ABF-0905-922F390EDBAD}"/>
          </ac:cxnSpMkLst>
        </pc:cxnChg>
        <pc:cxnChg chg="mod">
          <ac:chgData name="Somak Das" userId="S::sdas@floridapoly.edu::98cebb13-2fc4-4808-95b9-daeb7e6acc01" providerId="AD" clId="Web-{61741AF8-FB0D-24D1-8A80-5F7FEE500F7E}" dt="2024-08-22T15:39:37.229" v="258" actId="14100"/>
          <ac:cxnSpMkLst>
            <pc:docMk/>
            <pc:sldMk cId="452420084" sldId="407"/>
            <ac:cxnSpMk id="12" creationId="{8FA50883-1984-F72F-F30E-2E243974DBF0}"/>
          </ac:cxnSpMkLst>
        </pc:cxnChg>
      </pc:sldChg>
      <pc:sldChg chg="modSp">
        <pc:chgData name="Somak Das" userId="S::sdas@floridapoly.edu::98cebb13-2fc4-4808-95b9-daeb7e6acc01" providerId="AD" clId="Web-{61741AF8-FB0D-24D1-8A80-5F7FEE500F7E}" dt="2024-08-22T15:13:11.324" v="158" actId="20577"/>
        <pc:sldMkLst>
          <pc:docMk/>
          <pc:sldMk cId="3065423698" sldId="411"/>
        </pc:sldMkLst>
        <pc:spChg chg="mod">
          <ac:chgData name="Somak Das" userId="S::sdas@floridapoly.edu::98cebb13-2fc4-4808-95b9-daeb7e6acc01" providerId="AD" clId="Web-{61741AF8-FB0D-24D1-8A80-5F7FEE500F7E}" dt="2024-08-22T15:13:11.324" v="158" actId="20577"/>
          <ac:spMkLst>
            <pc:docMk/>
            <pc:sldMk cId="3065423698" sldId="411"/>
            <ac:spMk id="2" creationId="{E565F55E-D7DA-B62E-8A45-B4E51826E6A7}"/>
          </ac:spMkLst>
        </pc:spChg>
      </pc:sldChg>
      <pc:sldChg chg="modSp new del">
        <pc:chgData name="Somak Das" userId="S::sdas@floridapoly.edu::98cebb13-2fc4-4808-95b9-daeb7e6acc01" providerId="AD" clId="Web-{61741AF8-FB0D-24D1-8A80-5F7FEE500F7E}" dt="2024-08-22T15:07:30.529" v="54"/>
        <pc:sldMkLst>
          <pc:docMk/>
          <pc:sldMk cId="482971502" sldId="415"/>
        </pc:sldMkLst>
        <pc:spChg chg="mod">
          <ac:chgData name="Somak Das" userId="S::sdas@floridapoly.edu::98cebb13-2fc4-4808-95b9-daeb7e6acc01" providerId="AD" clId="Web-{61741AF8-FB0D-24D1-8A80-5F7FEE500F7E}" dt="2024-08-22T15:07:19.654" v="52" actId="20577"/>
          <ac:spMkLst>
            <pc:docMk/>
            <pc:sldMk cId="482971502" sldId="415"/>
            <ac:spMk id="2" creationId="{8D15C0B2-C827-5088-6F48-5855AF223FA3}"/>
          </ac:spMkLst>
        </pc:spChg>
      </pc:sldChg>
    </pc:docChg>
  </pc:docChgLst>
  <pc:docChgLst>
    <pc:chgData name="Somak Das" userId="S::sdas@floridapoly.edu::98cebb13-2fc4-4808-95b9-daeb7e6acc01" providerId="AD" clId="Web-{BEED7EEE-F471-04E3-5BDE-35622FE0CCE7}"/>
    <pc:docChg chg="delSld">
      <pc:chgData name="Somak Das" userId="S::sdas@floridapoly.edu::98cebb13-2fc4-4808-95b9-daeb7e6acc01" providerId="AD" clId="Web-{BEED7EEE-F471-04E3-5BDE-35622FE0CCE7}" dt="2024-08-20T21:13:52.510" v="15"/>
      <pc:docMkLst>
        <pc:docMk/>
      </pc:docMkLst>
      <pc:sldChg chg="del">
        <pc:chgData name="Somak Das" userId="S::sdas@floridapoly.edu::98cebb13-2fc4-4808-95b9-daeb7e6acc01" providerId="AD" clId="Web-{BEED7EEE-F471-04E3-5BDE-35622FE0CCE7}" dt="2024-08-20T21:13:52.495" v="10"/>
        <pc:sldMkLst>
          <pc:docMk/>
          <pc:sldMk cId="4059932912" sldId="334"/>
        </pc:sldMkLst>
      </pc:sldChg>
      <pc:sldChg chg="del">
        <pc:chgData name="Somak Das" userId="S::sdas@floridapoly.edu::98cebb13-2fc4-4808-95b9-daeb7e6acc01" providerId="AD" clId="Web-{BEED7EEE-F471-04E3-5BDE-35622FE0CCE7}" dt="2024-08-20T21:13:52.495" v="8"/>
        <pc:sldMkLst>
          <pc:docMk/>
          <pc:sldMk cId="3969187543" sldId="335"/>
        </pc:sldMkLst>
      </pc:sldChg>
      <pc:sldChg chg="del">
        <pc:chgData name="Somak Das" userId="S::sdas@floridapoly.edu::98cebb13-2fc4-4808-95b9-daeb7e6acc01" providerId="AD" clId="Web-{BEED7EEE-F471-04E3-5BDE-35622FE0CCE7}" dt="2024-08-20T21:13:52.479" v="1"/>
        <pc:sldMkLst>
          <pc:docMk/>
          <pc:sldMk cId="3105858451" sldId="336"/>
        </pc:sldMkLst>
      </pc:sldChg>
      <pc:sldChg chg="del">
        <pc:chgData name="Somak Das" userId="S::sdas@floridapoly.edu::98cebb13-2fc4-4808-95b9-daeb7e6acc01" providerId="AD" clId="Web-{BEED7EEE-F471-04E3-5BDE-35622FE0CCE7}" dt="2024-08-20T21:13:52.495" v="7"/>
        <pc:sldMkLst>
          <pc:docMk/>
          <pc:sldMk cId="2503190378" sldId="337"/>
        </pc:sldMkLst>
      </pc:sldChg>
      <pc:sldChg chg="del">
        <pc:chgData name="Somak Das" userId="S::sdas@floridapoly.edu::98cebb13-2fc4-4808-95b9-daeb7e6acc01" providerId="AD" clId="Web-{BEED7EEE-F471-04E3-5BDE-35622FE0CCE7}" dt="2024-08-20T21:13:52.495" v="13"/>
        <pc:sldMkLst>
          <pc:docMk/>
          <pc:sldMk cId="2940990303" sldId="343"/>
        </pc:sldMkLst>
      </pc:sldChg>
      <pc:sldChg chg="del">
        <pc:chgData name="Somak Das" userId="S::sdas@floridapoly.edu::98cebb13-2fc4-4808-95b9-daeb7e6acc01" providerId="AD" clId="Web-{BEED7EEE-F471-04E3-5BDE-35622FE0CCE7}" dt="2024-08-20T21:13:52.495" v="12"/>
        <pc:sldMkLst>
          <pc:docMk/>
          <pc:sldMk cId="2471293605" sldId="344"/>
        </pc:sldMkLst>
      </pc:sldChg>
      <pc:sldChg chg="del">
        <pc:chgData name="Somak Das" userId="S::sdas@floridapoly.edu::98cebb13-2fc4-4808-95b9-daeb7e6acc01" providerId="AD" clId="Web-{BEED7EEE-F471-04E3-5BDE-35622FE0CCE7}" dt="2024-08-20T21:13:52.495" v="11"/>
        <pc:sldMkLst>
          <pc:docMk/>
          <pc:sldMk cId="3343131389" sldId="345"/>
        </pc:sldMkLst>
      </pc:sldChg>
      <pc:sldChg chg="del">
        <pc:chgData name="Somak Das" userId="S::sdas@floridapoly.edu::98cebb13-2fc4-4808-95b9-daeb7e6acc01" providerId="AD" clId="Web-{BEED7EEE-F471-04E3-5BDE-35622FE0CCE7}" dt="2024-08-20T21:13:52.495" v="6"/>
        <pc:sldMkLst>
          <pc:docMk/>
          <pc:sldMk cId="3735876247" sldId="383"/>
        </pc:sldMkLst>
      </pc:sldChg>
      <pc:sldChg chg="del">
        <pc:chgData name="Somak Das" userId="S::sdas@floridapoly.edu::98cebb13-2fc4-4808-95b9-daeb7e6acc01" providerId="AD" clId="Web-{BEED7EEE-F471-04E3-5BDE-35622FE0CCE7}" dt="2024-08-20T21:13:52.495" v="5"/>
        <pc:sldMkLst>
          <pc:docMk/>
          <pc:sldMk cId="4161858045" sldId="384"/>
        </pc:sldMkLst>
      </pc:sldChg>
      <pc:sldChg chg="del">
        <pc:chgData name="Somak Das" userId="S::sdas@floridapoly.edu::98cebb13-2fc4-4808-95b9-daeb7e6acc01" providerId="AD" clId="Web-{BEED7EEE-F471-04E3-5BDE-35622FE0CCE7}" dt="2024-08-20T21:13:52.495" v="9"/>
        <pc:sldMkLst>
          <pc:docMk/>
          <pc:sldMk cId="3322848497" sldId="386"/>
        </pc:sldMkLst>
      </pc:sldChg>
      <pc:sldChg chg="del">
        <pc:chgData name="Somak Das" userId="S::sdas@floridapoly.edu::98cebb13-2fc4-4808-95b9-daeb7e6acc01" providerId="AD" clId="Web-{BEED7EEE-F471-04E3-5BDE-35622FE0CCE7}" dt="2024-08-20T21:13:52.479" v="4"/>
        <pc:sldMkLst>
          <pc:docMk/>
          <pc:sldMk cId="2119343641" sldId="387"/>
        </pc:sldMkLst>
      </pc:sldChg>
      <pc:sldChg chg="del">
        <pc:chgData name="Somak Das" userId="S::sdas@floridapoly.edu::98cebb13-2fc4-4808-95b9-daeb7e6acc01" providerId="AD" clId="Web-{BEED7EEE-F471-04E3-5BDE-35622FE0CCE7}" dt="2024-08-20T21:13:52.479" v="3"/>
        <pc:sldMkLst>
          <pc:docMk/>
          <pc:sldMk cId="3486107753" sldId="388"/>
        </pc:sldMkLst>
      </pc:sldChg>
      <pc:sldChg chg="del">
        <pc:chgData name="Somak Das" userId="S::sdas@floridapoly.edu::98cebb13-2fc4-4808-95b9-daeb7e6acc01" providerId="AD" clId="Web-{BEED7EEE-F471-04E3-5BDE-35622FE0CCE7}" dt="2024-08-20T21:13:52.479" v="2"/>
        <pc:sldMkLst>
          <pc:docMk/>
          <pc:sldMk cId="1355558311" sldId="389"/>
        </pc:sldMkLst>
      </pc:sldChg>
      <pc:sldChg chg="del">
        <pc:chgData name="Somak Das" userId="S::sdas@floridapoly.edu::98cebb13-2fc4-4808-95b9-daeb7e6acc01" providerId="AD" clId="Web-{BEED7EEE-F471-04E3-5BDE-35622FE0CCE7}" dt="2024-08-20T21:13:52.479" v="0"/>
        <pc:sldMkLst>
          <pc:docMk/>
          <pc:sldMk cId="2597025879" sldId="390"/>
        </pc:sldMkLst>
      </pc:sldChg>
      <pc:sldChg chg="del">
        <pc:chgData name="Somak Das" userId="S::sdas@floridapoly.edu::98cebb13-2fc4-4808-95b9-daeb7e6acc01" providerId="AD" clId="Web-{BEED7EEE-F471-04E3-5BDE-35622FE0CCE7}" dt="2024-08-20T21:13:52.510" v="15"/>
        <pc:sldMkLst>
          <pc:docMk/>
          <pc:sldMk cId="3554232712" sldId="398"/>
        </pc:sldMkLst>
      </pc:sldChg>
      <pc:sldChg chg="del">
        <pc:chgData name="Somak Das" userId="S::sdas@floridapoly.edu::98cebb13-2fc4-4808-95b9-daeb7e6acc01" providerId="AD" clId="Web-{BEED7EEE-F471-04E3-5BDE-35622FE0CCE7}" dt="2024-08-20T21:13:52.495" v="14"/>
        <pc:sldMkLst>
          <pc:docMk/>
          <pc:sldMk cId="2841958396" sldId="399"/>
        </pc:sldMkLst>
      </pc:sldChg>
    </pc:docChg>
  </pc:docChgLst>
  <pc:docChgLst>
    <pc:chgData name="Somak Das" userId="S::sdas@floridapoly.edu::98cebb13-2fc4-4808-95b9-daeb7e6acc01" providerId="AD" clId="Web-{47A26701-DE56-6FC1-6151-E5F169EEC181}"/>
    <pc:docChg chg="addSld delSld modSld sldOrd">
      <pc:chgData name="Somak Das" userId="S::sdas@floridapoly.edu::98cebb13-2fc4-4808-95b9-daeb7e6acc01" providerId="AD" clId="Web-{47A26701-DE56-6FC1-6151-E5F169EEC181}" dt="2024-08-22T04:49:20.688" v="78" actId="1076"/>
      <pc:docMkLst>
        <pc:docMk/>
      </pc:docMkLst>
      <pc:sldChg chg="delSp modSp add">
        <pc:chgData name="Somak Das" userId="S::sdas@floridapoly.edu::98cebb13-2fc4-4808-95b9-daeb7e6acc01" providerId="AD" clId="Web-{47A26701-DE56-6FC1-6151-E5F169EEC181}" dt="2024-08-22T04:33:15.931" v="66" actId="1076"/>
        <pc:sldMkLst>
          <pc:docMk/>
          <pc:sldMk cId="292029867" sldId="324"/>
        </pc:sldMkLst>
        <pc:spChg chg="mod">
          <ac:chgData name="Somak Das" userId="S::sdas@floridapoly.edu::98cebb13-2fc4-4808-95b9-daeb7e6acc01" providerId="AD" clId="Web-{47A26701-DE56-6FC1-6151-E5F169EEC181}" dt="2024-08-22T04:32:57.493" v="60"/>
          <ac:spMkLst>
            <pc:docMk/>
            <pc:sldMk cId="292029867" sldId="324"/>
            <ac:spMk id="2" creationId="{CDD8CB33-46A2-957D-E0F5-4A98D9DD33A1}"/>
          </ac:spMkLst>
        </pc:spChg>
        <pc:spChg chg="mod">
          <ac:chgData name="Somak Das" userId="S::sdas@floridapoly.edu::98cebb13-2fc4-4808-95b9-daeb7e6acc01" providerId="AD" clId="Web-{47A26701-DE56-6FC1-6151-E5F169EEC181}" dt="2024-08-22T04:32:57.493" v="59"/>
          <ac:spMkLst>
            <pc:docMk/>
            <pc:sldMk cId="292029867" sldId="324"/>
            <ac:spMk id="3" creationId="{8EA75E41-EE76-231D-8C38-7108561D1D08}"/>
          </ac:spMkLst>
        </pc:spChg>
        <pc:spChg chg="del">
          <ac:chgData name="Somak Das" userId="S::sdas@floridapoly.edu::98cebb13-2fc4-4808-95b9-daeb7e6acc01" providerId="AD" clId="Web-{47A26701-DE56-6FC1-6151-E5F169EEC181}" dt="2024-08-22T04:31:07.270" v="22"/>
          <ac:spMkLst>
            <pc:docMk/>
            <pc:sldMk cId="292029867" sldId="324"/>
            <ac:spMk id="6" creationId="{4566C2B3-50DC-E041-A89A-7E3D6B757069}"/>
          </ac:spMkLst>
        </pc:spChg>
        <pc:spChg chg="del">
          <ac:chgData name="Somak Das" userId="S::sdas@floridapoly.edu::98cebb13-2fc4-4808-95b9-daeb7e6acc01" providerId="AD" clId="Web-{47A26701-DE56-6FC1-6151-E5F169EEC181}" dt="2024-08-22T04:31:13.582" v="23"/>
          <ac:spMkLst>
            <pc:docMk/>
            <pc:sldMk cId="292029867" sldId="324"/>
            <ac:spMk id="10" creationId="{C9996246-EF2D-EDEE-5D70-FF913E45C39E}"/>
          </ac:spMkLst>
        </pc:spChg>
        <pc:spChg chg="mod">
          <ac:chgData name="Somak Das" userId="S::sdas@floridapoly.edu::98cebb13-2fc4-4808-95b9-daeb7e6acc01" providerId="AD" clId="Web-{47A26701-DE56-6FC1-6151-E5F169EEC181}" dt="2024-08-22T04:33:15.931" v="66" actId="1076"/>
          <ac:spMkLst>
            <pc:docMk/>
            <pc:sldMk cId="292029867" sldId="324"/>
            <ac:spMk id="11" creationId="{A1C636A3-009F-6570-7669-56FDE2615B8B}"/>
          </ac:spMkLst>
        </pc:spChg>
        <pc:spChg chg="mod">
          <ac:chgData name="Somak Das" userId="S::sdas@floridapoly.edu::98cebb13-2fc4-4808-95b9-daeb7e6acc01" providerId="AD" clId="Web-{47A26701-DE56-6FC1-6151-E5F169EEC181}" dt="2024-08-22T04:32:57.493" v="62"/>
          <ac:spMkLst>
            <pc:docMk/>
            <pc:sldMk cId="292029867" sldId="324"/>
            <ac:spMk id="13" creationId="{42DCB226-03BC-95D5-C1A6-B1F735C41991}"/>
          </ac:spMkLst>
        </pc:spChg>
        <pc:spChg chg="mod">
          <ac:chgData name="Somak Das" userId="S::sdas@floridapoly.edu::98cebb13-2fc4-4808-95b9-daeb7e6acc01" providerId="AD" clId="Web-{47A26701-DE56-6FC1-6151-E5F169EEC181}" dt="2024-08-22T04:32:57.493" v="63"/>
          <ac:spMkLst>
            <pc:docMk/>
            <pc:sldMk cId="292029867" sldId="324"/>
            <ac:spMk id="14" creationId="{73DBB129-27AE-35A6-C537-D167C3AAF7F0}"/>
          </ac:spMkLst>
        </pc:spChg>
        <pc:spChg chg="mod">
          <ac:chgData name="Somak Das" userId="S::sdas@floridapoly.edu::98cebb13-2fc4-4808-95b9-daeb7e6acc01" providerId="AD" clId="Web-{47A26701-DE56-6FC1-6151-E5F169EEC181}" dt="2024-08-22T04:32:57.493" v="64"/>
          <ac:spMkLst>
            <pc:docMk/>
            <pc:sldMk cId="292029867" sldId="324"/>
            <ac:spMk id="15" creationId="{A52724C3-AF69-5FCF-3B46-1142F52D0A02}"/>
          </ac:spMkLst>
        </pc:spChg>
        <pc:spChg chg="mod">
          <ac:chgData name="Somak Das" userId="S::sdas@floridapoly.edu::98cebb13-2fc4-4808-95b9-daeb7e6acc01" providerId="AD" clId="Web-{47A26701-DE56-6FC1-6151-E5F169EEC181}" dt="2024-08-22T04:32:57.633" v="65"/>
          <ac:spMkLst>
            <pc:docMk/>
            <pc:sldMk cId="292029867" sldId="324"/>
            <ac:spMk id="16" creationId="{75BD1225-57B5-95BB-5645-2F54674D8683}"/>
          </ac:spMkLst>
        </pc:spChg>
        <pc:grpChg chg="mod">
          <ac:chgData name="Somak Das" userId="S::sdas@floridapoly.edu::98cebb13-2fc4-4808-95b9-daeb7e6acc01" providerId="AD" clId="Web-{47A26701-DE56-6FC1-6151-E5F169EEC181}" dt="2024-08-22T04:31:40.177" v="31" actId="1076"/>
          <ac:grpSpMkLst>
            <pc:docMk/>
            <pc:sldMk cId="292029867" sldId="324"/>
            <ac:grpSpMk id="17" creationId="{3088F667-4F00-F203-3707-0FAB873F0C1C}"/>
          </ac:grpSpMkLst>
        </pc:grpChg>
        <pc:cxnChg chg="del">
          <ac:chgData name="Somak Das" userId="S::sdas@floridapoly.edu::98cebb13-2fc4-4808-95b9-daeb7e6acc01" providerId="AD" clId="Web-{47A26701-DE56-6FC1-6151-E5F169EEC181}" dt="2024-08-22T04:31:16.661" v="24"/>
          <ac:cxnSpMkLst>
            <pc:docMk/>
            <pc:sldMk cId="292029867" sldId="324"/>
            <ac:cxnSpMk id="5" creationId="{F5E1DA51-3207-FA34-5512-4D7E7EDBF429}"/>
          </ac:cxnSpMkLst>
        </pc:cxnChg>
        <pc:cxnChg chg="del">
          <ac:chgData name="Somak Das" userId="S::sdas@floridapoly.edu::98cebb13-2fc4-4808-95b9-daeb7e6acc01" providerId="AD" clId="Web-{47A26701-DE56-6FC1-6151-E5F169EEC181}" dt="2024-08-22T04:31:20.442" v="25"/>
          <ac:cxnSpMkLst>
            <pc:docMk/>
            <pc:sldMk cId="292029867" sldId="324"/>
            <ac:cxnSpMk id="7" creationId="{840CDFCC-E13B-7867-6F04-2CC89D1BEC3B}"/>
          </ac:cxnSpMkLst>
        </pc:cxnChg>
      </pc:sldChg>
      <pc:sldChg chg="addSp delSp modSp mod setBg">
        <pc:chgData name="Somak Das" userId="S::sdas@floridapoly.edu::98cebb13-2fc4-4808-95b9-daeb7e6acc01" providerId="AD" clId="Web-{47A26701-DE56-6FC1-6151-E5F169EEC181}" dt="2024-08-22T04:34:51.966" v="67"/>
        <pc:sldMkLst>
          <pc:docMk/>
          <pc:sldMk cId="443300659" sldId="325"/>
        </pc:sldMkLst>
        <pc:spChg chg="mod">
          <ac:chgData name="Somak Das" userId="S::sdas@floridapoly.edu::98cebb13-2fc4-4808-95b9-daeb7e6acc01" providerId="AD" clId="Web-{47A26701-DE56-6FC1-6151-E5F169EEC181}" dt="2024-08-22T04:34:51.966" v="67"/>
          <ac:spMkLst>
            <pc:docMk/>
            <pc:sldMk cId="443300659" sldId="325"/>
            <ac:spMk id="2" creationId="{A59DCC7E-84F9-6CDF-D4D4-5BEC2DE2BDB9}"/>
          </ac:spMkLst>
        </pc:spChg>
        <pc:spChg chg="del">
          <ac:chgData name="Somak Das" userId="S::sdas@floridapoly.edu::98cebb13-2fc4-4808-95b9-daeb7e6acc01" providerId="AD" clId="Web-{47A26701-DE56-6FC1-6151-E5F169EEC181}" dt="2024-08-22T04:34:51.966" v="67"/>
          <ac:spMkLst>
            <pc:docMk/>
            <pc:sldMk cId="443300659" sldId="325"/>
            <ac:spMk id="3" creationId="{F5445FDD-8649-FE50-7A22-F49644932FC7}"/>
          </ac:spMkLst>
        </pc:spChg>
        <pc:spChg chg="add">
          <ac:chgData name="Somak Das" userId="S::sdas@floridapoly.edu::98cebb13-2fc4-4808-95b9-daeb7e6acc01" providerId="AD" clId="Web-{47A26701-DE56-6FC1-6151-E5F169EEC181}" dt="2024-08-22T04:34:51.966" v="67"/>
          <ac:spMkLst>
            <pc:docMk/>
            <pc:sldMk cId="443300659" sldId="325"/>
            <ac:spMk id="10" creationId="{B50AB553-2A96-4A92-96F2-93548E096954}"/>
          </ac:spMkLst>
        </pc:spChg>
        <pc:graphicFrameChg chg="add">
          <ac:chgData name="Somak Das" userId="S::sdas@floridapoly.edu::98cebb13-2fc4-4808-95b9-daeb7e6acc01" providerId="AD" clId="Web-{47A26701-DE56-6FC1-6151-E5F169EEC181}" dt="2024-08-22T04:34:51.966" v="67"/>
          <ac:graphicFrameMkLst>
            <pc:docMk/>
            <pc:sldMk cId="443300659" sldId="325"/>
            <ac:graphicFrameMk id="5" creationId="{1D3CBB24-E944-5B4A-1D14-EEF57FDF614F}"/>
          </ac:graphicFrameMkLst>
        </pc:graphicFrameChg>
        <pc:picChg chg="add">
          <ac:chgData name="Somak Das" userId="S::sdas@floridapoly.edu::98cebb13-2fc4-4808-95b9-daeb7e6acc01" providerId="AD" clId="Web-{47A26701-DE56-6FC1-6151-E5F169EEC181}" dt="2024-08-22T04:34:51.966" v="67"/>
          <ac:picMkLst>
            <pc:docMk/>
            <pc:sldMk cId="443300659" sldId="325"/>
            <ac:picMk id="6" creationId="{0528A86E-B03B-C086-4C83-DBD611E969D6}"/>
          </ac:picMkLst>
        </pc:picChg>
      </pc:sldChg>
      <pc:sldChg chg="addSp modSp mod setBg">
        <pc:chgData name="Somak Das" userId="S::sdas@floridapoly.edu::98cebb13-2fc4-4808-95b9-daeb7e6acc01" providerId="AD" clId="Web-{47A26701-DE56-6FC1-6151-E5F169EEC181}" dt="2024-08-22T04:49:20.688" v="78" actId="1076"/>
        <pc:sldMkLst>
          <pc:docMk/>
          <pc:sldMk cId="408905727" sldId="326"/>
        </pc:sldMkLst>
        <pc:spChg chg="mod">
          <ac:chgData name="Somak Das" userId="S::sdas@floridapoly.edu::98cebb13-2fc4-4808-95b9-daeb7e6acc01" providerId="AD" clId="Web-{47A26701-DE56-6FC1-6151-E5F169EEC181}" dt="2024-08-22T04:49:07.547" v="77"/>
          <ac:spMkLst>
            <pc:docMk/>
            <pc:sldMk cId="408905727" sldId="326"/>
            <ac:spMk id="2" creationId="{F9E2FC75-2193-F548-BCAD-8E01A86DDF07}"/>
          </ac:spMkLst>
        </pc:spChg>
        <pc:spChg chg="mod">
          <ac:chgData name="Somak Das" userId="S::sdas@floridapoly.edu::98cebb13-2fc4-4808-95b9-daeb7e6acc01" providerId="AD" clId="Web-{47A26701-DE56-6FC1-6151-E5F169EEC181}" dt="2024-08-22T04:49:07.547" v="77"/>
          <ac:spMkLst>
            <pc:docMk/>
            <pc:sldMk cId="408905727" sldId="326"/>
            <ac:spMk id="3" creationId="{478DDA4F-8E89-D201-D77B-6D70317809B9}"/>
          </ac:spMkLst>
        </pc:spChg>
        <pc:spChg chg="add">
          <ac:chgData name="Somak Das" userId="S::sdas@floridapoly.edu::98cebb13-2fc4-4808-95b9-daeb7e6acc01" providerId="AD" clId="Web-{47A26701-DE56-6FC1-6151-E5F169EEC181}" dt="2024-08-22T04:49:07.547" v="77"/>
          <ac:spMkLst>
            <pc:docMk/>
            <pc:sldMk cId="408905727" sldId="326"/>
            <ac:spMk id="18" creationId="{53B021B3-DE93-4AB7-8A18-CF5F1CED88B8}"/>
          </ac:spMkLst>
        </pc:spChg>
        <pc:spChg chg="add">
          <ac:chgData name="Somak Das" userId="S::sdas@floridapoly.edu::98cebb13-2fc4-4808-95b9-daeb7e6acc01" providerId="AD" clId="Web-{47A26701-DE56-6FC1-6151-E5F169EEC181}" dt="2024-08-22T04:49:07.547" v="77"/>
          <ac:spMkLst>
            <pc:docMk/>
            <pc:sldMk cId="408905727" sldId="326"/>
            <ac:spMk id="20" creationId="{52D502E5-F6B4-4D58-B4AE-FC466FF15EE8}"/>
          </ac:spMkLst>
        </pc:spChg>
        <pc:spChg chg="add">
          <ac:chgData name="Somak Das" userId="S::sdas@floridapoly.edu::98cebb13-2fc4-4808-95b9-daeb7e6acc01" providerId="AD" clId="Web-{47A26701-DE56-6FC1-6151-E5F169EEC181}" dt="2024-08-22T04:49:07.547" v="77"/>
          <ac:spMkLst>
            <pc:docMk/>
            <pc:sldMk cId="408905727" sldId="326"/>
            <ac:spMk id="22" creationId="{9DECDBF4-02B6-4BB4-B65B-B8107AD6A9E8}"/>
          </ac:spMkLst>
        </pc:spChg>
        <pc:picChg chg="mod">
          <ac:chgData name="Somak Das" userId="S::sdas@floridapoly.edu::98cebb13-2fc4-4808-95b9-daeb7e6acc01" providerId="AD" clId="Web-{47A26701-DE56-6FC1-6151-E5F169EEC181}" dt="2024-08-22T04:49:07.547" v="77"/>
          <ac:picMkLst>
            <pc:docMk/>
            <pc:sldMk cId="408905727" sldId="326"/>
            <ac:picMk id="9" creationId="{C8FC10DD-3F94-88D1-C2C7-E072DC8A3F8B}"/>
          </ac:picMkLst>
        </pc:picChg>
        <pc:picChg chg="mod">
          <ac:chgData name="Somak Das" userId="S::sdas@floridapoly.edu::98cebb13-2fc4-4808-95b9-daeb7e6acc01" providerId="AD" clId="Web-{47A26701-DE56-6FC1-6151-E5F169EEC181}" dt="2024-08-22T04:49:20.688" v="78" actId="1076"/>
          <ac:picMkLst>
            <pc:docMk/>
            <pc:sldMk cId="408905727" sldId="326"/>
            <ac:picMk id="13" creationId="{25710B6F-9705-7AC8-C2C8-BB6DDDDD4D40}"/>
          </ac:picMkLst>
        </pc:picChg>
      </pc:sldChg>
      <pc:sldChg chg="addSp modSp mod setBg">
        <pc:chgData name="Somak Das" userId="S::sdas@floridapoly.edu::98cebb13-2fc4-4808-95b9-daeb7e6acc01" providerId="AD" clId="Web-{47A26701-DE56-6FC1-6151-E5F169EEC181}" dt="2024-08-22T04:35:33.015" v="68"/>
        <pc:sldMkLst>
          <pc:docMk/>
          <pc:sldMk cId="1955294139" sldId="327"/>
        </pc:sldMkLst>
        <pc:spChg chg="mod">
          <ac:chgData name="Somak Das" userId="S::sdas@floridapoly.edu::98cebb13-2fc4-4808-95b9-daeb7e6acc01" providerId="AD" clId="Web-{47A26701-DE56-6FC1-6151-E5F169EEC181}" dt="2024-08-22T04:35:33.015" v="68"/>
          <ac:spMkLst>
            <pc:docMk/>
            <pc:sldMk cId="1955294139" sldId="327"/>
            <ac:spMk id="3" creationId="{BD7FC757-8098-03FA-77DF-6AC1266D2843}"/>
          </ac:spMkLst>
        </pc:spChg>
        <pc:spChg chg="mod ord">
          <ac:chgData name="Somak Das" userId="S::sdas@floridapoly.edu::98cebb13-2fc4-4808-95b9-daeb7e6acc01" providerId="AD" clId="Web-{47A26701-DE56-6FC1-6151-E5F169EEC181}" dt="2024-08-22T04:35:33.015" v="68"/>
          <ac:spMkLst>
            <pc:docMk/>
            <pc:sldMk cId="1955294139" sldId="327"/>
            <ac:spMk id="19" creationId="{3B20C5A8-DBB3-A12F-8745-F71AF64AF7F1}"/>
          </ac:spMkLst>
        </pc:spChg>
        <pc:spChg chg="add">
          <ac:chgData name="Somak Das" userId="S::sdas@floridapoly.edu::98cebb13-2fc4-4808-95b9-daeb7e6acc01" providerId="AD" clId="Web-{47A26701-DE56-6FC1-6151-E5F169EEC181}" dt="2024-08-22T04:35:33.015" v="68"/>
          <ac:spMkLst>
            <pc:docMk/>
            <pc:sldMk cId="1955294139" sldId="327"/>
            <ac:spMk id="24" creationId="{8D1AA55E-40D5-461B-A5A8-4AE8AAB71B08}"/>
          </ac:spMkLst>
        </pc:spChg>
        <pc:spChg chg="add">
          <ac:chgData name="Somak Das" userId="S::sdas@floridapoly.edu::98cebb13-2fc4-4808-95b9-daeb7e6acc01" providerId="AD" clId="Web-{47A26701-DE56-6FC1-6151-E5F169EEC181}" dt="2024-08-22T04:35:33.015" v="68"/>
          <ac:spMkLst>
            <pc:docMk/>
            <pc:sldMk cId="1955294139" sldId="327"/>
            <ac:spMk id="28" creationId="{6CB927A4-E432-4310-9CD5-E89FF5063179}"/>
          </ac:spMkLst>
        </pc:spChg>
        <pc:spChg chg="add">
          <ac:chgData name="Somak Das" userId="S::sdas@floridapoly.edu::98cebb13-2fc4-4808-95b9-daeb7e6acc01" providerId="AD" clId="Web-{47A26701-DE56-6FC1-6151-E5F169EEC181}" dt="2024-08-22T04:35:33.015" v="68"/>
          <ac:spMkLst>
            <pc:docMk/>
            <pc:sldMk cId="1955294139" sldId="327"/>
            <ac:spMk id="30" creationId="{E3020543-B24B-4EC4-8FFC-8DD88EEA91A8}"/>
          </ac:spMkLst>
        </pc:spChg>
        <pc:picChg chg="mod">
          <ac:chgData name="Somak Das" userId="S::sdas@floridapoly.edu::98cebb13-2fc4-4808-95b9-daeb7e6acc01" providerId="AD" clId="Web-{47A26701-DE56-6FC1-6151-E5F169EEC181}" dt="2024-08-22T04:35:33.015" v="68"/>
          <ac:picMkLst>
            <pc:docMk/>
            <pc:sldMk cId="1955294139" sldId="327"/>
            <ac:picMk id="5" creationId="{E219325F-BD80-284B-DF26-076D427083EA}"/>
          </ac:picMkLst>
        </pc:picChg>
        <pc:cxnChg chg="add">
          <ac:chgData name="Somak Das" userId="S::sdas@floridapoly.edu::98cebb13-2fc4-4808-95b9-daeb7e6acc01" providerId="AD" clId="Web-{47A26701-DE56-6FC1-6151-E5F169EEC181}" dt="2024-08-22T04:35:33.015" v="68"/>
          <ac:cxnSpMkLst>
            <pc:docMk/>
            <pc:sldMk cId="1955294139" sldId="327"/>
            <ac:cxnSpMk id="26" creationId="{7EB498BD-8089-4626-91EA-4978EBEF535E}"/>
          </ac:cxnSpMkLst>
        </pc:cxnChg>
      </pc:sldChg>
      <pc:sldChg chg="addSp modSp mod setBg">
        <pc:chgData name="Somak Das" userId="S::sdas@floridapoly.edu::98cebb13-2fc4-4808-95b9-daeb7e6acc01" providerId="AD" clId="Web-{47A26701-DE56-6FC1-6151-E5F169EEC181}" dt="2024-08-22T04:36:48.361" v="69"/>
        <pc:sldMkLst>
          <pc:docMk/>
          <pc:sldMk cId="1461250106" sldId="328"/>
        </pc:sldMkLst>
        <pc:spChg chg="mod">
          <ac:chgData name="Somak Das" userId="S::sdas@floridapoly.edu::98cebb13-2fc4-4808-95b9-daeb7e6acc01" providerId="AD" clId="Web-{47A26701-DE56-6FC1-6151-E5F169EEC181}" dt="2024-08-22T04:36:48.361" v="69"/>
          <ac:spMkLst>
            <pc:docMk/>
            <pc:sldMk cId="1461250106" sldId="328"/>
            <ac:spMk id="2" creationId="{D104C20B-3160-80D6-701F-674D1721BFBF}"/>
          </ac:spMkLst>
        </pc:spChg>
        <pc:spChg chg="mod">
          <ac:chgData name="Somak Das" userId="S::sdas@floridapoly.edu::98cebb13-2fc4-4808-95b9-daeb7e6acc01" providerId="AD" clId="Web-{47A26701-DE56-6FC1-6151-E5F169EEC181}" dt="2024-08-22T04:36:48.361" v="69"/>
          <ac:spMkLst>
            <pc:docMk/>
            <pc:sldMk cId="1461250106" sldId="328"/>
            <ac:spMk id="3" creationId="{A56AFCE3-49B9-2277-46A3-1338C0990F39}"/>
          </ac:spMkLst>
        </pc:spChg>
        <pc:spChg chg="add">
          <ac:chgData name="Somak Das" userId="S::sdas@floridapoly.edu::98cebb13-2fc4-4808-95b9-daeb7e6acc01" providerId="AD" clId="Web-{47A26701-DE56-6FC1-6151-E5F169EEC181}" dt="2024-08-22T04:36:48.361" v="69"/>
          <ac:spMkLst>
            <pc:docMk/>
            <pc:sldMk cId="1461250106" sldId="328"/>
            <ac:spMk id="8" creationId="{100EDD19-6802-4EC3-95CE-CFFAB042CFD6}"/>
          </ac:spMkLst>
        </pc:spChg>
        <pc:spChg chg="add">
          <ac:chgData name="Somak Das" userId="S::sdas@floridapoly.edu::98cebb13-2fc4-4808-95b9-daeb7e6acc01" providerId="AD" clId="Web-{47A26701-DE56-6FC1-6151-E5F169EEC181}" dt="2024-08-22T04:36:48.361" v="69"/>
          <ac:spMkLst>
            <pc:docMk/>
            <pc:sldMk cId="1461250106" sldId="328"/>
            <ac:spMk id="10" creationId="{DB17E863-922E-4C26-BD64-E8FD41D28661}"/>
          </ac:spMkLst>
        </pc:spChg>
      </pc:sldChg>
      <pc:sldChg chg="addSp modSp mod setBg">
        <pc:chgData name="Somak Das" userId="S::sdas@floridapoly.edu::98cebb13-2fc4-4808-95b9-daeb7e6acc01" providerId="AD" clId="Web-{47A26701-DE56-6FC1-6151-E5F169EEC181}" dt="2024-08-22T04:38:56.398" v="73"/>
        <pc:sldMkLst>
          <pc:docMk/>
          <pc:sldMk cId="1282981941" sldId="376"/>
        </pc:sldMkLst>
        <pc:spChg chg="mod">
          <ac:chgData name="Somak Das" userId="S::sdas@floridapoly.edu::98cebb13-2fc4-4808-95b9-daeb7e6acc01" providerId="AD" clId="Web-{47A26701-DE56-6FC1-6151-E5F169EEC181}" dt="2024-08-22T04:38:56.398" v="73"/>
          <ac:spMkLst>
            <pc:docMk/>
            <pc:sldMk cId="1282981941" sldId="376"/>
            <ac:spMk id="2" creationId="{BCA5FAEE-00E1-9A7E-4109-2D629B6F2E04}"/>
          </ac:spMkLst>
        </pc:spChg>
        <pc:spChg chg="mod">
          <ac:chgData name="Somak Das" userId="S::sdas@floridapoly.edu::98cebb13-2fc4-4808-95b9-daeb7e6acc01" providerId="AD" clId="Web-{47A26701-DE56-6FC1-6151-E5F169EEC181}" dt="2024-08-22T04:38:56.398" v="73"/>
          <ac:spMkLst>
            <pc:docMk/>
            <pc:sldMk cId="1282981941" sldId="376"/>
            <ac:spMk id="3" creationId="{6AC30BDC-3A1E-412C-6C12-D63861DAFEA9}"/>
          </ac:spMkLst>
        </pc:spChg>
        <pc:spChg chg="add">
          <ac:chgData name="Somak Das" userId="S::sdas@floridapoly.edu::98cebb13-2fc4-4808-95b9-daeb7e6acc01" providerId="AD" clId="Web-{47A26701-DE56-6FC1-6151-E5F169EEC181}" dt="2024-08-22T04:38:56.398" v="73"/>
          <ac:spMkLst>
            <pc:docMk/>
            <pc:sldMk cId="1282981941" sldId="376"/>
            <ac:spMk id="9" creationId="{2B97F24A-32CE-4C1C-A50D-3016B394DCFB}"/>
          </ac:spMkLst>
        </pc:spChg>
        <pc:spChg chg="add">
          <ac:chgData name="Somak Das" userId="S::sdas@floridapoly.edu::98cebb13-2fc4-4808-95b9-daeb7e6acc01" providerId="AD" clId="Web-{47A26701-DE56-6FC1-6151-E5F169EEC181}" dt="2024-08-22T04:38:56.398" v="73"/>
          <ac:spMkLst>
            <pc:docMk/>
            <pc:sldMk cId="1282981941" sldId="376"/>
            <ac:spMk id="11" creationId="{CD8B4F24-440B-49E9-B85D-733523DC064B}"/>
          </ac:spMkLst>
        </pc:spChg>
        <pc:picChg chg="mod">
          <ac:chgData name="Somak Das" userId="S::sdas@floridapoly.edu::98cebb13-2fc4-4808-95b9-daeb7e6acc01" providerId="AD" clId="Web-{47A26701-DE56-6FC1-6151-E5F169EEC181}" dt="2024-08-22T04:38:56.398" v="73"/>
          <ac:picMkLst>
            <pc:docMk/>
            <pc:sldMk cId="1282981941" sldId="376"/>
            <ac:picMk id="4" creationId="{4AC21568-42B1-6624-6742-C085CA51BBD0}"/>
          </ac:picMkLst>
        </pc:picChg>
      </pc:sldChg>
      <pc:sldChg chg="modSp">
        <pc:chgData name="Somak Das" userId="S::sdas@floridapoly.edu::98cebb13-2fc4-4808-95b9-daeb7e6acc01" providerId="AD" clId="Web-{47A26701-DE56-6FC1-6151-E5F169EEC181}" dt="2024-08-22T04:38:22.881" v="72" actId="1076"/>
        <pc:sldMkLst>
          <pc:docMk/>
          <pc:sldMk cId="153209895" sldId="381"/>
        </pc:sldMkLst>
        <pc:spChg chg="mod">
          <ac:chgData name="Somak Das" userId="S::sdas@floridapoly.edu::98cebb13-2fc4-4808-95b9-daeb7e6acc01" providerId="AD" clId="Web-{47A26701-DE56-6FC1-6151-E5F169EEC181}" dt="2024-08-22T04:38:22.881" v="72" actId="1076"/>
          <ac:spMkLst>
            <pc:docMk/>
            <pc:sldMk cId="153209895" sldId="381"/>
            <ac:spMk id="2" creationId="{E9C273C7-6882-B1C0-67E9-5D8433E12C74}"/>
          </ac:spMkLst>
        </pc:spChg>
      </pc:sldChg>
      <pc:sldChg chg="addSp modSp mod setBg">
        <pc:chgData name="Somak Das" userId="S::sdas@floridapoly.edu::98cebb13-2fc4-4808-95b9-daeb7e6acc01" providerId="AD" clId="Web-{47A26701-DE56-6FC1-6151-E5F169EEC181}" dt="2024-08-22T04:37:15.284" v="70"/>
        <pc:sldMkLst>
          <pc:docMk/>
          <pc:sldMk cId="3101682665" sldId="382"/>
        </pc:sldMkLst>
        <pc:spChg chg="mod">
          <ac:chgData name="Somak Das" userId="S::sdas@floridapoly.edu::98cebb13-2fc4-4808-95b9-daeb7e6acc01" providerId="AD" clId="Web-{47A26701-DE56-6FC1-6151-E5F169EEC181}" dt="2024-08-22T04:37:15.284" v="70"/>
          <ac:spMkLst>
            <pc:docMk/>
            <pc:sldMk cId="3101682665" sldId="382"/>
            <ac:spMk id="2" creationId="{5AAB4DE6-F9ED-20AC-CBE6-AFE273E9E366}"/>
          </ac:spMkLst>
        </pc:spChg>
        <pc:spChg chg="mod">
          <ac:chgData name="Somak Das" userId="S::sdas@floridapoly.edu::98cebb13-2fc4-4808-95b9-daeb7e6acc01" providerId="AD" clId="Web-{47A26701-DE56-6FC1-6151-E5F169EEC181}" dt="2024-08-22T04:37:15.284" v="70"/>
          <ac:spMkLst>
            <pc:docMk/>
            <pc:sldMk cId="3101682665" sldId="382"/>
            <ac:spMk id="5" creationId="{376D404D-8DD8-28D6-3E86-FD34A84ABEB8}"/>
          </ac:spMkLst>
        </pc:spChg>
        <pc:spChg chg="add">
          <ac:chgData name="Somak Das" userId="S::sdas@floridapoly.edu::98cebb13-2fc4-4808-95b9-daeb7e6acc01" providerId="AD" clId="Web-{47A26701-DE56-6FC1-6151-E5F169EEC181}" dt="2024-08-22T04:37:15.284" v="70"/>
          <ac:spMkLst>
            <pc:docMk/>
            <pc:sldMk cId="3101682665" sldId="382"/>
            <ac:spMk id="11" creationId="{352BEC0E-22F8-46D0-9632-375DB541B06C}"/>
          </ac:spMkLst>
        </pc:spChg>
        <pc:spChg chg="add">
          <ac:chgData name="Somak Das" userId="S::sdas@floridapoly.edu::98cebb13-2fc4-4808-95b9-daeb7e6acc01" providerId="AD" clId="Web-{47A26701-DE56-6FC1-6151-E5F169EEC181}" dt="2024-08-22T04:37:15.284" v="70"/>
          <ac:spMkLst>
            <pc:docMk/>
            <pc:sldMk cId="3101682665" sldId="382"/>
            <ac:spMk id="13" creationId="{3FCFB1DE-0B7E-48CC-BA90-B2AB0889F9D6}"/>
          </ac:spMkLst>
        </pc:spChg>
        <pc:picChg chg="mod ord">
          <ac:chgData name="Somak Das" userId="S::sdas@floridapoly.edu::98cebb13-2fc4-4808-95b9-daeb7e6acc01" providerId="AD" clId="Web-{47A26701-DE56-6FC1-6151-E5F169EEC181}" dt="2024-08-22T04:37:15.284" v="70"/>
          <ac:picMkLst>
            <pc:docMk/>
            <pc:sldMk cId="3101682665" sldId="382"/>
            <ac:picMk id="4" creationId="{77E5C487-923D-72B2-2A4A-B019C476079E}"/>
          </ac:picMkLst>
        </pc:picChg>
        <pc:picChg chg="mod">
          <ac:chgData name="Somak Das" userId="S::sdas@floridapoly.edu::98cebb13-2fc4-4808-95b9-daeb7e6acc01" providerId="AD" clId="Web-{47A26701-DE56-6FC1-6151-E5F169EEC181}" dt="2024-08-22T04:37:15.284" v="70"/>
          <ac:picMkLst>
            <pc:docMk/>
            <pc:sldMk cId="3101682665" sldId="382"/>
            <ac:picMk id="6" creationId="{0BDD1DEE-22E0-4AE8-E727-F38838B5FFD9}"/>
          </ac:picMkLst>
        </pc:picChg>
      </pc:sldChg>
      <pc:sldChg chg="modSp">
        <pc:chgData name="Somak Das" userId="S::sdas@floridapoly.edu::98cebb13-2fc4-4808-95b9-daeb7e6acc01" providerId="AD" clId="Web-{47A26701-DE56-6FC1-6151-E5F169EEC181}" dt="2024-08-22T04:30:05.439" v="20" actId="1076"/>
        <pc:sldMkLst>
          <pc:docMk/>
          <pc:sldMk cId="3674580524" sldId="408"/>
        </pc:sldMkLst>
        <pc:spChg chg="mod">
          <ac:chgData name="Somak Das" userId="S::sdas@floridapoly.edu::98cebb13-2fc4-4808-95b9-daeb7e6acc01" providerId="AD" clId="Web-{47A26701-DE56-6FC1-6151-E5F169EEC181}" dt="2024-08-22T04:29:30.735" v="8" actId="1076"/>
          <ac:spMkLst>
            <pc:docMk/>
            <pc:sldMk cId="3674580524" sldId="408"/>
            <ac:spMk id="8" creationId="{2BC960EA-E927-90B5-DAF7-7E84BA6B11FF}"/>
          </ac:spMkLst>
        </pc:spChg>
        <pc:spChg chg="mod">
          <ac:chgData name="Somak Das" userId="S::sdas@floridapoly.edu::98cebb13-2fc4-4808-95b9-daeb7e6acc01" providerId="AD" clId="Web-{47A26701-DE56-6FC1-6151-E5F169EEC181}" dt="2024-08-22T04:30:05.423" v="19" actId="1076"/>
          <ac:spMkLst>
            <pc:docMk/>
            <pc:sldMk cId="3674580524" sldId="408"/>
            <ac:spMk id="9" creationId="{821BA48C-8E41-2F73-E275-D5C9634103A9}"/>
          </ac:spMkLst>
        </pc:spChg>
        <pc:spChg chg="mod">
          <ac:chgData name="Somak Das" userId="S::sdas@floridapoly.edu::98cebb13-2fc4-4808-95b9-daeb7e6acc01" providerId="AD" clId="Web-{47A26701-DE56-6FC1-6151-E5F169EEC181}" dt="2024-08-22T04:29:30.750" v="10" actId="1076"/>
          <ac:spMkLst>
            <pc:docMk/>
            <pc:sldMk cId="3674580524" sldId="408"/>
            <ac:spMk id="10" creationId="{6A9A1B61-33EC-C359-C3A4-8826709C467C}"/>
          </ac:spMkLst>
        </pc:spChg>
        <pc:spChg chg="mod">
          <ac:chgData name="Somak Das" userId="S::sdas@floridapoly.edu::98cebb13-2fc4-4808-95b9-daeb7e6acc01" providerId="AD" clId="Web-{47A26701-DE56-6FC1-6151-E5F169EEC181}" dt="2024-08-22T04:30:05.439" v="20" actId="1076"/>
          <ac:spMkLst>
            <pc:docMk/>
            <pc:sldMk cId="3674580524" sldId="408"/>
            <ac:spMk id="11" creationId="{56BDBC64-1C51-0373-AE63-9730FBA06528}"/>
          </ac:spMkLst>
        </pc:spChg>
        <pc:picChg chg="mod">
          <ac:chgData name="Somak Das" userId="S::sdas@floridapoly.edu::98cebb13-2fc4-4808-95b9-daeb7e6acc01" providerId="AD" clId="Web-{47A26701-DE56-6FC1-6151-E5F169EEC181}" dt="2024-08-22T04:29:30.703" v="6" actId="1076"/>
          <ac:picMkLst>
            <pc:docMk/>
            <pc:sldMk cId="3674580524" sldId="408"/>
            <ac:picMk id="5" creationId="{C8B7B5B4-D27C-B643-86C2-AEFE54F9ADC6}"/>
          </ac:picMkLst>
        </pc:picChg>
        <pc:picChg chg="mod">
          <ac:chgData name="Somak Das" userId="S::sdas@floridapoly.edu::98cebb13-2fc4-4808-95b9-daeb7e6acc01" providerId="AD" clId="Web-{47A26701-DE56-6FC1-6151-E5F169EEC181}" dt="2024-08-22T04:30:05.423" v="18" actId="1076"/>
          <ac:picMkLst>
            <pc:docMk/>
            <pc:sldMk cId="3674580524" sldId="408"/>
            <ac:picMk id="6" creationId="{388AA4C1-714D-973E-8553-5AED814AA34D}"/>
          </ac:picMkLst>
        </pc:picChg>
      </pc:sldChg>
      <pc:sldChg chg="new del ord">
        <pc:chgData name="Somak Das" userId="S::sdas@floridapoly.edu::98cebb13-2fc4-4808-95b9-daeb7e6acc01" providerId="AD" clId="Web-{47A26701-DE56-6FC1-6151-E5F169EEC181}" dt="2024-08-22T04:48:50.078" v="76"/>
        <pc:sldMkLst>
          <pc:docMk/>
          <pc:sldMk cId="3184178634" sldId="409"/>
        </pc:sldMkLst>
      </pc:sldChg>
    </pc:docChg>
  </pc:docChgLst>
  <pc:docChgLst>
    <pc:chgData name="Somak Das" userId="S::sdas@floridapoly.edu::98cebb13-2fc4-4808-95b9-daeb7e6acc01" providerId="AD" clId="Web-{A6D65F96-263C-BDA5-BE3F-18C9976F1129}"/>
    <pc:docChg chg="addSld modSld">
      <pc:chgData name="Somak Das" userId="S::sdas@floridapoly.edu::98cebb13-2fc4-4808-95b9-daeb7e6acc01" providerId="AD" clId="Web-{A6D65F96-263C-BDA5-BE3F-18C9976F1129}" dt="2024-08-22T00:03:39.714" v="134"/>
      <pc:docMkLst>
        <pc:docMk/>
      </pc:docMkLst>
      <pc:sldChg chg="modSp addAnim">
        <pc:chgData name="Somak Das" userId="S::sdas@floridapoly.edu::98cebb13-2fc4-4808-95b9-daeb7e6acc01" providerId="AD" clId="Web-{A6D65F96-263C-BDA5-BE3F-18C9976F1129}" dt="2024-08-22T00:03:39.714" v="134"/>
        <pc:sldMkLst>
          <pc:docMk/>
          <pc:sldMk cId="452420084" sldId="407"/>
        </pc:sldMkLst>
        <pc:spChg chg="mod">
          <ac:chgData name="Somak Das" userId="S::sdas@floridapoly.edu::98cebb13-2fc4-4808-95b9-daeb7e6acc01" providerId="AD" clId="Web-{A6D65F96-263C-BDA5-BE3F-18C9976F1129}" dt="2024-08-22T00:02:43.853" v="116" actId="1076"/>
          <ac:spMkLst>
            <pc:docMk/>
            <pc:sldMk cId="452420084" sldId="407"/>
            <ac:spMk id="2" creationId="{DCC7CE86-258F-DDED-4030-6954F0729A1A}"/>
          </ac:spMkLst>
        </pc:spChg>
        <pc:spChg chg="mod">
          <ac:chgData name="Somak Das" userId="S::sdas@floridapoly.edu::98cebb13-2fc4-4808-95b9-daeb7e6acc01" providerId="AD" clId="Web-{A6D65F96-263C-BDA5-BE3F-18C9976F1129}" dt="2024-08-22T00:02:43.900" v="118" actId="1076"/>
          <ac:spMkLst>
            <pc:docMk/>
            <pc:sldMk cId="452420084" sldId="407"/>
            <ac:spMk id="3" creationId="{FB77FBE9-82DD-9B22-D8C7-1B53F1175AB9}"/>
          </ac:spMkLst>
        </pc:spChg>
        <pc:spChg chg="mod">
          <ac:chgData name="Somak Das" userId="S::sdas@floridapoly.edu::98cebb13-2fc4-4808-95b9-daeb7e6acc01" providerId="AD" clId="Web-{A6D65F96-263C-BDA5-BE3F-18C9976F1129}" dt="2024-08-22T00:02:43.884" v="117" actId="1076"/>
          <ac:spMkLst>
            <pc:docMk/>
            <pc:sldMk cId="452420084" sldId="407"/>
            <ac:spMk id="5" creationId="{2F9054FB-F84B-479C-5BC5-0ACDD7CC4440}"/>
          </ac:spMkLst>
        </pc:spChg>
        <pc:spChg chg="mod">
          <ac:chgData name="Somak Das" userId="S::sdas@floridapoly.edu::98cebb13-2fc4-4808-95b9-daeb7e6acc01" providerId="AD" clId="Web-{A6D65F96-263C-BDA5-BE3F-18C9976F1129}" dt="2024-08-22T00:02:43.916" v="121" actId="1076"/>
          <ac:spMkLst>
            <pc:docMk/>
            <pc:sldMk cId="452420084" sldId="407"/>
            <ac:spMk id="7" creationId="{DF57ABD3-C8AA-3477-54E4-5B701FF3CF58}"/>
          </ac:spMkLst>
        </pc:spChg>
        <pc:spChg chg="mod">
          <ac:chgData name="Somak Das" userId="S::sdas@floridapoly.edu::98cebb13-2fc4-4808-95b9-daeb7e6acc01" providerId="AD" clId="Web-{A6D65F96-263C-BDA5-BE3F-18C9976F1129}" dt="2024-08-22T00:02:43.931" v="122" actId="1076"/>
          <ac:spMkLst>
            <pc:docMk/>
            <pc:sldMk cId="452420084" sldId="407"/>
            <ac:spMk id="8" creationId="{23C521C1-F0CB-356C-AA43-9F9A5D9671EA}"/>
          </ac:spMkLst>
        </pc:spChg>
        <pc:spChg chg="mod">
          <ac:chgData name="Somak Das" userId="S::sdas@floridapoly.edu::98cebb13-2fc4-4808-95b9-daeb7e6acc01" providerId="AD" clId="Web-{A6D65F96-263C-BDA5-BE3F-18C9976F1129}" dt="2024-08-22T00:02:43.947" v="123" actId="1076"/>
          <ac:spMkLst>
            <pc:docMk/>
            <pc:sldMk cId="452420084" sldId="407"/>
            <ac:spMk id="9" creationId="{12B60B80-8751-E2B4-871A-2CD4C14B15B2}"/>
          </ac:spMkLst>
        </pc:spChg>
        <pc:cxnChg chg="mod">
          <ac:chgData name="Somak Das" userId="S::sdas@floridapoly.edu::98cebb13-2fc4-4808-95b9-daeb7e6acc01" providerId="AD" clId="Web-{A6D65F96-263C-BDA5-BE3F-18C9976F1129}" dt="2024-08-22T00:02:43.900" v="119" actId="1076"/>
          <ac:cxnSpMkLst>
            <pc:docMk/>
            <pc:sldMk cId="452420084" sldId="407"/>
            <ac:cxnSpMk id="4" creationId="{9D3B8974-75A8-2A4D-4152-8514B6269AAC}"/>
          </ac:cxnSpMkLst>
        </pc:cxnChg>
        <pc:cxnChg chg="mod">
          <ac:chgData name="Somak Das" userId="S::sdas@floridapoly.edu::98cebb13-2fc4-4808-95b9-daeb7e6acc01" providerId="AD" clId="Web-{A6D65F96-263C-BDA5-BE3F-18C9976F1129}" dt="2024-08-22T00:02:43.916" v="120" actId="1076"/>
          <ac:cxnSpMkLst>
            <pc:docMk/>
            <pc:sldMk cId="452420084" sldId="407"/>
            <ac:cxnSpMk id="6" creationId="{0A19E5B5-A98E-B2E9-78AA-0C22BDCA407F}"/>
          </ac:cxnSpMkLst>
        </pc:cxnChg>
        <pc:cxnChg chg="mod">
          <ac:chgData name="Somak Das" userId="S::sdas@floridapoly.edu::98cebb13-2fc4-4808-95b9-daeb7e6acc01" providerId="AD" clId="Web-{A6D65F96-263C-BDA5-BE3F-18C9976F1129}" dt="2024-08-22T00:02:43.947" v="124" actId="1076"/>
          <ac:cxnSpMkLst>
            <pc:docMk/>
            <pc:sldMk cId="452420084" sldId="407"/>
            <ac:cxnSpMk id="10" creationId="{10D44A21-B152-7F79-9E7D-595E922F9A9A}"/>
          </ac:cxnSpMkLst>
        </pc:cxnChg>
        <pc:cxnChg chg="mod">
          <ac:chgData name="Somak Das" userId="S::sdas@floridapoly.edu::98cebb13-2fc4-4808-95b9-daeb7e6acc01" providerId="AD" clId="Web-{A6D65F96-263C-BDA5-BE3F-18C9976F1129}" dt="2024-08-22T00:02:43.962" v="125" actId="1076"/>
          <ac:cxnSpMkLst>
            <pc:docMk/>
            <pc:sldMk cId="452420084" sldId="407"/>
            <ac:cxnSpMk id="11" creationId="{DC4035BF-986B-0ABF-0905-922F390EDBAD}"/>
          </ac:cxnSpMkLst>
        </pc:cxnChg>
        <pc:cxnChg chg="mod">
          <ac:chgData name="Somak Das" userId="S::sdas@floridapoly.edu::98cebb13-2fc4-4808-95b9-daeb7e6acc01" providerId="AD" clId="Web-{A6D65F96-263C-BDA5-BE3F-18C9976F1129}" dt="2024-08-22T00:02:43.962" v="126" actId="1076"/>
          <ac:cxnSpMkLst>
            <pc:docMk/>
            <pc:sldMk cId="452420084" sldId="407"/>
            <ac:cxnSpMk id="12" creationId="{8FA50883-1984-F72F-F30E-2E243974DBF0}"/>
          </ac:cxnSpMkLst>
        </pc:cxnChg>
      </pc:sldChg>
      <pc:sldChg chg="addSp delSp modSp new">
        <pc:chgData name="Somak Das" userId="S::sdas@floridapoly.edu::98cebb13-2fc4-4808-95b9-daeb7e6acc01" providerId="AD" clId="Web-{A6D65F96-263C-BDA5-BE3F-18C9976F1129}" dt="2024-08-22T00:02:02.789" v="115" actId="1076"/>
        <pc:sldMkLst>
          <pc:docMk/>
          <pc:sldMk cId="3674580524" sldId="408"/>
        </pc:sldMkLst>
        <pc:spChg chg="del">
          <ac:chgData name="Somak Das" userId="S::sdas@floridapoly.edu::98cebb13-2fc4-4808-95b9-daeb7e6acc01" providerId="AD" clId="Web-{A6D65F96-263C-BDA5-BE3F-18C9976F1129}" dt="2024-08-21T23:50:13.315" v="1"/>
          <ac:spMkLst>
            <pc:docMk/>
            <pc:sldMk cId="3674580524" sldId="408"/>
            <ac:spMk id="2" creationId="{060EF4C6-8B43-0290-7DFE-08F296404CDC}"/>
          </ac:spMkLst>
        </pc:spChg>
        <pc:spChg chg="del">
          <ac:chgData name="Somak Das" userId="S::sdas@floridapoly.edu::98cebb13-2fc4-4808-95b9-daeb7e6acc01" providerId="AD" clId="Web-{A6D65F96-263C-BDA5-BE3F-18C9976F1129}" dt="2024-08-21T23:50:17.909" v="2"/>
          <ac:spMkLst>
            <pc:docMk/>
            <pc:sldMk cId="3674580524" sldId="408"/>
            <ac:spMk id="3" creationId="{5FF5C99C-5BFA-BB74-DC75-58C4ADA44E80}"/>
          </ac:spMkLst>
        </pc:spChg>
        <pc:spChg chg="add mod">
          <ac:chgData name="Somak Das" userId="S::sdas@floridapoly.edu::98cebb13-2fc4-4808-95b9-daeb7e6acc01" providerId="AD" clId="Web-{A6D65F96-263C-BDA5-BE3F-18C9976F1129}" dt="2024-08-21T23:56:38.280" v="69" actId="14100"/>
          <ac:spMkLst>
            <pc:docMk/>
            <pc:sldMk cId="3674580524" sldId="408"/>
            <ac:spMk id="8" creationId="{2BC960EA-E927-90B5-DAF7-7E84BA6B11FF}"/>
          </ac:spMkLst>
        </pc:spChg>
        <pc:spChg chg="add mod">
          <ac:chgData name="Somak Das" userId="S::sdas@floridapoly.edu::98cebb13-2fc4-4808-95b9-daeb7e6acc01" providerId="AD" clId="Web-{A6D65F96-263C-BDA5-BE3F-18C9976F1129}" dt="2024-08-21T23:56:31.983" v="68" actId="1076"/>
          <ac:spMkLst>
            <pc:docMk/>
            <pc:sldMk cId="3674580524" sldId="408"/>
            <ac:spMk id="9" creationId="{821BA48C-8E41-2F73-E275-D5C9634103A9}"/>
          </ac:spMkLst>
        </pc:spChg>
        <pc:spChg chg="add mod">
          <ac:chgData name="Somak Das" userId="S::sdas@floridapoly.edu::98cebb13-2fc4-4808-95b9-daeb7e6acc01" providerId="AD" clId="Web-{A6D65F96-263C-BDA5-BE3F-18C9976F1129}" dt="2024-08-22T00:01:38.461" v="109" actId="14100"/>
          <ac:spMkLst>
            <pc:docMk/>
            <pc:sldMk cId="3674580524" sldId="408"/>
            <ac:spMk id="10" creationId="{6A9A1B61-33EC-C359-C3A4-8826709C467C}"/>
          </ac:spMkLst>
        </pc:spChg>
        <pc:spChg chg="add mod">
          <ac:chgData name="Somak Das" userId="S::sdas@floridapoly.edu::98cebb13-2fc4-4808-95b9-daeb7e6acc01" providerId="AD" clId="Web-{A6D65F96-263C-BDA5-BE3F-18C9976F1129}" dt="2024-08-22T00:01:46.570" v="113" actId="14100"/>
          <ac:spMkLst>
            <pc:docMk/>
            <pc:sldMk cId="3674580524" sldId="408"/>
            <ac:spMk id="11" creationId="{56BDBC64-1C51-0373-AE63-9730FBA06528}"/>
          </ac:spMkLst>
        </pc:spChg>
        <pc:spChg chg="add del">
          <ac:chgData name="Somak Das" userId="S::sdas@floridapoly.edu::98cebb13-2fc4-4808-95b9-daeb7e6acc01" providerId="AD" clId="Web-{A6D65F96-263C-BDA5-BE3F-18C9976F1129}" dt="2024-08-22T00:00:15.739" v="93"/>
          <ac:spMkLst>
            <pc:docMk/>
            <pc:sldMk cId="3674580524" sldId="408"/>
            <ac:spMk id="12" creationId="{3EC65D4C-DBBE-763E-7A3A-63C937CC7274}"/>
          </ac:spMkLst>
        </pc:spChg>
        <pc:picChg chg="add del mod">
          <ac:chgData name="Somak Das" userId="S::sdas@floridapoly.edu::98cebb13-2fc4-4808-95b9-daeb7e6acc01" providerId="AD" clId="Web-{A6D65F96-263C-BDA5-BE3F-18C9976F1129}" dt="2024-08-21T23:53:18.993" v="46"/>
          <ac:picMkLst>
            <pc:docMk/>
            <pc:sldMk cId="3674580524" sldId="408"/>
            <ac:picMk id="4" creationId="{354D8811-9127-608A-F9EB-8A2B20CA3996}"/>
          </ac:picMkLst>
        </pc:picChg>
        <pc:picChg chg="add mod">
          <ac:chgData name="Somak Das" userId="S::sdas@floridapoly.edu::98cebb13-2fc4-4808-95b9-daeb7e6acc01" providerId="AD" clId="Web-{A6D65F96-263C-BDA5-BE3F-18C9976F1129}" dt="2024-08-22T00:02:02.789" v="115" actId="1076"/>
          <ac:picMkLst>
            <pc:docMk/>
            <pc:sldMk cId="3674580524" sldId="408"/>
            <ac:picMk id="5" creationId="{C8B7B5B4-D27C-B643-86C2-AEFE54F9ADC6}"/>
          </ac:picMkLst>
        </pc:picChg>
        <pc:picChg chg="add mod">
          <ac:chgData name="Somak Das" userId="S::sdas@floridapoly.edu::98cebb13-2fc4-4808-95b9-daeb7e6acc01" providerId="AD" clId="Web-{A6D65F96-263C-BDA5-BE3F-18C9976F1129}" dt="2024-08-22T00:01:51.305" v="114" actId="1076"/>
          <ac:picMkLst>
            <pc:docMk/>
            <pc:sldMk cId="3674580524" sldId="408"/>
            <ac:picMk id="6" creationId="{388AA4C1-714D-973E-8553-5AED814AA34D}"/>
          </ac:picMkLst>
        </pc:picChg>
        <pc:picChg chg="add del mod">
          <ac:chgData name="Somak Das" userId="S::sdas@floridapoly.edu::98cebb13-2fc4-4808-95b9-daeb7e6acc01" providerId="AD" clId="Web-{A6D65F96-263C-BDA5-BE3F-18C9976F1129}" dt="2024-08-21T23:52:49.132" v="37"/>
          <ac:picMkLst>
            <pc:docMk/>
            <pc:sldMk cId="3674580524" sldId="408"/>
            <ac:picMk id="7" creationId="{75384BE6-B2C8-8653-FED8-0E4662ADB175}"/>
          </ac:picMkLst>
        </pc:picChg>
      </pc:sldChg>
    </pc:docChg>
  </pc:docChgLst>
  <pc:docChgLst>
    <pc:chgData name="Somak Das" userId="S::sdas@floridapoly.edu::98cebb13-2fc4-4808-95b9-daeb7e6acc01" providerId="AD" clId="Web-{4C1135CC-A762-6518-27ED-A3F72EE34A82}"/>
    <pc:docChg chg="addSld delSld sldOrd">
      <pc:chgData name="Somak Das" userId="S::sdas@floridapoly.edu::98cebb13-2fc4-4808-95b9-daeb7e6acc01" providerId="AD" clId="Web-{4C1135CC-A762-6518-27ED-A3F72EE34A82}" dt="2024-08-20T21:04:11.961" v="69"/>
      <pc:docMkLst>
        <pc:docMk/>
      </pc:docMkLst>
      <pc:sldChg chg="del">
        <pc:chgData name="Somak Das" userId="S::sdas@floridapoly.edu::98cebb13-2fc4-4808-95b9-daeb7e6acc01" providerId="AD" clId="Web-{4C1135CC-A762-6518-27ED-A3F72EE34A82}" dt="2024-08-20T20:45:17.214" v="11"/>
        <pc:sldMkLst>
          <pc:docMk/>
          <pc:sldMk cId="109857222" sldId="256"/>
        </pc:sldMkLst>
      </pc:sldChg>
      <pc:sldChg chg="add del ord">
        <pc:chgData name="Somak Das" userId="S::sdas@floridapoly.edu::98cebb13-2fc4-4808-95b9-daeb7e6acc01" providerId="AD" clId="Web-{4C1135CC-A762-6518-27ED-A3F72EE34A82}" dt="2024-08-20T21:04:11.961" v="69"/>
        <pc:sldMkLst>
          <pc:docMk/>
          <pc:sldMk cId="1258505263" sldId="323"/>
        </pc:sldMkLst>
      </pc:sldChg>
      <pc:sldChg chg="add del ord">
        <pc:chgData name="Somak Das" userId="S::sdas@floridapoly.edu::98cebb13-2fc4-4808-95b9-daeb7e6acc01" providerId="AD" clId="Web-{4C1135CC-A762-6518-27ED-A3F72EE34A82}" dt="2024-08-20T21:02:26.660" v="67"/>
        <pc:sldMkLst>
          <pc:docMk/>
          <pc:sldMk cId="443300659" sldId="325"/>
        </pc:sldMkLst>
      </pc:sldChg>
      <pc:sldChg chg="add del ord">
        <pc:chgData name="Somak Das" userId="S::sdas@floridapoly.edu::98cebb13-2fc4-4808-95b9-daeb7e6acc01" providerId="AD" clId="Web-{4C1135CC-A762-6518-27ED-A3F72EE34A82}" dt="2024-08-20T21:02:26.660" v="66"/>
        <pc:sldMkLst>
          <pc:docMk/>
          <pc:sldMk cId="408905727" sldId="326"/>
        </pc:sldMkLst>
      </pc:sldChg>
      <pc:sldChg chg="add del ord">
        <pc:chgData name="Somak Das" userId="S::sdas@floridapoly.edu::98cebb13-2fc4-4808-95b9-daeb7e6acc01" providerId="AD" clId="Web-{4C1135CC-A762-6518-27ED-A3F72EE34A82}" dt="2024-08-20T21:02:26.660" v="65"/>
        <pc:sldMkLst>
          <pc:docMk/>
          <pc:sldMk cId="1955294139" sldId="327"/>
        </pc:sldMkLst>
      </pc:sldChg>
      <pc:sldChg chg="add del ord">
        <pc:chgData name="Somak Das" userId="S::sdas@floridapoly.edu::98cebb13-2fc4-4808-95b9-daeb7e6acc01" providerId="AD" clId="Web-{4C1135CC-A762-6518-27ED-A3F72EE34A82}" dt="2024-08-20T21:02:26.660" v="64"/>
        <pc:sldMkLst>
          <pc:docMk/>
          <pc:sldMk cId="1461250106" sldId="328"/>
        </pc:sldMkLst>
      </pc:sldChg>
      <pc:sldChg chg="add del">
        <pc:chgData name="Somak Das" userId="S::sdas@floridapoly.edu::98cebb13-2fc4-4808-95b9-daeb7e6acc01" providerId="AD" clId="Web-{4C1135CC-A762-6518-27ED-A3F72EE34A82}" dt="2024-08-20T20:48:58.457" v="30"/>
        <pc:sldMkLst>
          <pc:docMk/>
          <pc:sldMk cId="3028613903" sldId="329"/>
        </pc:sldMkLst>
      </pc:sldChg>
      <pc:sldChg chg="add">
        <pc:chgData name="Somak Das" userId="S::sdas@floridapoly.edu::98cebb13-2fc4-4808-95b9-daeb7e6acc01" providerId="AD" clId="Web-{4C1135CC-A762-6518-27ED-A3F72EE34A82}" dt="2024-08-20T20:50:15.913" v="33"/>
        <pc:sldMkLst>
          <pc:docMk/>
          <pc:sldMk cId="3318097273" sldId="332"/>
        </pc:sldMkLst>
      </pc:sldChg>
      <pc:sldChg chg="add">
        <pc:chgData name="Somak Das" userId="S::sdas@floridapoly.edu::98cebb13-2fc4-4808-95b9-daeb7e6acc01" providerId="AD" clId="Web-{4C1135CC-A762-6518-27ED-A3F72EE34A82}" dt="2024-08-20T20:50:15.975" v="37"/>
        <pc:sldMkLst>
          <pc:docMk/>
          <pc:sldMk cId="4059932912" sldId="334"/>
        </pc:sldMkLst>
      </pc:sldChg>
      <pc:sldChg chg="add">
        <pc:chgData name="Somak Das" userId="S::sdas@floridapoly.edu::98cebb13-2fc4-4808-95b9-daeb7e6acc01" providerId="AD" clId="Web-{4C1135CC-A762-6518-27ED-A3F72EE34A82}" dt="2024-08-20T20:50:15.991" v="39"/>
        <pc:sldMkLst>
          <pc:docMk/>
          <pc:sldMk cId="3969187543" sldId="335"/>
        </pc:sldMkLst>
      </pc:sldChg>
      <pc:sldChg chg="add">
        <pc:chgData name="Somak Das" userId="S::sdas@floridapoly.edu::98cebb13-2fc4-4808-95b9-daeb7e6acc01" providerId="AD" clId="Web-{4C1135CC-A762-6518-27ED-A3F72EE34A82}" dt="2024-08-20T20:50:16.085" v="46"/>
        <pc:sldMkLst>
          <pc:docMk/>
          <pc:sldMk cId="3105858451" sldId="336"/>
        </pc:sldMkLst>
      </pc:sldChg>
      <pc:sldChg chg="add">
        <pc:chgData name="Somak Das" userId="S::sdas@floridapoly.edu::98cebb13-2fc4-4808-95b9-daeb7e6acc01" providerId="AD" clId="Web-{4C1135CC-A762-6518-27ED-A3F72EE34A82}" dt="2024-08-20T20:50:16.006" v="40"/>
        <pc:sldMkLst>
          <pc:docMk/>
          <pc:sldMk cId="2503190378" sldId="337"/>
        </pc:sldMkLst>
      </pc:sldChg>
      <pc:sldChg chg="add del">
        <pc:chgData name="Somak Das" userId="S::sdas@floridapoly.edu::98cebb13-2fc4-4808-95b9-daeb7e6acc01" providerId="AD" clId="Web-{4C1135CC-A762-6518-27ED-A3F72EE34A82}" dt="2024-08-20T20:49:50.755" v="32"/>
        <pc:sldMkLst>
          <pc:docMk/>
          <pc:sldMk cId="2665646314" sldId="343"/>
        </pc:sldMkLst>
      </pc:sldChg>
      <pc:sldChg chg="add">
        <pc:chgData name="Somak Das" userId="S::sdas@floridapoly.edu::98cebb13-2fc4-4808-95b9-daeb7e6acc01" providerId="AD" clId="Web-{4C1135CC-A762-6518-27ED-A3F72EE34A82}" dt="2024-08-20T20:50:15.928" v="34"/>
        <pc:sldMkLst>
          <pc:docMk/>
          <pc:sldMk cId="2940990303" sldId="343"/>
        </pc:sldMkLst>
      </pc:sldChg>
      <pc:sldChg chg="add">
        <pc:chgData name="Somak Das" userId="S::sdas@floridapoly.edu::98cebb13-2fc4-4808-95b9-daeb7e6acc01" providerId="AD" clId="Web-{4C1135CC-A762-6518-27ED-A3F72EE34A82}" dt="2024-08-20T20:50:15.944" v="35"/>
        <pc:sldMkLst>
          <pc:docMk/>
          <pc:sldMk cId="2471293605" sldId="344"/>
        </pc:sldMkLst>
      </pc:sldChg>
      <pc:sldChg chg="add">
        <pc:chgData name="Somak Das" userId="S::sdas@floridapoly.edu::98cebb13-2fc4-4808-95b9-daeb7e6acc01" providerId="AD" clId="Web-{4C1135CC-A762-6518-27ED-A3F72EE34A82}" dt="2024-08-20T20:50:15.960" v="36"/>
        <pc:sldMkLst>
          <pc:docMk/>
          <pc:sldMk cId="3343131389" sldId="345"/>
        </pc:sldMkLst>
      </pc:sldChg>
      <pc:sldChg chg="add del">
        <pc:chgData name="Somak Das" userId="S::sdas@floridapoly.edu::98cebb13-2fc4-4808-95b9-daeb7e6acc01" providerId="AD" clId="Web-{4C1135CC-A762-6518-27ED-A3F72EE34A82}" dt="2024-08-20T20:48:42.175" v="24"/>
        <pc:sldMkLst>
          <pc:docMk/>
          <pc:sldMk cId="1282981941" sldId="376"/>
        </pc:sldMkLst>
      </pc:sldChg>
      <pc:sldChg chg="add">
        <pc:chgData name="Somak Das" userId="S::sdas@floridapoly.edu::98cebb13-2fc4-4808-95b9-daeb7e6acc01" providerId="AD" clId="Web-{4C1135CC-A762-6518-27ED-A3F72EE34A82}" dt="2024-08-20T20:44:19.164" v="0"/>
        <pc:sldMkLst>
          <pc:docMk/>
          <pc:sldMk cId="153209895" sldId="381"/>
        </pc:sldMkLst>
      </pc:sldChg>
      <pc:sldChg chg="add del">
        <pc:chgData name="Somak Das" userId="S::sdas@floridapoly.edu::98cebb13-2fc4-4808-95b9-daeb7e6acc01" providerId="AD" clId="Web-{4C1135CC-A762-6518-27ED-A3F72EE34A82}" dt="2024-08-20T20:48:23.158" v="22"/>
        <pc:sldMkLst>
          <pc:docMk/>
          <pc:sldMk cId="3101682665" sldId="382"/>
        </pc:sldMkLst>
      </pc:sldChg>
      <pc:sldChg chg="add">
        <pc:chgData name="Somak Das" userId="S::sdas@floridapoly.edu::98cebb13-2fc4-4808-95b9-daeb7e6acc01" providerId="AD" clId="Web-{4C1135CC-A762-6518-27ED-A3F72EE34A82}" dt="2024-08-20T20:50:16.022" v="41"/>
        <pc:sldMkLst>
          <pc:docMk/>
          <pc:sldMk cId="3735876247" sldId="383"/>
        </pc:sldMkLst>
      </pc:sldChg>
      <pc:sldChg chg="add">
        <pc:chgData name="Somak Das" userId="S::sdas@floridapoly.edu::98cebb13-2fc4-4808-95b9-daeb7e6acc01" providerId="AD" clId="Web-{4C1135CC-A762-6518-27ED-A3F72EE34A82}" dt="2024-08-20T20:50:16.038" v="42"/>
        <pc:sldMkLst>
          <pc:docMk/>
          <pc:sldMk cId="4161858045" sldId="384"/>
        </pc:sldMkLst>
      </pc:sldChg>
      <pc:sldChg chg="add del">
        <pc:chgData name="Somak Das" userId="S::sdas@floridapoly.edu::98cebb13-2fc4-4808-95b9-daeb7e6acc01" providerId="AD" clId="Web-{4C1135CC-A762-6518-27ED-A3F72EE34A82}" dt="2024-08-20T20:48:58.457" v="31"/>
        <pc:sldMkLst>
          <pc:docMk/>
          <pc:sldMk cId="78619994" sldId="385"/>
        </pc:sldMkLst>
      </pc:sldChg>
      <pc:sldChg chg="add">
        <pc:chgData name="Somak Das" userId="S::sdas@floridapoly.edu::98cebb13-2fc4-4808-95b9-daeb7e6acc01" providerId="AD" clId="Web-{4C1135CC-A762-6518-27ED-A3F72EE34A82}" dt="2024-08-20T20:50:15.991" v="38"/>
        <pc:sldMkLst>
          <pc:docMk/>
          <pc:sldMk cId="3322848497" sldId="386"/>
        </pc:sldMkLst>
      </pc:sldChg>
      <pc:sldChg chg="add">
        <pc:chgData name="Somak Das" userId="S::sdas@floridapoly.edu::98cebb13-2fc4-4808-95b9-daeb7e6acc01" providerId="AD" clId="Web-{4C1135CC-A762-6518-27ED-A3F72EE34A82}" dt="2024-08-20T20:50:16.053" v="43"/>
        <pc:sldMkLst>
          <pc:docMk/>
          <pc:sldMk cId="2119343641" sldId="387"/>
        </pc:sldMkLst>
      </pc:sldChg>
      <pc:sldChg chg="add">
        <pc:chgData name="Somak Das" userId="S::sdas@floridapoly.edu::98cebb13-2fc4-4808-95b9-daeb7e6acc01" providerId="AD" clId="Web-{4C1135CC-A762-6518-27ED-A3F72EE34A82}" dt="2024-08-20T20:50:16.069" v="44"/>
        <pc:sldMkLst>
          <pc:docMk/>
          <pc:sldMk cId="3486107753" sldId="388"/>
        </pc:sldMkLst>
      </pc:sldChg>
      <pc:sldChg chg="add">
        <pc:chgData name="Somak Das" userId="S::sdas@floridapoly.edu::98cebb13-2fc4-4808-95b9-daeb7e6acc01" providerId="AD" clId="Web-{4C1135CC-A762-6518-27ED-A3F72EE34A82}" dt="2024-08-20T20:50:16.085" v="45"/>
        <pc:sldMkLst>
          <pc:docMk/>
          <pc:sldMk cId="1355558311" sldId="389"/>
        </pc:sldMkLst>
      </pc:sldChg>
      <pc:sldChg chg="add">
        <pc:chgData name="Somak Das" userId="S::sdas@floridapoly.edu::98cebb13-2fc4-4808-95b9-daeb7e6acc01" providerId="AD" clId="Web-{4C1135CC-A762-6518-27ED-A3F72EE34A82}" dt="2024-08-20T20:50:16.100" v="47"/>
        <pc:sldMkLst>
          <pc:docMk/>
          <pc:sldMk cId="2597025879" sldId="390"/>
        </pc:sldMkLst>
      </pc:sldChg>
      <pc:sldChg chg="add">
        <pc:chgData name="Somak Das" userId="S::sdas@floridapoly.edu::98cebb13-2fc4-4808-95b9-daeb7e6acc01" providerId="AD" clId="Web-{4C1135CC-A762-6518-27ED-A3F72EE34A82}" dt="2024-08-20T20:55:11.252" v="48"/>
        <pc:sldMkLst>
          <pc:docMk/>
          <pc:sldMk cId="3333729908" sldId="391"/>
        </pc:sldMkLst>
      </pc:sldChg>
      <pc:sldChg chg="add">
        <pc:chgData name="Somak Das" userId="S::sdas@floridapoly.edu::98cebb13-2fc4-4808-95b9-daeb7e6acc01" providerId="AD" clId="Web-{4C1135CC-A762-6518-27ED-A3F72EE34A82}" dt="2024-08-20T20:55:36.456" v="49"/>
        <pc:sldMkLst>
          <pc:docMk/>
          <pc:sldMk cId="3092200611" sldId="392"/>
        </pc:sldMkLst>
      </pc:sldChg>
      <pc:sldChg chg="add">
        <pc:chgData name="Somak Das" userId="S::sdas@floridapoly.edu::98cebb13-2fc4-4808-95b9-daeb7e6acc01" providerId="AD" clId="Web-{4C1135CC-A762-6518-27ED-A3F72EE34A82}" dt="2024-08-20T20:59:55.154" v="50"/>
        <pc:sldMkLst>
          <pc:docMk/>
          <pc:sldMk cId="1533984678" sldId="393"/>
        </pc:sldMkLst>
      </pc:sldChg>
      <pc:sldChg chg="add">
        <pc:chgData name="Somak Das" userId="S::sdas@floridapoly.edu::98cebb13-2fc4-4808-95b9-daeb7e6acc01" providerId="AD" clId="Web-{4C1135CC-A762-6518-27ED-A3F72EE34A82}" dt="2024-08-20T21:00:02.826" v="51"/>
        <pc:sldMkLst>
          <pc:docMk/>
          <pc:sldMk cId="3120438824" sldId="394"/>
        </pc:sldMkLst>
      </pc:sldChg>
      <pc:sldChg chg="add">
        <pc:chgData name="Somak Das" userId="S::sdas@floridapoly.edu::98cebb13-2fc4-4808-95b9-daeb7e6acc01" providerId="AD" clId="Web-{4C1135CC-A762-6518-27ED-A3F72EE34A82}" dt="2024-08-20T21:00:09.811" v="52"/>
        <pc:sldMkLst>
          <pc:docMk/>
          <pc:sldMk cId="1941020335" sldId="395"/>
        </pc:sldMkLst>
      </pc:sldChg>
      <pc:sldChg chg="add">
        <pc:chgData name="Somak Das" userId="S::sdas@floridapoly.edu::98cebb13-2fc4-4808-95b9-daeb7e6acc01" providerId="AD" clId="Web-{4C1135CC-A762-6518-27ED-A3F72EE34A82}" dt="2024-08-20T21:00:16.233" v="53"/>
        <pc:sldMkLst>
          <pc:docMk/>
          <pc:sldMk cId="3183249033" sldId="396"/>
        </pc:sldMkLst>
      </pc:sldChg>
      <pc:sldChg chg="add">
        <pc:chgData name="Somak Das" userId="S::sdas@floridapoly.edu::98cebb13-2fc4-4808-95b9-daeb7e6acc01" providerId="AD" clId="Web-{4C1135CC-A762-6518-27ED-A3F72EE34A82}" dt="2024-08-20T21:00:31.374" v="54"/>
        <pc:sldMkLst>
          <pc:docMk/>
          <pc:sldMk cId="1246790482" sldId="397"/>
        </pc:sldMkLst>
      </pc:sldChg>
      <pc:sldChg chg="add">
        <pc:chgData name="Somak Das" userId="S::sdas@floridapoly.edu::98cebb13-2fc4-4808-95b9-daeb7e6acc01" providerId="AD" clId="Web-{4C1135CC-A762-6518-27ED-A3F72EE34A82}" dt="2024-08-20T21:00:31.390" v="55"/>
        <pc:sldMkLst>
          <pc:docMk/>
          <pc:sldMk cId="3554232712" sldId="398"/>
        </pc:sldMkLst>
      </pc:sldChg>
      <pc:sldChg chg="add">
        <pc:chgData name="Somak Das" userId="S::sdas@floridapoly.edu::98cebb13-2fc4-4808-95b9-daeb7e6acc01" providerId="AD" clId="Web-{4C1135CC-A762-6518-27ED-A3F72EE34A82}" dt="2024-08-20T21:00:31.405" v="56"/>
        <pc:sldMkLst>
          <pc:docMk/>
          <pc:sldMk cId="2841958396" sldId="399"/>
        </pc:sldMkLst>
      </pc:sldChg>
      <pc:sldChg chg="add">
        <pc:chgData name="Somak Das" userId="S::sdas@floridapoly.edu::98cebb13-2fc4-4808-95b9-daeb7e6acc01" providerId="AD" clId="Web-{4C1135CC-A762-6518-27ED-A3F72EE34A82}" dt="2024-08-20T21:00:51.547" v="57"/>
        <pc:sldMkLst>
          <pc:docMk/>
          <pc:sldMk cId="430080544" sldId="400"/>
        </pc:sldMkLst>
      </pc:sldChg>
      <pc:sldChg chg="add">
        <pc:chgData name="Somak Das" userId="S::sdas@floridapoly.edu::98cebb13-2fc4-4808-95b9-daeb7e6acc01" providerId="AD" clId="Web-{4C1135CC-A762-6518-27ED-A3F72EE34A82}" dt="2024-08-20T21:00:58.641" v="58"/>
        <pc:sldMkLst>
          <pc:docMk/>
          <pc:sldMk cId="2545225157" sldId="401"/>
        </pc:sldMkLst>
      </pc:sldChg>
      <pc:sldChg chg="add">
        <pc:chgData name="Somak Das" userId="S::sdas@floridapoly.edu::98cebb13-2fc4-4808-95b9-daeb7e6acc01" providerId="AD" clId="Web-{4C1135CC-A762-6518-27ED-A3F72EE34A82}" dt="2024-08-20T21:01:10.110" v="59"/>
        <pc:sldMkLst>
          <pc:docMk/>
          <pc:sldMk cId="1716920301" sldId="402"/>
        </pc:sldMkLst>
      </pc:sldChg>
      <pc:sldChg chg="add">
        <pc:chgData name="Somak Das" userId="S::sdas@floridapoly.edu::98cebb13-2fc4-4808-95b9-daeb7e6acc01" providerId="AD" clId="Web-{4C1135CC-A762-6518-27ED-A3F72EE34A82}" dt="2024-08-20T21:01:16.673" v="60"/>
        <pc:sldMkLst>
          <pc:docMk/>
          <pc:sldMk cId="784239317" sldId="403"/>
        </pc:sldMkLst>
      </pc:sldChg>
      <pc:sldChg chg="add">
        <pc:chgData name="Somak Das" userId="S::sdas@floridapoly.edu::98cebb13-2fc4-4808-95b9-daeb7e6acc01" providerId="AD" clId="Web-{4C1135CC-A762-6518-27ED-A3F72EE34A82}" dt="2024-08-20T21:01:22.157" v="61"/>
        <pc:sldMkLst>
          <pc:docMk/>
          <pc:sldMk cId="2089077435" sldId="404"/>
        </pc:sldMkLst>
      </pc:sldChg>
      <pc:sldChg chg="add">
        <pc:chgData name="Somak Das" userId="S::sdas@floridapoly.edu::98cebb13-2fc4-4808-95b9-daeb7e6acc01" providerId="AD" clId="Web-{4C1135CC-A762-6518-27ED-A3F72EE34A82}" dt="2024-08-20T21:01:29.095" v="62"/>
        <pc:sldMkLst>
          <pc:docMk/>
          <pc:sldMk cId="3117688700" sldId="405"/>
        </pc:sldMkLst>
      </pc:sldChg>
      <pc:sldChg chg="add">
        <pc:chgData name="Somak Das" userId="S::sdas@floridapoly.edu::98cebb13-2fc4-4808-95b9-daeb7e6acc01" providerId="AD" clId="Web-{4C1135CC-A762-6518-27ED-A3F72EE34A82}" dt="2024-08-20T21:01:35.064" v="63"/>
        <pc:sldMkLst>
          <pc:docMk/>
          <pc:sldMk cId="1823964748" sldId="40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CC1F94-F8EF-4781-A197-350D6BDAF08A}" type="datetimeFigureOut">
              <a:t>8/26/2024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1A8058-EF5F-486B-B9D3-BE41178187B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766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0B692-A783-7241-A1B2-D2068B46D80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5773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0B692-A783-7241-A1B2-D2068B46D80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6887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0B692-A783-7241-A1B2-D2068B46D80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9219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0B692-A783-7241-A1B2-D2068B46D80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5487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0B692-A783-7241-A1B2-D2068B46D80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7995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0B692-A783-7241-A1B2-D2068B46D80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2573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0B692-A783-7241-A1B2-D2068B46D80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2445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0B692-A783-7241-A1B2-D2068B46D80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370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0B692-A783-7241-A1B2-D2068B46D80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2486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8/26/2024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40CDFCC-E13B-7867-6F04-2CC89D1BEC3B}"/>
              </a:ext>
            </a:extLst>
          </p:cNvPr>
          <p:cNvCxnSpPr/>
          <p:nvPr/>
        </p:nvCxnSpPr>
        <p:spPr>
          <a:xfrm>
            <a:off x="0" y="675861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E1DA51-3207-FA34-5512-4D7E7EDBF429}"/>
              </a:ext>
            </a:extLst>
          </p:cNvPr>
          <p:cNvCxnSpPr/>
          <p:nvPr/>
        </p:nvCxnSpPr>
        <p:spPr>
          <a:xfrm>
            <a:off x="0" y="592458"/>
            <a:ext cx="12192000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5206F8D7-CAFA-EEEC-BC96-B393C86B38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6901" y="2488429"/>
            <a:ext cx="5323219" cy="390219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566C2B3-50DC-E041-A89A-7E3D6B757069}"/>
              </a:ext>
            </a:extLst>
          </p:cNvPr>
          <p:cNvSpPr/>
          <p:nvPr/>
        </p:nvSpPr>
        <p:spPr>
          <a:xfrm>
            <a:off x="1094422" y="-11373"/>
            <a:ext cx="10068350" cy="70788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4000" b="1" dirty="0" err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Problem:Earthquake</a:t>
            </a:r>
            <a:r>
              <a:rPr lang="en-US" sz="40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 Data Analysis</a:t>
            </a:r>
            <a:endParaRPr lang="en-US" sz="4000" b="1" cap="none" spc="0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B73E1C-4453-5678-D29C-F4304DB4C6CA}"/>
              </a:ext>
            </a:extLst>
          </p:cNvPr>
          <p:cNvSpPr/>
          <p:nvPr/>
        </p:nvSpPr>
        <p:spPr>
          <a:xfrm>
            <a:off x="149771" y="724963"/>
            <a:ext cx="2704394" cy="92333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ctr"/>
            <a:r>
              <a:rPr lang="en-US" sz="54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Problem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1CBEC3-427C-90C3-874C-8CF78648C4AD}"/>
              </a:ext>
            </a:extLst>
          </p:cNvPr>
          <p:cNvSpPr txBox="1"/>
          <p:nvPr/>
        </p:nvSpPr>
        <p:spPr>
          <a:xfrm>
            <a:off x="147966" y="1655028"/>
            <a:ext cx="70397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We want to know </a:t>
            </a:r>
            <a:r>
              <a:rPr lang="en-US" sz="2400" dirty="0">
                <a:solidFill>
                  <a:srgbClr val="0432FF"/>
                </a:solidFill>
              </a:rPr>
              <a:t>if</a:t>
            </a:r>
            <a:r>
              <a:rPr lang="en-US" sz="2400" dirty="0"/>
              <a:t> and </a:t>
            </a:r>
            <a:r>
              <a:rPr lang="en-US" sz="2400" dirty="0">
                <a:solidFill>
                  <a:srgbClr val="0432FF"/>
                </a:solidFill>
              </a:rPr>
              <a:t>how many </a:t>
            </a:r>
            <a:r>
              <a:rPr lang="en-US" sz="2400" dirty="0"/>
              <a:t>earthquakes happened each year and what magnitude were they on the Richter scale. 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387E9A-CE15-39FE-9450-E826C7E48D0F}"/>
              </a:ext>
            </a:extLst>
          </p:cNvPr>
          <p:cNvSpPr txBox="1"/>
          <p:nvPr/>
        </p:nvSpPr>
        <p:spPr>
          <a:xfrm>
            <a:off x="147966" y="2854751"/>
            <a:ext cx="647573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What information do we need?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Years that the earthquakes (if they) happened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Richter scale readings for those years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FAEBB8-6AC4-D58F-EA92-C15CFBAC06BB}"/>
              </a:ext>
            </a:extLst>
          </p:cNvPr>
          <p:cNvSpPr txBox="1"/>
          <p:nvPr/>
        </p:nvSpPr>
        <p:spPr>
          <a:xfrm>
            <a:off x="146892" y="4424411"/>
            <a:ext cx="647573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solidFill>
                  <a:srgbClr val="C00000"/>
                </a:solidFill>
              </a:rPr>
              <a:t>Goal: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To write a computer program that asks the user to enter a year.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Based on that input, output how many earthquakes happened that year and the Richter scale reading.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D6ACFDB-6518-4A18-EAB1-E2B38B699174}"/>
              </a:ext>
            </a:extLst>
          </p:cNvPr>
          <p:cNvGrpSpPr/>
          <p:nvPr/>
        </p:nvGrpSpPr>
        <p:grpSpPr>
          <a:xfrm>
            <a:off x="9596001" y="743003"/>
            <a:ext cx="1880212" cy="1810580"/>
            <a:chOff x="9596001" y="743003"/>
            <a:chExt cx="1880212" cy="1810580"/>
          </a:xfrm>
        </p:grpSpPr>
        <p:sp>
          <p:nvSpPr>
            <p:cNvPr id="14" name="Explosion 1 13">
              <a:extLst>
                <a:ext uri="{FF2B5EF4-FFF2-40B4-BE49-F238E27FC236}">
                  <a16:creationId xmlns:a16="http://schemas.microsoft.com/office/drawing/2014/main" id="{6559C293-CF67-7982-C142-B66B4F7E66E6}"/>
                </a:ext>
              </a:extLst>
            </p:cNvPr>
            <p:cNvSpPr/>
            <p:nvPr/>
          </p:nvSpPr>
          <p:spPr>
            <a:xfrm>
              <a:off x="9596001" y="743003"/>
              <a:ext cx="1880212" cy="1810580"/>
            </a:xfrm>
            <a:prstGeom prst="irregularSeal1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22F65BE-59C1-F1C1-1CD9-51DA7DEF42FC}"/>
                </a:ext>
              </a:extLst>
            </p:cNvPr>
            <p:cNvSpPr txBox="1"/>
            <p:nvPr/>
          </p:nvSpPr>
          <p:spPr>
            <a:xfrm>
              <a:off x="9741056" y="1268113"/>
              <a:ext cx="159010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We’ll need data!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18437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  <p:bldP spid="11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40CDFCC-E13B-7867-6F04-2CC89D1BEC3B}"/>
              </a:ext>
            </a:extLst>
          </p:cNvPr>
          <p:cNvCxnSpPr/>
          <p:nvPr/>
        </p:nvCxnSpPr>
        <p:spPr>
          <a:xfrm>
            <a:off x="0" y="675861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E1DA51-3207-FA34-5512-4D7E7EDBF429}"/>
              </a:ext>
            </a:extLst>
          </p:cNvPr>
          <p:cNvCxnSpPr/>
          <p:nvPr/>
        </p:nvCxnSpPr>
        <p:spPr>
          <a:xfrm>
            <a:off x="0" y="592458"/>
            <a:ext cx="12192000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4566C2B3-50DC-E041-A89A-7E3D6B757069}"/>
              </a:ext>
            </a:extLst>
          </p:cNvPr>
          <p:cNvSpPr/>
          <p:nvPr/>
        </p:nvSpPr>
        <p:spPr>
          <a:xfrm>
            <a:off x="3300282" y="-74593"/>
            <a:ext cx="558665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Earthquake Data Analysis</a:t>
            </a:r>
            <a:endParaRPr lang="en-US" sz="4000" b="1" cap="none" spc="0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1CBEC3-427C-90C3-874C-8CF78648C4AD}"/>
              </a:ext>
            </a:extLst>
          </p:cNvPr>
          <p:cNvSpPr txBox="1"/>
          <p:nvPr/>
        </p:nvSpPr>
        <p:spPr>
          <a:xfrm>
            <a:off x="1631779" y="5665377"/>
            <a:ext cx="77668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Here is some data for earthquakes from 1906 - 1992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Over 80 years of data!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Do you notice anything particular about this data set?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1965469-3967-ABFB-31E7-9138892D2850}"/>
              </a:ext>
            </a:extLst>
          </p:cNvPr>
          <p:cNvGraphicFramePr>
            <a:graphicFrameLocks noGrp="1"/>
          </p:cNvGraphicFramePr>
          <p:nvPr/>
        </p:nvGraphicFramePr>
        <p:xfrm>
          <a:off x="1706390" y="834286"/>
          <a:ext cx="8128000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8374938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36311531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86056879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3145800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Richter Scale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Richter Scale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5692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1906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03646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1911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19627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1923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4990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1925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99636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1926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9637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1927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5.9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78688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1933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21816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1940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6241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1952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76987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1968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94647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1971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53154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1979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63476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369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40CDFCC-E13B-7867-6F04-2CC89D1BEC3B}"/>
              </a:ext>
            </a:extLst>
          </p:cNvPr>
          <p:cNvCxnSpPr/>
          <p:nvPr/>
        </p:nvCxnSpPr>
        <p:spPr>
          <a:xfrm>
            <a:off x="0" y="675861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E1DA51-3207-FA34-5512-4D7E7EDBF429}"/>
              </a:ext>
            </a:extLst>
          </p:cNvPr>
          <p:cNvCxnSpPr/>
          <p:nvPr/>
        </p:nvCxnSpPr>
        <p:spPr>
          <a:xfrm>
            <a:off x="0" y="592458"/>
            <a:ext cx="12192000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4566C2B3-50DC-E041-A89A-7E3D6B757069}"/>
              </a:ext>
            </a:extLst>
          </p:cNvPr>
          <p:cNvSpPr/>
          <p:nvPr/>
        </p:nvSpPr>
        <p:spPr>
          <a:xfrm>
            <a:off x="3661251" y="-61448"/>
            <a:ext cx="558665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Earthquake Data Analysis</a:t>
            </a:r>
            <a:endParaRPr lang="en-US" sz="4000" b="1" cap="none" spc="0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1965469-3967-ABFB-31E7-9138892D2850}"/>
              </a:ext>
            </a:extLst>
          </p:cNvPr>
          <p:cNvGraphicFramePr>
            <a:graphicFrameLocks noGrp="1"/>
          </p:cNvGraphicFramePr>
          <p:nvPr/>
        </p:nvGraphicFramePr>
        <p:xfrm>
          <a:off x="3931798" y="834286"/>
          <a:ext cx="8128000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8374938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36311531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86056879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3145800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Richter Scale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Richter Scale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5692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1906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1980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03646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1911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1980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19627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1923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4990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1925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99636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1926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9637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1927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5.9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78688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1933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21816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1940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1991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6241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1952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1991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76987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1968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1991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94647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1971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432FF"/>
                          </a:solidFill>
                        </a:rPr>
                        <a:t>1992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53154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1979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432FF"/>
                          </a:solidFill>
                        </a:rPr>
                        <a:t>1992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6347681"/>
                  </a:ext>
                </a:extLst>
              </a:tr>
            </a:tbl>
          </a:graphicData>
        </a:graphic>
      </p:graphicFrame>
      <p:grpSp>
        <p:nvGrpSpPr>
          <p:cNvPr id="2" name="Group 1">
            <a:extLst>
              <a:ext uri="{FF2B5EF4-FFF2-40B4-BE49-F238E27FC236}">
                <a16:creationId xmlns:a16="http://schemas.microsoft.com/office/drawing/2014/main" id="{B1C6F36A-EBBF-224F-66AD-5A2AD854D888}"/>
              </a:ext>
            </a:extLst>
          </p:cNvPr>
          <p:cNvGrpSpPr/>
          <p:nvPr/>
        </p:nvGrpSpPr>
        <p:grpSpPr>
          <a:xfrm>
            <a:off x="672338" y="1618420"/>
            <a:ext cx="1880212" cy="1810580"/>
            <a:chOff x="9596001" y="743003"/>
            <a:chExt cx="1880212" cy="1810580"/>
          </a:xfrm>
        </p:grpSpPr>
        <p:sp>
          <p:nvSpPr>
            <p:cNvPr id="3" name="Explosion 1 2">
              <a:extLst>
                <a:ext uri="{FF2B5EF4-FFF2-40B4-BE49-F238E27FC236}">
                  <a16:creationId xmlns:a16="http://schemas.microsoft.com/office/drawing/2014/main" id="{586D3241-C39D-E1DA-6BA6-130B98ADBB77}"/>
                </a:ext>
              </a:extLst>
            </p:cNvPr>
            <p:cNvSpPr/>
            <p:nvPr/>
          </p:nvSpPr>
          <p:spPr>
            <a:xfrm>
              <a:off x="9596001" y="743003"/>
              <a:ext cx="1880212" cy="1810580"/>
            </a:xfrm>
            <a:prstGeom prst="irregularSeal1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81F932C-80B2-5E5C-2821-324055590DCA}"/>
                </a:ext>
              </a:extLst>
            </p:cNvPr>
            <p:cNvSpPr txBox="1"/>
            <p:nvPr/>
          </p:nvSpPr>
          <p:spPr>
            <a:xfrm>
              <a:off x="9741056" y="1268113"/>
              <a:ext cx="159010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Repeated Entries!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6B4A249-1AAB-F8FA-1A47-CC2B153E8B07}"/>
              </a:ext>
            </a:extLst>
          </p:cNvPr>
          <p:cNvSpPr txBox="1"/>
          <p:nvPr/>
        </p:nvSpPr>
        <p:spPr>
          <a:xfrm>
            <a:off x="-22035" y="5230233"/>
            <a:ext cx="647573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Thus, our computer program: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Will have to </a:t>
            </a:r>
            <a:r>
              <a:rPr lang="en-US" sz="2400" i="1" dirty="0">
                <a:solidFill>
                  <a:srgbClr val="C00000"/>
                </a:solidFill>
              </a:rPr>
              <a:t>check</a:t>
            </a:r>
            <a:r>
              <a:rPr lang="en-US" sz="2400" dirty="0"/>
              <a:t> the user input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Based on the input, the program will then </a:t>
            </a:r>
            <a:r>
              <a:rPr lang="en-US" sz="2400" i="1" dirty="0">
                <a:solidFill>
                  <a:srgbClr val="C00000"/>
                </a:solidFill>
              </a:rPr>
              <a:t>evaluate</a:t>
            </a:r>
            <a:r>
              <a:rPr lang="en-US" sz="2400" dirty="0"/>
              <a:t> and give us the desired result(s)</a:t>
            </a:r>
          </a:p>
        </p:txBody>
      </p:sp>
    </p:spTree>
    <p:extLst>
      <p:ext uri="{BB962C8B-B14F-4D97-AF65-F5344CB8AC3E}">
        <p14:creationId xmlns:p14="http://schemas.microsoft.com/office/powerpoint/2010/main" val="494098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40CDFCC-E13B-7867-6F04-2CC89D1BEC3B}"/>
              </a:ext>
            </a:extLst>
          </p:cNvPr>
          <p:cNvCxnSpPr/>
          <p:nvPr/>
        </p:nvCxnSpPr>
        <p:spPr>
          <a:xfrm>
            <a:off x="0" y="675861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E1DA51-3207-FA34-5512-4D7E7EDBF429}"/>
              </a:ext>
            </a:extLst>
          </p:cNvPr>
          <p:cNvCxnSpPr/>
          <p:nvPr/>
        </p:nvCxnSpPr>
        <p:spPr>
          <a:xfrm>
            <a:off x="0" y="592458"/>
            <a:ext cx="12192000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4566C2B3-50DC-E041-A89A-7E3D6B757069}"/>
              </a:ext>
            </a:extLst>
          </p:cNvPr>
          <p:cNvSpPr/>
          <p:nvPr/>
        </p:nvSpPr>
        <p:spPr>
          <a:xfrm>
            <a:off x="3014861" y="-58562"/>
            <a:ext cx="6146363" cy="707886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ctr"/>
            <a:r>
              <a:rPr lang="en-US" sz="40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Earthquake Data Analysis</a:t>
            </a:r>
            <a:endParaRPr lang="en-US" sz="4000" b="1" cap="none" spc="0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65F55E-D7DA-B62E-8A45-B4E51826E6A7}"/>
              </a:ext>
            </a:extLst>
          </p:cNvPr>
          <p:cNvSpPr txBox="1"/>
          <p:nvPr/>
        </p:nvSpPr>
        <p:spPr>
          <a:xfrm>
            <a:off x="275423" y="723251"/>
            <a:ext cx="6610120" cy="600164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dirty="0">
                <a:latin typeface="Consolas"/>
                <a:cs typeface="Consolas" panose="020B0609020204030204" pitchFamily="49" charset="0"/>
              </a:rPr>
              <a:t>Enter the year</a:t>
            </a:r>
            <a:endParaRPr lang="en-US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400" dirty="0">
                <a:latin typeface="Consolas"/>
                <a:cs typeface="Consolas" panose="020B0609020204030204" pitchFamily="49" charset="0"/>
              </a:rPr>
              <a:t>If year is 1906</a:t>
            </a:r>
            <a:endParaRPr lang="en-US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400" dirty="0">
                <a:latin typeface="Consolas"/>
                <a:cs typeface="Consolas" panose="020B0609020204030204" pitchFamily="49" charset="0"/>
              </a:rPr>
              <a:t>    Number of earthquakes is 1</a:t>
            </a:r>
            <a:endParaRPr lang="en-US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400" dirty="0">
                <a:latin typeface="Consolas"/>
                <a:cs typeface="Consolas" panose="020B0609020204030204" pitchFamily="49" charset="0"/>
              </a:rPr>
              <a:t>    Store the Richter Scale data 8.3</a:t>
            </a:r>
            <a:endParaRPr lang="en-US" dirty="0"/>
          </a:p>
          <a:p>
            <a:r>
              <a:rPr lang="en-US" sz="2400" dirty="0">
                <a:latin typeface="Consolas"/>
                <a:cs typeface="Consolas" panose="020B0609020204030204" pitchFamily="49" charset="0"/>
              </a:rPr>
              <a:t>Else if year is 1911</a:t>
            </a:r>
            <a:endParaRPr lang="en-US" sz="24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400" dirty="0">
                <a:latin typeface="Consolas"/>
                <a:cs typeface="Consolas" panose="020B0609020204030204" pitchFamily="49" charset="0"/>
              </a:rPr>
              <a:t>    Number of earthquakes is 1</a:t>
            </a:r>
          </a:p>
          <a:p>
            <a:r>
              <a:rPr lang="en-US" sz="2400" dirty="0">
                <a:latin typeface="Consolas"/>
                <a:cs typeface="Consolas" panose="020B0609020204030204" pitchFamily="49" charset="0"/>
              </a:rPr>
              <a:t>    Store the Richter Scale data 6.6</a:t>
            </a:r>
          </a:p>
          <a:p>
            <a:r>
              <a:rPr lang="en-US" sz="2400" dirty="0">
                <a:latin typeface="Consolas"/>
                <a:cs typeface="Consolas" panose="020B0609020204030204" pitchFamily="49" charset="0"/>
              </a:rPr>
              <a:t>Else if ...</a:t>
            </a:r>
          </a:p>
          <a:p>
            <a:endParaRPr lang="en-US" sz="2400" dirty="0">
              <a:latin typeface="Consolas"/>
              <a:cs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 .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 .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 .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</a:p>
          <a:p>
            <a:r>
              <a:rPr lang="en-US" sz="2400" dirty="0">
                <a:latin typeface="Consolas"/>
                <a:cs typeface="Consolas" panose="020B0609020204030204" pitchFamily="49" charset="0"/>
              </a:rPr>
              <a:t>    No earthquakes occurred</a:t>
            </a:r>
            <a:endParaRPr lang="en-US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End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A242FA9-1E6A-4D64-FCFD-3DD029AC543D}"/>
              </a:ext>
            </a:extLst>
          </p:cNvPr>
          <p:cNvSpPr/>
          <p:nvPr/>
        </p:nvSpPr>
        <p:spPr>
          <a:xfrm>
            <a:off x="7122543" y="2509814"/>
            <a:ext cx="4101765" cy="92333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ctr"/>
            <a:r>
              <a:rPr lang="en-US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Pseudocode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E5AAB8E-EB59-08ED-C6FE-145E36767055}"/>
              </a:ext>
            </a:extLst>
          </p:cNvPr>
          <p:cNvSpPr/>
          <p:nvPr/>
        </p:nvSpPr>
        <p:spPr>
          <a:xfrm>
            <a:off x="6695527" y="4089766"/>
            <a:ext cx="495084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22225">
                  <a:solidFill>
                    <a:schemeClr val="accent2"/>
                  </a:solidFill>
                  <a:prstDash val="solid"/>
                </a:ln>
              </a:rPr>
              <a:t>Let’s code it up!!</a:t>
            </a:r>
          </a:p>
        </p:txBody>
      </p:sp>
    </p:spTree>
    <p:extLst>
      <p:ext uri="{BB962C8B-B14F-4D97-AF65-F5344CB8AC3E}">
        <p14:creationId xmlns:p14="http://schemas.microsoft.com/office/powerpoint/2010/main" val="3065423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D8CE6E9B-AF83-408B-757A-FA1B70E68C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83" y="122495"/>
            <a:ext cx="7772400" cy="886072"/>
          </a:xfrm>
          <a:prstGeom prst="rect">
            <a:avLst/>
          </a:prstGeom>
        </p:spPr>
      </p:pic>
      <p:pic>
        <p:nvPicPr>
          <p:cNvPr id="14" name="Picture 13" descr="A screenshot of a computer&#10;&#10;Description automatically generated">
            <a:extLst>
              <a:ext uri="{FF2B5EF4-FFF2-40B4-BE49-F238E27FC236}">
                <a16:creationId xmlns:a16="http://schemas.microsoft.com/office/drawing/2014/main" id="{9C8FB9C8-2A6A-D1C8-058A-C2723384CD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82" y="889735"/>
            <a:ext cx="7772400" cy="3486504"/>
          </a:xfrm>
          <a:prstGeom prst="rect">
            <a:avLst/>
          </a:prstGeom>
        </p:spPr>
      </p:pic>
      <p:pic>
        <p:nvPicPr>
          <p:cNvPr id="16" name="Picture 15" descr="A screenshot of a computer&#10;&#10;Description automatically generated">
            <a:extLst>
              <a:ext uri="{FF2B5EF4-FFF2-40B4-BE49-F238E27FC236}">
                <a16:creationId xmlns:a16="http://schemas.microsoft.com/office/drawing/2014/main" id="{9D8C2017-E56D-775E-4457-65895B1BB3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81" y="4233020"/>
            <a:ext cx="7772400" cy="2474794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53985DCF-6A09-8273-6E36-C323391BA43A}"/>
              </a:ext>
            </a:extLst>
          </p:cNvPr>
          <p:cNvGrpSpPr/>
          <p:nvPr/>
        </p:nvGrpSpPr>
        <p:grpSpPr>
          <a:xfrm>
            <a:off x="8361802" y="1897443"/>
            <a:ext cx="3163124" cy="2864386"/>
            <a:chOff x="6235547" y="2126255"/>
            <a:chExt cx="3163124" cy="2864386"/>
          </a:xfrm>
        </p:grpSpPr>
        <p:sp>
          <p:nvSpPr>
            <p:cNvPr id="18" name="7-Point Star 17">
              <a:extLst>
                <a:ext uri="{FF2B5EF4-FFF2-40B4-BE49-F238E27FC236}">
                  <a16:creationId xmlns:a16="http://schemas.microsoft.com/office/drawing/2014/main" id="{20F03725-BE40-F495-51F8-951CE05A74C5}"/>
                </a:ext>
              </a:extLst>
            </p:cNvPr>
            <p:cNvSpPr/>
            <p:nvPr/>
          </p:nvSpPr>
          <p:spPr>
            <a:xfrm>
              <a:off x="6235547" y="2126255"/>
              <a:ext cx="3163124" cy="2864386"/>
            </a:xfrm>
            <a:prstGeom prst="star7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68BBE28-E640-9B2B-95EC-B7012B9C57DC}"/>
                </a:ext>
              </a:extLst>
            </p:cNvPr>
            <p:cNvSpPr txBox="1"/>
            <p:nvPr/>
          </p:nvSpPr>
          <p:spPr>
            <a:xfrm>
              <a:off x="6962659" y="2872982"/>
              <a:ext cx="2082188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What about the repeated entries in our data set?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25461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40CDFCC-E13B-7867-6F04-2CC89D1BEC3B}"/>
              </a:ext>
            </a:extLst>
          </p:cNvPr>
          <p:cNvCxnSpPr/>
          <p:nvPr/>
        </p:nvCxnSpPr>
        <p:spPr>
          <a:xfrm>
            <a:off x="0" y="675861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E1DA51-3207-FA34-5512-4D7E7EDBF429}"/>
              </a:ext>
            </a:extLst>
          </p:cNvPr>
          <p:cNvCxnSpPr/>
          <p:nvPr/>
        </p:nvCxnSpPr>
        <p:spPr>
          <a:xfrm>
            <a:off x="0" y="592458"/>
            <a:ext cx="12192000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4AEE5492-E116-693A-701D-1DD90C4B5474}"/>
              </a:ext>
            </a:extLst>
          </p:cNvPr>
          <p:cNvSpPr/>
          <p:nvPr/>
        </p:nvSpPr>
        <p:spPr>
          <a:xfrm>
            <a:off x="3303342" y="-90312"/>
            <a:ext cx="558665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Earthquake Data Analysis</a:t>
            </a:r>
            <a:endParaRPr lang="en-US" sz="4000" b="1" cap="none" spc="0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E90CFF1-5812-D410-32FC-D15A34B48D4F}"/>
              </a:ext>
            </a:extLst>
          </p:cNvPr>
          <p:cNvGraphicFramePr>
            <a:graphicFrameLocks noGrp="1"/>
          </p:cNvGraphicFramePr>
          <p:nvPr/>
        </p:nvGraphicFramePr>
        <p:xfrm>
          <a:off x="1354767" y="842270"/>
          <a:ext cx="8128000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8374938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36311531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86056879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3145800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Richter Scale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Richter Scale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5692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1906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8.3 </a:t>
                      </a:r>
                      <a:r>
                        <a:rPr lang="en-US" b="1" dirty="0">
                          <a:solidFill>
                            <a:srgbClr val="7030A0"/>
                          </a:solidFill>
                        </a:rPr>
                        <a:t>(</a:t>
                      </a:r>
                      <a:r>
                        <a:rPr lang="en-US" b="1" dirty="0" err="1">
                          <a:solidFill>
                            <a:srgbClr val="7030A0"/>
                          </a:solidFill>
                        </a:rPr>
                        <a:t>rs</a:t>
                      </a:r>
                      <a:r>
                        <a:rPr lang="en-US" b="1" dirty="0">
                          <a:solidFill>
                            <a:srgbClr val="7030A0"/>
                          </a:solidFill>
                        </a:rPr>
                        <a:t> 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1980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7.0 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03646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1911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6.6 </a:t>
                      </a:r>
                      <a:r>
                        <a:rPr lang="en-US" b="1" dirty="0">
                          <a:solidFill>
                            <a:srgbClr val="7030A0"/>
                          </a:solidFill>
                        </a:rPr>
                        <a:t>(</a:t>
                      </a:r>
                      <a:r>
                        <a:rPr lang="en-US" b="1" dirty="0" err="1">
                          <a:solidFill>
                            <a:srgbClr val="7030A0"/>
                          </a:solidFill>
                        </a:rPr>
                        <a:t>rs</a:t>
                      </a:r>
                      <a:r>
                        <a:rPr lang="en-US" b="1" dirty="0">
                          <a:solidFill>
                            <a:srgbClr val="7030A0"/>
                          </a:solidFill>
                        </a:rPr>
                        <a:t> 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1980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6.6 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19627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1923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7.2 </a:t>
                      </a:r>
                      <a:r>
                        <a:rPr lang="en-US" b="1" dirty="0">
                          <a:solidFill>
                            <a:srgbClr val="7030A0"/>
                          </a:solidFill>
                        </a:rPr>
                        <a:t>(</a:t>
                      </a:r>
                      <a:r>
                        <a:rPr lang="en-US" b="1" dirty="0" err="1">
                          <a:solidFill>
                            <a:srgbClr val="7030A0"/>
                          </a:solidFill>
                        </a:rPr>
                        <a:t>rs</a:t>
                      </a:r>
                      <a:r>
                        <a:rPr lang="en-US" b="1" dirty="0">
                          <a:solidFill>
                            <a:srgbClr val="7030A0"/>
                          </a:solidFill>
                        </a:rPr>
                        <a:t> 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4990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1925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99636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1926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9637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1927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5.9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78688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1933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21816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1940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1991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7.1 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6241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1952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1991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5.8 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76987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1968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1991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6.1 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94647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1971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432FF"/>
                          </a:solidFill>
                        </a:rPr>
                        <a:t>1992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6.1 </a:t>
                      </a:r>
                      <a:endParaRPr lang="en-US" dirty="0">
                        <a:solidFill>
                          <a:srgbClr val="0432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53154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1979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432FF"/>
                          </a:solidFill>
                        </a:rPr>
                        <a:t>1992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6.9 </a:t>
                      </a:r>
                      <a:endParaRPr lang="en-US" dirty="0">
                        <a:solidFill>
                          <a:srgbClr val="0432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6347681"/>
                  </a:ext>
                </a:extLst>
              </a:tr>
            </a:tbl>
          </a:graphicData>
        </a:graphic>
      </p:graphicFrame>
      <p:sp>
        <p:nvSpPr>
          <p:cNvPr id="6" name="Left Brace 5">
            <a:extLst>
              <a:ext uri="{FF2B5EF4-FFF2-40B4-BE49-F238E27FC236}">
                <a16:creationId xmlns:a16="http://schemas.microsoft.com/office/drawing/2014/main" id="{3AEC66E6-F217-3B68-ABAC-3DA9F7C28CCF}"/>
              </a:ext>
            </a:extLst>
          </p:cNvPr>
          <p:cNvSpPr/>
          <p:nvPr/>
        </p:nvSpPr>
        <p:spPr>
          <a:xfrm>
            <a:off x="947451" y="1194810"/>
            <a:ext cx="253388" cy="1008563"/>
          </a:xfrm>
          <a:prstGeom prst="leftBrace">
            <a:avLst/>
          </a:prstGeom>
          <a:noFill/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60B3A7-0DBD-0B2B-458A-11254FDC5099}"/>
              </a:ext>
            </a:extLst>
          </p:cNvPr>
          <p:cNvSpPr txBox="1"/>
          <p:nvPr/>
        </p:nvSpPr>
        <p:spPr>
          <a:xfrm>
            <a:off x="87828" y="1514425"/>
            <a:ext cx="1079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= 1</a:t>
            </a: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5A5F9A06-1EC8-1FC7-622A-3F1E179419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1983203"/>
            <a:ext cx="7772400" cy="3486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271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40CDFCC-E13B-7867-6F04-2CC89D1BEC3B}"/>
              </a:ext>
            </a:extLst>
          </p:cNvPr>
          <p:cNvCxnSpPr/>
          <p:nvPr/>
        </p:nvCxnSpPr>
        <p:spPr>
          <a:xfrm>
            <a:off x="0" y="675861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E1DA51-3207-FA34-5512-4D7E7EDBF429}"/>
              </a:ext>
            </a:extLst>
          </p:cNvPr>
          <p:cNvCxnSpPr/>
          <p:nvPr/>
        </p:nvCxnSpPr>
        <p:spPr>
          <a:xfrm>
            <a:off x="0" y="592458"/>
            <a:ext cx="12192000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4AEE5492-E116-693A-701D-1DD90C4B5474}"/>
              </a:ext>
            </a:extLst>
          </p:cNvPr>
          <p:cNvSpPr/>
          <p:nvPr/>
        </p:nvSpPr>
        <p:spPr>
          <a:xfrm>
            <a:off x="3499615" y="-90312"/>
            <a:ext cx="558665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Earthquake Data Analysis</a:t>
            </a:r>
            <a:endParaRPr lang="en-US" sz="4000" b="1" cap="none" spc="0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E90CFF1-5812-D410-32FC-D15A34B48D4F}"/>
              </a:ext>
            </a:extLst>
          </p:cNvPr>
          <p:cNvGraphicFramePr>
            <a:graphicFrameLocks noGrp="1"/>
          </p:cNvGraphicFramePr>
          <p:nvPr/>
        </p:nvGraphicFramePr>
        <p:xfrm>
          <a:off x="1354767" y="842270"/>
          <a:ext cx="8128000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8374938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36311531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86056879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3145800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Richter Scale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Richter Scale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5692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1906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8.3 </a:t>
                      </a:r>
                      <a:r>
                        <a:rPr lang="en-US" b="1" dirty="0">
                          <a:solidFill>
                            <a:srgbClr val="7030A0"/>
                          </a:solidFill>
                        </a:rPr>
                        <a:t>(</a:t>
                      </a:r>
                      <a:r>
                        <a:rPr lang="en-US" b="1" dirty="0" err="1">
                          <a:solidFill>
                            <a:srgbClr val="7030A0"/>
                          </a:solidFill>
                        </a:rPr>
                        <a:t>rs</a:t>
                      </a:r>
                      <a:r>
                        <a:rPr lang="en-US" b="1" dirty="0">
                          <a:solidFill>
                            <a:srgbClr val="7030A0"/>
                          </a:solidFill>
                        </a:rPr>
                        <a:t> 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1980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7.0 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03646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1911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6.6 </a:t>
                      </a:r>
                      <a:r>
                        <a:rPr lang="en-US" b="1" dirty="0">
                          <a:solidFill>
                            <a:srgbClr val="7030A0"/>
                          </a:solidFill>
                        </a:rPr>
                        <a:t>(</a:t>
                      </a:r>
                      <a:r>
                        <a:rPr lang="en-US" b="1" dirty="0" err="1">
                          <a:solidFill>
                            <a:srgbClr val="7030A0"/>
                          </a:solidFill>
                        </a:rPr>
                        <a:t>rs</a:t>
                      </a:r>
                      <a:r>
                        <a:rPr lang="en-US" b="1" dirty="0">
                          <a:solidFill>
                            <a:srgbClr val="7030A0"/>
                          </a:solidFill>
                        </a:rPr>
                        <a:t> 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1980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6.6 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19627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1923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7.2 </a:t>
                      </a:r>
                      <a:r>
                        <a:rPr lang="en-US" b="1" dirty="0">
                          <a:solidFill>
                            <a:srgbClr val="7030A0"/>
                          </a:solidFill>
                        </a:rPr>
                        <a:t>(</a:t>
                      </a:r>
                      <a:r>
                        <a:rPr lang="en-US" b="1" dirty="0" err="1">
                          <a:solidFill>
                            <a:srgbClr val="7030A0"/>
                          </a:solidFill>
                        </a:rPr>
                        <a:t>rs</a:t>
                      </a:r>
                      <a:r>
                        <a:rPr lang="en-US" b="1" dirty="0">
                          <a:solidFill>
                            <a:srgbClr val="7030A0"/>
                          </a:solidFill>
                        </a:rPr>
                        <a:t> 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4990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1925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99636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1926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9637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1927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5.9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78688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1933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21816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1940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1991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7.1 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6241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1952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1991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5.8 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76987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1968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1991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6.1 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94647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1971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432FF"/>
                          </a:solidFill>
                        </a:rPr>
                        <a:t>1992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6.1 </a:t>
                      </a:r>
                      <a:endParaRPr lang="en-US" dirty="0">
                        <a:solidFill>
                          <a:srgbClr val="0432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53154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1979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432FF"/>
                          </a:solidFill>
                        </a:rPr>
                        <a:t>1992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6.9 </a:t>
                      </a:r>
                      <a:endParaRPr lang="en-US" dirty="0">
                        <a:solidFill>
                          <a:srgbClr val="0432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6347681"/>
                  </a:ext>
                </a:extLst>
              </a:tr>
            </a:tbl>
          </a:graphicData>
        </a:graphic>
      </p:graphicFrame>
      <p:sp>
        <p:nvSpPr>
          <p:cNvPr id="6" name="Left Brace 5">
            <a:extLst>
              <a:ext uri="{FF2B5EF4-FFF2-40B4-BE49-F238E27FC236}">
                <a16:creationId xmlns:a16="http://schemas.microsoft.com/office/drawing/2014/main" id="{3AEC66E6-F217-3B68-ABAC-3DA9F7C28CCF}"/>
              </a:ext>
            </a:extLst>
          </p:cNvPr>
          <p:cNvSpPr/>
          <p:nvPr/>
        </p:nvSpPr>
        <p:spPr>
          <a:xfrm>
            <a:off x="947451" y="1194810"/>
            <a:ext cx="253388" cy="1008563"/>
          </a:xfrm>
          <a:prstGeom prst="leftBrace">
            <a:avLst/>
          </a:prstGeom>
          <a:noFill/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60B3A7-0DBD-0B2B-458A-11254FDC5099}"/>
              </a:ext>
            </a:extLst>
          </p:cNvPr>
          <p:cNvSpPr txBox="1"/>
          <p:nvPr/>
        </p:nvSpPr>
        <p:spPr>
          <a:xfrm>
            <a:off x="87828" y="1514425"/>
            <a:ext cx="1079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= 1</a:t>
            </a:r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A5D40E2D-3A95-1B8F-816E-510C31E82060}"/>
              </a:ext>
            </a:extLst>
          </p:cNvPr>
          <p:cNvSpPr/>
          <p:nvPr/>
        </p:nvSpPr>
        <p:spPr>
          <a:xfrm rot="10800000">
            <a:off x="6096000" y="1299990"/>
            <a:ext cx="194631" cy="583768"/>
          </a:xfrm>
          <a:prstGeom prst="leftBrace">
            <a:avLst/>
          </a:prstGeom>
          <a:noFill/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D44901-2766-176B-EF4D-C0FD5CA36D2E}"/>
              </a:ext>
            </a:extLst>
          </p:cNvPr>
          <p:cNvSpPr txBox="1"/>
          <p:nvPr/>
        </p:nvSpPr>
        <p:spPr>
          <a:xfrm>
            <a:off x="6486789" y="5081461"/>
            <a:ext cx="925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= 2</a:t>
            </a:r>
          </a:p>
        </p:txBody>
      </p:sp>
      <p:sp>
        <p:nvSpPr>
          <p:cNvPr id="12" name="Left Brace 11">
            <a:extLst>
              <a:ext uri="{FF2B5EF4-FFF2-40B4-BE49-F238E27FC236}">
                <a16:creationId xmlns:a16="http://schemas.microsoft.com/office/drawing/2014/main" id="{E3D72C66-CC55-D0A8-C68F-84F2A3E7984C}"/>
              </a:ext>
            </a:extLst>
          </p:cNvPr>
          <p:cNvSpPr/>
          <p:nvPr/>
        </p:nvSpPr>
        <p:spPr>
          <a:xfrm rot="10800000">
            <a:off x="6138230" y="4974243"/>
            <a:ext cx="194631" cy="583768"/>
          </a:xfrm>
          <a:prstGeom prst="leftBrace">
            <a:avLst/>
          </a:prstGeom>
          <a:noFill/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458D6EB-F7DF-3765-2101-C3D14EE4A2D4}"/>
              </a:ext>
            </a:extLst>
          </p:cNvPr>
          <p:cNvSpPr txBox="1"/>
          <p:nvPr/>
        </p:nvSpPr>
        <p:spPr>
          <a:xfrm>
            <a:off x="6498111" y="1407207"/>
            <a:ext cx="925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= 2</a:t>
            </a:r>
          </a:p>
        </p:txBody>
      </p:sp>
    </p:spTree>
    <p:extLst>
      <p:ext uri="{BB962C8B-B14F-4D97-AF65-F5344CB8AC3E}">
        <p14:creationId xmlns:p14="http://schemas.microsoft.com/office/powerpoint/2010/main" val="18450455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40CDFCC-E13B-7867-6F04-2CC89D1BEC3B}"/>
              </a:ext>
            </a:extLst>
          </p:cNvPr>
          <p:cNvCxnSpPr/>
          <p:nvPr/>
        </p:nvCxnSpPr>
        <p:spPr>
          <a:xfrm>
            <a:off x="0" y="675861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E1DA51-3207-FA34-5512-4D7E7EDBF429}"/>
              </a:ext>
            </a:extLst>
          </p:cNvPr>
          <p:cNvCxnSpPr/>
          <p:nvPr/>
        </p:nvCxnSpPr>
        <p:spPr>
          <a:xfrm>
            <a:off x="0" y="592458"/>
            <a:ext cx="12192000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4AEE5492-E116-693A-701D-1DD90C4B5474}"/>
              </a:ext>
            </a:extLst>
          </p:cNvPr>
          <p:cNvSpPr/>
          <p:nvPr/>
        </p:nvSpPr>
        <p:spPr>
          <a:xfrm>
            <a:off x="3401478" y="-61448"/>
            <a:ext cx="558665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Earthquake Data Analysis</a:t>
            </a:r>
            <a:endParaRPr lang="en-US" sz="4000" b="1" cap="none" spc="0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E90CFF1-5812-D410-32FC-D15A34B48D4F}"/>
              </a:ext>
            </a:extLst>
          </p:cNvPr>
          <p:cNvGraphicFramePr>
            <a:graphicFrameLocks noGrp="1"/>
          </p:cNvGraphicFramePr>
          <p:nvPr/>
        </p:nvGraphicFramePr>
        <p:xfrm>
          <a:off x="1354767" y="842270"/>
          <a:ext cx="8128000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8374938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36311531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86056879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3145800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Richter Scale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Richter Scale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5692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1906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8.3 </a:t>
                      </a:r>
                      <a:r>
                        <a:rPr lang="en-US" b="1" dirty="0">
                          <a:solidFill>
                            <a:srgbClr val="7030A0"/>
                          </a:solidFill>
                        </a:rPr>
                        <a:t>(</a:t>
                      </a:r>
                      <a:r>
                        <a:rPr lang="en-US" b="1" dirty="0" err="1">
                          <a:solidFill>
                            <a:srgbClr val="7030A0"/>
                          </a:solidFill>
                        </a:rPr>
                        <a:t>rs</a:t>
                      </a:r>
                      <a:r>
                        <a:rPr lang="en-US" b="1" dirty="0">
                          <a:solidFill>
                            <a:srgbClr val="7030A0"/>
                          </a:solidFill>
                        </a:rPr>
                        <a:t> 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1980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7.0 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03646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1911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6.6 </a:t>
                      </a:r>
                      <a:r>
                        <a:rPr lang="en-US" b="1" dirty="0">
                          <a:solidFill>
                            <a:srgbClr val="7030A0"/>
                          </a:solidFill>
                        </a:rPr>
                        <a:t>(</a:t>
                      </a:r>
                      <a:r>
                        <a:rPr lang="en-US" b="1" dirty="0" err="1">
                          <a:solidFill>
                            <a:srgbClr val="7030A0"/>
                          </a:solidFill>
                        </a:rPr>
                        <a:t>rs</a:t>
                      </a:r>
                      <a:r>
                        <a:rPr lang="en-US" b="1" dirty="0">
                          <a:solidFill>
                            <a:srgbClr val="7030A0"/>
                          </a:solidFill>
                        </a:rPr>
                        <a:t> 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1980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6.6 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19627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1923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7.2 </a:t>
                      </a:r>
                      <a:r>
                        <a:rPr lang="en-US" b="1" dirty="0">
                          <a:solidFill>
                            <a:srgbClr val="7030A0"/>
                          </a:solidFill>
                        </a:rPr>
                        <a:t>(</a:t>
                      </a:r>
                      <a:r>
                        <a:rPr lang="en-US" b="1" dirty="0" err="1">
                          <a:solidFill>
                            <a:srgbClr val="7030A0"/>
                          </a:solidFill>
                        </a:rPr>
                        <a:t>rs</a:t>
                      </a:r>
                      <a:r>
                        <a:rPr lang="en-US" b="1" dirty="0">
                          <a:solidFill>
                            <a:srgbClr val="7030A0"/>
                          </a:solidFill>
                        </a:rPr>
                        <a:t> 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4990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1925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99636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1926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9637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1927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5.9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78688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1933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21816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1940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1991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7.1 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6241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1952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1991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5.8 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76987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1968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1991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6.1 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94647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1971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432FF"/>
                          </a:solidFill>
                        </a:rPr>
                        <a:t>1992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6.1 </a:t>
                      </a:r>
                      <a:endParaRPr lang="en-US" dirty="0">
                        <a:solidFill>
                          <a:srgbClr val="0432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53154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1979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432FF"/>
                          </a:solidFill>
                        </a:rPr>
                        <a:t>1992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6.9 </a:t>
                      </a:r>
                      <a:endParaRPr lang="en-US" dirty="0">
                        <a:solidFill>
                          <a:srgbClr val="0432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6347681"/>
                  </a:ext>
                </a:extLst>
              </a:tr>
            </a:tbl>
          </a:graphicData>
        </a:graphic>
      </p:graphicFrame>
      <p:sp>
        <p:nvSpPr>
          <p:cNvPr id="6" name="Left Brace 5">
            <a:extLst>
              <a:ext uri="{FF2B5EF4-FFF2-40B4-BE49-F238E27FC236}">
                <a16:creationId xmlns:a16="http://schemas.microsoft.com/office/drawing/2014/main" id="{3AEC66E6-F217-3B68-ABAC-3DA9F7C28CCF}"/>
              </a:ext>
            </a:extLst>
          </p:cNvPr>
          <p:cNvSpPr/>
          <p:nvPr/>
        </p:nvSpPr>
        <p:spPr>
          <a:xfrm>
            <a:off x="947451" y="1194810"/>
            <a:ext cx="253388" cy="1008563"/>
          </a:xfrm>
          <a:prstGeom prst="leftBrace">
            <a:avLst/>
          </a:prstGeom>
          <a:noFill/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60B3A7-0DBD-0B2B-458A-11254FDC5099}"/>
              </a:ext>
            </a:extLst>
          </p:cNvPr>
          <p:cNvSpPr txBox="1"/>
          <p:nvPr/>
        </p:nvSpPr>
        <p:spPr>
          <a:xfrm>
            <a:off x="87828" y="1514425"/>
            <a:ext cx="1079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= 1</a:t>
            </a:r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A5D40E2D-3A95-1B8F-816E-510C31E82060}"/>
              </a:ext>
            </a:extLst>
          </p:cNvPr>
          <p:cNvSpPr/>
          <p:nvPr/>
        </p:nvSpPr>
        <p:spPr>
          <a:xfrm rot="10800000">
            <a:off x="6096000" y="1299990"/>
            <a:ext cx="194631" cy="583768"/>
          </a:xfrm>
          <a:prstGeom prst="leftBrace">
            <a:avLst/>
          </a:prstGeom>
          <a:noFill/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D44901-2766-176B-EF4D-C0FD5CA36D2E}"/>
              </a:ext>
            </a:extLst>
          </p:cNvPr>
          <p:cNvSpPr txBox="1"/>
          <p:nvPr/>
        </p:nvSpPr>
        <p:spPr>
          <a:xfrm>
            <a:off x="6486789" y="5081461"/>
            <a:ext cx="925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= 2</a:t>
            </a:r>
          </a:p>
        </p:txBody>
      </p:sp>
      <p:sp>
        <p:nvSpPr>
          <p:cNvPr id="12" name="Left Brace 11">
            <a:extLst>
              <a:ext uri="{FF2B5EF4-FFF2-40B4-BE49-F238E27FC236}">
                <a16:creationId xmlns:a16="http://schemas.microsoft.com/office/drawing/2014/main" id="{E3D72C66-CC55-D0A8-C68F-84F2A3E7984C}"/>
              </a:ext>
            </a:extLst>
          </p:cNvPr>
          <p:cNvSpPr/>
          <p:nvPr/>
        </p:nvSpPr>
        <p:spPr>
          <a:xfrm rot="10800000">
            <a:off x="6138230" y="4974243"/>
            <a:ext cx="194631" cy="583768"/>
          </a:xfrm>
          <a:prstGeom prst="leftBrace">
            <a:avLst/>
          </a:prstGeom>
          <a:noFill/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458D6EB-F7DF-3765-2101-C3D14EE4A2D4}"/>
              </a:ext>
            </a:extLst>
          </p:cNvPr>
          <p:cNvSpPr txBox="1"/>
          <p:nvPr/>
        </p:nvSpPr>
        <p:spPr>
          <a:xfrm>
            <a:off x="6498111" y="1407207"/>
            <a:ext cx="925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= 2</a:t>
            </a:r>
          </a:p>
        </p:txBody>
      </p:sp>
      <p:sp>
        <p:nvSpPr>
          <p:cNvPr id="4" name="Left Brace 3">
            <a:extLst>
              <a:ext uri="{FF2B5EF4-FFF2-40B4-BE49-F238E27FC236}">
                <a16:creationId xmlns:a16="http://schemas.microsoft.com/office/drawing/2014/main" id="{3FF30E74-7A12-2012-BE65-A0656F2A2344}"/>
              </a:ext>
            </a:extLst>
          </p:cNvPr>
          <p:cNvSpPr/>
          <p:nvPr/>
        </p:nvSpPr>
        <p:spPr>
          <a:xfrm rot="10800000">
            <a:off x="6138229" y="3870719"/>
            <a:ext cx="194630" cy="937115"/>
          </a:xfrm>
          <a:prstGeom prst="leftBrace">
            <a:avLst/>
          </a:prstGeom>
          <a:noFill/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65166A-A1A9-0AD3-AB9E-DE9E0B2FE798}"/>
              </a:ext>
            </a:extLst>
          </p:cNvPr>
          <p:cNvSpPr txBox="1"/>
          <p:nvPr/>
        </p:nvSpPr>
        <p:spPr>
          <a:xfrm>
            <a:off x="6486787" y="4154611"/>
            <a:ext cx="925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= 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E318F92-AE98-FF2D-CD59-26DE4DC7B307}"/>
              </a:ext>
            </a:extLst>
          </p:cNvPr>
          <p:cNvSpPr/>
          <p:nvPr/>
        </p:nvSpPr>
        <p:spPr>
          <a:xfrm>
            <a:off x="278481" y="5752913"/>
            <a:ext cx="10401538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Rest of the years are also </a:t>
            </a:r>
            <a:r>
              <a:rPr lang="en-US" sz="5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</a:t>
            </a:r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= 1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805204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40CDFCC-E13B-7867-6F04-2CC89D1BEC3B}"/>
              </a:ext>
            </a:extLst>
          </p:cNvPr>
          <p:cNvCxnSpPr/>
          <p:nvPr/>
        </p:nvCxnSpPr>
        <p:spPr>
          <a:xfrm>
            <a:off x="0" y="675861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E1DA51-3207-FA34-5512-4D7E7EDBF429}"/>
              </a:ext>
            </a:extLst>
          </p:cNvPr>
          <p:cNvCxnSpPr/>
          <p:nvPr/>
        </p:nvCxnSpPr>
        <p:spPr>
          <a:xfrm>
            <a:off x="0" y="592458"/>
            <a:ext cx="12192000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4AEE5492-E116-693A-701D-1DD90C4B5474}"/>
              </a:ext>
            </a:extLst>
          </p:cNvPr>
          <p:cNvSpPr/>
          <p:nvPr/>
        </p:nvSpPr>
        <p:spPr>
          <a:xfrm>
            <a:off x="3303342" y="-78766"/>
            <a:ext cx="558665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Earthquake Data Analysis</a:t>
            </a:r>
            <a:endParaRPr lang="en-US" sz="4000" b="1" cap="none" spc="0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E90CFF1-5812-D410-32FC-D15A34B48D4F}"/>
              </a:ext>
            </a:extLst>
          </p:cNvPr>
          <p:cNvGraphicFramePr>
            <a:graphicFrameLocks noGrp="1"/>
          </p:cNvGraphicFramePr>
          <p:nvPr/>
        </p:nvGraphicFramePr>
        <p:xfrm>
          <a:off x="1640290" y="1018540"/>
          <a:ext cx="8128000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8374938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36311531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86056879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3145800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Richter Scale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Richter Scale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5692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1906 (</a:t>
                      </a:r>
                      <a:r>
                        <a:rPr lang="en-US" dirty="0" err="1"/>
                        <a:t>rs</a:t>
                      </a:r>
                      <a:r>
                        <a:rPr lang="en-US" dirty="0"/>
                        <a:t> 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1980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7.0 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en-US" dirty="0" err="1">
                          <a:solidFill>
                            <a:srgbClr val="FF0000"/>
                          </a:solidFill>
                        </a:rPr>
                        <a:t>rs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 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03646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1911 (</a:t>
                      </a:r>
                      <a:r>
                        <a:rPr lang="en-US" dirty="0" err="1"/>
                        <a:t>rs</a:t>
                      </a:r>
                      <a:r>
                        <a:rPr lang="en-US" dirty="0"/>
                        <a:t> 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1980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6.6 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en-US" dirty="0" err="1">
                          <a:solidFill>
                            <a:srgbClr val="FF0000"/>
                          </a:solidFill>
                        </a:rPr>
                        <a:t>rs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 2)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19627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1923 (</a:t>
                      </a:r>
                      <a:r>
                        <a:rPr lang="en-US" dirty="0" err="1"/>
                        <a:t>rs</a:t>
                      </a:r>
                      <a:r>
                        <a:rPr lang="en-US" dirty="0"/>
                        <a:t> 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4990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1925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99636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1926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9637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1927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5.9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78688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1933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21816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1940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1991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7.1 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en-US" dirty="0" err="1">
                          <a:solidFill>
                            <a:srgbClr val="FF0000"/>
                          </a:solidFill>
                        </a:rPr>
                        <a:t>rs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 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6241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1952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1991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5.8 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en-US" dirty="0" err="1">
                          <a:solidFill>
                            <a:srgbClr val="FF0000"/>
                          </a:solidFill>
                        </a:rPr>
                        <a:t>rs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 2)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76987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1968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1991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6.1 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en-US" dirty="0" err="1">
                          <a:solidFill>
                            <a:srgbClr val="FF0000"/>
                          </a:solidFill>
                        </a:rPr>
                        <a:t>rs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 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94647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1971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432FF"/>
                          </a:solidFill>
                        </a:rPr>
                        <a:t>1992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6.1 </a:t>
                      </a:r>
                      <a:r>
                        <a:rPr lang="en-US" dirty="0">
                          <a:solidFill>
                            <a:srgbClr val="0432FF"/>
                          </a:solidFill>
                        </a:rPr>
                        <a:t>(</a:t>
                      </a:r>
                      <a:r>
                        <a:rPr lang="en-US" dirty="0" err="1">
                          <a:solidFill>
                            <a:srgbClr val="0432FF"/>
                          </a:solidFill>
                        </a:rPr>
                        <a:t>rs</a:t>
                      </a:r>
                      <a:r>
                        <a:rPr lang="en-US" dirty="0">
                          <a:solidFill>
                            <a:srgbClr val="0432FF"/>
                          </a:solidFill>
                        </a:rPr>
                        <a:t> 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53154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1979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432FF"/>
                          </a:solidFill>
                        </a:rPr>
                        <a:t>1992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6.9 </a:t>
                      </a:r>
                      <a:r>
                        <a:rPr lang="en-US" dirty="0">
                          <a:solidFill>
                            <a:srgbClr val="0432FF"/>
                          </a:solidFill>
                        </a:rPr>
                        <a:t>(</a:t>
                      </a:r>
                      <a:r>
                        <a:rPr lang="en-US" dirty="0" err="1">
                          <a:solidFill>
                            <a:srgbClr val="0432FF"/>
                          </a:solidFill>
                        </a:rPr>
                        <a:t>rs</a:t>
                      </a:r>
                      <a:r>
                        <a:rPr lang="en-US" dirty="0">
                          <a:solidFill>
                            <a:srgbClr val="0432FF"/>
                          </a:solidFill>
                        </a:rPr>
                        <a:t> 2)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63476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78533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EA86598-DA2C-41D5-BC0C-E877F8818E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6095990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1593CB-5AF9-3E8A-C79B-62820D8B2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105" y="604989"/>
            <a:ext cx="4310698" cy="1550424"/>
          </a:xfrm>
        </p:spPr>
        <p:txBody>
          <a:bodyPr anchor="t">
            <a:norm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Partial Code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557" y="2349392"/>
            <a:ext cx="457200" cy="45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7EE0C95-68A6-7C07-787F-620429F341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9493" y="2604789"/>
            <a:ext cx="4296978" cy="361314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For years 1906, 1911, 1923, 1980, this is how the code will look.</a:t>
            </a:r>
            <a:br>
              <a:rPr lang="en-US" sz="2000" dirty="0">
                <a:solidFill>
                  <a:schemeClr val="bg1"/>
                </a:solidFill>
              </a:rPr>
            </a:br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What is the maximum number of earthquakes recorded in any year?</a:t>
            </a:r>
            <a:br>
              <a:rPr lang="en-US" sz="2000" dirty="0">
                <a:solidFill>
                  <a:schemeClr val="bg1"/>
                </a:solidFill>
              </a:rPr>
            </a:br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Complete the entire analysis to include the rest of the years.</a:t>
            </a:r>
            <a:endParaRPr lang="en-US" sz="2000">
              <a:solidFill>
                <a:schemeClr val="bg1"/>
              </a:solidFill>
            </a:endParaRPr>
          </a:p>
          <a:p>
            <a:endParaRPr lang="en-US" sz="200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7F16C5A-0D41-47A9-B0A2-9C2AD7A8CF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599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4047621E-551D-B0D7-C7A1-52CACD778D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0760" y="126180"/>
            <a:ext cx="6442352" cy="6548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8233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8FB17B-3D35-E09E-9B8F-37DD0A7BD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43" y="350196"/>
            <a:ext cx="5167764" cy="1624520"/>
          </a:xfrm>
        </p:spPr>
        <p:txBody>
          <a:bodyPr anchor="ctr">
            <a:normAutofit/>
          </a:bodyPr>
          <a:lstStyle/>
          <a:p>
            <a:r>
              <a:rPr lang="en-US" sz="4000" dirty="0"/>
              <a:t>Activity: Electricity bill calculator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A3852B-A892-E0C4-A152-D35A65B846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415" y="2653073"/>
            <a:ext cx="5630129" cy="42030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 dirty="0">
                <a:ea typeface="+mn-lt"/>
                <a:cs typeface="+mn-lt"/>
              </a:rPr>
              <a:t>Write a MATLAB program to calculate the electricity bill based on the number of units consumed. The billing rates are as follows:</a:t>
            </a:r>
            <a:endParaRPr lang="en-US" sz="2000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b="1" dirty="0">
                <a:ea typeface="+mn-lt"/>
                <a:cs typeface="+mn-lt"/>
              </a:rPr>
              <a:t>First 100 units:</a:t>
            </a:r>
            <a:r>
              <a:rPr lang="en-US" sz="2000" dirty="0">
                <a:ea typeface="+mn-lt"/>
                <a:cs typeface="+mn-lt"/>
              </a:rPr>
              <a:t> $0.50 per unit</a:t>
            </a:r>
            <a:endParaRPr lang="en-US" sz="2000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b="1" dirty="0">
                <a:ea typeface="+mn-lt"/>
                <a:cs typeface="+mn-lt"/>
              </a:rPr>
              <a:t>Next 100 units:</a:t>
            </a:r>
            <a:r>
              <a:rPr lang="en-US" sz="2000" dirty="0">
                <a:ea typeface="+mn-lt"/>
                <a:cs typeface="+mn-lt"/>
              </a:rPr>
              <a:t> $0.75 per unit</a:t>
            </a:r>
            <a:endParaRPr lang="en-US" sz="2000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b="1" dirty="0">
                <a:ea typeface="+mn-lt"/>
                <a:cs typeface="+mn-lt"/>
              </a:rPr>
              <a:t>Above 200 units:</a:t>
            </a:r>
            <a:r>
              <a:rPr lang="en-US" sz="2000" dirty="0">
                <a:ea typeface="+mn-lt"/>
                <a:cs typeface="+mn-lt"/>
              </a:rPr>
              <a:t> $1.20 per unit</a:t>
            </a:r>
            <a:endParaRPr lang="en-US" sz="2000" dirty="0"/>
          </a:p>
          <a:p>
            <a:r>
              <a:rPr lang="en-US" sz="2000" b="1" dirty="0">
                <a:ea typeface="+mn-lt"/>
                <a:cs typeface="+mn-lt"/>
              </a:rPr>
              <a:t>Instructions:</a:t>
            </a:r>
            <a:endParaRPr lang="en-US" sz="2000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dirty="0">
                <a:ea typeface="+mn-lt"/>
                <a:cs typeface="+mn-lt"/>
              </a:rPr>
              <a:t>Prompt the user to enter the number of units consumed.</a:t>
            </a:r>
            <a:endParaRPr lang="en-US" sz="2000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dirty="0">
                <a:ea typeface="+mn-lt"/>
                <a:cs typeface="+mn-lt"/>
              </a:rPr>
              <a:t>Use if-else-if statements to calculate the bill.</a:t>
            </a:r>
            <a:endParaRPr lang="en-US" sz="2000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dirty="0">
                <a:ea typeface="+mn-lt"/>
                <a:cs typeface="+mn-lt"/>
              </a:rPr>
              <a:t>Display the total bill amount.</a:t>
            </a:r>
            <a:endParaRPr lang="en-US" sz="2000" dirty="0"/>
          </a:p>
          <a:p>
            <a:endParaRPr lang="en-US" sz="2000" dirty="0"/>
          </a:p>
        </p:txBody>
      </p:sp>
      <p:pic>
        <p:nvPicPr>
          <p:cNvPr id="14" name="Picture 13" descr="White calculator">
            <a:extLst>
              <a:ext uri="{FF2B5EF4-FFF2-40B4-BE49-F238E27FC236}">
                <a16:creationId xmlns:a16="http://schemas.microsoft.com/office/drawing/2014/main" id="{2AD56294-02C3-2A00-3A1F-9112530216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91" r="39896" b="-3"/>
          <a:stretch/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6364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95E0C-4BFE-31C9-43E3-9571C63A203F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5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dirty="0"/>
              <a:t>Solution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A6D8B2-6056-FC7D-D5A7-2DBE6CAE08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54737"/>
            <a:ext cx="10507013" cy="495610"/>
          </a:xfrm>
          <a:solidFill>
            <a:schemeClr val="accent4">
              <a:lumMod val="20000"/>
              <a:lumOff val="80000"/>
            </a:schemeClr>
          </a:solidFill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  <a:latin typeface="Aptos Display"/>
              </a:rPr>
              <a:t>Execute you code for 80,140, 250 units</a:t>
            </a:r>
            <a:endParaRPr lang="en-US" dirty="0">
              <a:solidFill>
                <a:srgbClr val="C00000"/>
              </a:solidFill>
            </a:endParaRPr>
          </a:p>
          <a:p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4" name="Picture 3" descr="A white paper with black text&#10;&#10;Description automatically generated">
            <a:extLst>
              <a:ext uri="{FF2B5EF4-FFF2-40B4-BE49-F238E27FC236}">
                <a16:creationId xmlns:a16="http://schemas.microsoft.com/office/drawing/2014/main" id="{AA985C86-A2AE-5054-03DE-D24479F3F6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2651" y="2596161"/>
            <a:ext cx="9216285" cy="3908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6690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12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Partial Code</vt:lpstr>
      <vt:lpstr>Activity: Electricity bill calculator</vt:lpstr>
      <vt:lpstr>Solution code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907</cp:revision>
  <dcterms:created xsi:type="dcterms:W3CDTF">2024-08-20T20:44:16Z</dcterms:created>
  <dcterms:modified xsi:type="dcterms:W3CDTF">2024-08-26T15:15:22Z</dcterms:modified>
</cp:coreProperties>
</file>
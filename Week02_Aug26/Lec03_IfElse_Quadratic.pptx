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29" r:id="rId2"/>
    <p:sldId id="409" r:id="rId3"/>
    <p:sldId id="332" r:id="rId4"/>
    <p:sldId id="407" r:id="rId5"/>
    <p:sldId id="408" r:id="rId6"/>
    <p:sldId id="324" r:id="rId7"/>
    <p:sldId id="393" r:id="rId8"/>
    <p:sldId id="392" r:id="rId9"/>
    <p:sldId id="391" r:id="rId10"/>
    <p:sldId id="394" r:id="rId11"/>
    <p:sldId id="4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A3295-EB04-3E63-4453-246F32642A61}" v="12" dt="2024-08-26T15:15:56.247"/>
    <p1510:client id="{6D952D50-F7F8-0482-12E5-100C3CB622DD}" v="30" dt="2024-08-28T13:15:27.506"/>
    <p1510:client id="{D7773649-E105-4598-43B9-88EC412E1CC3}" v="15" dt="2024-08-27T18:46:00.103"/>
    <p1510:client id="{DA7BB3A3-5892-BAC0-2700-C4905F85E78A}" v="32" dt="2024-08-28T13:31:16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896E2D54-6890-7415-5EF4-563D4779291E}"/>
    <pc:docChg chg="delSld modSld">
      <pc:chgData name="Somak Das" userId="S::sdas@floridapoly.edu::98cebb13-2fc4-4808-95b9-daeb7e6acc01" providerId="AD" clId="Web-{896E2D54-6890-7415-5EF4-563D4779291E}" dt="2024-08-21T20:11:22.205" v="203"/>
      <pc:docMkLst>
        <pc:docMk/>
      </pc:docMkLst>
      <pc:sldChg chg="modSp">
        <pc:chgData name="Somak Das" userId="S::sdas@floridapoly.edu::98cebb13-2fc4-4808-95b9-daeb7e6acc01" providerId="AD" clId="Web-{896E2D54-6890-7415-5EF4-563D4779291E}" dt="2024-08-21T19:06:30.020" v="13" actId="2057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896E2D54-6890-7415-5EF4-563D4779291E}" dt="2024-08-21T19:06:30.020" v="13" actId="20577"/>
          <ac:spMkLst>
            <pc:docMk/>
            <pc:sldMk cId="3318097273" sldId="332"/>
            <ac:spMk id="3" creationId="{354C05FE-4A37-CB70-1118-E3D35ABBC8A2}"/>
          </ac:spMkLst>
        </pc:spChg>
      </pc:sldChg>
      <pc:sldChg chg="del">
        <pc:chgData name="Somak Das" userId="S::sdas@floridapoly.edu::98cebb13-2fc4-4808-95b9-daeb7e6acc01" providerId="AD" clId="Web-{896E2D54-6890-7415-5EF4-563D4779291E}" dt="2024-08-21T19:04:45.501" v="0"/>
        <pc:sldMkLst>
          <pc:docMk/>
          <pc:sldMk cId="3183249033" sldId="396"/>
        </pc:sldMkLst>
      </pc:sldChg>
      <pc:sldChg chg="addSp modSp">
        <pc:chgData name="Somak Das" userId="S::sdas@floridapoly.edu::98cebb13-2fc4-4808-95b9-daeb7e6acc01" providerId="AD" clId="Web-{896E2D54-6890-7415-5EF4-563D4779291E}" dt="2024-08-21T20:11:22.205" v="203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896E2D54-6890-7415-5EF4-563D4779291E}" dt="2024-08-21T19:13:18.500" v="59" actId="14100"/>
          <ac:spMkLst>
            <pc:docMk/>
            <pc:sldMk cId="452420084" sldId="407"/>
            <ac:spMk id="2" creationId="{DCC7CE86-258F-DDED-4030-6954F0729A1A}"/>
          </ac:spMkLst>
        </pc:spChg>
        <pc:spChg chg="add mod">
          <ac:chgData name="Somak Das" userId="S::sdas@floridapoly.edu::98cebb13-2fc4-4808-95b9-daeb7e6acc01" providerId="AD" clId="Web-{896E2D54-6890-7415-5EF4-563D4779291E}" dt="2024-08-21T20:09:56.218" v="183" actId="1076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896E2D54-6890-7415-5EF4-563D4779291E}" dt="2024-08-21T19:16:37.631" v="103" actId="20577"/>
          <ac:spMkLst>
            <pc:docMk/>
            <pc:sldMk cId="452420084" sldId="407"/>
            <ac:spMk id="5" creationId="{2F9054FB-F84B-479C-5BC5-0ACDD7CC4440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46" v="138"/>
          <ac:spMkLst>
            <pc:docMk/>
            <pc:sldMk cId="452420084" sldId="407"/>
            <ac:spMk id="7" creationId="{DF57ABD3-C8AA-3477-54E4-5B701FF3CF58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46" v="139"/>
          <ac:spMkLst>
            <pc:docMk/>
            <pc:sldMk cId="452420084" sldId="407"/>
            <ac:spMk id="8" creationId="{23C521C1-F0CB-356C-AA43-9F9A5D9671EA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93" v="140"/>
          <ac:spMkLst>
            <pc:docMk/>
            <pc:sldMk cId="452420084" sldId="407"/>
            <ac:spMk id="9" creationId="{12B60B80-8751-E2B4-871A-2CD4C14B15B2}"/>
          </ac:spMkLst>
        </pc:spChg>
        <pc:spChg chg="add mod">
          <ac:chgData name="Somak Das" userId="S::sdas@floridapoly.edu::98cebb13-2fc4-4808-95b9-daeb7e6acc01" providerId="AD" clId="Web-{896E2D54-6890-7415-5EF4-563D4779291E}" dt="2024-08-21T20:10:25.438" v="191" actId="1076"/>
          <ac:spMkLst>
            <pc:docMk/>
            <pc:sldMk cId="452420084" sldId="407"/>
            <ac:spMk id="13" creationId="{6E3EEAEF-FD50-2DD5-BBC8-AA9F5D529ABF}"/>
          </ac:spMkLst>
        </pc:spChg>
        <pc:picChg chg="add mod">
          <ac:chgData name="Somak Das" userId="S::sdas@floridapoly.edu::98cebb13-2fc4-4808-95b9-daeb7e6acc01" providerId="AD" clId="Web-{896E2D54-6890-7415-5EF4-563D4779291E}" dt="2024-08-21T20:11:22.142" v="200"/>
          <ac:picMkLst>
            <pc:docMk/>
            <pc:sldMk cId="452420084" sldId="407"/>
            <ac:picMk id="14" creationId="{94EF30D1-5E75-6849-7EEB-4719AFBBBFF4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142" v="201"/>
          <ac:picMkLst>
            <pc:docMk/>
            <pc:sldMk cId="452420084" sldId="407"/>
            <ac:picMk id="15" creationId="{8C468429-F65C-06A6-7E48-646A049D6E24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205" v="203"/>
          <ac:picMkLst>
            <pc:docMk/>
            <pc:sldMk cId="452420084" sldId="407"/>
            <ac:picMk id="16" creationId="{AAB0998B-17BE-F9AB-ADF1-2EBB9B7D65E9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142" v="202"/>
          <ac:picMkLst>
            <pc:docMk/>
            <pc:sldMk cId="452420084" sldId="407"/>
            <ac:picMk id="17" creationId="{91B8752C-098E-7831-EE8E-CCD5EEA716D1}"/>
          </ac:picMkLst>
        </pc:picChg>
        <pc:cxnChg chg="add mod">
          <ac:chgData name="Somak Das" userId="S::sdas@floridapoly.edu::98cebb13-2fc4-4808-95b9-daeb7e6acc01" providerId="AD" clId="Web-{896E2D54-6890-7415-5EF4-563D4779291E}" dt="2024-08-21T20:09:23.436" v="180" actId="14100"/>
          <ac:cxnSpMkLst>
            <pc:docMk/>
            <pc:sldMk cId="452420084" sldId="407"/>
            <ac:cxnSpMk id="4" creationId="{9D3B8974-75A8-2A4D-4152-8514B6269AAC}"/>
          </ac:cxnSpMkLst>
        </pc:cxnChg>
        <pc:cxnChg chg="add mod">
          <ac:chgData name="Somak Das" userId="S::sdas@floridapoly.edu::98cebb13-2fc4-4808-95b9-daeb7e6acc01" providerId="AD" clId="Web-{896E2D54-6890-7415-5EF4-563D4779291E}" dt="2024-08-21T20:09:53.437" v="182" actId="14100"/>
          <ac:cxnSpMkLst>
            <pc:docMk/>
            <pc:sldMk cId="452420084" sldId="407"/>
            <ac:cxnSpMk id="6" creationId="{0A19E5B5-A98E-B2E9-78AA-0C22BDCA407F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50.604" v="147" actId="14100"/>
          <ac:cxnSpMkLst>
            <pc:docMk/>
            <pc:sldMk cId="452420084" sldId="407"/>
            <ac:cxnSpMk id="10" creationId="{10D44A21-B152-7F79-9E7D-595E922F9A9A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37.900" v="144" actId="14100"/>
          <ac:cxnSpMkLst>
            <pc:docMk/>
            <pc:sldMk cId="452420084" sldId="407"/>
            <ac:cxnSpMk id="11" creationId="{DC4035BF-986B-0ABF-0905-922F390EDBAD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03.368" v="137" actId="14100"/>
          <ac:cxnSpMkLst>
            <pc:docMk/>
            <pc:sldMk cId="452420084" sldId="407"/>
            <ac:cxnSpMk id="12" creationId="{8FA50883-1984-F72F-F30E-2E243974DBF0}"/>
          </ac:cxnSpMkLst>
        </pc:cxnChg>
      </pc:sldChg>
    </pc:docChg>
  </pc:docChgLst>
  <pc:docChgLst>
    <pc:chgData name="Somak Das" userId="S::sdas@floridapoly.edu::98cebb13-2fc4-4808-95b9-daeb7e6acc01" providerId="AD" clId="Web-{4E8CD290-8EBA-2FE0-2BBD-2755B438DE86}"/>
    <pc:docChg chg="modSld">
      <pc:chgData name="Somak Das" userId="S::sdas@floridapoly.edu::98cebb13-2fc4-4808-95b9-daeb7e6acc01" providerId="AD" clId="Web-{4E8CD290-8EBA-2FE0-2BBD-2755B438DE86}" dt="2024-08-22T17:14:22.103" v="121" actId="14100"/>
      <pc:docMkLst>
        <pc:docMk/>
      </pc:docMkLst>
      <pc:sldChg chg="addSp delSp modSp addAnim delAnim">
        <pc:chgData name="Somak Das" userId="S::sdas@floridapoly.edu::98cebb13-2fc4-4808-95b9-daeb7e6acc01" providerId="AD" clId="Web-{4E8CD290-8EBA-2FE0-2BBD-2755B438DE86}" dt="2024-08-22T17:10:11" v="109"/>
        <pc:sldMkLst>
          <pc:docMk/>
          <pc:sldMk cId="1258505263" sldId="323"/>
        </pc:sldMkLst>
        <pc:picChg chg="add mod">
          <ac:chgData name="Somak Das" userId="S::sdas@floridapoly.edu::98cebb13-2fc4-4808-95b9-daeb7e6acc01" providerId="AD" clId="Web-{4E8CD290-8EBA-2FE0-2BBD-2755B438DE86}" dt="2024-08-22T17:08:55.795" v="95" actId="14100"/>
          <ac:picMkLst>
            <pc:docMk/>
            <pc:sldMk cId="1258505263" sldId="323"/>
            <ac:picMk id="4" creationId="{64882A14-AB55-3319-327A-E7EB549ACC94}"/>
          </ac:picMkLst>
        </pc:picChg>
        <pc:picChg chg="add mod">
          <ac:chgData name="Somak Das" userId="S::sdas@floridapoly.edu::98cebb13-2fc4-4808-95b9-daeb7e6acc01" providerId="AD" clId="Web-{4E8CD290-8EBA-2FE0-2BBD-2755B438DE86}" dt="2024-08-22T17:09:28.421" v="103" actId="1076"/>
          <ac:picMkLst>
            <pc:docMk/>
            <pc:sldMk cId="1258505263" sldId="323"/>
            <ac:picMk id="9" creationId="{959DAEEB-2C1C-43F7-8B95-16EC2C90AEFC}"/>
          </ac:picMkLst>
        </pc:picChg>
        <pc:picChg chg="add mod">
          <ac:chgData name="Somak Das" userId="S::sdas@floridapoly.edu::98cebb13-2fc4-4808-95b9-daeb7e6acc01" providerId="AD" clId="Web-{4E8CD290-8EBA-2FE0-2BBD-2755B438DE86}" dt="2024-08-22T17:09:34.640" v="104" actId="1076"/>
          <ac:picMkLst>
            <pc:docMk/>
            <pc:sldMk cId="1258505263" sldId="323"/>
            <ac:picMk id="10" creationId="{E3427B32-B10F-3A77-1504-B7E542E1E8D7}"/>
          </ac:picMkLst>
        </pc:picChg>
        <pc:picChg chg="del">
          <ac:chgData name="Somak Das" userId="S::sdas@floridapoly.edu::98cebb13-2fc4-4808-95b9-daeb7e6acc01" providerId="AD" clId="Web-{4E8CD290-8EBA-2FE0-2BBD-2755B438DE86}" dt="2024-08-22T17:07:40.933" v="81"/>
          <ac:picMkLst>
            <pc:docMk/>
            <pc:sldMk cId="1258505263" sldId="323"/>
            <ac:picMk id="26" creationId="{7ED93B17-0AFF-B1DC-3C2D-1DECD8A63136}"/>
          </ac:picMkLst>
        </pc:picChg>
      </pc:sldChg>
      <pc:sldChg chg="modSp">
        <pc:chgData name="Somak Das" userId="S::sdas@floridapoly.edu::98cebb13-2fc4-4808-95b9-daeb7e6acc01" providerId="AD" clId="Web-{4E8CD290-8EBA-2FE0-2BBD-2755B438DE86}" dt="2024-08-22T17:13:14.257" v="120" actId="20577"/>
        <pc:sldMkLst>
          <pc:docMk/>
          <pc:sldMk cId="292029867" sldId="324"/>
        </pc:sldMkLst>
        <pc:spChg chg="mod">
          <ac:chgData name="Somak Das" userId="S::sdas@floridapoly.edu::98cebb13-2fc4-4808-95b9-daeb7e6acc01" providerId="AD" clId="Web-{4E8CD290-8EBA-2FE0-2BBD-2755B438DE86}" dt="2024-08-22T17:13:14.257" v="120" actId="20577"/>
          <ac:spMkLst>
            <pc:docMk/>
            <pc:sldMk cId="292029867" sldId="324"/>
            <ac:spMk id="11" creationId="{A1C636A3-009F-6570-7669-56FDE2615B8B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6:55:18.392" v="8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4E8CD290-8EBA-2FE0-2BBD-2755B438DE86}" dt="2024-08-22T16:55:18.392" v="8"/>
          <ac:spMkLst>
            <pc:docMk/>
            <pc:sldMk cId="3318097273" sldId="332"/>
            <ac:spMk id="6" creationId="{E88614C3-D617-BE48-B016-860E74C0DCE5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7:11:57.457" v="111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4E8CD290-8EBA-2FE0-2BBD-2755B438DE86}" dt="2024-08-22T17:11:52.019" v="110" actId="20577"/>
          <ac:spMkLst>
            <pc:docMk/>
            <pc:sldMk cId="452420084" sldId="407"/>
            <ac:spMk id="5" creationId="{2F9054FB-F84B-479C-5BC5-0ACDD7CC4440}"/>
          </ac:spMkLst>
        </pc:spChg>
        <pc:cxnChg chg="mod">
          <ac:chgData name="Somak Das" userId="S::sdas@floridapoly.edu::98cebb13-2fc4-4808-95b9-daeb7e6acc01" providerId="AD" clId="Web-{4E8CD290-8EBA-2FE0-2BBD-2755B438DE86}" dt="2024-08-22T17:11:57.457" v="111" actId="14100"/>
          <ac:cxnSpMkLst>
            <pc:docMk/>
            <pc:sldMk cId="452420084" sldId="407"/>
            <ac:cxnSpMk id="6" creationId="{0A19E5B5-A98E-B2E9-78AA-0C22BDCA407F}"/>
          </ac:cxnSpMkLst>
        </pc:cxnChg>
      </pc:sldChg>
      <pc:sldChg chg="modSp">
        <pc:chgData name="Somak Das" userId="S::sdas@floridapoly.edu::98cebb13-2fc4-4808-95b9-daeb7e6acc01" providerId="AD" clId="Web-{4E8CD290-8EBA-2FE0-2BBD-2755B438DE86}" dt="2024-08-22T16:55:30.361" v="10" actId="14100"/>
        <pc:sldMkLst>
          <pc:docMk/>
          <pc:sldMk cId="3674580524" sldId="408"/>
        </pc:sldMkLst>
        <pc:picChg chg="mod">
          <ac:chgData name="Somak Das" userId="S::sdas@floridapoly.edu::98cebb13-2fc4-4808-95b9-daeb7e6acc01" providerId="AD" clId="Web-{4E8CD290-8EBA-2FE0-2BBD-2755B438DE86}" dt="2024-08-22T16:55:26.346" v="9" actId="14100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E8CD290-8EBA-2FE0-2BBD-2755B438DE86}" dt="2024-08-22T16:55:30.361" v="10" actId="14100"/>
          <ac:picMkLst>
            <pc:docMk/>
            <pc:sldMk cId="3674580524" sldId="408"/>
            <ac:picMk id="6" creationId="{388AA4C1-714D-973E-8553-5AED814AA34D}"/>
          </ac:picMkLst>
        </pc:picChg>
      </pc:sldChg>
      <pc:sldChg chg="modSp">
        <pc:chgData name="Somak Das" userId="S::sdas@floridapoly.edu::98cebb13-2fc4-4808-95b9-daeb7e6acc01" providerId="AD" clId="Web-{4E8CD290-8EBA-2FE0-2BBD-2755B438DE86}" dt="2024-08-22T17:04:08.441" v="80" actId="1076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4E8CD290-8EBA-2FE0-2BBD-2755B438DE86}" dt="2024-08-22T16:59:34.041" v="77" actId="20577"/>
          <ac:spMkLst>
            <pc:docMk/>
            <pc:sldMk cId="3065423698" sldId="411"/>
            <ac:spMk id="2" creationId="{E565F55E-D7DA-B62E-8A45-B4E51826E6A7}"/>
          </ac:spMkLst>
        </pc:spChg>
        <pc:spChg chg="mod">
          <ac:chgData name="Somak Das" userId="S::sdas@floridapoly.edu::98cebb13-2fc4-4808-95b9-daeb7e6acc01" providerId="AD" clId="Web-{4E8CD290-8EBA-2FE0-2BBD-2755B438DE86}" dt="2024-08-22T17:04:04.176" v="79" actId="1076"/>
          <ac:spMkLst>
            <pc:docMk/>
            <pc:sldMk cId="3065423698" sldId="411"/>
            <ac:spMk id="3" creationId="{3A242FA9-1E6A-4D64-FCFD-3DD029AC543D}"/>
          </ac:spMkLst>
        </pc:spChg>
        <pc:spChg chg="mod">
          <ac:chgData name="Somak Das" userId="S::sdas@floridapoly.edu::98cebb13-2fc4-4808-95b9-daeb7e6acc01" providerId="AD" clId="Web-{4E8CD290-8EBA-2FE0-2BBD-2755B438DE86}" dt="2024-08-22T17:04:08.441" v="80" actId="1076"/>
          <ac:spMkLst>
            <pc:docMk/>
            <pc:sldMk cId="3065423698" sldId="411"/>
            <ac:spMk id="8" creationId="{9E5AAB8E-EB59-08ED-C6FE-145E36767055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7:14:22.103" v="121" actId="14100"/>
        <pc:sldMkLst>
          <pc:docMk/>
          <pc:sldMk cId="2300636448" sldId="413"/>
        </pc:sldMkLst>
        <pc:spChg chg="mod">
          <ac:chgData name="Somak Das" userId="S::sdas@floridapoly.edu::98cebb13-2fc4-4808-95b9-daeb7e6acc01" providerId="AD" clId="Web-{4E8CD290-8EBA-2FE0-2BBD-2755B438DE86}" dt="2024-08-22T17:14:22.103" v="121" actId="14100"/>
          <ac:spMkLst>
            <pc:docMk/>
            <pc:sldMk cId="2300636448" sldId="413"/>
            <ac:spMk id="2" creationId="{2F8FB17B-3D35-E09E-9B8F-37DD0A7BD9D1}"/>
          </ac:spMkLst>
        </pc:spChg>
      </pc:sldChg>
    </pc:docChg>
  </pc:docChgLst>
  <pc:docChgLst>
    <pc:chgData name="Somak Das" userId="S::sdas@floridapoly.edu::98cebb13-2fc4-4808-95b9-daeb7e6acc01" providerId="AD" clId="Web-{B561A60A-8E1C-7FB4-0DE0-A4F3F9A1E291}"/>
    <pc:docChg chg="addSld delSld modSld sldOrd">
      <pc:chgData name="Somak Das" userId="S::sdas@floridapoly.edu::98cebb13-2fc4-4808-95b9-daeb7e6acc01" providerId="AD" clId="Web-{B561A60A-8E1C-7FB4-0DE0-A4F3F9A1E291}" dt="2024-08-21T17:47:29.888" v="442"/>
      <pc:docMkLst>
        <pc:docMk/>
      </pc:docMkLst>
      <pc:sldChg chg="modSp">
        <pc:chgData name="Somak Das" userId="S::sdas@floridapoly.edu::98cebb13-2fc4-4808-95b9-daeb7e6acc01" providerId="AD" clId="Web-{B561A60A-8E1C-7FB4-0DE0-A4F3F9A1E291}" dt="2024-08-21T04:51:52.302" v="26" actId="20577"/>
        <pc:sldMkLst>
          <pc:docMk/>
          <pc:sldMk cId="1258505263" sldId="323"/>
        </pc:sldMkLst>
        <pc:spChg chg="mod">
          <ac:chgData name="Somak Das" userId="S::sdas@floridapoly.edu::98cebb13-2fc4-4808-95b9-daeb7e6acc01" providerId="AD" clId="Web-{B561A60A-8E1C-7FB4-0DE0-A4F3F9A1E291}" dt="2024-08-21T04:51:52.302" v="26" actId="20577"/>
          <ac:spMkLst>
            <pc:docMk/>
            <pc:sldMk cId="1258505263" sldId="323"/>
            <ac:spMk id="2" creationId="{5088AF94-9FC3-C808-5EE2-28C7E7DD2A5C}"/>
          </ac:spMkLst>
        </pc:spChg>
      </pc:sldChg>
      <pc:sldChg chg="modSp delAnim">
        <pc:chgData name="Somak Das" userId="S::sdas@floridapoly.edu::98cebb13-2fc4-4808-95b9-daeb7e6acc01" providerId="AD" clId="Web-{B561A60A-8E1C-7FB4-0DE0-A4F3F9A1E291}" dt="2024-08-21T15:09:28.261" v="105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B561A60A-8E1C-7FB4-0DE0-A4F3F9A1E291}" dt="2024-08-21T14:51:28.646" v="34" actId="20577"/>
          <ac:spMkLst>
            <pc:docMk/>
            <pc:sldMk cId="3028613903" sldId="329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B561A60A-8E1C-7FB4-0DE0-A4F3F9A1E291}" dt="2024-08-21T14:53:21.696" v="59" actId="20577"/>
          <ac:spMkLst>
            <pc:docMk/>
            <pc:sldMk cId="3028613903" sldId="329"/>
            <ac:spMk id="3" creationId="{DC52C186-7861-1562-8876-8114F3D4FBFD}"/>
          </ac:spMkLst>
        </pc:spChg>
      </pc:sldChg>
      <pc:sldChg chg="addSp modSp addAnim delAnim">
        <pc:chgData name="Somak Das" userId="S::sdas@floridapoly.edu::98cebb13-2fc4-4808-95b9-daeb7e6acc01" providerId="AD" clId="Web-{B561A60A-8E1C-7FB4-0DE0-A4F3F9A1E291}" dt="2024-08-21T15:41:15.030" v="22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B561A60A-8E1C-7FB4-0DE0-A4F3F9A1E291}" dt="2024-08-21T15:35:02.236" v="154" actId="20577"/>
          <ac:spMkLst>
            <pc:docMk/>
            <pc:sldMk cId="3318097273" sldId="332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5:37:55.210" v="171" actId="14100"/>
          <ac:spMkLst>
            <pc:docMk/>
            <pc:sldMk cId="3318097273" sldId="332"/>
            <ac:spMk id="3" creationId="{354C05FE-4A37-CB70-1118-E3D35ABBC8A2}"/>
          </ac:spMkLst>
        </pc:spChg>
        <pc:spChg chg="add mod">
          <ac:chgData name="Somak Das" userId="S::sdas@floridapoly.edu::98cebb13-2fc4-4808-95b9-daeb7e6acc01" providerId="AD" clId="Web-{B561A60A-8E1C-7FB4-0DE0-A4F3F9A1E291}" dt="2024-08-21T15:39:39.808" v="212" actId="14100"/>
          <ac:spMkLst>
            <pc:docMk/>
            <pc:sldMk cId="3318097273" sldId="332"/>
            <ac:spMk id="4" creationId="{28EF37E4-C88E-0688-3EAE-D88D740A72D3}"/>
          </ac:spMkLst>
        </pc:spChg>
        <pc:spChg chg="mod">
          <ac:chgData name="Somak Das" userId="S::sdas@floridapoly.edu::98cebb13-2fc4-4808-95b9-daeb7e6acc01" providerId="AD" clId="Web-{B561A60A-8E1C-7FB4-0DE0-A4F3F9A1E291}" dt="2024-08-21T15:39:38.245" v="211" actId="14100"/>
          <ac:spMkLst>
            <pc:docMk/>
            <pc:sldMk cId="3318097273" sldId="332"/>
            <ac:spMk id="6" creationId="{E88614C3-D617-BE48-B016-860E74C0DCE5}"/>
          </ac:spMkLst>
        </pc:spChg>
      </pc:sldChg>
      <pc:sldChg chg="addAnim">
        <pc:chgData name="Somak Das" userId="S::sdas@floridapoly.edu::98cebb13-2fc4-4808-95b9-daeb7e6acc01" providerId="AD" clId="Web-{B561A60A-8E1C-7FB4-0DE0-A4F3F9A1E291}" dt="2024-08-21T15:08:37.010" v="103"/>
        <pc:sldMkLst>
          <pc:docMk/>
          <pc:sldMk cId="1282981941" sldId="376"/>
        </pc:sldMkLst>
      </pc:sldChg>
      <pc:sldChg chg="modSp addAnim delAnim">
        <pc:chgData name="Somak Das" userId="S::sdas@floridapoly.edu::98cebb13-2fc4-4808-95b9-daeb7e6acc01" providerId="AD" clId="Web-{B561A60A-8E1C-7FB4-0DE0-A4F3F9A1E291}" dt="2024-08-21T15:09:35.230" v="106"/>
        <pc:sldMkLst>
          <pc:docMk/>
          <pc:sldMk cId="78619994" sldId="385"/>
        </pc:sldMkLst>
        <pc:spChg chg="mod">
          <ac:chgData name="Somak Das" userId="S::sdas@floridapoly.edu::98cebb13-2fc4-4808-95b9-daeb7e6acc01" providerId="AD" clId="Web-{B561A60A-8E1C-7FB4-0DE0-A4F3F9A1E291}" dt="2024-08-21T14:51:34.208" v="35" actId="20577"/>
          <ac:spMkLst>
            <pc:docMk/>
            <pc:sldMk cId="78619994" sldId="385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B561A60A-8E1C-7FB4-0DE0-A4F3F9A1E291}" dt="2024-08-21T14:53:32.040" v="60" actId="20577"/>
          <ac:spMkLst>
            <pc:docMk/>
            <pc:sldMk cId="78619994" sldId="385"/>
            <ac:spMk id="3" creationId="{DC52C186-7861-1562-8876-8114F3D4FBFD}"/>
          </ac:spMkLst>
        </pc:spChg>
      </pc:sldChg>
      <pc:sldChg chg="addSp delSp modSp addAnim">
        <pc:chgData name="Somak Das" userId="S::sdas@floridapoly.edu::98cebb13-2fc4-4808-95b9-daeb7e6acc01" providerId="AD" clId="Web-{B561A60A-8E1C-7FB4-0DE0-A4F3F9A1E291}" dt="2024-08-21T15:42:52.783" v="234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B561A60A-8E1C-7FB4-0DE0-A4F3F9A1E291}" dt="2024-08-21T15:09:54.903" v="108" actId="1076"/>
          <ac:spMkLst>
            <pc:docMk/>
            <pc:sldMk cId="3333729908" sldId="391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5:14:38.866" v="122" actId="1076"/>
          <ac:spMkLst>
            <pc:docMk/>
            <pc:sldMk cId="3333729908" sldId="391"/>
            <ac:spMk id="6" creationId="{E88614C3-D617-BE48-B016-860E74C0DCE5}"/>
          </ac:spMkLst>
        </pc:spChg>
        <pc:cxnChg chg="add mod">
          <ac:chgData name="Somak Das" userId="S::sdas@floridapoly.edu::98cebb13-2fc4-4808-95b9-daeb7e6acc01" providerId="AD" clId="Web-{B561A60A-8E1C-7FB4-0DE0-A4F3F9A1E291}" dt="2024-08-21T15:15:53.759" v="130" actId="1076"/>
          <ac:cxnSpMkLst>
            <pc:docMk/>
            <pc:sldMk cId="3333729908" sldId="391"/>
            <ac:cxnSpMk id="8" creationId="{B00C2DC0-9283-8B31-9CC5-008181C2AE64}"/>
          </ac:cxnSpMkLst>
        </pc:cxnChg>
        <pc:cxnChg chg="add mod">
          <ac:chgData name="Somak Das" userId="S::sdas@floridapoly.edu::98cebb13-2fc4-4808-95b9-daeb7e6acc01" providerId="AD" clId="Web-{B561A60A-8E1C-7FB4-0DE0-A4F3F9A1E291}" dt="2024-08-21T15:16:15.401" v="133" actId="14100"/>
          <ac:cxnSpMkLst>
            <pc:docMk/>
            <pc:sldMk cId="3333729908" sldId="391"/>
            <ac:cxnSpMk id="13" creationId="{6FD7ED21-E22D-17A3-1895-AF763A515AA5}"/>
          </ac:cxnSpMkLst>
        </pc:cxnChg>
        <pc:cxnChg chg="mod">
          <ac:chgData name="Somak Das" userId="S::sdas@floridapoly.edu::98cebb13-2fc4-4808-95b9-daeb7e6acc01" providerId="AD" clId="Web-{B561A60A-8E1C-7FB4-0DE0-A4F3F9A1E291}" dt="2024-08-21T15:14:48.741" v="123" actId="1076"/>
          <ac:cxnSpMkLst>
            <pc:docMk/>
            <pc:sldMk cId="3333729908" sldId="391"/>
            <ac:cxnSpMk id="31" creationId="{F5F11D7E-968F-0C57-7C5A-D43768411FEE}"/>
          </ac:cxnSpMkLst>
        </pc:cxnChg>
        <pc:cxnChg chg="mod">
          <ac:chgData name="Somak Das" userId="S::sdas@floridapoly.edu::98cebb13-2fc4-4808-95b9-daeb7e6acc01" providerId="AD" clId="Web-{B561A60A-8E1C-7FB4-0DE0-A4F3F9A1E291}" dt="2024-08-21T15:17:12.793" v="139" actId="1076"/>
          <ac:cxnSpMkLst>
            <pc:docMk/>
            <pc:sldMk cId="3333729908" sldId="391"/>
            <ac:cxnSpMk id="33" creationId="{BD6C3249-2C81-9816-1890-9B977A77528F}"/>
          </ac:cxnSpMkLst>
        </pc:cxnChg>
        <pc:cxnChg chg="del">
          <ac:chgData name="Somak Das" userId="S::sdas@floridapoly.edu::98cebb13-2fc4-4808-95b9-daeb7e6acc01" providerId="AD" clId="Web-{B561A60A-8E1C-7FB4-0DE0-A4F3F9A1E291}" dt="2024-08-21T15:15:18.914" v="124"/>
          <ac:cxnSpMkLst>
            <pc:docMk/>
            <pc:sldMk cId="3333729908" sldId="391"/>
            <ac:cxnSpMk id="52" creationId="{6FD961DF-19AA-40DB-C849-23E82F84C023}"/>
          </ac:cxnSpMkLst>
        </pc:cxnChg>
      </pc:sldChg>
      <pc:sldChg chg="modSp ord addAnim">
        <pc:chgData name="Somak Das" userId="S::sdas@floridapoly.edu::98cebb13-2fc4-4808-95b9-daeb7e6acc01" providerId="AD" clId="Web-{B561A60A-8E1C-7FB4-0DE0-A4F3F9A1E291}" dt="2024-08-21T15:42:24.517" v="232"/>
        <pc:sldMkLst>
          <pc:docMk/>
          <pc:sldMk cId="3092200611" sldId="392"/>
        </pc:sldMkLst>
        <pc:spChg chg="mod">
          <ac:chgData name="Somak Das" userId="S::sdas@floridapoly.edu::98cebb13-2fc4-4808-95b9-daeb7e6acc01" providerId="AD" clId="Web-{B561A60A-8E1C-7FB4-0DE0-A4F3F9A1E291}" dt="2024-08-21T15:13:36.739" v="118" actId="1076"/>
          <ac:spMkLst>
            <pc:docMk/>
            <pc:sldMk cId="3092200611" sldId="392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B561A60A-8E1C-7FB4-0DE0-A4F3F9A1E291}" dt="2024-08-21T15:13:47.114" v="119" actId="1076"/>
          <ac:spMkLst>
            <pc:docMk/>
            <pc:sldMk cId="3092200611" sldId="392"/>
            <ac:spMk id="3" creationId="{BE1B3976-A099-6675-6DEA-6DFC2DE8D49F}"/>
          </ac:spMkLst>
        </pc:spChg>
        <pc:picChg chg="mod">
          <ac:chgData name="Somak Das" userId="S::sdas@floridapoly.edu::98cebb13-2fc4-4808-95b9-daeb7e6acc01" providerId="AD" clId="Web-{B561A60A-8E1C-7FB4-0DE0-A4F3F9A1E291}" dt="2024-08-21T15:13:53.692" v="120" actId="1076"/>
          <ac:picMkLst>
            <pc:docMk/>
            <pc:sldMk cId="3092200611" sldId="392"/>
            <ac:picMk id="1026" creationId="{0FFE5A21-A2CF-9ECD-CF03-D62863655169}"/>
          </ac:picMkLst>
        </pc:picChg>
        <pc:picChg chg="mod">
          <ac:chgData name="Somak Das" userId="S::sdas@floridapoly.edu::98cebb13-2fc4-4808-95b9-daeb7e6acc01" providerId="AD" clId="Web-{B561A60A-8E1C-7FB4-0DE0-A4F3F9A1E291}" dt="2024-08-21T15:13:59.818" v="121" actId="1076"/>
          <ac:picMkLst>
            <pc:docMk/>
            <pc:sldMk cId="3092200611" sldId="392"/>
            <ac:picMk id="1028" creationId="{379A1608-04B6-B747-B554-604CAE7373B9}"/>
          </ac:picMkLst>
        </pc:picChg>
      </pc:sldChg>
      <pc:sldChg chg="modSp ord addAnim">
        <pc:chgData name="Somak Das" userId="S::sdas@floridapoly.edu::98cebb13-2fc4-4808-95b9-daeb7e6acc01" providerId="AD" clId="Web-{B561A60A-8E1C-7FB4-0DE0-A4F3F9A1E291}" dt="2024-08-21T15:41:59.078" v="229"/>
        <pc:sldMkLst>
          <pc:docMk/>
          <pc:sldMk cId="1533984678" sldId="393"/>
        </pc:sldMkLst>
        <pc:spChg chg="mod">
          <ac:chgData name="Somak Das" userId="S::sdas@floridapoly.edu::98cebb13-2fc4-4808-95b9-daeb7e6acc01" providerId="AD" clId="Web-{B561A60A-8E1C-7FB4-0DE0-A4F3F9A1E291}" dt="2024-08-21T15:11:40.188" v="111" actId="1076"/>
          <ac:spMkLst>
            <pc:docMk/>
            <pc:sldMk cId="1533984678" sldId="393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B561A60A-8E1C-7FB4-0DE0-A4F3F9A1E291}" dt="2024-08-21T15:13:27.051" v="117" actId="14100"/>
          <ac:spMkLst>
            <pc:docMk/>
            <pc:sldMk cId="1533984678" sldId="393"/>
            <ac:spMk id="3" creationId="{BE1B3976-A099-6675-6DEA-6DFC2DE8D49F}"/>
          </ac:spMkLst>
        </pc:spChg>
      </pc:sldChg>
      <pc:sldChg chg="addSp delSp modSp addAnim delAnim">
        <pc:chgData name="Somak Das" userId="S::sdas@floridapoly.edu::98cebb13-2fc4-4808-95b9-daeb7e6acc01" providerId="AD" clId="Web-{B561A60A-8E1C-7FB4-0DE0-A4F3F9A1E291}" dt="2024-08-21T17:46:08.135" v="424"/>
        <pc:sldMkLst>
          <pc:docMk/>
          <pc:sldMk cId="3120438824" sldId="394"/>
        </pc:sldMkLst>
        <pc:spChg chg="mod">
          <ac:chgData name="Somak Das" userId="S::sdas@floridapoly.edu::98cebb13-2fc4-4808-95b9-daeb7e6acc01" providerId="AD" clId="Web-{B561A60A-8E1C-7FB4-0DE0-A4F3F9A1E291}" dt="2024-08-21T17:01:17.986" v="241" actId="20577"/>
          <ac:spMkLst>
            <pc:docMk/>
            <pc:sldMk cId="3120438824" sldId="394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7:07:21.421" v="342" actId="20577"/>
          <ac:spMkLst>
            <pc:docMk/>
            <pc:sldMk cId="3120438824" sldId="394"/>
            <ac:spMk id="3" creationId="{354C05FE-4A37-CB70-1118-E3D35ABBC8A2}"/>
          </ac:spMkLst>
        </pc:spChg>
        <pc:spChg chg="add mod">
          <ac:chgData name="Somak Das" userId="S::sdas@floridapoly.edu::98cebb13-2fc4-4808-95b9-daeb7e6acc01" providerId="AD" clId="Web-{B561A60A-8E1C-7FB4-0DE0-A4F3F9A1E291}" dt="2024-08-21T17:45:38.939" v="419" actId="1076"/>
          <ac:spMkLst>
            <pc:docMk/>
            <pc:sldMk cId="3120438824" sldId="394"/>
            <ac:spMk id="4" creationId="{7086AB1D-201C-425C-3D8E-0F5A367D9487}"/>
          </ac:spMkLst>
        </pc:spChg>
        <pc:picChg chg="del">
          <ac:chgData name="Somak Das" userId="S::sdas@floridapoly.edu::98cebb13-2fc4-4808-95b9-daeb7e6acc01" providerId="AD" clId="Web-{B561A60A-8E1C-7FB4-0DE0-A4F3F9A1E291}" dt="2024-08-21T17:42:50.106" v="343"/>
          <ac:picMkLst>
            <pc:docMk/>
            <pc:sldMk cId="3120438824" sldId="394"/>
            <ac:picMk id="14" creationId="{D54615E2-415A-0F25-8B7F-BE79FF00311C}"/>
          </ac:picMkLst>
        </pc:picChg>
      </pc:sldChg>
      <pc:sldChg chg="del ord">
        <pc:chgData name="Somak Das" userId="S::sdas@floridapoly.edu::98cebb13-2fc4-4808-95b9-daeb7e6acc01" providerId="AD" clId="Web-{B561A60A-8E1C-7FB4-0DE0-A4F3F9A1E291}" dt="2024-08-21T15:36:02.066" v="155"/>
        <pc:sldMkLst>
          <pc:docMk/>
          <pc:sldMk cId="1941020335" sldId="395"/>
        </pc:sldMkLst>
      </pc:sldChg>
      <pc:sldChg chg="modSp">
        <pc:chgData name="Somak Das" userId="S::sdas@floridapoly.edu::98cebb13-2fc4-4808-95b9-daeb7e6acc01" providerId="AD" clId="Web-{B561A60A-8E1C-7FB4-0DE0-A4F3F9A1E291}" dt="2024-08-21T15:30:46.445" v="146" actId="1076"/>
        <pc:sldMkLst>
          <pc:docMk/>
          <pc:sldMk cId="784239317" sldId="403"/>
        </pc:sldMkLst>
        <pc:spChg chg="mod">
          <ac:chgData name="Somak Das" userId="S::sdas@floridapoly.edu::98cebb13-2fc4-4808-95b9-daeb7e6acc01" providerId="AD" clId="Web-{B561A60A-8E1C-7FB4-0DE0-A4F3F9A1E291}" dt="2024-08-21T15:30:46.445" v="146" actId="1076"/>
          <ac:spMkLst>
            <pc:docMk/>
            <pc:sldMk cId="784239317" sldId="403"/>
            <ac:spMk id="2" creationId="{CE0A8BFF-1C3E-72D0-05E8-C3870734035F}"/>
          </ac:spMkLst>
        </pc:spChg>
        <pc:picChg chg="mod">
          <ac:chgData name="Somak Das" userId="S::sdas@floridapoly.edu::98cebb13-2fc4-4808-95b9-daeb7e6acc01" providerId="AD" clId="Web-{B561A60A-8E1C-7FB4-0DE0-A4F3F9A1E291}" dt="2024-08-21T15:30:38.617" v="145" actId="1076"/>
          <ac:picMkLst>
            <pc:docMk/>
            <pc:sldMk cId="784239317" sldId="403"/>
            <ac:picMk id="6" creationId="{CB739C54-C338-80F2-8EC0-883E6000A5CA}"/>
          </ac:picMkLst>
        </pc:picChg>
      </pc:sldChg>
      <pc:sldChg chg="addSp delSp modSp new addAnim delAnim">
        <pc:chgData name="Somak Das" userId="S::sdas@floridapoly.edu::98cebb13-2fc4-4808-95b9-daeb7e6acc01" providerId="AD" clId="Web-{B561A60A-8E1C-7FB4-0DE0-A4F3F9A1E291}" dt="2024-08-21T17:47:29.888" v="442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B561A60A-8E1C-7FB4-0DE0-A4F3F9A1E291}" dt="2024-08-21T17:47:05.668" v="431" actId="20577"/>
          <ac:spMkLst>
            <pc:docMk/>
            <pc:sldMk cId="452420084" sldId="407"/>
            <ac:spMk id="2" creationId="{DCC7CE86-258F-DDED-4030-6954F0729A1A}"/>
          </ac:spMkLst>
        </pc:spChg>
        <pc:spChg chg="del">
          <ac:chgData name="Somak Das" userId="S::sdas@floridapoly.edu::98cebb13-2fc4-4808-95b9-daeb7e6acc01" providerId="AD" clId="Web-{B561A60A-8E1C-7FB4-0DE0-A4F3F9A1E291}" dt="2024-08-21T17:47:10.668" v="432"/>
          <ac:spMkLst>
            <pc:docMk/>
            <pc:sldMk cId="452420084" sldId="407"/>
            <ac:spMk id="3" creationId="{AB73F3C7-F5AB-C267-25E8-8DE4DE41E843}"/>
          </ac:spMkLst>
        </pc:spChg>
        <pc:spChg chg="add mod">
          <ac:chgData name="Somak Das" userId="S::sdas@floridapoly.edu::98cebb13-2fc4-4808-95b9-daeb7e6acc01" providerId="AD" clId="Web-{B561A60A-8E1C-7FB4-0DE0-A4F3F9A1E291}" dt="2024-08-21T17:47:25.199" v="434" actId="1076"/>
          <ac:spMkLst>
            <pc:docMk/>
            <pc:sldMk cId="452420084" sldId="407"/>
            <ac:spMk id="5" creationId="{2F9054FB-F84B-479C-5BC5-0ACDD7CC4440}"/>
          </ac:spMkLst>
        </pc:spChg>
      </pc:sldChg>
    </pc:docChg>
  </pc:docChgLst>
  <pc:docChgLst>
    <pc:chgData name="Somak Das" userId="S::sdas@floridapoly.edu::98cebb13-2fc4-4808-95b9-daeb7e6acc01" providerId="AD" clId="Web-{D7773649-E105-4598-43B9-88EC412E1CC3}"/>
    <pc:docChg chg="modSld">
      <pc:chgData name="Somak Das" userId="S::sdas@floridapoly.edu::98cebb13-2fc4-4808-95b9-daeb7e6acc01" providerId="AD" clId="Web-{D7773649-E105-4598-43B9-88EC412E1CC3}" dt="2024-08-27T18:46:00.103" v="13" actId="20577"/>
      <pc:docMkLst>
        <pc:docMk/>
      </pc:docMkLst>
      <pc:sldChg chg="modSp">
        <pc:chgData name="Somak Das" userId="S::sdas@floridapoly.edu::98cebb13-2fc4-4808-95b9-daeb7e6acc01" providerId="AD" clId="Web-{D7773649-E105-4598-43B9-88EC412E1CC3}" dt="2024-08-27T18:46:00.103" v="13" actId="20577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D7773649-E105-4598-43B9-88EC412E1CC3}" dt="2024-08-27T18:46:00.103" v="13" actId="20577"/>
          <ac:spMkLst>
            <pc:docMk/>
            <pc:sldMk cId="3333729908" sldId="391"/>
            <ac:spMk id="10" creationId="{B32EEC7B-6009-E09A-23B8-CB9028753165}"/>
          </ac:spMkLst>
        </pc:spChg>
        <pc:spChg chg="mod">
          <ac:chgData name="Somak Das" userId="S::sdas@floridapoly.edu::98cebb13-2fc4-4808-95b9-daeb7e6acc01" providerId="AD" clId="Web-{D7773649-E105-4598-43B9-88EC412E1CC3}" dt="2024-08-27T18:45:12.289" v="3" actId="20577"/>
          <ac:spMkLst>
            <pc:docMk/>
            <pc:sldMk cId="3333729908" sldId="391"/>
            <ac:spMk id="11" creationId="{4B557BA0-AB63-50DD-D24C-869E6E96D9D5}"/>
          </ac:spMkLst>
        </pc:spChg>
      </pc:sldChg>
    </pc:docChg>
  </pc:docChgLst>
  <pc:docChgLst>
    <pc:chgData name="Somak Das" userId="S::sdas@floridapoly.edu::98cebb13-2fc4-4808-95b9-daeb7e6acc01" providerId="AD" clId="Web-{71361FC9-A3A7-296D-CE62-EEB1C02E736D}"/>
    <pc:docChg chg="modSld sldOrd">
      <pc:chgData name="Somak Das" userId="S::sdas@floridapoly.edu::98cebb13-2fc4-4808-95b9-daeb7e6acc01" providerId="AD" clId="Web-{71361FC9-A3A7-296D-CE62-EEB1C02E736D}" dt="2024-08-22T16:52:57.857" v="2" actId="20577"/>
      <pc:docMkLst>
        <pc:docMk/>
      </pc:docMkLst>
      <pc:sldChg chg="ord">
        <pc:chgData name="Somak Das" userId="S::sdas@floridapoly.edu::98cebb13-2fc4-4808-95b9-daeb7e6acc01" providerId="AD" clId="Web-{71361FC9-A3A7-296D-CE62-EEB1C02E736D}" dt="2024-08-22T16:52:03.668" v="0"/>
        <pc:sldMkLst>
          <pc:docMk/>
          <pc:sldMk cId="443300659" sldId="325"/>
        </pc:sldMkLst>
      </pc:sldChg>
      <pc:sldChg chg="modSp">
        <pc:chgData name="Somak Das" userId="S::sdas@floridapoly.edu::98cebb13-2fc4-4808-95b9-daeb7e6acc01" providerId="AD" clId="Web-{71361FC9-A3A7-296D-CE62-EEB1C02E736D}" dt="2024-08-22T16:52:57.857" v="2" actId="20577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71361FC9-A3A7-296D-CE62-EEB1C02E736D}" dt="2024-08-22T16:52:57.857" v="2" actId="20577"/>
          <ac:spMkLst>
            <pc:docMk/>
            <pc:sldMk cId="408905727" sldId="326"/>
            <ac:spMk id="3" creationId="{478DDA4F-8E89-D201-D77B-6D70317809B9}"/>
          </ac:spMkLst>
        </pc:spChg>
      </pc:sldChg>
    </pc:docChg>
  </pc:docChgLst>
  <pc:docChgLst>
    <pc:chgData name="Somak Das" userId="S::sdas@floridapoly.edu::98cebb13-2fc4-4808-95b9-daeb7e6acc01" providerId="AD" clId="Web-{DA7BB3A3-5892-BAC0-2700-C4905F85E78A}"/>
    <pc:docChg chg="modSld">
      <pc:chgData name="Somak Das" userId="S::sdas@floridapoly.edu::98cebb13-2fc4-4808-95b9-daeb7e6acc01" providerId="AD" clId="Web-{DA7BB3A3-5892-BAC0-2700-C4905F85E78A}" dt="2024-08-28T13:31:16.436" v="31"/>
      <pc:docMkLst>
        <pc:docMk/>
      </pc:docMkLst>
      <pc:sldChg chg="addSp modSp addAnim delAnim">
        <pc:chgData name="Somak Das" userId="S::sdas@floridapoly.edu::98cebb13-2fc4-4808-95b9-daeb7e6acc01" providerId="AD" clId="Web-{DA7BB3A3-5892-BAC0-2700-C4905F85E78A}" dt="2024-08-28T13:31:16.436" v="31"/>
        <pc:sldMkLst>
          <pc:docMk/>
          <pc:sldMk cId="3092200611" sldId="392"/>
        </pc:sldMkLst>
        <pc:picChg chg="add mod">
          <ac:chgData name="Somak Das" userId="S::sdas@floridapoly.edu::98cebb13-2fc4-4808-95b9-daeb7e6acc01" providerId="AD" clId="Web-{DA7BB3A3-5892-BAC0-2700-C4905F85E78A}" dt="2024-08-28T13:28:12.603" v="15" actId="1076"/>
          <ac:picMkLst>
            <pc:docMk/>
            <pc:sldMk cId="3092200611" sldId="392"/>
            <ac:picMk id="5" creationId="{C9B23BDE-EE8D-5CAE-BB68-57EE7B14317B}"/>
          </ac:picMkLst>
        </pc:picChg>
        <pc:picChg chg="mod">
          <ac:chgData name="Somak Das" userId="S::sdas@floridapoly.edu::98cebb13-2fc4-4808-95b9-daeb7e6acc01" providerId="AD" clId="Web-{DA7BB3A3-5892-BAC0-2700-C4905F85E78A}" dt="2024-08-28T13:21:52.656" v="1" actId="1076"/>
          <ac:picMkLst>
            <pc:docMk/>
            <pc:sldMk cId="3092200611" sldId="392"/>
            <ac:picMk id="1028" creationId="{379A1608-04B6-B747-B554-604CAE7373B9}"/>
          </ac:picMkLst>
        </pc:picChg>
      </pc:sldChg>
      <pc:sldChg chg="addSp modSp addAnim delAnim">
        <pc:chgData name="Somak Das" userId="S::sdas@floridapoly.edu::98cebb13-2fc4-4808-95b9-daeb7e6acc01" providerId="AD" clId="Web-{DA7BB3A3-5892-BAC0-2700-C4905F85E78A}" dt="2024-08-28T13:30:43.826" v="28"/>
        <pc:sldMkLst>
          <pc:docMk/>
          <pc:sldMk cId="1533984678" sldId="393"/>
        </pc:sldMkLst>
        <pc:picChg chg="add mod">
          <ac:chgData name="Somak Das" userId="S::sdas@floridapoly.edu::98cebb13-2fc4-4808-95b9-daeb7e6acc01" providerId="AD" clId="Web-{DA7BB3A3-5892-BAC0-2700-C4905F85E78A}" dt="2024-08-28T13:28:32.760" v="19" actId="1076"/>
          <ac:picMkLst>
            <pc:docMk/>
            <pc:sldMk cId="1533984678" sldId="393"/>
            <ac:picMk id="4" creationId="{D41C8A00-27FD-6982-F216-9446E23C4451}"/>
          </ac:picMkLst>
        </pc:picChg>
        <pc:picChg chg="mod">
          <ac:chgData name="Somak Das" userId="S::sdas@floridapoly.edu::98cebb13-2fc4-4808-95b9-daeb7e6acc01" providerId="AD" clId="Web-{DA7BB3A3-5892-BAC0-2700-C4905F85E78A}" dt="2024-08-28T13:21:44.265" v="0" actId="1076"/>
          <ac:picMkLst>
            <pc:docMk/>
            <pc:sldMk cId="1533984678" sldId="393"/>
            <ac:picMk id="1028" creationId="{379A1608-04B6-B747-B554-604CAE7373B9}"/>
          </ac:picMkLst>
        </pc:picChg>
      </pc:sldChg>
    </pc:docChg>
  </pc:docChgLst>
  <pc:docChgLst>
    <pc:chgData name="Somak Das" userId="S::sdas@floridapoly.edu::98cebb13-2fc4-4808-95b9-daeb7e6acc01" providerId="AD" clId="Web-{481234EF-4B4E-FD0B-D859-8458AD20B99E}"/>
    <pc:docChg chg="addSld delSld modSld sldOrd">
      <pc:chgData name="Somak Das" userId="S::sdas@floridapoly.edu::98cebb13-2fc4-4808-95b9-daeb7e6acc01" providerId="AD" clId="Web-{481234EF-4B4E-FD0B-D859-8458AD20B99E}" dt="2024-08-22T14:40:13.213" v="760" actId="1076"/>
      <pc:docMkLst>
        <pc:docMk/>
      </pc:docMkLst>
      <pc:sldChg chg="add del">
        <pc:chgData name="Somak Das" userId="S::sdas@floridapoly.edu::98cebb13-2fc4-4808-95b9-daeb7e6acc01" providerId="AD" clId="Web-{481234EF-4B4E-FD0B-D859-8458AD20B99E}" dt="2024-08-22T07:11:32.439" v="393"/>
        <pc:sldMkLst>
          <pc:docMk/>
          <pc:sldMk cId="1616182179" sldId="257"/>
        </pc:sldMkLst>
      </pc:sldChg>
      <pc:sldChg chg="delSp modSp add">
        <pc:chgData name="Somak Das" userId="S::sdas@floridapoly.edu::98cebb13-2fc4-4808-95b9-daeb7e6acc01" providerId="AD" clId="Web-{481234EF-4B4E-FD0B-D859-8458AD20B99E}" dt="2024-08-22T07:26:09.875" v="431" actId="14100"/>
        <pc:sldMkLst>
          <pc:docMk/>
          <pc:sldMk cId="1418437035" sldId="315"/>
        </pc:sldMkLst>
        <pc:spChg chg="mod">
          <ac:chgData name="Somak Das" userId="S::sdas@floridapoly.edu::98cebb13-2fc4-4808-95b9-daeb7e6acc01" providerId="AD" clId="Web-{481234EF-4B4E-FD0B-D859-8458AD20B99E}" dt="2024-08-22T07:12:00.971" v="396" actId="20577"/>
          <ac:spMkLst>
            <pc:docMk/>
            <pc:sldMk cId="1418437035" sldId="315"/>
            <ac:spMk id="4" creationId="{10B73E1C-4453-5678-D29C-F4304DB4C6CA}"/>
          </ac:spMkLst>
        </pc:spChg>
        <pc:spChg chg="mod">
          <ac:chgData name="Somak Das" userId="S::sdas@floridapoly.edu::98cebb13-2fc4-4808-95b9-daeb7e6acc01" providerId="AD" clId="Web-{481234EF-4B4E-FD0B-D859-8458AD20B99E}" dt="2024-08-22T07:26:09.875" v="431" actId="14100"/>
          <ac:spMkLst>
            <pc:docMk/>
            <pc:sldMk cId="1418437035" sldId="315"/>
            <ac:spMk id="6" creationId="{4566C2B3-50DC-E041-A89A-7E3D6B757069}"/>
          </ac:spMkLst>
        </pc:spChg>
        <pc:spChg chg="mod">
          <ac:chgData name="Somak Das" userId="S::sdas@floridapoly.edu::98cebb13-2fc4-4808-95b9-daeb7e6acc01" providerId="AD" clId="Web-{481234EF-4B4E-FD0B-D859-8458AD20B99E}" dt="2024-08-22T07:12:09.050" v="397" actId="1076"/>
          <ac:spMkLst>
            <pc:docMk/>
            <pc:sldMk cId="1418437035" sldId="315"/>
            <ac:spMk id="8" creationId="{CB1CBEC3-427C-90C3-874C-8CF78648C4AD}"/>
          </ac:spMkLst>
        </pc:spChg>
        <pc:spChg chg="mod">
          <ac:chgData name="Somak Das" userId="S::sdas@floridapoly.edu::98cebb13-2fc4-4808-95b9-daeb7e6acc01" providerId="AD" clId="Web-{481234EF-4B4E-FD0B-D859-8458AD20B99E}" dt="2024-08-22T07:12:44.738" v="401" actId="1076"/>
          <ac:spMkLst>
            <pc:docMk/>
            <pc:sldMk cId="1418437035" sldId="315"/>
            <ac:spMk id="9" creationId="{D5387E9A-CE15-39FE-9450-E826C7E48D0F}"/>
          </ac:spMkLst>
        </pc:spChg>
        <pc:spChg chg="del mod">
          <ac:chgData name="Somak Das" userId="S::sdas@floridapoly.edu::98cebb13-2fc4-4808-95b9-daeb7e6acc01" providerId="AD" clId="Web-{481234EF-4B4E-FD0B-D859-8458AD20B99E}" dt="2024-08-22T07:12:22.831" v="399"/>
          <ac:spMkLst>
            <pc:docMk/>
            <pc:sldMk cId="1418437035" sldId="315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81234EF-4B4E-FD0B-D859-8458AD20B99E}" dt="2024-08-22T07:12:51.004" v="402" actId="1076"/>
          <ac:spMkLst>
            <pc:docMk/>
            <pc:sldMk cId="1418437035" sldId="315"/>
            <ac:spMk id="11" creationId="{31FAEBB8-6AC4-D58F-EA92-C15CFBAC06BB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14:05.428" v="408" actId="1076"/>
        <pc:sldMkLst>
          <pc:docMk/>
          <pc:sldMk cId="381369815" sldId="316"/>
        </pc:sldMkLst>
        <pc:spChg chg="mod">
          <ac:chgData name="Somak Das" userId="S::sdas@floridapoly.edu::98cebb13-2fc4-4808-95b9-daeb7e6acc01" providerId="AD" clId="Web-{481234EF-4B4E-FD0B-D859-8458AD20B99E}" dt="2024-08-22T07:14:05.428" v="408" actId="1076"/>
          <ac:spMkLst>
            <pc:docMk/>
            <pc:sldMk cId="381369815" sldId="316"/>
            <ac:spMk id="6" creationId="{4566C2B3-50DC-E041-A89A-7E3D6B757069}"/>
          </ac:spMkLst>
        </pc:spChg>
        <pc:spChg chg="del mod">
          <ac:chgData name="Somak Das" userId="S::sdas@floridapoly.edu::98cebb13-2fc4-4808-95b9-daeb7e6acc01" providerId="AD" clId="Web-{481234EF-4B4E-FD0B-D859-8458AD20B99E}" dt="2024-08-22T07:13:45.397" v="406"/>
          <ac:spMkLst>
            <pc:docMk/>
            <pc:sldMk cId="381369815" sldId="316"/>
            <ac:spMk id="10" creationId="{C9996246-EF2D-EDEE-5D70-FF913E45C39E}"/>
          </ac:spMkLst>
        </pc:spChg>
      </pc:sldChg>
      <pc:sldChg chg="modSp add">
        <pc:chgData name="Somak Das" userId="S::sdas@floridapoly.edu::98cebb13-2fc4-4808-95b9-daeb7e6acc01" providerId="AD" clId="Web-{481234EF-4B4E-FD0B-D859-8458AD20B99E}" dt="2024-08-22T07:13:30.396" v="404" actId="1076"/>
        <pc:sldMkLst>
          <pc:docMk/>
          <pc:sldMk cId="494098789" sldId="318"/>
        </pc:sldMkLst>
        <pc:spChg chg="mod">
          <ac:chgData name="Somak Das" userId="S::sdas@floridapoly.edu::98cebb13-2fc4-4808-95b9-daeb7e6acc01" providerId="AD" clId="Web-{481234EF-4B4E-FD0B-D859-8458AD20B99E}" dt="2024-08-22T07:13:30.396" v="404" actId="1076"/>
          <ac:spMkLst>
            <pc:docMk/>
            <pc:sldMk cId="494098789" sldId="318"/>
            <ac:spMk id="11" creationId="{E6B4A249-1AAB-F8FA-1A47-CC2B153E8B07}"/>
          </ac:spMkLst>
        </pc:spChg>
      </pc:sldChg>
      <pc:sldChg chg="addSp delSp modSp mod modClrScheme chgLayout">
        <pc:chgData name="Somak Das" userId="S::sdas@floridapoly.edu::98cebb13-2fc4-4808-95b9-daeb7e6acc01" providerId="AD" clId="Web-{481234EF-4B4E-FD0B-D859-8458AD20B99E}" dt="2024-08-22T06:11:31.088" v="158" actId="14100"/>
        <pc:sldMkLst>
          <pc:docMk/>
          <pc:sldMk cId="292029867" sldId="324"/>
        </pc:sldMkLst>
        <pc:spChg chg="del">
          <ac:chgData name="Somak Das" userId="S::sdas@floridapoly.edu::98cebb13-2fc4-4808-95b9-daeb7e6acc01" providerId="AD" clId="Web-{481234EF-4B4E-FD0B-D859-8458AD20B99E}" dt="2024-08-22T06:09:07.740" v="133"/>
          <ac:spMkLst>
            <pc:docMk/>
            <pc:sldMk cId="292029867" sldId="324"/>
            <ac:spMk id="3" creationId="{8EA75E41-EE76-231D-8C38-7108561D1D08}"/>
          </ac:spMkLst>
        </pc:spChg>
        <pc:spChg chg="add mod ord">
          <ac:chgData name="Somak Das" userId="S::sdas@floridapoly.edu::98cebb13-2fc4-4808-95b9-daeb7e6acc01" providerId="AD" clId="Web-{481234EF-4B4E-FD0B-D859-8458AD20B99E}" dt="2024-08-22T06:11:31.088" v="158" actId="14100"/>
          <ac:spMkLst>
            <pc:docMk/>
            <pc:sldMk cId="292029867" sldId="324"/>
            <ac:spMk id="4" creationId="{B49FBBA6-51CD-ECB5-0BFA-6ACDFC22E148}"/>
          </ac:spMkLst>
        </pc:spChg>
      </pc:sldChg>
      <pc:sldChg chg="modSp">
        <pc:chgData name="Somak Das" userId="S::sdas@floridapoly.edu::98cebb13-2fc4-4808-95b9-daeb7e6acc01" providerId="AD" clId="Web-{481234EF-4B4E-FD0B-D859-8458AD20B99E}" dt="2024-08-22T04:50:59.250" v="5" actId="1076"/>
        <pc:sldMkLst>
          <pc:docMk/>
          <pc:sldMk cId="408905727" sldId="326"/>
        </pc:sldMkLst>
        <pc:picChg chg="mod">
          <ac:chgData name="Somak Das" userId="S::sdas@floridapoly.edu::98cebb13-2fc4-4808-95b9-daeb7e6acc01" providerId="AD" clId="Web-{481234EF-4B4E-FD0B-D859-8458AD20B99E}" dt="2024-08-22T04:50:42.969" v="3" actId="14100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481234EF-4B4E-FD0B-D859-8458AD20B99E}" dt="2024-08-22T04:50:59.250" v="5" actId="1076"/>
          <ac:picMkLst>
            <pc:docMk/>
            <pc:sldMk cId="408905727" sldId="326"/>
            <ac:picMk id="13" creationId="{25710B6F-9705-7AC8-C2C8-BB6DDDDD4D40}"/>
          </ac:picMkLst>
        </pc:picChg>
      </pc:sldChg>
      <pc:sldChg chg="modSp">
        <pc:chgData name="Somak Das" userId="S::sdas@floridapoly.edu::98cebb13-2fc4-4808-95b9-daeb7e6acc01" providerId="AD" clId="Web-{481234EF-4B4E-FD0B-D859-8458AD20B99E}" dt="2024-08-22T04:51:36.626" v="10" actId="20577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481234EF-4B4E-FD0B-D859-8458AD20B99E}" dt="2024-08-22T04:51:36.626" v="10" actId="20577"/>
          <ac:spMkLst>
            <pc:docMk/>
            <pc:sldMk cId="1955294139" sldId="327"/>
            <ac:spMk id="3" creationId="{BD7FC757-8098-03FA-77DF-6AC1266D2843}"/>
          </ac:spMkLst>
        </pc:spChg>
      </pc:sldChg>
      <pc:sldChg chg="addSp modSp mod setBg">
        <pc:chgData name="Somak Das" userId="S::sdas@floridapoly.edu::98cebb13-2fc4-4808-95b9-daeb7e6acc01" providerId="AD" clId="Web-{481234EF-4B4E-FD0B-D859-8458AD20B99E}" dt="2024-08-22T07:01:21.168" v="353" actId="20577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481234EF-4B4E-FD0B-D859-8458AD20B99E}" dt="2024-08-22T07:01:21.168" v="353" actId="20577"/>
          <ac:spMkLst>
            <pc:docMk/>
            <pc:sldMk cId="3028613903" sldId="329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481234EF-4B4E-FD0B-D859-8458AD20B99E}" dt="2024-08-22T06:02:59.744" v="75" actId="20577"/>
          <ac:spMkLst>
            <pc:docMk/>
            <pc:sldMk cId="3028613903" sldId="329"/>
            <ac:spMk id="3" creationId="{DC52C186-7861-1562-8876-8114F3D4FBFD}"/>
          </ac:spMkLst>
        </pc:spChg>
        <pc:spChg chg="mod">
          <ac:chgData name="Somak Das" userId="S::sdas@floridapoly.edu::98cebb13-2fc4-4808-95b9-daeb7e6acc01" providerId="AD" clId="Web-{481234EF-4B4E-FD0B-D859-8458AD20B99E}" dt="2024-08-22T06:02:23.102" v="71" actId="1076"/>
          <ac:spMkLst>
            <pc:docMk/>
            <pc:sldMk cId="3028613903" sldId="329"/>
            <ac:spMk id="4" creationId="{D103B5C0-D4CF-5EBE-EF3A-416783B20075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1" creationId="{BACC6370-2D7E-4714-9D71-7542949D7D5D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3" creationId="{F68B3F68-107C-434F-AA38-110D5EA91B85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5" creationId="{AAD0DBB9-1A4B-4391-81D4-CB19F9AB918A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7" creationId="{063BBA22-50EA-4C4D-BE05-F1CE4E63AA56}"/>
          </ac:spMkLst>
        </pc:spChg>
        <pc:picChg chg="mod">
          <ac:chgData name="Somak Das" userId="S::sdas@floridapoly.edu::98cebb13-2fc4-4808-95b9-daeb7e6acc01" providerId="AD" clId="Web-{481234EF-4B4E-FD0B-D859-8458AD20B99E}" dt="2024-08-22T06:02:18.477" v="70" actId="1076"/>
          <ac:picMkLst>
            <pc:docMk/>
            <pc:sldMk cId="3028613903" sldId="329"/>
            <ac:picMk id="5" creationId="{64C96BA6-AC0C-38D2-6B12-93A54EA481C4}"/>
          </ac:picMkLst>
        </pc:picChg>
      </pc:sldChg>
      <pc:sldChg chg="addSp modSp mod setBg">
        <pc:chgData name="Somak Das" userId="S::sdas@floridapoly.edu::98cebb13-2fc4-4808-95b9-daeb7e6acc01" providerId="AD" clId="Web-{481234EF-4B4E-FD0B-D859-8458AD20B99E}" dt="2024-08-22T06:07:04.455" v="131" actId="2057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481234EF-4B4E-FD0B-D859-8458AD20B99E}" dt="2024-08-22T06:04:46.388" v="90" actId="20577"/>
          <ac:spMkLst>
            <pc:docMk/>
            <pc:sldMk cId="3318097273" sldId="332"/>
            <ac:spMk id="3" creationId="{354C05FE-4A37-CB70-1118-E3D35ABBC8A2}"/>
          </ac:spMkLst>
        </pc:spChg>
        <pc:spChg chg="mod">
          <ac:chgData name="Somak Das" userId="S::sdas@floridapoly.edu::98cebb13-2fc4-4808-95b9-daeb7e6acc01" providerId="AD" clId="Web-{481234EF-4B4E-FD0B-D859-8458AD20B99E}" dt="2024-08-22T06:04:23.465" v="88" actId="20577"/>
          <ac:spMkLst>
            <pc:docMk/>
            <pc:sldMk cId="3318097273" sldId="332"/>
            <ac:spMk id="4" creationId="{28EF37E4-C88E-0688-3EAE-D88D740A72D3}"/>
          </ac:spMkLst>
        </pc:spChg>
        <pc:spChg chg="mod">
          <ac:chgData name="Somak Das" userId="S::sdas@floridapoly.edu::98cebb13-2fc4-4808-95b9-daeb7e6acc01" providerId="AD" clId="Web-{481234EF-4B4E-FD0B-D859-8458AD20B99E}" dt="2024-08-22T06:07:04.455" v="131" actId="20577"/>
          <ac:spMkLst>
            <pc:docMk/>
            <pc:sldMk cId="3318097273" sldId="332"/>
            <ac:spMk id="6" creationId="{E88614C3-D617-BE48-B016-860E74C0DCE5}"/>
          </ac:spMkLst>
        </pc:spChg>
        <pc:spChg chg="ad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11" creationId="{70DFC902-7D23-471A-B557-B6B6917D7A0D}"/>
          </ac:spMkLst>
        </pc:spChg>
        <pc:spChg chg="ad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13" creationId="{A55D5633-D557-4DCA-982C-FF36EB7A1C00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15:18.478" v="417"/>
        <pc:sldMkLst>
          <pc:docMk/>
          <pc:sldMk cId="1625461729" sldId="334"/>
        </pc:sldMkLst>
        <pc:spChg chg="del mod">
          <ac:chgData name="Somak Das" userId="S::sdas@floridapoly.edu::98cebb13-2fc4-4808-95b9-daeb7e6acc01" providerId="AD" clId="Web-{481234EF-4B4E-FD0B-D859-8458AD20B99E}" dt="2024-08-22T07:15:09.134" v="415"/>
          <ac:spMkLst>
            <pc:docMk/>
            <pc:sldMk cId="1625461729" sldId="334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14:41.742" v="409"/>
          <ac:spMkLst>
            <pc:docMk/>
            <pc:sldMk cId="1625461729" sldId="334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481234EF-4B4E-FD0B-D859-8458AD20B99E}" dt="2024-08-22T07:15:02.399" v="410" actId="1076"/>
          <ac:picMkLst>
            <pc:docMk/>
            <pc:sldMk cId="1625461729" sldId="334"/>
            <ac:picMk id="12" creationId="{D8CE6E9B-AF83-408B-757A-FA1B70E68C91}"/>
          </ac:picMkLst>
        </pc:picChg>
        <pc:picChg chg="mod">
          <ac:chgData name="Somak Das" userId="S::sdas@floridapoly.edu::98cebb13-2fc4-4808-95b9-daeb7e6acc01" providerId="AD" clId="Web-{481234EF-4B4E-FD0B-D859-8458AD20B99E}" dt="2024-08-22T07:15:02.446" v="411" actId="1076"/>
          <ac:picMkLst>
            <pc:docMk/>
            <pc:sldMk cId="1625461729" sldId="334"/>
            <ac:picMk id="14" creationId="{9C8FB9C8-2A6A-D1C8-058A-C2723384CD92}"/>
          </ac:picMkLst>
        </pc:picChg>
        <pc:picChg chg="mod">
          <ac:chgData name="Somak Das" userId="S::sdas@floridapoly.edu::98cebb13-2fc4-4808-95b9-daeb7e6acc01" providerId="AD" clId="Web-{481234EF-4B4E-FD0B-D859-8458AD20B99E}" dt="2024-08-22T07:15:02.493" v="412" actId="1076"/>
          <ac:picMkLst>
            <pc:docMk/>
            <pc:sldMk cId="1625461729" sldId="334"/>
            <ac:picMk id="16" creationId="{9D8C2017-E56D-775E-4457-65895B1BB33F}"/>
          </ac:picMkLst>
        </pc:picChg>
        <pc:cxnChg chg="del">
          <ac:chgData name="Somak Das" userId="S::sdas@floridapoly.edu::98cebb13-2fc4-4808-95b9-daeb7e6acc01" providerId="AD" clId="Web-{481234EF-4B4E-FD0B-D859-8458AD20B99E}" dt="2024-08-22T07:15:16.025" v="416"/>
          <ac:cxnSpMkLst>
            <pc:docMk/>
            <pc:sldMk cId="1625461729" sldId="334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481234EF-4B4E-FD0B-D859-8458AD20B99E}" dt="2024-08-22T07:15:18.478" v="417"/>
          <ac:cxnSpMkLst>
            <pc:docMk/>
            <pc:sldMk cId="1625461729" sldId="334"/>
            <ac:cxnSpMk id="7" creationId="{840CDFCC-E13B-7867-6F04-2CC89D1BEC3B}"/>
          </ac:cxnSpMkLst>
        </pc:cxnChg>
      </pc:sldChg>
      <pc:sldChg chg="delSp modSp add">
        <pc:chgData name="Somak Das" userId="S::sdas@floridapoly.edu::98cebb13-2fc4-4808-95b9-daeb7e6acc01" providerId="AD" clId="Web-{481234EF-4B4E-FD0B-D859-8458AD20B99E}" dt="2024-08-22T13:56:14.349" v="448" actId="1076"/>
        <pc:sldMkLst>
          <pc:docMk/>
          <pc:sldMk cId="1099271004" sldId="335"/>
        </pc:sldMkLst>
        <pc:spChg chg="mod">
          <ac:chgData name="Somak Das" userId="S::sdas@floridapoly.edu::98cebb13-2fc4-4808-95b9-daeb7e6acc01" providerId="AD" clId="Web-{481234EF-4B4E-FD0B-D859-8458AD20B99E}" dt="2024-08-22T07:28:11.082" v="438" actId="1076"/>
          <ac:spMkLst>
            <pc:docMk/>
            <pc:sldMk cId="1099271004" sldId="335"/>
            <ac:spMk id="2" creationId="{4AEE5492-E116-693A-701D-1DD90C4B5474}"/>
          </ac:spMkLst>
        </pc:spChg>
        <pc:spChg chg="del mod">
          <ac:chgData name="Somak Das" userId="S::sdas@floridapoly.edu::98cebb13-2fc4-4808-95b9-daeb7e6acc01" providerId="AD" clId="Web-{481234EF-4B4E-FD0B-D859-8458AD20B99E}" dt="2024-08-22T07:27:24.565" v="433"/>
          <ac:spMkLst>
            <pc:docMk/>
            <pc:sldMk cId="1099271004" sldId="335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481234EF-4B4E-FD0B-D859-8458AD20B99E}" dt="2024-08-22T13:56:14.349" v="448" actId="1076"/>
          <ac:picMkLst>
            <pc:docMk/>
            <pc:sldMk cId="1099271004" sldId="335"/>
            <ac:picMk id="4" creationId="{5A5F9A06-1EC8-1FC7-622A-3F1E179419E9}"/>
          </ac:picMkLst>
        </pc:picChg>
      </pc:sldChg>
      <pc:sldChg chg="delSp modSp add">
        <pc:chgData name="Somak Das" userId="S::sdas@floridapoly.edu::98cebb13-2fc4-4808-95b9-daeb7e6acc01" providerId="AD" clId="Web-{481234EF-4B4E-FD0B-D859-8458AD20B99E}" dt="2024-08-22T07:28:45.802" v="442" actId="1076"/>
        <pc:sldMkLst>
          <pc:docMk/>
          <pc:sldMk cId="2297853334" sldId="336"/>
        </pc:sldMkLst>
        <pc:spChg chg="mod">
          <ac:chgData name="Somak Das" userId="S::sdas@floridapoly.edu::98cebb13-2fc4-4808-95b9-daeb7e6acc01" providerId="AD" clId="Web-{481234EF-4B4E-FD0B-D859-8458AD20B99E}" dt="2024-08-22T07:28:45.802" v="442" actId="1076"/>
          <ac:spMkLst>
            <pc:docMk/>
            <pc:sldMk cId="2297853334" sldId="336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42.597" v="436"/>
          <ac:spMkLst>
            <pc:docMk/>
            <pc:sldMk cId="2297853334" sldId="336"/>
            <ac:spMk id="10" creationId="{C9996246-EF2D-EDEE-5D70-FF913E45C39E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28:22.332" v="439" actId="1076"/>
        <pc:sldMkLst>
          <pc:docMk/>
          <pc:sldMk cId="1845045554" sldId="337"/>
        </pc:sldMkLst>
        <pc:spChg chg="mod">
          <ac:chgData name="Somak Das" userId="S::sdas@floridapoly.edu::98cebb13-2fc4-4808-95b9-daeb7e6acc01" providerId="AD" clId="Web-{481234EF-4B4E-FD0B-D859-8458AD20B99E}" dt="2024-08-22T07:28:22.332" v="439" actId="1076"/>
          <ac:spMkLst>
            <pc:docMk/>
            <pc:sldMk cId="1845045554" sldId="337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30.502" v="434"/>
          <ac:spMkLst>
            <pc:docMk/>
            <pc:sldMk cId="1845045554" sldId="337"/>
            <ac:spMk id="10" creationId="{C9996246-EF2D-EDEE-5D70-FF913E45C39E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29:23.975" v="446" actId="14100"/>
        <pc:sldMkLst>
          <pc:docMk/>
          <pc:sldMk cId="1580520463" sldId="338"/>
        </pc:sldMkLst>
        <pc:spChg chg="mod">
          <ac:chgData name="Somak Das" userId="S::sdas@floridapoly.edu::98cebb13-2fc4-4808-95b9-daeb7e6acc01" providerId="AD" clId="Web-{481234EF-4B4E-FD0B-D859-8458AD20B99E}" dt="2024-08-22T07:28:31.614" v="440" actId="1076"/>
          <ac:spMkLst>
            <pc:docMk/>
            <pc:sldMk cId="1580520463" sldId="338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35.409" v="435"/>
          <ac:spMkLst>
            <pc:docMk/>
            <pc:sldMk cId="1580520463" sldId="338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81234EF-4B4E-FD0B-D859-8458AD20B99E}" dt="2024-08-22T07:29:23.975" v="446" actId="14100"/>
          <ac:spMkLst>
            <pc:docMk/>
            <pc:sldMk cId="1580520463" sldId="338"/>
            <ac:spMk id="15" creationId="{FE318F92-AE98-FF2D-CD59-26DE4DC7B307}"/>
          </ac:spMkLst>
        </pc:spChg>
      </pc:sldChg>
      <pc:sldChg chg="delSp modSp add del delAnim">
        <pc:chgData name="Somak Das" userId="S::sdas@floridapoly.edu::98cebb13-2fc4-4808-95b9-daeb7e6acc01" providerId="AD" clId="Web-{481234EF-4B4E-FD0B-D859-8458AD20B99E}" dt="2024-08-22T14:18:48.024" v="633"/>
        <pc:sldMkLst>
          <pc:docMk/>
          <pc:sldMk cId="3361854102" sldId="339"/>
        </pc:sldMkLst>
        <pc:spChg chg="mod">
          <ac:chgData name="Somak Das" userId="S::sdas@floridapoly.edu::98cebb13-2fc4-4808-95b9-daeb7e6acc01" providerId="AD" clId="Web-{481234EF-4B4E-FD0B-D859-8458AD20B99E}" dt="2024-08-22T07:28:53.005" v="443" actId="1076"/>
          <ac:spMkLst>
            <pc:docMk/>
            <pc:sldMk cId="3361854102" sldId="339"/>
            <ac:spMk id="2" creationId="{4AEE5492-E116-693A-701D-1DD90C4B5474}"/>
          </ac:spMkLst>
        </pc:spChg>
        <pc:spChg chg="mod">
          <ac:chgData name="Somak Das" userId="S::sdas@floridapoly.edu::98cebb13-2fc4-4808-95b9-daeb7e6acc01" providerId="AD" clId="Web-{481234EF-4B4E-FD0B-D859-8458AD20B99E}" dt="2024-08-22T14:08:29.970" v="491" actId="20577"/>
          <ac:spMkLst>
            <pc:docMk/>
            <pc:sldMk cId="3361854102" sldId="339"/>
            <ac:spMk id="4" creationId="{382ED116-7752-B959-6FD1-E88CE4400988}"/>
          </ac:spMkLst>
        </pc:spChg>
        <pc:spChg chg="del">
          <ac:chgData name="Somak Das" userId="S::sdas@floridapoly.edu::98cebb13-2fc4-4808-95b9-daeb7e6acc01" providerId="AD" clId="Web-{481234EF-4B4E-FD0B-D859-8458AD20B99E}" dt="2024-08-22T07:10:41.937" v="390"/>
          <ac:spMkLst>
            <pc:docMk/>
            <pc:sldMk cId="3361854102" sldId="339"/>
            <ac:spMk id="6" creationId="{2D68F052-006E-354F-F64A-D45FBB1C325C}"/>
          </ac:spMkLst>
        </pc:spChg>
        <pc:spChg chg="del">
          <ac:chgData name="Somak Das" userId="S::sdas@floridapoly.edu::98cebb13-2fc4-4808-95b9-daeb7e6acc01" providerId="AD" clId="Web-{481234EF-4B4E-FD0B-D859-8458AD20B99E}" dt="2024-08-22T07:27:48.190" v="437"/>
          <ac:spMkLst>
            <pc:docMk/>
            <pc:sldMk cId="3361854102" sldId="339"/>
            <ac:spMk id="10" creationId="{C9996246-EF2D-EDEE-5D70-FF913E45C39E}"/>
          </ac:spMkLst>
        </pc:spChg>
      </pc:sldChg>
      <pc:sldChg chg="modSp del">
        <pc:chgData name="Somak Das" userId="S::sdas@floridapoly.edu::98cebb13-2fc4-4808-95b9-daeb7e6acc01" providerId="AD" clId="Web-{481234EF-4B4E-FD0B-D859-8458AD20B99E}" dt="2024-08-22T06:00:58.865" v="64"/>
        <pc:sldMkLst>
          <pc:docMk/>
          <pc:sldMk cId="78619994" sldId="385"/>
        </pc:sldMkLst>
        <pc:spChg chg="mod">
          <ac:chgData name="Somak Das" userId="S::sdas@floridapoly.edu::98cebb13-2fc4-4808-95b9-daeb7e6acc01" providerId="AD" clId="Web-{481234EF-4B4E-FD0B-D859-8458AD20B99E}" dt="2024-08-22T05:56:12.731" v="44" actId="20577"/>
          <ac:spMkLst>
            <pc:docMk/>
            <pc:sldMk cId="78619994" sldId="385"/>
            <ac:spMk id="2" creationId="{BF13EF9D-9BE0-86BD-7E78-FC7705327ED8}"/>
          </ac:spMkLst>
        </pc:spChg>
      </pc:sldChg>
      <pc:sldChg chg="modSp">
        <pc:chgData name="Somak Das" userId="S::sdas@floridapoly.edu::98cebb13-2fc4-4808-95b9-daeb7e6acc01" providerId="AD" clId="Web-{481234EF-4B4E-FD0B-D859-8458AD20B99E}" dt="2024-08-22T06:10:43.212" v="154" actId="1076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481234EF-4B4E-FD0B-D859-8458AD20B99E}" dt="2024-08-22T06:10:43.212" v="154" actId="1076"/>
          <ac:spMkLst>
            <pc:docMk/>
            <pc:sldMk cId="3333729908" sldId="391"/>
            <ac:spMk id="2" creationId="{1D260AD2-EEE2-EB1B-1BE8-1C275BAB6F4C}"/>
          </ac:spMkLst>
        </pc:spChg>
      </pc:sldChg>
      <pc:sldChg chg="addSp delSp modSp mod setBg">
        <pc:chgData name="Somak Das" userId="S::sdas@floridapoly.edu::98cebb13-2fc4-4808-95b9-daeb7e6acc01" providerId="AD" clId="Web-{481234EF-4B4E-FD0B-D859-8458AD20B99E}" dt="2024-08-22T07:03:01.437" v="364"/>
        <pc:sldMkLst>
          <pc:docMk/>
          <pc:sldMk cId="1533984678" sldId="393"/>
        </pc:sldMkLst>
        <pc:spChg chg="mod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3" creationId="{BE1B3976-A099-6675-6DEA-6DFC2DE8D49F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3" creationId="{12609869-9E80-471B-A487-A53288E0E791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5" creationId="{7004738A-9D34-43E8-97D2-CA0EED4F8BE0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7" creationId="{B8B8D07F-F13E-443E-BA68-2D26672D76B9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9" creationId="{2813A4FA-24A5-41ED-A534-3807D1B2F344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41" creationId="{C3944F27-CA70-4E84-A51A-E6BF89558979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3" creationId="{6EA86598-DA2C-41D5-BC0C-E877F8818EEB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4" creationId="{450D3AD2-FA80-415F-A9CE-54D884561CD7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5" creationId="{87F16C5A-0D41-47A9-B0A2-9C2AD7A8CF32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50" creationId="{2B97F24A-32CE-4C1C-A50D-3016B394DCFB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52" creationId="{CD8B4F24-440B-49E9-B85D-733523DC064B}"/>
          </ac:spMkLst>
        </pc:spChg>
        <pc:picChg chg="mod ord">
          <ac:chgData name="Somak Das" userId="S::sdas@floridapoly.edu::98cebb13-2fc4-4808-95b9-daeb7e6acc01" providerId="AD" clId="Web-{481234EF-4B4E-FD0B-D859-8458AD20B99E}" dt="2024-08-22T07:03:01.437" v="364"/>
          <ac:picMkLst>
            <pc:docMk/>
            <pc:sldMk cId="1533984678" sldId="393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481234EF-4B4E-FD0B-D859-8458AD20B99E}" dt="2024-08-22T06:32:35.251" v="172"/>
        <pc:sldMkLst>
          <pc:docMk/>
          <pc:sldMk cId="3120438824" sldId="394"/>
        </pc:sldMkLst>
        <pc:spChg chg="mod">
          <ac:chgData name="Somak Das" userId="S::sdas@floridapoly.edu::98cebb13-2fc4-4808-95b9-daeb7e6acc01" providerId="AD" clId="Web-{481234EF-4B4E-FD0B-D859-8458AD20B99E}" dt="2024-08-22T06:32:35.251" v="172"/>
          <ac:spMkLst>
            <pc:docMk/>
            <pc:sldMk cId="3120438824" sldId="394"/>
            <ac:spMk id="2" creationId="{1D260AD2-EEE2-EB1B-1BE8-1C275BAB6F4C}"/>
          </ac:spMkLst>
        </pc:spChg>
      </pc:sldChg>
      <pc:sldChg chg="del">
        <pc:chgData name="Somak Das" userId="S::sdas@floridapoly.edu::98cebb13-2fc4-4808-95b9-daeb7e6acc01" providerId="AD" clId="Web-{481234EF-4B4E-FD0B-D859-8458AD20B99E}" dt="2024-08-22T06:31:38.093" v="167"/>
        <pc:sldMkLst>
          <pc:docMk/>
          <pc:sldMk cId="3183249033" sldId="396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6"/>
        <pc:sldMkLst>
          <pc:docMk/>
          <pc:sldMk cId="1246790482" sldId="397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5"/>
        <pc:sldMkLst>
          <pc:docMk/>
          <pc:sldMk cId="430080544" sldId="400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4"/>
        <pc:sldMkLst>
          <pc:docMk/>
          <pc:sldMk cId="2545225157" sldId="401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3"/>
        <pc:sldMkLst>
          <pc:docMk/>
          <pc:sldMk cId="1716920301" sldId="402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2"/>
        <pc:sldMkLst>
          <pc:docMk/>
          <pc:sldMk cId="784239317" sldId="403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1"/>
        <pc:sldMkLst>
          <pc:docMk/>
          <pc:sldMk cId="2089077435" sldId="404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0"/>
        <pc:sldMkLst>
          <pc:docMk/>
          <pc:sldMk cId="3117688700" sldId="405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59"/>
        <pc:sldMkLst>
          <pc:docMk/>
          <pc:sldMk cId="1823964748" sldId="406"/>
        </pc:sldMkLst>
      </pc:sldChg>
      <pc:sldChg chg="addSp modSp mod setBg">
        <pc:chgData name="Somak Das" userId="S::sdas@floridapoly.edu::98cebb13-2fc4-4808-95b9-daeb7e6acc01" providerId="AD" clId="Web-{481234EF-4B4E-FD0B-D859-8458AD20B99E}" dt="2024-08-22T06:06:19.360" v="126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" creationId="{DCC7CE86-258F-DDED-4030-6954F0729A1A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5" actId="14100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6" actId="14100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2" actId="14100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1" actId="14100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0" actId="14100"/>
          <ac:spMkLst>
            <pc:docMk/>
            <pc:sldMk cId="452420084" sldId="407"/>
            <ac:spMk id="9" creationId="{12B60B80-8751-E2B4-871A-2CD4C14B15B2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16" actId="14100"/>
          <ac:spMkLst>
            <pc:docMk/>
            <pc:sldMk cId="452420084" sldId="407"/>
            <ac:spMk id="13" creationId="{6E3EEAEF-FD50-2DD5-BBC8-AA9F5D529ABF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3" creationId="{BACC6370-2D7E-4714-9D71-7542949D7D5D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5" creationId="{F68B3F68-107C-434F-AA38-110D5EA91B85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7" creationId="{AAD0DBB9-1A4B-4391-81D4-CB19F9AB918A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9" creationId="{063BBA22-50EA-4C4D-BE05-F1CE4E63AA56}"/>
          </ac:spMkLst>
        </pc:spChg>
        <pc:picChg chg="mod">
          <ac:chgData name="Somak Das" userId="S::sdas@floridapoly.edu::98cebb13-2fc4-4808-95b9-daeb7e6acc01" providerId="AD" clId="Web-{481234EF-4B4E-FD0B-D859-8458AD20B99E}" dt="2024-08-22T06:06:19.360" v="115" actId="14100"/>
          <ac:picMkLst>
            <pc:docMk/>
            <pc:sldMk cId="452420084" sldId="407"/>
            <ac:picMk id="14" creationId="{94EF30D1-5E75-6849-7EEB-4719AFBBBFF4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4" actId="14100"/>
          <ac:picMkLst>
            <pc:docMk/>
            <pc:sldMk cId="452420084" sldId="407"/>
            <ac:picMk id="15" creationId="{8C468429-F65C-06A6-7E48-646A049D6E24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3" actId="14100"/>
          <ac:picMkLst>
            <pc:docMk/>
            <pc:sldMk cId="452420084" sldId="407"/>
            <ac:picMk id="16" creationId="{AAB0998B-17BE-F9AB-ADF1-2EBB9B7D65E9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2" actId="14100"/>
          <ac:picMkLst>
            <pc:docMk/>
            <pc:sldMk cId="452420084" sldId="407"/>
            <ac:picMk id="17" creationId="{91B8752C-098E-7831-EE8E-CCD5EEA716D1}"/>
          </ac:picMkLst>
        </pc:picChg>
        <pc:cxnChg chg="mod">
          <ac:chgData name="Somak Das" userId="S::sdas@floridapoly.edu::98cebb13-2fc4-4808-95b9-daeb7e6acc01" providerId="AD" clId="Web-{481234EF-4B4E-FD0B-D859-8458AD20B99E}" dt="2024-08-22T06:06:19.360" v="124" actId="14100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23" actId="14100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9" actId="14100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8" actId="14100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7" actId="14100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addSp modSp mod setBg">
        <pc:chgData name="Somak Das" userId="S::sdas@floridapoly.edu::98cebb13-2fc4-4808-95b9-daeb7e6acc01" providerId="AD" clId="Web-{481234EF-4B4E-FD0B-D859-8458AD20B99E}" dt="2024-08-22T05:58:11.453" v="48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1" creationId="{56BDBC64-1C51-0373-AE63-9730FBA06528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6" creationId="{69D184B2-2226-4E31-BCCB-444330767440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8" creationId="{1AC4D4E3-486A-464A-8EC8-D44881097267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20" creationId="{864DE13E-58EB-4475-B79C-0D4FC651239B}"/>
          </ac:spMkLst>
        </pc:spChg>
        <pc:picChg chg="mod">
          <ac:chgData name="Somak Das" userId="S::sdas@floridapoly.edu::98cebb13-2fc4-4808-95b9-daeb7e6acc01" providerId="AD" clId="Web-{481234EF-4B4E-FD0B-D859-8458AD20B99E}" dt="2024-08-22T05:58:11.453" v="48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81234EF-4B4E-FD0B-D859-8458AD20B99E}" dt="2024-08-22T05:58:11.453" v="48"/>
          <ac:picMkLst>
            <pc:docMk/>
            <pc:sldMk cId="3674580524" sldId="408"/>
            <ac:picMk id="6" creationId="{388AA4C1-714D-973E-8553-5AED814AA34D}"/>
          </ac:picMkLst>
        </pc:picChg>
      </pc:sldChg>
      <pc:sldChg chg="addSp delSp modSp add replId addAnim delAnim">
        <pc:chgData name="Somak Das" userId="S::sdas@floridapoly.edu::98cebb13-2fc4-4808-95b9-daeb7e6acc01" providerId="AD" clId="Web-{481234EF-4B4E-FD0B-D859-8458AD20B99E}" dt="2024-08-22T07:01:34.544" v="358" actId="20577"/>
        <pc:sldMkLst>
          <pc:docMk/>
          <pc:sldMk cId="2786947028" sldId="409"/>
        </pc:sldMkLst>
        <pc:spChg chg="mod">
          <ac:chgData name="Somak Das" userId="S::sdas@floridapoly.edu::98cebb13-2fc4-4808-95b9-daeb7e6acc01" providerId="AD" clId="Web-{481234EF-4B4E-FD0B-D859-8458AD20B99E}" dt="2024-08-22T07:01:34.544" v="358" actId="20577"/>
          <ac:spMkLst>
            <pc:docMk/>
            <pc:sldMk cId="2786947028" sldId="409"/>
            <ac:spMk id="2" creationId="{BF13EF9D-9BE0-86BD-7E78-FC7705327ED8}"/>
          </ac:spMkLst>
        </pc:spChg>
        <pc:spChg chg="del">
          <ac:chgData name="Somak Das" userId="S::sdas@floridapoly.edu::98cebb13-2fc4-4808-95b9-daeb7e6acc01" providerId="AD" clId="Web-{481234EF-4B4E-FD0B-D859-8458AD20B99E}" dt="2024-08-22T06:00:07.082" v="56"/>
          <ac:spMkLst>
            <pc:docMk/>
            <pc:sldMk cId="2786947028" sldId="409"/>
            <ac:spMk id="3" creationId="{DC52C186-7861-1562-8876-8114F3D4FBFD}"/>
          </ac:spMkLst>
        </pc:spChg>
        <pc:spChg chg="mod">
          <ac:chgData name="Somak Das" userId="S::sdas@floridapoly.edu::98cebb13-2fc4-4808-95b9-daeb7e6acc01" providerId="AD" clId="Web-{481234EF-4B4E-FD0B-D859-8458AD20B99E}" dt="2024-08-22T06:00:37.833" v="62" actId="1076"/>
          <ac:spMkLst>
            <pc:docMk/>
            <pc:sldMk cId="2786947028" sldId="409"/>
            <ac:spMk id="4" creationId="{D103B5C0-D4CF-5EBE-EF3A-416783B20075}"/>
          </ac:spMkLst>
        </pc:spChg>
        <pc:spChg chg="add mod">
          <ac:chgData name="Somak Das" userId="S::sdas@floridapoly.edu::98cebb13-2fc4-4808-95b9-daeb7e6acc01" providerId="AD" clId="Web-{481234EF-4B4E-FD0B-D859-8458AD20B99E}" dt="2024-08-22T06:00:21.114" v="58" actId="14100"/>
          <ac:spMkLst>
            <pc:docMk/>
            <pc:sldMk cId="2786947028" sldId="409"/>
            <ac:spMk id="8" creationId="{BB4E1B4A-949C-9C8B-A967-ED626B4A0CAB}"/>
          </ac:spMkLst>
        </pc:spChg>
        <pc:picChg chg="mod">
          <ac:chgData name="Somak Das" userId="S::sdas@floridapoly.edu::98cebb13-2fc4-4808-95b9-daeb7e6acc01" providerId="AD" clId="Web-{481234EF-4B4E-FD0B-D859-8458AD20B99E}" dt="2024-08-22T06:00:32.661" v="61" actId="14100"/>
          <ac:picMkLst>
            <pc:docMk/>
            <pc:sldMk cId="2786947028" sldId="409"/>
            <ac:picMk id="5" creationId="{64C96BA6-AC0C-38D2-6B12-93A54EA481C4}"/>
          </ac:picMkLst>
        </pc:picChg>
        <pc:picChg chg="add del mod">
          <ac:chgData name="Somak Das" userId="S::sdas@floridapoly.edu::98cebb13-2fc4-4808-95b9-daeb7e6acc01" providerId="AD" clId="Web-{481234EF-4B4E-FD0B-D859-8458AD20B99E}" dt="2024-08-22T05:59:36.909" v="53"/>
          <ac:picMkLst>
            <pc:docMk/>
            <pc:sldMk cId="2786947028" sldId="409"/>
            <ac:picMk id="6" creationId="{F81924CA-B9E1-890D-BBC2-BA54DB920A41}"/>
          </ac:picMkLst>
        </pc:picChg>
      </pc:sldChg>
      <pc:sldChg chg="addSp delSp modSp new mod setBg addAnim">
        <pc:chgData name="Somak Das" userId="S::sdas@floridapoly.edu::98cebb13-2fc4-4808-95b9-daeb7e6acc01" providerId="AD" clId="Web-{481234EF-4B4E-FD0B-D859-8458AD20B99E}" dt="2024-08-22T06:59:17.649" v="341"/>
        <pc:sldMkLst>
          <pc:docMk/>
          <pc:sldMk cId="2099666854" sldId="410"/>
        </pc:sldMkLst>
        <pc:spChg chg="mo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2" creationId="{7C1102B0-4349-50DC-4CE6-933E53588BAD}"/>
          </ac:spMkLst>
        </pc:spChg>
        <pc:spChg chg="del mod">
          <ac:chgData name="Somak Das" userId="S::sdas@floridapoly.edu::98cebb13-2fc4-4808-95b9-daeb7e6acc01" providerId="AD" clId="Web-{481234EF-4B4E-FD0B-D859-8458AD20B99E}" dt="2024-08-22T06:47:22.671" v="184"/>
          <ac:spMkLst>
            <pc:docMk/>
            <pc:sldMk cId="2099666854" sldId="410"/>
            <ac:spMk id="3" creationId="{EEA0F1E3-24DD-9D4A-EDEB-FA627A616E53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8" creationId="{1B15ED52-F352-441B-82BF-E0EA34836D08}"/>
          </ac:spMkLst>
        </pc:spChg>
        <pc:spChg chg="add mod">
          <ac:chgData name="Somak Das" userId="S::sdas@floridapoly.edu::98cebb13-2fc4-4808-95b9-daeb7e6acc01" providerId="AD" clId="Web-{481234EF-4B4E-FD0B-D859-8458AD20B99E}" dt="2024-08-22T06:56:18.596" v="328" actId="14100"/>
          <ac:spMkLst>
            <pc:docMk/>
            <pc:sldMk cId="2099666854" sldId="410"/>
            <ac:spMk id="9" creationId="{5D64EA74-0DE5-7079-03BF-682D1A60FE07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0" creationId="{3B2E3793-BFE6-45A2-9B7B-E18844431C99}"/>
          </ac:spMkLst>
        </pc:spChg>
        <pc:spChg chg="add mod">
          <ac:chgData name="Somak Das" userId="S::sdas@floridapoly.edu::98cebb13-2fc4-4808-95b9-daeb7e6acc01" providerId="AD" clId="Web-{481234EF-4B4E-FD0B-D859-8458AD20B99E}" dt="2024-08-22T06:55:15.437" v="308" actId="1076"/>
          <ac:spMkLst>
            <pc:docMk/>
            <pc:sldMk cId="2099666854" sldId="410"/>
            <ac:spMk id="11" creationId="{545DA0DB-1D50-57CD-D3D8-204236398D7B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2" creationId="{BC4C4868-CB8F-4AF9-9CDB-8108F2C19B67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4" creationId="{375E0459-6403-40CD-989D-56A4407CA12E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6" creationId="{53E5B1A8-3AC9-4BD1-9BBC-78CA94F2D1BA}"/>
          </ac:spMkLst>
        </pc:spChg>
        <pc:picChg chg="add mod">
          <ac:chgData name="Somak Das" userId="S::sdas@floridapoly.edu::98cebb13-2fc4-4808-95b9-daeb7e6acc01" providerId="AD" clId="Web-{481234EF-4B4E-FD0B-D859-8458AD20B99E}" dt="2024-08-22T06:58:01.084" v="333" actId="14100"/>
          <ac:picMkLst>
            <pc:docMk/>
            <pc:sldMk cId="2099666854" sldId="410"/>
            <ac:picMk id="4" creationId="{8C9C718B-B1A8-D446-70BA-EE50CD03409A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17.678" v="336" actId="1076"/>
          <ac:picMkLst>
            <pc:docMk/>
            <pc:sldMk cId="2099666854" sldId="410"/>
            <ac:picMk id="5" creationId="{4B62D3C9-9A0F-21E7-1A81-0C783CF62273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29.725" v="337" actId="1076"/>
          <ac:picMkLst>
            <pc:docMk/>
            <pc:sldMk cId="2099666854" sldId="410"/>
            <ac:picMk id="6" creationId="{3DEA2EA7-F892-3EFE-905E-BA86EB9B39A3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34.788" v="338" actId="1076"/>
          <ac:picMkLst>
            <pc:docMk/>
            <pc:sldMk cId="2099666854" sldId="410"/>
            <ac:picMk id="7" creationId="{7681A787-4EB0-98B1-78DF-9DEC425852EE}"/>
          </ac:picMkLst>
        </pc:picChg>
        <pc:picChg chg="add del mod">
          <ac:chgData name="Somak Das" userId="S::sdas@floridapoly.edu::98cebb13-2fc4-4808-95b9-daeb7e6acc01" providerId="AD" clId="Web-{481234EF-4B4E-FD0B-D859-8458AD20B99E}" dt="2024-08-22T06:59:17.649" v="341"/>
          <ac:picMkLst>
            <pc:docMk/>
            <pc:sldMk cId="2099666854" sldId="410"/>
            <ac:picMk id="13" creationId="{98B0DF04-5125-CC4A-47DD-8786B24E4F68}"/>
          </ac:picMkLst>
        </pc:picChg>
      </pc:sldChg>
      <pc:sldChg chg="new del">
        <pc:chgData name="Somak Das" userId="S::sdas@floridapoly.edu::98cebb13-2fc4-4808-95b9-daeb7e6acc01" providerId="AD" clId="Web-{481234EF-4B4E-FD0B-D859-8458AD20B99E}" dt="2024-08-22T06:59:20.227" v="342"/>
        <pc:sldMkLst>
          <pc:docMk/>
          <pc:sldMk cId="2036173463" sldId="411"/>
        </pc:sldMkLst>
      </pc:sldChg>
      <pc:sldChg chg="delSp modSp add">
        <pc:chgData name="Somak Das" userId="S::sdas@floridapoly.edu::98cebb13-2fc4-4808-95b9-daeb7e6acc01" providerId="AD" clId="Web-{481234EF-4B4E-FD0B-D859-8458AD20B99E}" dt="2024-08-22T14:05:33.698" v="489" actId="1076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481234EF-4B4E-FD0B-D859-8458AD20B99E}" dt="2024-08-22T14:05:12.447" v="460" actId="20577"/>
          <ac:spMkLst>
            <pc:docMk/>
            <pc:sldMk cId="3065423698" sldId="411"/>
            <ac:spMk id="3" creationId="{3A242FA9-1E6A-4D64-FCFD-3DD029AC543D}"/>
          </ac:spMkLst>
        </pc:spChg>
        <pc:spChg chg="mod">
          <ac:chgData name="Somak Das" userId="S::sdas@floridapoly.edu::98cebb13-2fc4-4808-95b9-daeb7e6acc01" providerId="AD" clId="Web-{481234EF-4B4E-FD0B-D859-8458AD20B99E}" dt="2024-08-22T14:05:33.698" v="489" actId="1076"/>
          <ac:spMkLst>
            <pc:docMk/>
            <pc:sldMk cId="3065423698" sldId="411"/>
            <ac:spMk id="6" creationId="{4566C2B3-50DC-E041-A89A-7E3D6B757069}"/>
          </ac:spMkLst>
        </pc:spChg>
        <pc:spChg chg="del mod">
          <ac:chgData name="Somak Das" userId="S::sdas@floridapoly.edu::98cebb13-2fc4-4808-95b9-daeb7e6acc01" providerId="AD" clId="Web-{481234EF-4B4E-FD0B-D859-8458AD20B99E}" dt="2024-08-22T14:04:50.806" v="450"/>
          <ac:spMkLst>
            <pc:docMk/>
            <pc:sldMk cId="3065423698" sldId="411"/>
            <ac:spMk id="10" creationId="{C9996246-EF2D-EDEE-5D70-FF913E45C39E}"/>
          </ac:spMkLst>
        </pc:spChg>
      </pc:sldChg>
      <pc:sldChg chg="addSp delSp modSp new mod setBg">
        <pc:chgData name="Somak Das" userId="S::sdas@floridapoly.edu::98cebb13-2fc4-4808-95b9-daeb7e6acc01" providerId="AD" clId="Web-{481234EF-4B4E-FD0B-D859-8458AD20B99E}" dt="2024-08-22T14:18:36.571" v="632" actId="20577"/>
        <pc:sldMkLst>
          <pc:docMk/>
          <pc:sldMk cId="3099823345" sldId="412"/>
        </pc:sldMkLst>
        <pc:spChg chg="mod">
          <ac:chgData name="Somak Das" userId="S::sdas@floridapoly.edu::98cebb13-2fc4-4808-95b9-daeb7e6acc01" providerId="AD" clId="Web-{481234EF-4B4E-FD0B-D859-8458AD20B99E}" dt="2024-08-22T14:17:30.522" v="622" actId="1076"/>
          <ac:spMkLst>
            <pc:docMk/>
            <pc:sldMk cId="3099823345" sldId="412"/>
            <ac:spMk id="2" creationId="{C61593CB-5AF9-3E8A-C79B-62820D8B2D66}"/>
          </ac:spMkLst>
        </pc:spChg>
        <pc:spChg chg="del">
          <ac:chgData name="Somak Das" userId="S::sdas@floridapoly.edu::98cebb13-2fc4-4808-95b9-daeb7e6acc01" providerId="AD" clId="Web-{481234EF-4B4E-FD0B-D859-8458AD20B99E}" dt="2024-08-22T14:11:52.025" v="493"/>
          <ac:spMkLst>
            <pc:docMk/>
            <pc:sldMk cId="3099823345" sldId="412"/>
            <ac:spMk id="3" creationId="{DA5E0D50-AABE-509F-7982-2AACBF18B5C0}"/>
          </ac:spMkLst>
        </pc:spChg>
        <pc:spChg chg="add del mod">
          <ac:chgData name="Somak Das" userId="S::sdas@floridapoly.edu::98cebb13-2fc4-4808-95b9-daeb7e6acc01" providerId="AD" clId="Web-{481234EF-4B4E-FD0B-D859-8458AD20B99E}" dt="2024-08-22T14:18:36.571" v="632" actId="20577"/>
          <ac:spMkLst>
            <pc:docMk/>
            <pc:sldMk cId="3099823345" sldId="412"/>
            <ac:spMk id="8" creationId="{97EE0C95-68A6-7C07-787F-620429F34137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1" creationId="{6EA86598-DA2C-41D5-BC0C-E877F8818EEB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3" creationId="{450D3AD2-FA80-415F-A9CE-54D884561CD7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5" creationId="{87F16C5A-0D41-47A9-B0A2-9C2AD7A8CF32}"/>
          </ac:spMkLst>
        </pc:spChg>
        <pc:graphicFrameChg chg="add del mod ord modGraphic">
          <ac:chgData name="Somak Das" userId="S::sdas@floridapoly.edu::98cebb13-2fc4-4808-95b9-daeb7e6acc01" providerId="AD" clId="Web-{481234EF-4B4E-FD0B-D859-8458AD20B99E}" dt="2024-08-22T14:12:36.808" v="501"/>
          <ac:graphicFrameMkLst>
            <pc:docMk/>
            <pc:sldMk cId="3099823345" sldId="412"/>
            <ac:graphicFrameMk id="5" creationId="{7FD9F3A8-1BD7-1CAB-4C26-DCA03EC666C1}"/>
          </ac:graphicFrameMkLst>
        </pc:graphicFrameChg>
        <pc:picChg chg="add del mod ord">
          <ac:chgData name="Somak Das" userId="S::sdas@floridapoly.edu::98cebb13-2fc4-4808-95b9-daeb7e6acc01" providerId="AD" clId="Web-{481234EF-4B4E-FD0B-D859-8458AD20B99E}" dt="2024-08-22T14:14:57.594" v="558"/>
          <ac:picMkLst>
            <pc:docMk/>
            <pc:sldMk cId="3099823345" sldId="412"/>
            <ac:picMk id="4" creationId="{00BCBA99-C058-BA00-8AD4-1AD6423289AF}"/>
          </ac:picMkLst>
        </pc:picChg>
        <pc:picChg chg="add mod">
          <ac:chgData name="Somak Das" userId="S::sdas@floridapoly.edu::98cebb13-2fc4-4808-95b9-daeb7e6acc01" providerId="AD" clId="Web-{481234EF-4B4E-FD0B-D859-8458AD20B99E}" dt="2024-08-22T14:15:39.392" v="565" actId="1076"/>
          <ac:picMkLst>
            <pc:docMk/>
            <pc:sldMk cId="3099823345" sldId="412"/>
            <ac:picMk id="16" creationId="{4047621E-551D-B0D7-C7A1-52CACD778D74}"/>
          </ac:picMkLst>
        </pc:picChg>
      </pc:sldChg>
      <pc:sldChg chg="addSp delSp modSp new mod ord setBg">
        <pc:chgData name="Somak Das" userId="S::sdas@floridapoly.edu::98cebb13-2fc4-4808-95b9-daeb7e6acc01" providerId="AD" clId="Web-{481234EF-4B4E-FD0B-D859-8458AD20B99E}" dt="2024-08-22T14:31:58.616" v="702"/>
        <pc:sldMkLst>
          <pc:docMk/>
          <pc:sldMk cId="2300636448" sldId="413"/>
        </pc:sldMkLst>
        <pc:spChg chg="mod">
          <ac:chgData name="Somak Das" userId="S::sdas@floridapoly.edu::98cebb13-2fc4-4808-95b9-daeb7e6acc01" providerId="AD" clId="Web-{481234EF-4B4E-FD0B-D859-8458AD20B99E}" dt="2024-08-22T14:31:58.522" v="701" actId="20577"/>
          <ac:spMkLst>
            <pc:docMk/>
            <pc:sldMk cId="2300636448" sldId="413"/>
            <ac:spMk id="2" creationId="{2F8FB17B-3D35-E09E-9B8F-37DD0A7BD9D1}"/>
          </ac:spMkLst>
        </pc:spChg>
        <pc:spChg chg="mod">
          <ac:chgData name="Somak Das" userId="S::sdas@floridapoly.edu::98cebb13-2fc4-4808-95b9-daeb7e6acc01" providerId="AD" clId="Web-{481234EF-4B4E-FD0B-D859-8458AD20B99E}" dt="2024-08-22T14:30:16.941" v="690" actId="14100"/>
          <ac:spMkLst>
            <pc:docMk/>
            <pc:sldMk cId="2300636448" sldId="413"/>
            <ac:spMk id="3" creationId="{D1A3852B-A892-E0C4-A152-D35A65B8462A}"/>
          </ac:spMkLst>
        </pc:spChg>
        <pc:spChg chg="add">
          <ac:chgData name="Somak Das" userId="S::sdas@floridapoly.edu::98cebb13-2fc4-4808-95b9-daeb7e6acc01" providerId="AD" clId="Web-{481234EF-4B4E-FD0B-D859-8458AD20B99E}" dt="2024-08-22T14:28:32.015" v="672"/>
          <ac:spMkLst>
            <pc:docMk/>
            <pc:sldMk cId="2300636448" sldId="413"/>
            <ac:spMk id="11" creationId="{E81BF4F6-F2CF-4984-9D14-D6966D92F99F}"/>
          </ac:spMkLst>
        </pc:spChg>
        <pc:spChg chg="add">
          <ac:chgData name="Somak Das" userId="S::sdas@floridapoly.edu::98cebb13-2fc4-4808-95b9-daeb7e6acc01" providerId="AD" clId="Web-{481234EF-4B4E-FD0B-D859-8458AD20B99E}" dt="2024-08-22T14:28:32.015" v="672"/>
          <ac:spMkLst>
            <pc:docMk/>
            <pc:sldMk cId="2300636448" sldId="413"/>
            <ac:spMk id="13" creationId="{C0763A76-9F1C-4FC5-82B7-DD475DA461B2}"/>
          </ac:spMkLst>
        </pc:spChg>
        <pc:grpChg chg="add del">
          <ac:chgData name="Somak Das" userId="S::sdas@floridapoly.edu::98cebb13-2fc4-4808-95b9-daeb7e6acc01" providerId="AD" clId="Web-{481234EF-4B4E-FD0B-D859-8458AD20B99E}" dt="2024-08-22T14:28:31.999" v="671"/>
          <ac:grpSpMkLst>
            <pc:docMk/>
            <pc:sldMk cId="2300636448" sldId="413"/>
            <ac:grpSpMk id="9" creationId="{8CE57D37-C2D0-066B-1AE3-6F4244344F27}"/>
          </ac:grpSpMkLst>
        </pc:grpChg>
        <pc:picChg chg="add del">
          <ac:chgData name="Somak Das" userId="S::sdas@floridapoly.edu::98cebb13-2fc4-4808-95b9-daeb7e6acc01" providerId="AD" clId="Web-{481234EF-4B4E-FD0B-D859-8458AD20B99E}" dt="2024-08-22T14:28:31.999" v="671"/>
          <ac:picMkLst>
            <pc:docMk/>
            <pc:sldMk cId="2300636448" sldId="413"/>
            <ac:picMk id="5" creationId="{78BF88B6-5D0D-2436-892A-0C150629577E}"/>
          </ac:picMkLst>
        </pc:picChg>
        <pc:picChg chg="add">
          <ac:chgData name="Somak Das" userId="S::sdas@floridapoly.edu::98cebb13-2fc4-4808-95b9-daeb7e6acc01" providerId="AD" clId="Web-{481234EF-4B4E-FD0B-D859-8458AD20B99E}" dt="2024-08-22T14:28:32.015" v="672"/>
          <ac:picMkLst>
            <pc:docMk/>
            <pc:sldMk cId="2300636448" sldId="413"/>
            <ac:picMk id="14" creationId="{2AD56294-02C3-2A00-3A1F-911253021642}"/>
          </ac:picMkLst>
        </pc:picChg>
      </pc:sldChg>
      <pc:sldChg chg="addSp modSp new">
        <pc:chgData name="Somak Das" userId="S::sdas@floridapoly.edu::98cebb13-2fc4-4808-95b9-daeb7e6acc01" providerId="AD" clId="Web-{481234EF-4B4E-FD0B-D859-8458AD20B99E}" dt="2024-08-22T14:40:13.213" v="760" actId="1076"/>
        <pc:sldMkLst>
          <pc:docMk/>
          <pc:sldMk cId="1101669048" sldId="414"/>
        </pc:sldMkLst>
        <pc:spChg chg="mod">
          <ac:chgData name="Somak Das" userId="S::sdas@floridapoly.edu::98cebb13-2fc4-4808-95b9-daeb7e6acc01" providerId="AD" clId="Web-{481234EF-4B4E-FD0B-D859-8458AD20B99E}" dt="2024-08-22T14:37:34.379" v="743"/>
          <ac:spMkLst>
            <pc:docMk/>
            <pc:sldMk cId="1101669048" sldId="414"/>
            <ac:spMk id="2" creationId="{C8C95E0C-4BFE-31C9-43E3-9571C63A203F}"/>
          </ac:spMkLst>
        </pc:spChg>
        <pc:spChg chg="mod">
          <ac:chgData name="Somak Das" userId="S::sdas@floridapoly.edu::98cebb13-2fc4-4808-95b9-daeb7e6acc01" providerId="AD" clId="Web-{481234EF-4B4E-FD0B-D859-8458AD20B99E}" dt="2024-08-22T14:40:00.712" v="758" actId="14100"/>
          <ac:spMkLst>
            <pc:docMk/>
            <pc:sldMk cId="1101669048" sldId="414"/>
            <ac:spMk id="3" creationId="{5CA6D8B2-6056-FC7D-D5A7-2DBE6CAE08B1}"/>
          </ac:spMkLst>
        </pc:spChg>
        <pc:picChg chg="add mod">
          <ac:chgData name="Somak Das" userId="S::sdas@floridapoly.edu::98cebb13-2fc4-4808-95b9-daeb7e6acc01" providerId="AD" clId="Web-{481234EF-4B4E-FD0B-D859-8458AD20B99E}" dt="2024-08-22T14:40:13.213" v="760" actId="1076"/>
          <ac:picMkLst>
            <pc:docMk/>
            <pc:sldMk cId="1101669048" sldId="414"/>
            <ac:picMk id="4" creationId="{AA985C86-A2AE-5054-03DE-D24479F3F674}"/>
          </ac:picMkLst>
        </pc:picChg>
      </pc:sldChg>
    </pc:docChg>
  </pc:docChgLst>
  <pc:docChgLst>
    <pc:chgData name="Somak Das" userId="S::sdas@floridapoly.edu::98cebb13-2fc4-4808-95b9-daeb7e6acc01" providerId="AD" clId="Web-{144A3295-EB04-3E63-4453-246F32642A61}"/>
    <pc:docChg chg="delSld">
      <pc:chgData name="Somak Das" userId="S::sdas@floridapoly.edu::98cebb13-2fc4-4808-95b9-daeb7e6acc01" providerId="AD" clId="Web-{144A3295-EB04-3E63-4453-246F32642A61}" dt="2024-08-26T15:15:56.247" v="11"/>
      <pc:docMkLst>
        <pc:docMk/>
      </pc:docMkLst>
      <pc:sldChg chg="del">
        <pc:chgData name="Somak Das" userId="S::sdas@floridapoly.edu::98cebb13-2fc4-4808-95b9-daeb7e6acc01" providerId="AD" clId="Web-{144A3295-EB04-3E63-4453-246F32642A61}" dt="2024-08-26T15:15:56.247" v="11"/>
        <pc:sldMkLst>
          <pc:docMk/>
          <pc:sldMk cId="1418437035" sldId="315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10"/>
        <pc:sldMkLst>
          <pc:docMk/>
          <pc:sldMk cId="381369815" sldId="316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9"/>
        <pc:sldMkLst>
          <pc:docMk/>
          <pc:sldMk cId="494098789" sldId="318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7"/>
        <pc:sldMkLst>
          <pc:docMk/>
          <pc:sldMk cId="1625461729" sldId="334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6"/>
        <pc:sldMkLst>
          <pc:docMk/>
          <pc:sldMk cId="1099271004" sldId="335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3"/>
        <pc:sldMkLst>
          <pc:docMk/>
          <pc:sldMk cId="2297853334" sldId="336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5"/>
        <pc:sldMkLst>
          <pc:docMk/>
          <pc:sldMk cId="1845045554" sldId="337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4"/>
        <pc:sldMkLst>
          <pc:docMk/>
          <pc:sldMk cId="1580520463" sldId="338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8"/>
        <pc:sldMkLst>
          <pc:docMk/>
          <pc:sldMk cId="3065423698" sldId="411"/>
        </pc:sldMkLst>
      </pc:sldChg>
      <pc:sldChg chg="del">
        <pc:chgData name="Somak Das" userId="S::sdas@floridapoly.edu::98cebb13-2fc4-4808-95b9-daeb7e6acc01" providerId="AD" clId="Web-{144A3295-EB04-3E63-4453-246F32642A61}" dt="2024-08-26T15:15:56.232" v="2"/>
        <pc:sldMkLst>
          <pc:docMk/>
          <pc:sldMk cId="3099823345" sldId="412"/>
        </pc:sldMkLst>
      </pc:sldChg>
      <pc:sldChg chg="del">
        <pc:chgData name="Somak Das" userId="S::sdas@floridapoly.edu::98cebb13-2fc4-4808-95b9-daeb7e6acc01" providerId="AD" clId="Web-{144A3295-EB04-3E63-4453-246F32642A61}" dt="2024-08-26T15:15:56.216" v="1"/>
        <pc:sldMkLst>
          <pc:docMk/>
          <pc:sldMk cId="2300636448" sldId="413"/>
        </pc:sldMkLst>
      </pc:sldChg>
      <pc:sldChg chg="del">
        <pc:chgData name="Somak Das" userId="S::sdas@floridapoly.edu::98cebb13-2fc4-4808-95b9-daeb7e6acc01" providerId="AD" clId="Web-{144A3295-EB04-3E63-4453-246F32642A61}" dt="2024-08-26T15:15:56.216" v="0"/>
        <pc:sldMkLst>
          <pc:docMk/>
          <pc:sldMk cId="1101669048" sldId="414"/>
        </pc:sldMkLst>
      </pc:sldChg>
    </pc:docChg>
  </pc:docChgLst>
  <pc:docChgLst>
    <pc:chgData name="Somak Das" userId="S::sdas@floridapoly.edu::98cebb13-2fc4-4808-95b9-daeb7e6acc01" providerId="AD" clId="Web-{E26C3E97-05B6-8568-8F4E-6BF9E79F1676}"/>
    <pc:docChg chg="delSld">
      <pc:chgData name="Somak Das" userId="S::sdas@floridapoly.edu::98cebb13-2fc4-4808-95b9-daeb7e6acc01" providerId="AD" clId="Web-{E26C3E97-05B6-8568-8F4E-6BF9E79F1676}" dt="2024-08-23T02:06:17.619" v="0"/>
      <pc:docMkLst>
        <pc:docMk/>
      </pc:docMkLst>
      <pc:sldChg chg="del">
        <pc:chgData name="Somak Das" userId="S::sdas@floridapoly.edu::98cebb13-2fc4-4808-95b9-daeb7e6acc01" providerId="AD" clId="Web-{E26C3E97-05B6-8568-8F4E-6BF9E79F1676}" dt="2024-08-23T02:06:17.619" v="0"/>
        <pc:sldMkLst>
          <pc:docMk/>
          <pc:sldMk cId="3028613903" sldId="329"/>
        </pc:sldMkLst>
      </pc:sldChg>
    </pc:docChg>
  </pc:docChgLst>
  <pc:docChgLst>
    <pc:chgData name="Somak Das" userId="S::sdas@floridapoly.edu::98cebb13-2fc4-4808-95b9-daeb7e6acc01" providerId="AD" clId="Web-{EF4FBCCC-26BD-805A-51C4-929DD22FCAB6}"/>
    <pc:docChg chg="delSld">
      <pc:chgData name="Somak Das" userId="S::sdas@floridapoly.edu::98cebb13-2fc4-4808-95b9-daeb7e6acc01" providerId="AD" clId="Web-{EF4FBCCC-26BD-805A-51C4-929DD22FCAB6}" dt="2024-08-23T02:11:38.200" v="8"/>
      <pc:docMkLst>
        <pc:docMk/>
      </pc:docMkLst>
      <pc:sldChg chg="del">
        <pc:chgData name="Somak Das" userId="S::sdas@floridapoly.edu::98cebb13-2fc4-4808-95b9-daeb7e6acc01" providerId="AD" clId="Web-{EF4FBCCC-26BD-805A-51C4-929DD22FCAB6}" dt="2024-08-23T02:11:38.200" v="7"/>
        <pc:sldMkLst>
          <pc:docMk/>
          <pc:sldMk cId="3459119917" sldId="320"/>
        </pc:sldMkLst>
      </pc:sldChg>
      <pc:sldChg chg="del">
        <pc:chgData name="Somak Das" userId="S::sdas@floridapoly.edu::98cebb13-2fc4-4808-95b9-daeb7e6acc01" providerId="AD" clId="Web-{EF4FBCCC-26BD-805A-51C4-929DD22FCAB6}" dt="2024-08-23T02:11:38.185" v="1"/>
        <pc:sldMkLst>
          <pc:docMk/>
          <pc:sldMk cId="1258505263" sldId="323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8"/>
        <pc:sldMkLst>
          <pc:docMk/>
          <pc:sldMk cId="443300659" sldId="325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6"/>
        <pc:sldMkLst>
          <pc:docMk/>
          <pc:sldMk cId="408905727" sldId="326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5"/>
        <pc:sldMkLst>
          <pc:docMk/>
          <pc:sldMk cId="1955294139" sldId="327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4"/>
        <pc:sldMkLst>
          <pc:docMk/>
          <pc:sldMk cId="1461250106" sldId="328"/>
        </pc:sldMkLst>
      </pc:sldChg>
      <pc:sldChg chg="del">
        <pc:chgData name="Somak Das" userId="S::sdas@floridapoly.edu::98cebb13-2fc4-4808-95b9-daeb7e6acc01" providerId="AD" clId="Web-{EF4FBCCC-26BD-805A-51C4-929DD22FCAB6}" dt="2024-08-23T02:11:38.185" v="0"/>
        <pc:sldMkLst>
          <pc:docMk/>
          <pc:sldMk cId="1282981941" sldId="376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3"/>
        <pc:sldMkLst>
          <pc:docMk/>
          <pc:sldMk cId="153209895" sldId="381"/>
        </pc:sldMkLst>
      </pc:sldChg>
      <pc:sldChg chg="del">
        <pc:chgData name="Somak Das" userId="S::sdas@floridapoly.edu::98cebb13-2fc4-4808-95b9-daeb7e6acc01" providerId="AD" clId="Web-{EF4FBCCC-26BD-805A-51C4-929DD22FCAB6}" dt="2024-08-23T02:11:38.200" v="2"/>
        <pc:sldMkLst>
          <pc:docMk/>
          <pc:sldMk cId="3101682665" sldId="382"/>
        </pc:sldMkLst>
      </pc:sldChg>
    </pc:docChg>
  </pc:docChgLst>
  <pc:docChgLst>
    <pc:chgData name="Somak Das" userId="S::sdas@floridapoly.edu::98cebb13-2fc4-4808-95b9-daeb7e6acc01" providerId="AD" clId="Web-{BEED7EEE-F471-04E3-5BDE-35622FE0CCE7}"/>
    <pc:docChg chg="delSld">
      <pc:chgData name="Somak Das" userId="S::sdas@floridapoly.edu::98cebb13-2fc4-4808-95b9-daeb7e6acc01" providerId="AD" clId="Web-{BEED7EEE-F471-04E3-5BDE-35622FE0CCE7}" dt="2024-08-20T21:13:52.510" v="15"/>
      <pc:docMkLst>
        <pc:docMk/>
      </pc:docMkLst>
      <pc:sldChg chg="del">
        <pc:chgData name="Somak Das" userId="S::sdas@floridapoly.edu::98cebb13-2fc4-4808-95b9-daeb7e6acc01" providerId="AD" clId="Web-{BEED7EEE-F471-04E3-5BDE-35622FE0CCE7}" dt="2024-08-20T21:13:52.495" v="10"/>
        <pc:sldMkLst>
          <pc:docMk/>
          <pc:sldMk cId="4059932912" sldId="33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8"/>
        <pc:sldMkLst>
          <pc:docMk/>
          <pc:sldMk cId="3969187543" sldId="335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1"/>
        <pc:sldMkLst>
          <pc:docMk/>
          <pc:sldMk cId="3105858451" sldId="336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7"/>
        <pc:sldMkLst>
          <pc:docMk/>
          <pc:sldMk cId="2503190378" sldId="337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3"/>
        <pc:sldMkLst>
          <pc:docMk/>
          <pc:sldMk cId="2940990303" sldId="343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2"/>
        <pc:sldMkLst>
          <pc:docMk/>
          <pc:sldMk cId="2471293605" sldId="34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1"/>
        <pc:sldMkLst>
          <pc:docMk/>
          <pc:sldMk cId="3343131389" sldId="345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6"/>
        <pc:sldMkLst>
          <pc:docMk/>
          <pc:sldMk cId="3735876247" sldId="383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5"/>
        <pc:sldMkLst>
          <pc:docMk/>
          <pc:sldMk cId="4161858045" sldId="38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9"/>
        <pc:sldMkLst>
          <pc:docMk/>
          <pc:sldMk cId="3322848497" sldId="386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4"/>
        <pc:sldMkLst>
          <pc:docMk/>
          <pc:sldMk cId="2119343641" sldId="387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3"/>
        <pc:sldMkLst>
          <pc:docMk/>
          <pc:sldMk cId="3486107753" sldId="388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2"/>
        <pc:sldMkLst>
          <pc:docMk/>
          <pc:sldMk cId="1355558311" sldId="389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0"/>
        <pc:sldMkLst>
          <pc:docMk/>
          <pc:sldMk cId="2597025879" sldId="390"/>
        </pc:sldMkLst>
      </pc:sldChg>
      <pc:sldChg chg="del">
        <pc:chgData name="Somak Das" userId="S::sdas@floridapoly.edu::98cebb13-2fc4-4808-95b9-daeb7e6acc01" providerId="AD" clId="Web-{BEED7EEE-F471-04E3-5BDE-35622FE0CCE7}" dt="2024-08-20T21:13:52.510" v="15"/>
        <pc:sldMkLst>
          <pc:docMk/>
          <pc:sldMk cId="3554232712" sldId="398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4"/>
        <pc:sldMkLst>
          <pc:docMk/>
          <pc:sldMk cId="2841958396" sldId="399"/>
        </pc:sldMkLst>
      </pc:sldChg>
    </pc:docChg>
  </pc:docChgLst>
  <pc:docChgLst>
    <pc:chgData name="Somak Das" userId="S::sdas@floridapoly.edu::98cebb13-2fc4-4808-95b9-daeb7e6acc01" providerId="AD" clId="Web-{61741AF8-FB0D-24D1-8A80-5F7FEE500F7E}"/>
    <pc:docChg chg="addSld delSld modSld">
      <pc:chgData name="Somak Das" userId="S::sdas@floridapoly.edu::98cebb13-2fc4-4808-95b9-daeb7e6acc01" providerId="AD" clId="Web-{61741AF8-FB0D-24D1-8A80-5F7FEE500F7E}" dt="2024-08-22T15:43:04.393" v="271" actId="1076"/>
      <pc:docMkLst>
        <pc:docMk/>
      </pc:docMkLst>
      <pc:sldChg chg="delSp modSp">
        <pc:chgData name="Somak Das" userId="S::sdas@floridapoly.edu::98cebb13-2fc4-4808-95b9-daeb7e6acc01" providerId="AD" clId="Web-{61741AF8-FB0D-24D1-8A80-5F7FEE500F7E}" dt="2024-08-22T15:10:17.583" v="71" actId="1076"/>
        <pc:sldMkLst>
          <pc:docMk/>
          <pc:sldMk cId="494098789" sldId="318"/>
        </pc:sldMkLst>
        <pc:spChg chg="mod">
          <ac:chgData name="Somak Das" userId="S::sdas@floridapoly.edu::98cebb13-2fc4-4808-95b9-daeb7e6acc01" providerId="AD" clId="Web-{61741AF8-FB0D-24D1-8A80-5F7FEE500F7E}" dt="2024-08-22T15:10:17.583" v="71" actId="1076"/>
          <ac:spMkLst>
            <pc:docMk/>
            <pc:sldMk cId="494098789" sldId="318"/>
            <ac:spMk id="6" creationId="{4566C2B3-50DC-E041-A89A-7E3D6B757069}"/>
          </ac:spMkLst>
        </pc:spChg>
        <pc:spChg chg="del">
          <ac:chgData name="Somak Das" userId="S::sdas@floridapoly.edu::98cebb13-2fc4-4808-95b9-daeb7e6acc01" providerId="AD" clId="Web-{61741AF8-FB0D-24D1-8A80-5F7FEE500F7E}" dt="2024-08-22T15:10:13.145" v="70"/>
          <ac:spMkLst>
            <pc:docMk/>
            <pc:sldMk cId="494098789" sldId="318"/>
            <ac:spMk id="10" creationId="{C9996246-EF2D-EDEE-5D70-FF913E45C39E}"/>
          </ac:spMkLst>
        </pc:spChg>
      </pc:sldChg>
      <pc:sldChg chg="modSp add">
        <pc:chgData name="Somak Das" userId="S::sdas@floridapoly.edu::98cebb13-2fc4-4808-95b9-daeb7e6acc01" providerId="AD" clId="Web-{61741AF8-FB0D-24D1-8A80-5F7FEE500F7E}" dt="2024-08-22T15:08:00.765" v="69" actId="20577"/>
        <pc:sldMkLst>
          <pc:docMk/>
          <pc:sldMk cId="3459119917" sldId="320"/>
        </pc:sldMkLst>
        <pc:spChg chg="mod">
          <ac:chgData name="Somak Das" userId="S::sdas@floridapoly.edu::98cebb13-2fc4-4808-95b9-daeb7e6acc01" providerId="AD" clId="Web-{61741AF8-FB0D-24D1-8A80-5F7FEE500F7E}" dt="2024-08-22T15:08:00.765" v="69" actId="20577"/>
          <ac:spMkLst>
            <pc:docMk/>
            <pc:sldMk cId="3459119917" sldId="320"/>
            <ac:spMk id="2" creationId="{5D8CD0A4-E5EF-8A71-A7E4-86FBA21D187D}"/>
          </ac:spMkLst>
        </pc:spChg>
      </pc:sldChg>
      <pc:sldChg chg="modSp">
        <pc:chgData name="Somak Das" userId="S::sdas@floridapoly.edu::98cebb13-2fc4-4808-95b9-daeb7e6acc01" providerId="AD" clId="Web-{61741AF8-FB0D-24D1-8A80-5F7FEE500F7E}" dt="2024-08-22T15:01:24.781" v="8" actId="20577"/>
        <pc:sldMkLst>
          <pc:docMk/>
          <pc:sldMk cId="443300659" sldId="325"/>
        </pc:sldMkLst>
        <pc:graphicFrameChg chg="modGraphic">
          <ac:chgData name="Somak Das" userId="S::sdas@floridapoly.edu::98cebb13-2fc4-4808-95b9-daeb7e6acc01" providerId="AD" clId="Web-{61741AF8-FB0D-24D1-8A80-5F7FEE500F7E}" dt="2024-08-22T15:01:24.781" v="8" actId="20577"/>
          <ac:graphicFrameMkLst>
            <pc:docMk/>
            <pc:sldMk cId="443300659" sldId="325"/>
            <ac:graphicFrameMk id="5" creationId="{1D3CBB24-E944-5B4A-1D14-EEF57FDF614F}"/>
          </ac:graphicFrameMkLst>
        </pc:graphicFrameChg>
      </pc:sldChg>
      <pc:sldChg chg="modSp addAnim delAnim">
        <pc:chgData name="Somak Das" userId="S::sdas@floridapoly.edu::98cebb13-2fc4-4808-95b9-daeb7e6acc01" providerId="AD" clId="Web-{61741AF8-FB0D-24D1-8A80-5F7FEE500F7E}" dt="2024-08-22T15:04:12.475" v="45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61741AF8-FB0D-24D1-8A80-5F7FEE500F7E}" dt="2024-08-22T15:03:18.785" v="31" actId="20577"/>
          <ac:spMkLst>
            <pc:docMk/>
            <pc:sldMk cId="408905727" sldId="326"/>
            <ac:spMk id="2" creationId="{F9E2FC75-2193-F548-BCAD-8E01A86DDF07}"/>
          </ac:spMkLst>
        </pc:spChg>
        <pc:spChg chg="mod">
          <ac:chgData name="Somak Das" userId="S::sdas@floridapoly.edu::98cebb13-2fc4-4808-95b9-daeb7e6acc01" providerId="AD" clId="Web-{61741AF8-FB0D-24D1-8A80-5F7FEE500F7E}" dt="2024-08-22T15:01:40.969" v="10" actId="20577"/>
          <ac:spMkLst>
            <pc:docMk/>
            <pc:sldMk cId="408905727" sldId="326"/>
            <ac:spMk id="3" creationId="{478DDA4F-8E89-D201-D77B-6D70317809B9}"/>
          </ac:spMkLst>
        </pc:spChg>
        <pc:picChg chg="mod">
          <ac:chgData name="Somak Das" userId="S::sdas@floridapoly.edu::98cebb13-2fc4-4808-95b9-daeb7e6acc01" providerId="AD" clId="Web-{61741AF8-FB0D-24D1-8A80-5F7FEE500F7E}" dt="2024-08-22T15:02:01.392" v="14" actId="14100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61741AF8-FB0D-24D1-8A80-5F7FEE500F7E}" dt="2024-08-22T15:01:52.407" v="12" actId="14100"/>
          <ac:picMkLst>
            <pc:docMk/>
            <pc:sldMk cId="408905727" sldId="326"/>
            <ac:picMk id="13" creationId="{25710B6F-9705-7AC8-C2C8-BB6DDDDD4D40}"/>
          </ac:picMkLst>
        </pc:picChg>
      </pc:sldChg>
      <pc:sldChg chg="delSp modSp">
        <pc:chgData name="Somak Das" userId="S::sdas@floridapoly.edu::98cebb13-2fc4-4808-95b9-daeb7e6acc01" providerId="AD" clId="Web-{61741AF8-FB0D-24D1-8A80-5F7FEE500F7E}" dt="2024-08-22T15:03:28.020" v="38" actId="20577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61741AF8-FB0D-24D1-8A80-5F7FEE500F7E}" dt="2024-08-22T15:03:28.020" v="38" actId="20577"/>
          <ac:spMkLst>
            <pc:docMk/>
            <pc:sldMk cId="1955294139" sldId="327"/>
            <ac:spMk id="19" creationId="{3B20C5A8-DBB3-A12F-8745-F71AF64AF7F1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8"/>
          <ac:spMkLst>
            <pc:docMk/>
            <pc:sldMk cId="1955294139" sldId="327"/>
            <ac:spMk id="24" creationId="{8D1AA55E-40D5-461B-A5A8-4AE8AAB71B08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7"/>
          <ac:spMkLst>
            <pc:docMk/>
            <pc:sldMk cId="1955294139" sldId="327"/>
            <ac:spMk id="28" creationId="{6CB927A4-E432-4310-9CD5-E89FF5063179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6"/>
          <ac:spMkLst>
            <pc:docMk/>
            <pc:sldMk cId="1955294139" sldId="327"/>
            <ac:spMk id="30" creationId="{E3020543-B24B-4EC4-8FFC-8DD88EEA91A8}"/>
          </ac:spMkLst>
        </pc:spChg>
        <pc:picChg chg="mod">
          <ac:chgData name="Somak Das" userId="S::sdas@floridapoly.edu::98cebb13-2fc4-4808-95b9-daeb7e6acc01" providerId="AD" clId="Web-{61741AF8-FB0D-24D1-8A80-5F7FEE500F7E}" dt="2024-08-22T15:02:20.439" v="19" actId="1076"/>
          <ac:picMkLst>
            <pc:docMk/>
            <pc:sldMk cId="1955294139" sldId="327"/>
            <ac:picMk id="5" creationId="{E219325F-BD80-284B-DF26-076D427083EA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03:38.505" v="42" actId="20577"/>
        <pc:sldMkLst>
          <pc:docMk/>
          <pc:sldMk cId="1461250106" sldId="328"/>
        </pc:sldMkLst>
        <pc:spChg chg="mod">
          <ac:chgData name="Somak Das" userId="S::sdas@floridapoly.edu::98cebb13-2fc4-4808-95b9-daeb7e6acc01" providerId="AD" clId="Web-{61741AF8-FB0D-24D1-8A80-5F7FEE500F7E}" dt="2024-08-22T15:03:38.505" v="42" actId="20577"/>
          <ac:spMkLst>
            <pc:docMk/>
            <pc:sldMk cId="1461250106" sldId="328"/>
            <ac:spMk id="2" creationId="{D104C20B-3160-80D6-701F-674D1721BFBF}"/>
          </ac:spMkLst>
        </pc:spChg>
      </pc:sldChg>
      <pc:sldChg chg="modSp">
        <pc:chgData name="Somak Das" userId="S::sdas@floridapoly.edu::98cebb13-2fc4-4808-95b9-daeb7e6acc01" providerId="AD" clId="Web-{61741AF8-FB0D-24D1-8A80-5F7FEE500F7E}" dt="2024-08-22T15:42:46.033" v="268" actId="14100"/>
        <pc:sldMkLst>
          <pc:docMk/>
          <pc:sldMk cId="3092200611" sldId="392"/>
        </pc:sldMkLst>
        <pc:picChg chg="mod">
          <ac:chgData name="Somak Das" userId="S::sdas@floridapoly.edu::98cebb13-2fc4-4808-95b9-daeb7e6acc01" providerId="AD" clId="Web-{61741AF8-FB0D-24D1-8A80-5F7FEE500F7E}" dt="2024-08-22T15:42:46.033" v="268" actId="14100"/>
          <ac:picMkLst>
            <pc:docMk/>
            <pc:sldMk cId="3092200611" sldId="392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43:04.393" v="271" actId="1076"/>
        <pc:sldMkLst>
          <pc:docMk/>
          <pc:sldMk cId="1533984678" sldId="393"/>
        </pc:sldMkLst>
        <pc:picChg chg="mod">
          <ac:chgData name="Somak Das" userId="S::sdas@floridapoly.edu::98cebb13-2fc4-4808-95b9-daeb7e6acc01" providerId="AD" clId="Web-{61741AF8-FB0D-24D1-8A80-5F7FEE500F7E}" dt="2024-08-22T15:43:04.393" v="271" actId="1076"/>
          <ac:picMkLst>
            <pc:docMk/>
            <pc:sldMk cId="1533984678" sldId="393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40:15.012" v="264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61741AF8-FB0D-24D1-8A80-5F7FEE500F7E}" dt="2024-08-22T15:34:32.389" v="201" actId="14100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61741AF8-FB0D-24D1-8A80-5F7FEE500F7E}" dt="2024-08-22T15:39:27.713" v="257" actId="20577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61741AF8-FB0D-24D1-8A80-5F7FEE500F7E}" dt="2024-08-22T15:33:31.980" v="194" actId="14100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61741AF8-FB0D-24D1-8A80-5F7FEE500F7E}" dt="2024-08-22T15:33:41.903" v="195" actId="14100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61741AF8-FB0D-24D1-8A80-5F7FEE500F7E}" dt="2024-08-22T15:33:53.481" v="196" actId="14100"/>
          <ac:spMkLst>
            <pc:docMk/>
            <pc:sldMk cId="452420084" sldId="407"/>
            <ac:spMk id="9" creationId="{12B60B80-8751-E2B4-871A-2CD4C14B15B2}"/>
          </ac:spMkLst>
        </pc:spChg>
        <pc:spChg chg="mod">
          <ac:chgData name="Somak Das" userId="S::sdas@floridapoly.edu::98cebb13-2fc4-4808-95b9-daeb7e6acc01" providerId="AD" clId="Web-{61741AF8-FB0D-24D1-8A80-5F7FEE500F7E}" dt="2024-08-22T15:38:44.227" v="253" actId="14100"/>
          <ac:spMkLst>
            <pc:docMk/>
            <pc:sldMk cId="452420084" sldId="407"/>
            <ac:spMk id="13" creationId="{6E3EEAEF-FD50-2DD5-BBC8-AA9F5D529ABF}"/>
          </ac:spMkLst>
        </pc:spChg>
        <pc:picChg chg="mod">
          <ac:chgData name="Somak Das" userId="S::sdas@floridapoly.edu::98cebb13-2fc4-4808-95b9-daeb7e6acc01" providerId="AD" clId="Web-{61741AF8-FB0D-24D1-8A80-5F7FEE500F7E}" dt="2024-08-22T15:38:03.788" v="245" actId="1076"/>
          <ac:picMkLst>
            <pc:docMk/>
            <pc:sldMk cId="452420084" sldId="407"/>
            <ac:picMk id="14" creationId="{94EF30D1-5E75-6849-7EEB-4719AFBBBFF4}"/>
          </ac:picMkLst>
        </pc:picChg>
        <pc:picChg chg="mod">
          <ac:chgData name="Somak Das" userId="S::sdas@floridapoly.edu::98cebb13-2fc4-4808-95b9-daeb7e6acc01" providerId="AD" clId="Web-{61741AF8-FB0D-24D1-8A80-5F7FEE500F7E}" dt="2024-08-22T15:37:52.615" v="244" actId="1076"/>
          <ac:picMkLst>
            <pc:docMk/>
            <pc:sldMk cId="452420084" sldId="407"/>
            <ac:picMk id="15" creationId="{8C468429-F65C-06A6-7E48-646A049D6E24}"/>
          </ac:picMkLst>
        </pc:picChg>
        <pc:picChg chg="mod">
          <ac:chgData name="Somak Das" userId="S::sdas@floridapoly.edu::98cebb13-2fc4-4808-95b9-daeb7e6acc01" providerId="AD" clId="Web-{61741AF8-FB0D-24D1-8A80-5F7FEE500F7E}" dt="2024-08-22T15:38:06.804" v="246" actId="1076"/>
          <ac:picMkLst>
            <pc:docMk/>
            <pc:sldMk cId="452420084" sldId="407"/>
            <ac:picMk id="16" creationId="{AAB0998B-17BE-F9AB-ADF1-2EBB9B7D65E9}"/>
          </ac:picMkLst>
        </pc:picChg>
        <pc:picChg chg="mod">
          <ac:chgData name="Somak Das" userId="S::sdas@floridapoly.edu::98cebb13-2fc4-4808-95b9-daeb7e6acc01" providerId="AD" clId="Web-{61741AF8-FB0D-24D1-8A80-5F7FEE500F7E}" dt="2024-08-22T15:36:58.770" v="237" actId="14100"/>
          <ac:picMkLst>
            <pc:docMk/>
            <pc:sldMk cId="452420084" sldId="407"/>
            <ac:picMk id="17" creationId="{91B8752C-098E-7831-EE8E-CCD5EEA716D1}"/>
          </ac:picMkLst>
        </pc:picChg>
        <pc:cxnChg chg="mod">
          <ac:chgData name="Somak Das" userId="S::sdas@floridapoly.edu::98cebb13-2fc4-4808-95b9-daeb7e6acc01" providerId="AD" clId="Web-{61741AF8-FB0D-24D1-8A80-5F7FEE500F7E}" dt="2024-08-22T15:40:15.012" v="264" actId="14100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61741AF8-FB0D-24D1-8A80-5F7FEE500F7E}" dt="2024-08-22T15:40:11.887" v="263" actId="14100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57.339" v="262" actId="14100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41.307" v="259" actId="14100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37.229" v="258" actId="14100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modSp">
        <pc:chgData name="Somak Das" userId="S::sdas@floridapoly.edu::98cebb13-2fc4-4808-95b9-daeb7e6acc01" providerId="AD" clId="Web-{61741AF8-FB0D-24D1-8A80-5F7FEE500F7E}" dt="2024-08-22T15:13:11.324" v="158" actId="20577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61741AF8-FB0D-24D1-8A80-5F7FEE500F7E}" dt="2024-08-22T15:13:11.324" v="158" actId="20577"/>
          <ac:spMkLst>
            <pc:docMk/>
            <pc:sldMk cId="3065423698" sldId="411"/>
            <ac:spMk id="2" creationId="{E565F55E-D7DA-B62E-8A45-B4E51826E6A7}"/>
          </ac:spMkLst>
        </pc:spChg>
      </pc:sldChg>
      <pc:sldChg chg="modSp new del">
        <pc:chgData name="Somak Das" userId="S::sdas@floridapoly.edu::98cebb13-2fc4-4808-95b9-daeb7e6acc01" providerId="AD" clId="Web-{61741AF8-FB0D-24D1-8A80-5F7FEE500F7E}" dt="2024-08-22T15:07:30.529" v="54"/>
        <pc:sldMkLst>
          <pc:docMk/>
          <pc:sldMk cId="482971502" sldId="415"/>
        </pc:sldMkLst>
        <pc:spChg chg="mod">
          <ac:chgData name="Somak Das" userId="S::sdas@floridapoly.edu::98cebb13-2fc4-4808-95b9-daeb7e6acc01" providerId="AD" clId="Web-{61741AF8-FB0D-24D1-8A80-5F7FEE500F7E}" dt="2024-08-22T15:07:19.654" v="52" actId="20577"/>
          <ac:spMkLst>
            <pc:docMk/>
            <pc:sldMk cId="482971502" sldId="415"/>
            <ac:spMk id="2" creationId="{8D15C0B2-C827-5088-6F48-5855AF223FA3}"/>
          </ac:spMkLst>
        </pc:spChg>
      </pc:sldChg>
    </pc:docChg>
  </pc:docChgLst>
  <pc:docChgLst>
    <pc:chgData name="Somak Das" userId="S::sdas@floridapoly.edu::98cebb13-2fc4-4808-95b9-daeb7e6acc01" providerId="AD" clId="Web-{6D952D50-F7F8-0482-12E5-100C3CB622DD}"/>
    <pc:docChg chg="modSld">
      <pc:chgData name="Somak Das" userId="S::sdas@floridapoly.edu::98cebb13-2fc4-4808-95b9-daeb7e6acc01" providerId="AD" clId="Web-{6D952D50-F7F8-0482-12E5-100C3CB622DD}" dt="2024-08-28T13:15:27.506" v="27" actId="1076"/>
      <pc:docMkLst>
        <pc:docMk/>
      </pc:docMkLst>
      <pc:sldChg chg="modSp">
        <pc:chgData name="Somak Das" userId="S::sdas@floridapoly.edu::98cebb13-2fc4-4808-95b9-daeb7e6acc01" providerId="AD" clId="Web-{6D952D50-F7F8-0482-12E5-100C3CB622DD}" dt="2024-08-28T13:13:40.519" v="15" actId="20577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6D952D50-F7F8-0482-12E5-100C3CB622DD}" dt="2024-08-28T13:13:40.519" v="15" actId="20577"/>
          <ac:spMkLst>
            <pc:docMk/>
            <pc:sldMk cId="3028613903" sldId="329"/>
            <ac:spMk id="4" creationId="{D103B5C0-D4CF-5EBE-EF3A-416783B20075}"/>
          </ac:spMkLst>
        </pc:spChg>
        <pc:picChg chg="mod">
          <ac:chgData name="Somak Das" userId="S::sdas@floridapoly.edu::98cebb13-2fc4-4808-95b9-daeb7e6acc01" providerId="AD" clId="Web-{6D952D50-F7F8-0482-12E5-100C3CB622DD}" dt="2024-08-28T13:13:27.800" v="11" actId="1076"/>
          <ac:picMkLst>
            <pc:docMk/>
            <pc:sldMk cId="3028613903" sldId="329"/>
            <ac:picMk id="5" creationId="{64C96BA6-AC0C-38D2-6B12-93A54EA481C4}"/>
          </ac:picMkLst>
        </pc:picChg>
      </pc:sldChg>
      <pc:sldChg chg="delSp modSp mod modClrScheme delDesignElem chgLayout">
        <pc:chgData name="Somak Das" userId="S::sdas@floridapoly.edu::98cebb13-2fc4-4808-95b9-daeb7e6acc01" providerId="AD" clId="Web-{6D952D50-F7F8-0482-12E5-100C3CB622DD}" dt="2024-08-28T13:15:27.506" v="27" actId="1076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6D952D50-F7F8-0482-12E5-100C3CB622DD}" dt="2024-08-28T13:15:27.506" v="26" actId="1076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6D952D50-F7F8-0482-12E5-100C3CB622DD}" dt="2024-08-28T13:15:10.724" v="20" actId="1076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6D952D50-F7F8-0482-12E5-100C3CB622DD}" dt="2024-08-28T13:15:27.506" v="27" actId="1076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6D952D50-F7F8-0482-12E5-100C3CB622DD}" dt="2024-08-28T13:15:10.724" v="21" actId="1076"/>
          <ac:spMkLst>
            <pc:docMk/>
            <pc:sldMk cId="3674580524" sldId="408"/>
            <ac:spMk id="11" creationId="{56BDBC64-1C51-0373-AE63-9730FBA06528}"/>
          </ac:spMkLst>
        </pc:spChg>
        <pc:spChg chg="del">
          <ac:chgData name="Somak Das" userId="S::sdas@floridapoly.edu::98cebb13-2fc4-4808-95b9-daeb7e6acc01" providerId="AD" clId="Web-{6D952D50-F7F8-0482-12E5-100C3CB622DD}" dt="2024-08-28T13:14:54.943" v="17"/>
          <ac:spMkLst>
            <pc:docMk/>
            <pc:sldMk cId="3674580524" sldId="408"/>
            <ac:spMk id="16" creationId="{69D184B2-2226-4E31-BCCB-444330767440}"/>
          </ac:spMkLst>
        </pc:spChg>
        <pc:spChg chg="del">
          <ac:chgData name="Somak Das" userId="S::sdas@floridapoly.edu::98cebb13-2fc4-4808-95b9-daeb7e6acc01" providerId="AD" clId="Web-{6D952D50-F7F8-0482-12E5-100C3CB622DD}" dt="2024-08-28T13:14:54.943" v="17"/>
          <ac:spMkLst>
            <pc:docMk/>
            <pc:sldMk cId="3674580524" sldId="408"/>
            <ac:spMk id="18" creationId="{1AC4D4E3-486A-464A-8EC8-D44881097267}"/>
          </ac:spMkLst>
        </pc:spChg>
        <pc:spChg chg="del">
          <ac:chgData name="Somak Das" userId="S::sdas@floridapoly.edu::98cebb13-2fc4-4808-95b9-daeb7e6acc01" providerId="AD" clId="Web-{6D952D50-F7F8-0482-12E5-100C3CB622DD}" dt="2024-08-28T13:14:54.943" v="17"/>
          <ac:spMkLst>
            <pc:docMk/>
            <pc:sldMk cId="3674580524" sldId="408"/>
            <ac:spMk id="20" creationId="{864DE13E-58EB-4475-B79C-0D4FC651239B}"/>
          </ac:spMkLst>
        </pc:spChg>
        <pc:picChg chg="mod">
          <ac:chgData name="Somak Das" userId="S::sdas@floridapoly.edu::98cebb13-2fc4-4808-95b9-daeb7e6acc01" providerId="AD" clId="Web-{6D952D50-F7F8-0482-12E5-100C3CB622DD}" dt="2024-08-28T13:15:22.475" v="25" actId="14100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6D952D50-F7F8-0482-12E5-100C3CB622DD}" dt="2024-08-28T13:15:16.459" v="23" actId="1076"/>
          <ac:picMkLst>
            <pc:docMk/>
            <pc:sldMk cId="3674580524" sldId="408"/>
            <ac:picMk id="6" creationId="{388AA4C1-714D-973E-8553-5AED814AA34D}"/>
          </ac:picMkLst>
        </pc:picChg>
      </pc:sldChg>
      <pc:sldChg chg="modSp">
        <pc:chgData name="Somak Das" userId="S::sdas@floridapoly.edu::98cebb13-2fc4-4808-95b9-daeb7e6acc01" providerId="AD" clId="Web-{6D952D50-F7F8-0482-12E5-100C3CB622DD}" dt="2024-08-28T13:13:02.143" v="7" actId="1076"/>
        <pc:sldMkLst>
          <pc:docMk/>
          <pc:sldMk cId="2786947028" sldId="409"/>
        </pc:sldMkLst>
        <pc:spChg chg="mod">
          <ac:chgData name="Somak Das" userId="S::sdas@floridapoly.edu::98cebb13-2fc4-4808-95b9-daeb7e6acc01" providerId="AD" clId="Web-{6D952D50-F7F8-0482-12E5-100C3CB622DD}" dt="2024-08-28T13:13:02.143" v="7" actId="1076"/>
          <ac:spMkLst>
            <pc:docMk/>
            <pc:sldMk cId="2786947028" sldId="409"/>
            <ac:spMk id="4" creationId="{D103B5C0-D4CF-5EBE-EF3A-416783B20075}"/>
          </ac:spMkLst>
        </pc:spChg>
        <pc:picChg chg="mod">
          <ac:chgData name="Somak Das" userId="S::sdas@floridapoly.edu::98cebb13-2fc4-4808-95b9-daeb7e6acc01" providerId="AD" clId="Web-{6D952D50-F7F8-0482-12E5-100C3CB622DD}" dt="2024-08-28T13:12:35.829" v="1" actId="14100"/>
          <ac:picMkLst>
            <pc:docMk/>
            <pc:sldMk cId="2786947028" sldId="409"/>
            <ac:picMk id="5" creationId="{64C96BA6-AC0C-38D2-6B12-93A54EA481C4}"/>
          </ac:picMkLst>
        </pc:picChg>
      </pc:sldChg>
    </pc:docChg>
  </pc:docChgLst>
  <pc:docChgLst>
    <pc:chgData name="Somak Das" userId="S::sdas@floridapoly.edu::98cebb13-2fc4-4808-95b9-daeb7e6acc01" providerId="AD" clId="Web-{47A26701-DE56-6FC1-6151-E5F169EEC181}"/>
    <pc:docChg chg="addSld delSld modSld sldOrd">
      <pc:chgData name="Somak Das" userId="S::sdas@floridapoly.edu::98cebb13-2fc4-4808-95b9-daeb7e6acc01" providerId="AD" clId="Web-{47A26701-DE56-6FC1-6151-E5F169EEC181}" dt="2024-08-22T04:49:20.688" v="78" actId="1076"/>
      <pc:docMkLst>
        <pc:docMk/>
      </pc:docMkLst>
      <pc:sldChg chg="delSp modSp add">
        <pc:chgData name="Somak Das" userId="S::sdas@floridapoly.edu::98cebb13-2fc4-4808-95b9-daeb7e6acc01" providerId="AD" clId="Web-{47A26701-DE56-6FC1-6151-E5F169EEC181}" dt="2024-08-22T04:33:15.931" v="66" actId="1076"/>
        <pc:sldMkLst>
          <pc:docMk/>
          <pc:sldMk cId="292029867" sldId="324"/>
        </pc:sldMkLst>
        <pc:spChg chg="mod">
          <ac:chgData name="Somak Das" userId="S::sdas@floridapoly.edu::98cebb13-2fc4-4808-95b9-daeb7e6acc01" providerId="AD" clId="Web-{47A26701-DE56-6FC1-6151-E5F169EEC181}" dt="2024-08-22T04:32:57.493" v="60"/>
          <ac:spMkLst>
            <pc:docMk/>
            <pc:sldMk cId="292029867" sldId="324"/>
            <ac:spMk id="2" creationId="{CDD8CB33-46A2-957D-E0F5-4A98D9DD33A1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59"/>
          <ac:spMkLst>
            <pc:docMk/>
            <pc:sldMk cId="292029867" sldId="324"/>
            <ac:spMk id="3" creationId="{8EA75E41-EE76-231D-8C38-7108561D1D08}"/>
          </ac:spMkLst>
        </pc:spChg>
        <pc:spChg chg="del">
          <ac:chgData name="Somak Das" userId="S::sdas@floridapoly.edu::98cebb13-2fc4-4808-95b9-daeb7e6acc01" providerId="AD" clId="Web-{47A26701-DE56-6FC1-6151-E5F169EEC181}" dt="2024-08-22T04:31:07.270" v="22"/>
          <ac:spMkLst>
            <pc:docMk/>
            <pc:sldMk cId="292029867" sldId="324"/>
            <ac:spMk id="6" creationId="{4566C2B3-50DC-E041-A89A-7E3D6B757069}"/>
          </ac:spMkLst>
        </pc:spChg>
        <pc:spChg chg="del">
          <ac:chgData name="Somak Das" userId="S::sdas@floridapoly.edu::98cebb13-2fc4-4808-95b9-daeb7e6acc01" providerId="AD" clId="Web-{47A26701-DE56-6FC1-6151-E5F169EEC181}" dt="2024-08-22T04:31:13.582" v="23"/>
          <ac:spMkLst>
            <pc:docMk/>
            <pc:sldMk cId="292029867" sldId="324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7A26701-DE56-6FC1-6151-E5F169EEC181}" dt="2024-08-22T04:33:15.931" v="66" actId="1076"/>
          <ac:spMkLst>
            <pc:docMk/>
            <pc:sldMk cId="292029867" sldId="324"/>
            <ac:spMk id="11" creationId="{A1C636A3-009F-6570-7669-56FDE2615B8B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2"/>
          <ac:spMkLst>
            <pc:docMk/>
            <pc:sldMk cId="292029867" sldId="324"/>
            <ac:spMk id="13" creationId="{42DCB226-03BC-95D5-C1A6-B1F735C41991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3"/>
          <ac:spMkLst>
            <pc:docMk/>
            <pc:sldMk cId="292029867" sldId="324"/>
            <ac:spMk id="14" creationId="{73DBB129-27AE-35A6-C537-D167C3AAF7F0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4"/>
          <ac:spMkLst>
            <pc:docMk/>
            <pc:sldMk cId="292029867" sldId="324"/>
            <ac:spMk id="15" creationId="{A52724C3-AF69-5FCF-3B46-1142F52D0A02}"/>
          </ac:spMkLst>
        </pc:spChg>
        <pc:spChg chg="mod">
          <ac:chgData name="Somak Das" userId="S::sdas@floridapoly.edu::98cebb13-2fc4-4808-95b9-daeb7e6acc01" providerId="AD" clId="Web-{47A26701-DE56-6FC1-6151-E5F169EEC181}" dt="2024-08-22T04:32:57.633" v="65"/>
          <ac:spMkLst>
            <pc:docMk/>
            <pc:sldMk cId="292029867" sldId="324"/>
            <ac:spMk id="16" creationId="{75BD1225-57B5-95BB-5645-2F54674D8683}"/>
          </ac:spMkLst>
        </pc:spChg>
        <pc:grpChg chg="mod">
          <ac:chgData name="Somak Das" userId="S::sdas@floridapoly.edu::98cebb13-2fc4-4808-95b9-daeb7e6acc01" providerId="AD" clId="Web-{47A26701-DE56-6FC1-6151-E5F169EEC181}" dt="2024-08-22T04:31:40.177" v="31" actId="1076"/>
          <ac:grpSpMkLst>
            <pc:docMk/>
            <pc:sldMk cId="292029867" sldId="324"/>
            <ac:grpSpMk id="17" creationId="{3088F667-4F00-F203-3707-0FAB873F0C1C}"/>
          </ac:grpSpMkLst>
        </pc:grpChg>
        <pc:cxnChg chg="del">
          <ac:chgData name="Somak Das" userId="S::sdas@floridapoly.edu::98cebb13-2fc4-4808-95b9-daeb7e6acc01" providerId="AD" clId="Web-{47A26701-DE56-6FC1-6151-E5F169EEC181}" dt="2024-08-22T04:31:16.661" v="24"/>
          <ac:cxnSpMkLst>
            <pc:docMk/>
            <pc:sldMk cId="292029867" sldId="324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47A26701-DE56-6FC1-6151-E5F169EEC181}" dt="2024-08-22T04:31:20.442" v="25"/>
          <ac:cxnSpMkLst>
            <pc:docMk/>
            <pc:sldMk cId="292029867" sldId="324"/>
            <ac:cxnSpMk id="7" creationId="{840CDFCC-E13B-7867-6F04-2CC89D1BEC3B}"/>
          </ac:cxnSpMkLst>
        </pc:cxnChg>
      </pc:sldChg>
      <pc:sldChg chg="addSp delSp modSp mod setBg">
        <pc:chgData name="Somak Das" userId="S::sdas@floridapoly.edu::98cebb13-2fc4-4808-95b9-daeb7e6acc01" providerId="AD" clId="Web-{47A26701-DE56-6FC1-6151-E5F169EEC181}" dt="2024-08-22T04:34:51.966" v="67"/>
        <pc:sldMkLst>
          <pc:docMk/>
          <pc:sldMk cId="443300659" sldId="325"/>
        </pc:sldMkLst>
        <pc:spChg chg="mod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2" creationId="{A59DCC7E-84F9-6CDF-D4D4-5BEC2DE2BDB9}"/>
          </ac:spMkLst>
        </pc:spChg>
        <pc:spChg chg="del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3" creationId="{F5445FDD-8649-FE50-7A22-F49644932FC7}"/>
          </ac:spMkLst>
        </pc:spChg>
        <pc:spChg chg="add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10" creationId="{B50AB553-2A96-4A92-96F2-93548E096954}"/>
          </ac:spMkLst>
        </pc:spChg>
        <pc:graphicFrameChg chg="add">
          <ac:chgData name="Somak Das" userId="S::sdas@floridapoly.edu::98cebb13-2fc4-4808-95b9-daeb7e6acc01" providerId="AD" clId="Web-{47A26701-DE56-6FC1-6151-E5F169EEC181}" dt="2024-08-22T04:34:51.966" v="67"/>
          <ac:graphicFrameMkLst>
            <pc:docMk/>
            <pc:sldMk cId="443300659" sldId="325"/>
            <ac:graphicFrameMk id="5" creationId="{1D3CBB24-E944-5B4A-1D14-EEF57FDF614F}"/>
          </ac:graphicFrameMkLst>
        </pc:graphicFrameChg>
        <pc:picChg chg="add">
          <ac:chgData name="Somak Das" userId="S::sdas@floridapoly.edu::98cebb13-2fc4-4808-95b9-daeb7e6acc01" providerId="AD" clId="Web-{47A26701-DE56-6FC1-6151-E5F169EEC181}" dt="2024-08-22T04:34:51.966" v="67"/>
          <ac:picMkLst>
            <pc:docMk/>
            <pc:sldMk cId="443300659" sldId="325"/>
            <ac:picMk id="6" creationId="{0528A86E-B03B-C086-4C83-DBD611E969D6}"/>
          </ac:picMkLst>
        </pc:picChg>
      </pc:sldChg>
      <pc:sldChg chg="addSp modSp mod setBg">
        <pc:chgData name="Somak Das" userId="S::sdas@floridapoly.edu::98cebb13-2fc4-4808-95b9-daeb7e6acc01" providerId="AD" clId="Web-{47A26701-DE56-6FC1-6151-E5F169EEC181}" dt="2024-08-22T04:49:20.688" v="78" actId="1076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" creationId="{F9E2FC75-2193-F548-BCAD-8E01A86DDF07}"/>
          </ac:spMkLst>
        </pc:spChg>
        <pc:spChg chg="mo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3" creationId="{478DDA4F-8E89-D201-D77B-6D70317809B9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18" creationId="{53B021B3-DE93-4AB7-8A18-CF5F1CED88B8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0" creationId="{52D502E5-F6B4-4D58-B4AE-FC466FF15EE8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2" creationId="{9DECDBF4-02B6-4BB4-B65B-B8107AD6A9E8}"/>
          </ac:spMkLst>
        </pc:spChg>
        <pc:picChg chg="mod">
          <ac:chgData name="Somak Das" userId="S::sdas@floridapoly.edu::98cebb13-2fc4-4808-95b9-daeb7e6acc01" providerId="AD" clId="Web-{47A26701-DE56-6FC1-6151-E5F169EEC181}" dt="2024-08-22T04:49:07.547" v="77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47A26701-DE56-6FC1-6151-E5F169EEC181}" dt="2024-08-22T04:49:20.688" v="78" actId="1076"/>
          <ac:picMkLst>
            <pc:docMk/>
            <pc:sldMk cId="408905727" sldId="326"/>
            <ac:picMk id="13" creationId="{25710B6F-9705-7AC8-C2C8-BB6DDDDD4D40}"/>
          </ac:picMkLst>
        </pc:picChg>
      </pc:sldChg>
      <pc:sldChg chg="addSp modSp mod setBg">
        <pc:chgData name="Somak Das" userId="S::sdas@floridapoly.edu::98cebb13-2fc4-4808-95b9-daeb7e6acc01" providerId="AD" clId="Web-{47A26701-DE56-6FC1-6151-E5F169EEC181}" dt="2024-08-22T04:35:33.015" v="68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3" creationId="{BD7FC757-8098-03FA-77DF-6AC1266D2843}"/>
          </ac:spMkLst>
        </pc:spChg>
        <pc:spChg chg="mod or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19" creationId="{3B20C5A8-DBB3-A12F-8745-F71AF64AF7F1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24" creationId="{8D1AA55E-40D5-461B-A5A8-4AE8AAB71B08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28" creationId="{6CB927A4-E432-4310-9CD5-E89FF5063179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30" creationId="{E3020543-B24B-4EC4-8FFC-8DD88EEA91A8}"/>
          </ac:spMkLst>
        </pc:spChg>
        <pc:picChg chg="mod">
          <ac:chgData name="Somak Das" userId="S::sdas@floridapoly.edu::98cebb13-2fc4-4808-95b9-daeb7e6acc01" providerId="AD" clId="Web-{47A26701-DE56-6FC1-6151-E5F169EEC181}" dt="2024-08-22T04:35:33.015" v="68"/>
          <ac:picMkLst>
            <pc:docMk/>
            <pc:sldMk cId="1955294139" sldId="327"/>
            <ac:picMk id="5" creationId="{E219325F-BD80-284B-DF26-076D427083EA}"/>
          </ac:picMkLst>
        </pc:picChg>
        <pc:cxnChg chg="add">
          <ac:chgData name="Somak Das" userId="S::sdas@floridapoly.edu::98cebb13-2fc4-4808-95b9-daeb7e6acc01" providerId="AD" clId="Web-{47A26701-DE56-6FC1-6151-E5F169EEC181}" dt="2024-08-22T04:35:33.015" v="68"/>
          <ac:cxnSpMkLst>
            <pc:docMk/>
            <pc:sldMk cId="1955294139" sldId="327"/>
            <ac:cxnSpMk id="26" creationId="{7EB498BD-8089-4626-91EA-4978EBEF535E}"/>
          </ac:cxnSpMkLst>
        </pc:cxnChg>
      </pc:sldChg>
      <pc:sldChg chg="addSp modSp mod setBg">
        <pc:chgData name="Somak Das" userId="S::sdas@floridapoly.edu::98cebb13-2fc4-4808-95b9-daeb7e6acc01" providerId="AD" clId="Web-{47A26701-DE56-6FC1-6151-E5F169EEC181}" dt="2024-08-22T04:36:48.361" v="69"/>
        <pc:sldMkLst>
          <pc:docMk/>
          <pc:sldMk cId="1461250106" sldId="328"/>
        </pc:sldMkLst>
        <pc:spChg chg="mo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2" creationId="{D104C20B-3160-80D6-701F-674D1721BFBF}"/>
          </ac:spMkLst>
        </pc:spChg>
        <pc:spChg chg="mo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3" creationId="{A56AFCE3-49B9-2277-46A3-1338C0990F39}"/>
          </ac:spMkLst>
        </pc:spChg>
        <pc:spChg chg="ad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10" creationId="{DB17E863-922E-4C26-BD64-E8FD41D28661}"/>
          </ac:spMkLst>
        </pc:spChg>
      </pc:sldChg>
      <pc:sldChg chg="addSp modSp mod setBg">
        <pc:chgData name="Somak Das" userId="S::sdas@floridapoly.edu::98cebb13-2fc4-4808-95b9-daeb7e6acc01" providerId="AD" clId="Web-{47A26701-DE56-6FC1-6151-E5F169EEC181}" dt="2024-08-22T04:38:56.398" v="73"/>
        <pc:sldMkLst>
          <pc:docMk/>
          <pc:sldMk cId="1282981941" sldId="376"/>
        </pc:sldMkLst>
        <pc:spChg chg="mo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2" creationId="{BCA5FAEE-00E1-9A7E-4109-2D629B6F2E04}"/>
          </ac:spMkLst>
        </pc:spChg>
        <pc:spChg chg="mo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3" creationId="{6AC30BDC-3A1E-412C-6C12-D63861DAFEA9}"/>
          </ac:spMkLst>
        </pc:spChg>
        <pc:spChg chg="ad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9" creationId="{2B97F24A-32CE-4C1C-A50D-3016B394DCFB}"/>
          </ac:spMkLst>
        </pc:spChg>
        <pc:spChg chg="ad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11" creationId="{CD8B4F24-440B-49E9-B85D-733523DC064B}"/>
          </ac:spMkLst>
        </pc:spChg>
        <pc:picChg chg="mod">
          <ac:chgData name="Somak Das" userId="S::sdas@floridapoly.edu::98cebb13-2fc4-4808-95b9-daeb7e6acc01" providerId="AD" clId="Web-{47A26701-DE56-6FC1-6151-E5F169EEC181}" dt="2024-08-22T04:38:56.398" v="73"/>
          <ac:picMkLst>
            <pc:docMk/>
            <pc:sldMk cId="1282981941" sldId="376"/>
            <ac:picMk id="4" creationId="{4AC21568-42B1-6624-6742-C085CA51BBD0}"/>
          </ac:picMkLst>
        </pc:picChg>
      </pc:sldChg>
      <pc:sldChg chg="modSp">
        <pc:chgData name="Somak Das" userId="S::sdas@floridapoly.edu::98cebb13-2fc4-4808-95b9-daeb7e6acc01" providerId="AD" clId="Web-{47A26701-DE56-6FC1-6151-E5F169EEC181}" dt="2024-08-22T04:38:22.881" v="72" actId="1076"/>
        <pc:sldMkLst>
          <pc:docMk/>
          <pc:sldMk cId="153209895" sldId="381"/>
        </pc:sldMkLst>
        <pc:spChg chg="mod">
          <ac:chgData name="Somak Das" userId="S::sdas@floridapoly.edu::98cebb13-2fc4-4808-95b9-daeb7e6acc01" providerId="AD" clId="Web-{47A26701-DE56-6FC1-6151-E5F169EEC181}" dt="2024-08-22T04:38:22.881" v="72" actId="1076"/>
          <ac:spMkLst>
            <pc:docMk/>
            <pc:sldMk cId="153209895" sldId="381"/>
            <ac:spMk id="2" creationId="{E9C273C7-6882-B1C0-67E9-5D8433E12C74}"/>
          </ac:spMkLst>
        </pc:spChg>
      </pc:sldChg>
      <pc:sldChg chg="addSp modSp mod setBg">
        <pc:chgData name="Somak Das" userId="S::sdas@floridapoly.edu::98cebb13-2fc4-4808-95b9-daeb7e6acc01" providerId="AD" clId="Web-{47A26701-DE56-6FC1-6151-E5F169EEC181}" dt="2024-08-22T04:37:15.284" v="70"/>
        <pc:sldMkLst>
          <pc:docMk/>
          <pc:sldMk cId="3101682665" sldId="382"/>
        </pc:sldMkLst>
        <pc:spChg chg="mo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2" creationId="{5AAB4DE6-F9ED-20AC-CBE6-AFE273E9E366}"/>
          </ac:spMkLst>
        </pc:spChg>
        <pc:spChg chg="mo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5" creationId="{376D404D-8DD8-28D6-3E86-FD34A84ABEB8}"/>
          </ac:spMkLst>
        </pc:spChg>
        <pc:spChg chg="ad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11" creationId="{352BEC0E-22F8-46D0-9632-375DB541B06C}"/>
          </ac:spMkLst>
        </pc:spChg>
        <pc:spChg chg="ad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13" creationId="{3FCFB1DE-0B7E-48CC-BA90-B2AB0889F9D6}"/>
          </ac:spMkLst>
        </pc:spChg>
        <pc:picChg chg="mod ord">
          <ac:chgData name="Somak Das" userId="S::sdas@floridapoly.edu::98cebb13-2fc4-4808-95b9-daeb7e6acc01" providerId="AD" clId="Web-{47A26701-DE56-6FC1-6151-E5F169EEC181}" dt="2024-08-22T04:37:15.284" v="70"/>
          <ac:picMkLst>
            <pc:docMk/>
            <pc:sldMk cId="3101682665" sldId="382"/>
            <ac:picMk id="4" creationId="{77E5C487-923D-72B2-2A4A-B019C476079E}"/>
          </ac:picMkLst>
        </pc:picChg>
        <pc:picChg chg="mod">
          <ac:chgData name="Somak Das" userId="S::sdas@floridapoly.edu::98cebb13-2fc4-4808-95b9-daeb7e6acc01" providerId="AD" clId="Web-{47A26701-DE56-6FC1-6151-E5F169EEC181}" dt="2024-08-22T04:37:15.284" v="70"/>
          <ac:picMkLst>
            <pc:docMk/>
            <pc:sldMk cId="3101682665" sldId="382"/>
            <ac:picMk id="6" creationId="{0BDD1DEE-22E0-4AE8-E727-F38838B5FFD9}"/>
          </ac:picMkLst>
        </pc:picChg>
      </pc:sldChg>
      <pc:sldChg chg="modSp">
        <pc:chgData name="Somak Das" userId="S::sdas@floridapoly.edu::98cebb13-2fc4-4808-95b9-daeb7e6acc01" providerId="AD" clId="Web-{47A26701-DE56-6FC1-6151-E5F169EEC181}" dt="2024-08-22T04:30:05.439" v="20" actId="1076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47A26701-DE56-6FC1-6151-E5F169EEC181}" dt="2024-08-22T04:29:30.735" v="8" actId="1076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47A26701-DE56-6FC1-6151-E5F169EEC181}" dt="2024-08-22T04:30:05.423" v="19" actId="1076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47A26701-DE56-6FC1-6151-E5F169EEC181}" dt="2024-08-22T04:29:30.750" v="10" actId="1076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47A26701-DE56-6FC1-6151-E5F169EEC181}" dt="2024-08-22T04:30:05.439" v="20" actId="1076"/>
          <ac:spMkLst>
            <pc:docMk/>
            <pc:sldMk cId="3674580524" sldId="408"/>
            <ac:spMk id="11" creationId="{56BDBC64-1C51-0373-AE63-9730FBA06528}"/>
          </ac:spMkLst>
        </pc:spChg>
        <pc:picChg chg="mod">
          <ac:chgData name="Somak Das" userId="S::sdas@floridapoly.edu::98cebb13-2fc4-4808-95b9-daeb7e6acc01" providerId="AD" clId="Web-{47A26701-DE56-6FC1-6151-E5F169EEC181}" dt="2024-08-22T04:29:30.703" v="6" actId="1076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7A26701-DE56-6FC1-6151-E5F169EEC181}" dt="2024-08-22T04:30:05.423" v="18" actId="1076"/>
          <ac:picMkLst>
            <pc:docMk/>
            <pc:sldMk cId="3674580524" sldId="408"/>
            <ac:picMk id="6" creationId="{388AA4C1-714D-973E-8553-5AED814AA34D}"/>
          </ac:picMkLst>
        </pc:picChg>
      </pc:sldChg>
      <pc:sldChg chg="new del ord">
        <pc:chgData name="Somak Das" userId="S::sdas@floridapoly.edu::98cebb13-2fc4-4808-95b9-daeb7e6acc01" providerId="AD" clId="Web-{47A26701-DE56-6FC1-6151-E5F169EEC181}" dt="2024-08-22T04:48:50.078" v="76"/>
        <pc:sldMkLst>
          <pc:docMk/>
          <pc:sldMk cId="3184178634" sldId="409"/>
        </pc:sldMkLst>
      </pc:sldChg>
    </pc:docChg>
  </pc:docChgLst>
  <pc:docChgLst>
    <pc:chgData name="Somak Das" userId="S::sdas@floridapoly.edu::98cebb13-2fc4-4808-95b9-daeb7e6acc01" providerId="AD" clId="Web-{A6D65F96-263C-BDA5-BE3F-18C9976F1129}"/>
    <pc:docChg chg="addSld modSld">
      <pc:chgData name="Somak Das" userId="S::sdas@floridapoly.edu::98cebb13-2fc4-4808-95b9-daeb7e6acc01" providerId="AD" clId="Web-{A6D65F96-263C-BDA5-BE3F-18C9976F1129}" dt="2024-08-22T00:03:39.714" v="134"/>
      <pc:docMkLst>
        <pc:docMk/>
      </pc:docMkLst>
      <pc:sldChg chg="modSp addAnim">
        <pc:chgData name="Somak Das" userId="S::sdas@floridapoly.edu::98cebb13-2fc4-4808-95b9-daeb7e6acc01" providerId="AD" clId="Web-{A6D65F96-263C-BDA5-BE3F-18C9976F1129}" dt="2024-08-22T00:03:39.714" v="134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A6D65F96-263C-BDA5-BE3F-18C9976F1129}" dt="2024-08-22T00:02:43.853" v="116" actId="1076"/>
          <ac:spMkLst>
            <pc:docMk/>
            <pc:sldMk cId="452420084" sldId="407"/>
            <ac:spMk id="2" creationId="{DCC7CE86-258F-DDED-4030-6954F0729A1A}"/>
          </ac:spMkLst>
        </pc:spChg>
        <pc:spChg chg="mod">
          <ac:chgData name="Somak Das" userId="S::sdas@floridapoly.edu::98cebb13-2fc4-4808-95b9-daeb7e6acc01" providerId="AD" clId="Web-{A6D65F96-263C-BDA5-BE3F-18C9976F1129}" dt="2024-08-22T00:02:43.900" v="118" actId="1076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A6D65F96-263C-BDA5-BE3F-18C9976F1129}" dt="2024-08-22T00:02:43.884" v="117" actId="1076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A6D65F96-263C-BDA5-BE3F-18C9976F1129}" dt="2024-08-22T00:02:43.916" v="121" actId="1076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A6D65F96-263C-BDA5-BE3F-18C9976F1129}" dt="2024-08-22T00:02:43.931" v="122" actId="1076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A6D65F96-263C-BDA5-BE3F-18C9976F1129}" dt="2024-08-22T00:02:43.947" v="123" actId="1076"/>
          <ac:spMkLst>
            <pc:docMk/>
            <pc:sldMk cId="452420084" sldId="407"/>
            <ac:spMk id="9" creationId="{12B60B80-8751-E2B4-871A-2CD4C14B15B2}"/>
          </ac:spMkLst>
        </pc:spChg>
        <pc:cxnChg chg="mod">
          <ac:chgData name="Somak Das" userId="S::sdas@floridapoly.edu::98cebb13-2fc4-4808-95b9-daeb7e6acc01" providerId="AD" clId="Web-{A6D65F96-263C-BDA5-BE3F-18C9976F1129}" dt="2024-08-22T00:02:43.900" v="119" actId="1076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16" v="120" actId="1076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47" v="124" actId="1076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62" v="125" actId="1076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62" v="126" actId="1076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addSp delSp modSp new">
        <pc:chgData name="Somak Das" userId="S::sdas@floridapoly.edu::98cebb13-2fc4-4808-95b9-daeb7e6acc01" providerId="AD" clId="Web-{A6D65F96-263C-BDA5-BE3F-18C9976F1129}" dt="2024-08-22T00:02:02.789" v="115" actId="1076"/>
        <pc:sldMkLst>
          <pc:docMk/>
          <pc:sldMk cId="3674580524" sldId="408"/>
        </pc:sldMkLst>
        <pc:spChg chg="del">
          <ac:chgData name="Somak Das" userId="S::sdas@floridapoly.edu::98cebb13-2fc4-4808-95b9-daeb7e6acc01" providerId="AD" clId="Web-{A6D65F96-263C-BDA5-BE3F-18C9976F1129}" dt="2024-08-21T23:50:13.315" v="1"/>
          <ac:spMkLst>
            <pc:docMk/>
            <pc:sldMk cId="3674580524" sldId="408"/>
            <ac:spMk id="2" creationId="{060EF4C6-8B43-0290-7DFE-08F296404CDC}"/>
          </ac:spMkLst>
        </pc:spChg>
        <pc:spChg chg="del">
          <ac:chgData name="Somak Das" userId="S::sdas@floridapoly.edu::98cebb13-2fc4-4808-95b9-daeb7e6acc01" providerId="AD" clId="Web-{A6D65F96-263C-BDA5-BE3F-18C9976F1129}" dt="2024-08-21T23:50:17.909" v="2"/>
          <ac:spMkLst>
            <pc:docMk/>
            <pc:sldMk cId="3674580524" sldId="408"/>
            <ac:spMk id="3" creationId="{5FF5C99C-5BFA-BB74-DC75-58C4ADA44E80}"/>
          </ac:spMkLst>
        </pc:spChg>
        <pc:spChg chg="add mod">
          <ac:chgData name="Somak Das" userId="S::sdas@floridapoly.edu::98cebb13-2fc4-4808-95b9-daeb7e6acc01" providerId="AD" clId="Web-{A6D65F96-263C-BDA5-BE3F-18C9976F1129}" dt="2024-08-21T23:56:38.280" v="69" actId="14100"/>
          <ac:spMkLst>
            <pc:docMk/>
            <pc:sldMk cId="3674580524" sldId="408"/>
            <ac:spMk id="8" creationId="{2BC960EA-E927-90B5-DAF7-7E84BA6B11FF}"/>
          </ac:spMkLst>
        </pc:spChg>
        <pc:spChg chg="add mod">
          <ac:chgData name="Somak Das" userId="S::sdas@floridapoly.edu::98cebb13-2fc4-4808-95b9-daeb7e6acc01" providerId="AD" clId="Web-{A6D65F96-263C-BDA5-BE3F-18C9976F1129}" dt="2024-08-21T23:56:31.983" v="68" actId="1076"/>
          <ac:spMkLst>
            <pc:docMk/>
            <pc:sldMk cId="3674580524" sldId="408"/>
            <ac:spMk id="9" creationId="{821BA48C-8E41-2F73-E275-D5C9634103A9}"/>
          </ac:spMkLst>
        </pc:spChg>
        <pc:spChg chg="add mod">
          <ac:chgData name="Somak Das" userId="S::sdas@floridapoly.edu::98cebb13-2fc4-4808-95b9-daeb7e6acc01" providerId="AD" clId="Web-{A6D65F96-263C-BDA5-BE3F-18C9976F1129}" dt="2024-08-22T00:01:38.461" v="109" actId="14100"/>
          <ac:spMkLst>
            <pc:docMk/>
            <pc:sldMk cId="3674580524" sldId="408"/>
            <ac:spMk id="10" creationId="{6A9A1B61-33EC-C359-C3A4-8826709C467C}"/>
          </ac:spMkLst>
        </pc:spChg>
        <pc:spChg chg="add mod">
          <ac:chgData name="Somak Das" userId="S::sdas@floridapoly.edu::98cebb13-2fc4-4808-95b9-daeb7e6acc01" providerId="AD" clId="Web-{A6D65F96-263C-BDA5-BE3F-18C9976F1129}" dt="2024-08-22T00:01:46.570" v="113" actId="14100"/>
          <ac:spMkLst>
            <pc:docMk/>
            <pc:sldMk cId="3674580524" sldId="408"/>
            <ac:spMk id="11" creationId="{56BDBC64-1C51-0373-AE63-9730FBA06528}"/>
          </ac:spMkLst>
        </pc:spChg>
        <pc:spChg chg="add del">
          <ac:chgData name="Somak Das" userId="S::sdas@floridapoly.edu::98cebb13-2fc4-4808-95b9-daeb7e6acc01" providerId="AD" clId="Web-{A6D65F96-263C-BDA5-BE3F-18C9976F1129}" dt="2024-08-22T00:00:15.739" v="93"/>
          <ac:spMkLst>
            <pc:docMk/>
            <pc:sldMk cId="3674580524" sldId="408"/>
            <ac:spMk id="12" creationId="{3EC65D4C-DBBE-763E-7A3A-63C937CC7274}"/>
          </ac:spMkLst>
        </pc:spChg>
        <pc:picChg chg="add del mod">
          <ac:chgData name="Somak Das" userId="S::sdas@floridapoly.edu::98cebb13-2fc4-4808-95b9-daeb7e6acc01" providerId="AD" clId="Web-{A6D65F96-263C-BDA5-BE3F-18C9976F1129}" dt="2024-08-21T23:53:18.993" v="46"/>
          <ac:picMkLst>
            <pc:docMk/>
            <pc:sldMk cId="3674580524" sldId="408"/>
            <ac:picMk id="4" creationId="{354D8811-9127-608A-F9EB-8A2B20CA3996}"/>
          </ac:picMkLst>
        </pc:picChg>
        <pc:picChg chg="add mod">
          <ac:chgData name="Somak Das" userId="S::sdas@floridapoly.edu::98cebb13-2fc4-4808-95b9-daeb7e6acc01" providerId="AD" clId="Web-{A6D65F96-263C-BDA5-BE3F-18C9976F1129}" dt="2024-08-22T00:02:02.789" v="115" actId="1076"/>
          <ac:picMkLst>
            <pc:docMk/>
            <pc:sldMk cId="3674580524" sldId="408"/>
            <ac:picMk id="5" creationId="{C8B7B5B4-D27C-B643-86C2-AEFE54F9ADC6}"/>
          </ac:picMkLst>
        </pc:picChg>
        <pc:picChg chg="add mod">
          <ac:chgData name="Somak Das" userId="S::sdas@floridapoly.edu::98cebb13-2fc4-4808-95b9-daeb7e6acc01" providerId="AD" clId="Web-{A6D65F96-263C-BDA5-BE3F-18C9976F1129}" dt="2024-08-22T00:01:51.305" v="114" actId="1076"/>
          <ac:picMkLst>
            <pc:docMk/>
            <pc:sldMk cId="3674580524" sldId="408"/>
            <ac:picMk id="6" creationId="{388AA4C1-714D-973E-8553-5AED814AA34D}"/>
          </ac:picMkLst>
        </pc:picChg>
        <pc:picChg chg="add del mod">
          <ac:chgData name="Somak Das" userId="S::sdas@floridapoly.edu::98cebb13-2fc4-4808-95b9-daeb7e6acc01" providerId="AD" clId="Web-{A6D65F96-263C-BDA5-BE3F-18C9976F1129}" dt="2024-08-21T23:52:49.132" v="37"/>
          <ac:picMkLst>
            <pc:docMk/>
            <pc:sldMk cId="3674580524" sldId="408"/>
            <ac:picMk id="7" creationId="{75384BE6-B2C8-8653-FED8-0E4662ADB175}"/>
          </ac:picMkLst>
        </pc:picChg>
      </pc:sldChg>
    </pc:docChg>
  </pc:docChgLst>
  <pc:docChgLst>
    <pc:chgData name="Somak Das" userId="S::sdas@floridapoly.edu::98cebb13-2fc4-4808-95b9-daeb7e6acc01" providerId="AD" clId="Web-{4C1135CC-A762-6518-27ED-A3F72EE34A82}"/>
    <pc:docChg chg="addSld delSld sldOrd">
      <pc:chgData name="Somak Das" userId="S::sdas@floridapoly.edu::98cebb13-2fc4-4808-95b9-daeb7e6acc01" providerId="AD" clId="Web-{4C1135CC-A762-6518-27ED-A3F72EE34A82}" dt="2024-08-20T21:04:11.961" v="69"/>
      <pc:docMkLst>
        <pc:docMk/>
      </pc:docMkLst>
      <pc:sldChg chg="del">
        <pc:chgData name="Somak Das" userId="S::sdas@floridapoly.edu::98cebb13-2fc4-4808-95b9-daeb7e6acc01" providerId="AD" clId="Web-{4C1135CC-A762-6518-27ED-A3F72EE34A82}" dt="2024-08-20T20:45:17.214" v="11"/>
        <pc:sldMkLst>
          <pc:docMk/>
          <pc:sldMk cId="109857222" sldId="256"/>
        </pc:sldMkLst>
      </pc:sldChg>
      <pc:sldChg chg="add del ord">
        <pc:chgData name="Somak Das" userId="S::sdas@floridapoly.edu::98cebb13-2fc4-4808-95b9-daeb7e6acc01" providerId="AD" clId="Web-{4C1135CC-A762-6518-27ED-A3F72EE34A82}" dt="2024-08-20T21:04:11.961" v="69"/>
        <pc:sldMkLst>
          <pc:docMk/>
          <pc:sldMk cId="1258505263" sldId="323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7"/>
        <pc:sldMkLst>
          <pc:docMk/>
          <pc:sldMk cId="443300659" sldId="325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6"/>
        <pc:sldMkLst>
          <pc:docMk/>
          <pc:sldMk cId="408905727" sldId="326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5"/>
        <pc:sldMkLst>
          <pc:docMk/>
          <pc:sldMk cId="1955294139" sldId="327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4"/>
        <pc:sldMkLst>
          <pc:docMk/>
          <pc:sldMk cId="1461250106" sldId="328"/>
        </pc:sldMkLst>
      </pc:sldChg>
      <pc:sldChg chg="add del">
        <pc:chgData name="Somak Das" userId="S::sdas@floridapoly.edu::98cebb13-2fc4-4808-95b9-daeb7e6acc01" providerId="AD" clId="Web-{4C1135CC-A762-6518-27ED-A3F72EE34A82}" dt="2024-08-20T20:48:58.457" v="30"/>
        <pc:sldMkLst>
          <pc:docMk/>
          <pc:sldMk cId="3028613903" sldId="329"/>
        </pc:sldMkLst>
      </pc:sldChg>
      <pc:sldChg chg="add">
        <pc:chgData name="Somak Das" userId="S::sdas@floridapoly.edu::98cebb13-2fc4-4808-95b9-daeb7e6acc01" providerId="AD" clId="Web-{4C1135CC-A762-6518-27ED-A3F72EE34A82}" dt="2024-08-20T20:50:15.913" v="33"/>
        <pc:sldMkLst>
          <pc:docMk/>
          <pc:sldMk cId="3318097273" sldId="332"/>
        </pc:sldMkLst>
      </pc:sldChg>
      <pc:sldChg chg="add">
        <pc:chgData name="Somak Das" userId="S::sdas@floridapoly.edu::98cebb13-2fc4-4808-95b9-daeb7e6acc01" providerId="AD" clId="Web-{4C1135CC-A762-6518-27ED-A3F72EE34A82}" dt="2024-08-20T20:50:15.975" v="37"/>
        <pc:sldMkLst>
          <pc:docMk/>
          <pc:sldMk cId="4059932912" sldId="334"/>
        </pc:sldMkLst>
      </pc:sldChg>
      <pc:sldChg chg="add">
        <pc:chgData name="Somak Das" userId="S::sdas@floridapoly.edu::98cebb13-2fc4-4808-95b9-daeb7e6acc01" providerId="AD" clId="Web-{4C1135CC-A762-6518-27ED-A3F72EE34A82}" dt="2024-08-20T20:50:15.991" v="39"/>
        <pc:sldMkLst>
          <pc:docMk/>
          <pc:sldMk cId="3969187543" sldId="335"/>
        </pc:sldMkLst>
      </pc:sldChg>
      <pc:sldChg chg="add">
        <pc:chgData name="Somak Das" userId="S::sdas@floridapoly.edu::98cebb13-2fc4-4808-95b9-daeb7e6acc01" providerId="AD" clId="Web-{4C1135CC-A762-6518-27ED-A3F72EE34A82}" dt="2024-08-20T20:50:16.085" v="46"/>
        <pc:sldMkLst>
          <pc:docMk/>
          <pc:sldMk cId="3105858451" sldId="336"/>
        </pc:sldMkLst>
      </pc:sldChg>
      <pc:sldChg chg="add">
        <pc:chgData name="Somak Das" userId="S::sdas@floridapoly.edu::98cebb13-2fc4-4808-95b9-daeb7e6acc01" providerId="AD" clId="Web-{4C1135CC-A762-6518-27ED-A3F72EE34A82}" dt="2024-08-20T20:50:16.006" v="40"/>
        <pc:sldMkLst>
          <pc:docMk/>
          <pc:sldMk cId="2503190378" sldId="337"/>
        </pc:sldMkLst>
      </pc:sldChg>
      <pc:sldChg chg="add del">
        <pc:chgData name="Somak Das" userId="S::sdas@floridapoly.edu::98cebb13-2fc4-4808-95b9-daeb7e6acc01" providerId="AD" clId="Web-{4C1135CC-A762-6518-27ED-A3F72EE34A82}" dt="2024-08-20T20:49:50.755" v="32"/>
        <pc:sldMkLst>
          <pc:docMk/>
          <pc:sldMk cId="2665646314" sldId="343"/>
        </pc:sldMkLst>
      </pc:sldChg>
      <pc:sldChg chg="add">
        <pc:chgData name="Somak Das" userId="S::sdas@floridapoly.edu::98cebb13-2fc4-4808-95b9-daeb7e6acc01" providerId="AD" clId="Web-{4C1135CC-A762-6518-27ED-A3F72EE34A82}" dt="2024-08-20T20:50:15.928" v="34"/>
        <pc:sldMkLst>
          <pc:docMk/>
          <pc:sldMk cId="2940990303" sldId="343"/>
        </pc:sldMkLst>
      </pc:sldChg>
      <pc:sldChg chg="add">
        <pc:chgData name="Somak Das" userId="S::sdas@floridapoly.edu::98cebb13-2fc4-4808-95b9-daeb7e6acc01" providerId="AD" clId="Web-{4C1135CC-A762-6518-27ED-A3F72EE34A82}" dt="2024-08-20T20:50:15.944" v="35"/>
        <pc:sldMkLst>
          <pc:docMk/>
          <pc:sldMk cId="2471293605" sldId="344"/>
        </pc:sldMkLst>
      </pc:sldChg>
      <pc:sldChg chg="add">
        <pc:chgData name="Somak Das" userId="S::sdas@floridapoly.edu::98cebb13-2fc4-4808-95b9-daeb7e6acc01" providerId="AD" clId="Web-{4C1135CC-A762-6518-27ED-A3F72EE34A82}" dt="2024-08-20T20:50:15.960" v="36"/>
        <pc:sldMkLst>
          <pc:docMk/>
          <pc:sldMk cId="3343131389" sldId="345"/>
        </pc:sldMkLst>
      </pc:sldChg>
      <pc:sldChg chg="add del">
        <pc:chgData name="Somak Das" userId="S::sdas@floridapoly.edu::98cebb13-2fc4-4808-95b9-daeb7e6acc01" providerId="AD" clId="Web-{4C1135CC-A762-6518-27ED-A3F72EE34A82}" dt="2024-08-20T20:48:42.175" v="24"/>
        <pc:sldMkLst>
          <pc:docMk/>
          <pc:sldMk cId="1282981941" sldId="376"/>
        </pc:sldMkLst>
      </pc:sldChg>
      <pc:sldChg chg="add">
        <pc:chgData name="Somak Das" userId="S::sdas@floridapoly.edu::98cebb13-2fc4-4808-95b9-daeb7e6acc01" providerId="AD" clId="Web-{4C1135CC-A762-6518-27ED-A3F72EE34A82}" dt="2024-08-20T20:44:19.164" v="0"/>
        <pc:sldMkLst>
          <pc:docMk/>
          <pc:sldMk cId="153209895" sldId="381"/>
        </pc:sldMkLst>
      </pc:sldChg>
      <pc:sldChg chg="add del">
        <pc:chgData name="Somak Das" userId="S::sdas@floridapoly.edu::98cebb13-2fc4-4808-95b9-daeb7e6acc01" providerId="AD" clId="Web-{4C1135CC-A762-6518-27ED-A3F72EE34A82}" dt="2024-08-20T20:48:23.158" v="22"/>
        <pc:sldMkLst>
          <pc:docMk/>
          <pc:sldMk cId="3101682665" sldId="382"/>
        </pc:sldMkLst>
      </pc:sldChg>
      <pc:sldChg chg="add">
        <pc:chgData name="Somak Das" userId="S::sdas@floridapoly.edu::98cebb13-2fc4-4808-95b9-daeb7e6acc01" providerId="AD" clId="Web-{4C1135CC-A762-6518-27ED-A3F72EE34A82}" dt="2024-08-20T20:50:16.022" v="41"/>
        <pc:sldMkLst>
          <pc:docMk/>
          <pc:sldMk cId="3735876247" sldId="383"/>
        </pc:sldMkLst>
      </pc:sldChg>
      <pc:sldChg chg="add">
        <pc:chgData name="Somak Das" userId="S::sdas@floridapoly.edu::98cebb13-2fc4-4808-95b9-daeb7e6acc01" providerId="AD" clId="Web-{4C1135CC-A762-6518-27ED-A3F72EE34A82}" dt="2024-08-20T20:50:16.038" v="42"/>
        <pc:sldMkLst>
          <pc:docMk/>
          <pc:sldMk cId="4161858045" sldId="384"/>
        </pc:sldMkLst>
      </pc:sldChg>
      <pc:sldChg chg="add del">
        <pc:chgData name="Somak Das" userId="S::sdas@floridapoly.edu::98cebb13-2fc4-4808-95b9-daeb7e6acc01" providerId="AD" clId="Web-{4C1135CC-A762-6518-27ED-A3F72EE34A82}" dt="2024-08-20T20:48:58.457" v="31"/>
        <pc:sldMkLst>
          <pc:docMk/>
          <pc:sldMk cId="78619994" sldId="385"/>
        </pc:sldMkLst>
      </pc:sldChg>
      <pc:sldChg chg="add">
        <pc:chgData name="Somak Das" userId="S::sdas@floridapoly.edu::98cebb13-2fc4-4808-95b9-daeb7e6acc01" providerId="AD" clId="Web-{4C1135CC-A762-6518-27ED-A3F72EE34A82}" dt="2024-08-20T20:50:15.991" v="38"/>
        <pc:sldMkLst>
          <pc:docMk/>
          <pc:sldMk cId="3322848497" sldId="386"/>
        </pc:sldMkLst>
      </pc:sldChg>
      <pc:sldChg chg="add">
        <pc:chgData name="Somak Das" userId="S::sdas@floridapoly.edu::98cebb13-2fc4-4808-95b9-daeb7e6acc01" providerId="AD" clId="Web-{4C1135CC-A762-6518-27ED-A3F72EE34A82}" dt="2024-08-20T20:50:16.053" v="43"/>
        <pc:sldMkLst>
          <pc:docMk/>
          <pc:sldMk cId="2119343641" sldId="387"/>
        </pc:sldMkLst>
      </pc:sldChg>
      <pc:sldChg chg="add">
        <pc:chgData name="Somak Das" userId="S::sdas@floridapoly.edu::98cebb13-2fc4-4808-95b9-daeb7e6acc01" providerId="AD" clId="Web-{4C1135CC-A762-6518-27ED-A3F72EE34A82}" dt="2024-08-20T20:50:16.069" v="44"/>
        <pc:sldMkLst>
          <pc:docMk/>
          <pc:sldMk cId="3486107753" sldId="388"/>
        </pc:sldMkLst>
      </pc:sldChg>
      <pc:sldChg chg="add">
        <pc:chgData name="Somak Das" userId="S::sdas@floridapoly.edu::98cebb13-2fc4-4808-95b9-daeb7e6acc01" providerId="AD" clId="Web-{4C1135CC-A762-6518-27ED-A3F72EE34A82}" dt="2024-08-20T20:50:16.085" v="45"/>
        <pc:sldMkLst>
          <pc:docMk/>
          <pc:sldMk cId="1355558311" sldId="389"/>
        </pc:sldMkLst>
      </pc:sldChg>
      <pc:sldChg chg="add">
        <pc:chgData name="Somak Das" userId="S::sdas@floridapoly.edu::98cebb13-2fc4-4808-95b9-daeb7e6acc01" providerId="AD" clId="Web-{4C1135CC-A762-6518-27ED-A3F72EE34A82}" dt="2024-08-20T20:50:16.100" v="47"/>
        <pc:sldMkLst>
          <pc:docMk/>
          <pc:sldMk cId="2597025879" sldId="390"/>
        </pc:sldMkLst>
      </pc:sldChg>
      <pc:sldChg chg="add">
        <pc:chgData name="Somak Das" userId="S::sdas@floridapoly.edu::98cebb13-2fc4-4808-95b9-daeb7e6acc01" providerId="AD" clId="Web-{4C1135CC-A762-6518-27ED-A3F72EE34A82}" dt="2024-08-20T20:55:11.252" v="48"/>
        <pc:sldMkLst>
          <pc:docMk/>
          <pc:sldMk cId="3333729908" sldId="391"/>
        </pc:sldMkLst>
      </pc:sldChg>
      <pc:sldChg chg="add">
        <pc:chgData name="Somak Das" userId="S::sdas@floridapoly.edu::98cebb13-2fc4-4808-95b9-daeb7e6acc01" providerId="AD" clId="Web-{4C1135CC-A762-6518-27ED-A3F72EE34A82}" dt="2024-08-20T20:55:36.456" v="49"/>
        <pc:sldMkLst>
          <pc:docMk/>
          <pc:sldMk cId="3092200611" sldId="392"/>
        </pc:sldMkLst>
      </pc:sldChg>
      <pc:sldChg chg="add">
        <pc:chgData name="Somak Das" userId="S::sdas@floridapoly.edu::98cebb13-2fc4-4808-95b9-daeb7e6acc01" providerId="AD" clId="Web-{4C1135CC-A762-6518-27ED-A3F72EE34A82}" dt="2024-08-20T20:59:55.154" v="50"/>
        <pc:sldMkLst>
          <pc:docMk/>
          <pc:sldMk cId="1533984678" sldId="393"/>
        </pc:sldMkLst>
      </pc:sldChg>
      <pc:sldChg chg="add">
        <pc:chgData name="Somak Das" userId="S::sdas@floridapoly.edu::98cebb13-2fc4-4808-95b9-daeb7e6acc01" providerId="AD" clId="Web-{4C1135CC-A762-6518-27ED-A3F72EE34A82}" dt="2024-08-20T21:00:02.826" v="51"/>
        <pc:sldMkLst>
          <pc:docMk/>
          <pc:sldMk cId="3120438824" sldId="394"/>
        </pc:sldMkLst>
      </pc:sldChg>
      <pc:sldChg chg="add">
        <pc:chgData name="Somak Das" userId="S::sdas@floridapoly.edu::98cebb13-2fc4-4808-95b9-daeb7e6acc01" providerId="AD" clId="Web-{4C1135CC-A762-6518-27ED-A3F72EE34A82}" dt="2024-08-20T21:00:09.811" v="52"/>
        <pc:sldMkLst>
          <pc:docMk/>
          <pc:sldMk cId="1941020335" sldId="395"/>
        </pc:sldMkLst>
      </pc:sldChg>
      <pc:sldChg chg="add">
        <pc:chgData name="Somak Das" userId="S::sdas@floridapoly.edu::98cebb13-2fc4-4808-95b9-daeb7e6acc01" providerId="AD" clId="Web-{4C1135CC-A762-6518-27ED-A3F72EE34A82}" dt="2024-08-20T21:00:16.233" v="53"/>
        <pc:sldMkLst>
          <pc:docMk/>
          <pc:sldMk cId="3183249033" sldId="396"/>
        </pc:sldMkLst>
      </pc:sldChg>
      <pc:sldChg chg="add">
        <pc:chgData name="Somak Das" userId="S::sdas@floridapoly.edu::98cebb13-2fc4-4808-95b9-daeb7e6acc01" providerId="AD" clId="Web-{4C1135CC-A762-6518-27ED-A3F72EE34A82}" dt="2024-08-20T21:00:31.374" v="54"/>
        <pc:sldMkLst>
          <pc:docMk/>
          <pc:sldMk cId="1246790482" sldId="397"/>
        </pc:sldMkLst>
      </pc:sldChg>
      <pc:sldChg chg="add">
        <pc:chgData name="Somak Das" userId="S::sdas@floridapoly.edu::98cebb13-2fc4-4808-95b9-daeb7e6acc01" providerId="AD" clId="Web-{4C1135CC-A762-6518-27ED-A3F72EE34A82}" dt="2024-08-20T21:00:31.390" v="55"/>
        <pc:sldMkLst>
          <pc:docMk/>
          <pc:sldMk cId="3554232712" sldId="398"/>
        </pc:sldMkLst>
      </pc:sldChg>
      <pc:sldChg chg="add">
        <pc:chgData name="Somak Das" userId="S::sdas@floridapoly.edu::98cebb13-2fc4-4808-95b9-daeb7e6acc01" providerId="AD" clId="Web-{4C1135CC-A762-6518-27ED-A3F72EE34A82}" dt="2024-08-20T21:00:31.405" v="56"/>
        <pc:sldMkLst>
          <pc:docMk/>
          <pc:sldMk cId="2841958396" sldId="399"/>
        </pc:sldMkLst>
      </pc:sldChg>
      <pc:sldChg chg="add">
        <pc:chgData name="Somak Das" userId="S::sdas@floridapoly.edu::98cebb13-2fc4-4808-95b9-daeb7e6acc01" providerId="AD" clId="Web-{4C1135CC-A762-6518-27ED-A3F72EE34A82}" dt="2024-08-20T21:00:51.547" v="57"/>
        <pc:sldMkLst>
          <pc:docMk/>
          <pc:sldMk cId="430080544" sldId="400"/>
        </pc:sldMkLst>
      </pc:sldChg>
      <pc:sldChg chg="add">
        <pc:chgData name="Somak Das" userId="S::sdas@floridapoly.edu::98cebb13-2fc4-4808-95b9-daeb7e6acc01" providerId="AD" clId="Web-{4C1135CC-A762-6518-27ED-A3F72EE34A82}" dt="2024-08-20T21:00:58.641" v="58"/>
        <pc:sldMkLst>
          <pc:docMk/>
          <pc:sldMk cId="2545225157" sldId="401"/>
        </pc:sldMkLst>
      </pc:sldChg>
      <pc:sldChg chg="add">
        <pc:chgData name="Somak Das" userId="S::sdas@floridapoly.edu::98cebb13-2fc4-4808-95b9-daeb7e6acc01" providerId="AD" clId="Web-{4C1135CC-A762-6518-27ED-A3F72EE34A82}" dt="2024-08-20T21:01:10.110" v="59"/>
        <pc:sldMkLst>
          <pc:docMk/>
          <pc:sldMk cId="1716920301" sldId="402"/>
        </pc:sldMkLst>
      </pc:sldChg>
      <pc:sldChg chg="add">
        <pc:chgData name="Somak Das" userId="S::sdas@floridapoly.edu::98cebb13-2fc4-4808-95b9-daeb7e6acc01" providerId="AD" clId="Web-{4C1135CC-A762-6518-27ED-A3F72EE34A82}" dt="2024-08-20T21:01:16.673" v="60"/>
        <pc:sldMkLst>
          <pc:docMk/>
          <pc:sldMk cId="784239317" sldId="403"/>
        </pc:sldMkLst>
      </pc:sldChg>
      <pc:sldChg chg="add">
        <pc:chgData name="Somak Das" userId="S::sdas@floridapoly.edu::98cebb13-2fc4-4808-95b9-daeb7e6acc01" providerId="AD" clId="Web-{4C1135CC-A762-6518-27ED-A3F72EE34A82}" dt="2024-08-20T21:01:22.157" v="61"/>
        <pc:sldMkLst>
          <pc:docMk/>
          <pc:sldMk cId="2089077435" sldId="404"/>
        </pc:sldMkLst>
      </pc:sldChg>
      <pc:sldChg chg="add">
        <pc:chgData name="Somak Das" userId="S::sdas@floridapoly.edu::98cebb13-2fc4-4808-95b9-daeb7e6acc01" providerId="AD" clId="Web-{4C1135CC-A762-6518-27ED-A3F72EE34A82}" dt="2024-08-20T21:01:29.095" v="62"/>
        <pc:sldMkLst>
          <pc:docMk/>
          <pc:sldMk cId="3117688700" sldId="405"/>
        </pc:sldMkLst>
      </pc:sldChg>
      <pc:sldChg chg="add">
        <pc:chgData name="Somak Das" userId="S::sdas@floridapoly.edu::98cebb13-2fc4-4808-95b9-daeb7e6acc01" providerId="AD" clId="Web-{4C1135CC-A762-6518-27ED-A3F72EE34A82}" dt="2024-08-20T21:01:35.064" v="63"/>
        <pc:sldMkLst>
          <pc:docMk/>
          <pc:sldMk cId="1823964748" sldId="4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C1F94-F8EF-4781-A197-350D6BDAF08A}" type="datetimeFigureOut"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A8058-EF5F-486B-B9D3-BE41178187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6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48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mathworks.com/help/matlab/logical-operations.html" TargetMode="External"/><Relationship Id="rId4" Type="http://schemas.openxmlformats.org/officeDocument/2006/relationships/hyperlink" Target="https://www.mathworks.com/help/matlab/relational-operators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3EF9D-9BE0-86BD-7E78-FC770532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Problem : </a:t>
            </a:r>
            <a:br>
              <a:rPr lang="en-US" sz="2800"/>
            </a:br>
            <a:r>
              <a:rPr lang="en-US" sz="2800">
                <a:solidFill>
                  <a:srgbClr val="FFFFFF"/>
                </a:solidFill>
              </a:rPr>
              <a:t>Finding minimum value of a Quadratic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C186-7861-1562-8876-8114F3D4FBFD}"/>
              </a:ext>
            </a:extLst>
          </p:cNvPr>
          <p:cNvSpPr>
            <a:spLocks/>
          </p:cNvSpPr>
          <p:nvPr/>
        </p:nvSpPr>
        <p:spPr>
          <a:xfrm>
            <a:off x="206546" y="1650949"/>
            <a:ext cx="7559084" cy="49387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530352">
              <a:spcAft>
                <a:spcPts val="600"/>
              </a:spcAft>
            </a:pPr>
            <a:r>
              <a:rPr lang="en-US" sz="2800" b="1" kern="1200">
                <a:latin typeface="+mn-lt"/>
                <a:ea typeface="+mn-ea"/>
                <a:cs typeface="+mn-cs"/>
              </a:rPr>
              <a:t>Problem Statement</a:t>
            </a:r>
            <a:endParaRPr lang="en-US" sz="2800" b="1" kern="1200">
              <a:latin typeface="+mn-lt"/>
              <a:cs typeface="Calibri"/>
            </a:endParaRPr>
          </a:p>
          <a:p>
            <a:pPr marL="457200" indent="-457200" defTabSz="530352">
              <a:spcAft>
                <a:spcPts val="600"/>
              </a:spcAft>
              <a:buFont typeface="Arial"/>
              <a:buChar char="•"/>
            </a:pPr>
            <a:r>
              <a:rPr lang="en-US" sz="2800" kern="1200">
                <a:latin typeface="+mn-lt"/>
                <a:ea typeface="+mn-ea"/>
                <a:cs typeface="+mn-cs"/>
              </a:rPr>
              <a:t>A quadratic function of the form  </a:t>
            </a:r>
            <a:br>
              <a:rPr lang="en-US" sz="2800" kern="1200"/>
            </a:br>
            <a:r>
              <a:rPr lang="en-US" sz="2800" kern="1200">
                <a:latin typeface="+mn-lt"/>
                <a:ea typeface="+mn-ea"/>
                <a:cs typeface="+mn-cs"/>
              </a:rPr>
              <a:t> 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f(x) = x</a:t>
            </a:r>
            <a:r>
              <a:rPr lang="en-US" sz="2800" i="1" kern="1200" baseline="300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 +bx +c </a:t>
            </a:r>
            <a:r>
              <a:rPr lang="en-US" sz="2800" kern="1200">
                <a:latin typeface="+mn-lt"/>
                <a:ea typeface="+mn-ea"/>
                <a:cs typeface="+mn-cs"/>
              </a:rPr>
              <a:t>attains its minimum value at the critical point 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x</a:t>
            </a:r>
            <a:r>
              <a:rPr lang="en-US" sz="2800" i="1" kern="1200" baseline="-250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c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 = −b/2</a:t>
            </a:r>
            <a:r>
              <a:rPr lang="en-US" sz="2800" kern="1200">
                <a:latin typeface="+mn-lt"/>
                <a:ea typeface="+mn-ea"/>
                <a:cs typeface="+mn-cs"/>
              </a:rPr>
              <a:t>. </a:t>
            </a:r>
            <a:endParaRPr lang="en-US" sz="2800" kern="1200">
              <a:latin typeface="+mn-lt"/>
            </a:endParaRPr>
          </a:p>
          <a:p>
            <a:pPr marL="457200" indent="-457200" defTabSz="530352">
              <a:spcAft>
                <a:spcPts val="600"/>
              </a:spcAft>
              <a:buFont typeface="Arial"/>
              <a:buChar char="•"/>
            </a:pPr>
            <a:r>
              <a:rPr lang="en-US" sz="2800" kern="1200">
                <a:latin typeface="+mn-lt"/>
                <a:ea typeface="+mn-ea"/>
                <a:cs typeface="+mn-cs"/>
              </a:rPr>
              <a:t>Computing the minimum value of </a:t>
            </a:r>
            <a:r>
              <a:rPr lang="en-US" sz="2800" i="1" kern="1200">
                <a:latin typeface="Times New Roman"/>
                <a:ea typeface="+mn-ea"/>
                <a:cs typeface="Times New Roman"/>
              </a:rPr>
              <a:t>f</a:t>
            </a:r>
            <a:r>
              <a:rPr lang="en-US" sz="2800" kern="1200">
                <a:latin typeface="+mn-lt"/>
                <a:ea typeface="+mn-ea"/>
                <a:cs typeface="+mn-cs"/>
              </a:rPr>
              <a:t> on an interval [</a:t>
            </a:r>
            <a:r>
              <a:rPr lang="en-US" sz="2800" i="1" kern="1200">
                <a:latin typeface="Times New Roman"/>
                <a:ea typeface="+mn-ea"/>
                <a:cs typeface="Times New Roman"/>
              </a:rPr>
              <a:t>L,R</a:t>
            </a:r>
            <a:r>
              <a:rPr lang="en-US" sz="2800" kern="1200">
                <a:latin typeface="+mn-lt"/>
                <a:ea typeface="+mn-ea"/>
                <a:cs typeface="+mn-cs"/>
              </a:rPr>
              <a:t>] requires some checking. </a:t>
            </a:r>
            <a:endParaRPr lang="en-US" sz="2800" kern="1200">
              <a:latin typeface="+mn-lt"/>
            </a:endParaRPr>
          </a:p>
          <a:p>
            <a:pPr marL="457200" indent="-457200" defTabSz="530352">
              <a:spcAft>
                <a:spcPts val="600"/>
              </a:spcAft>
              <a:buFont typeface="Arial"/>
              <a:buChar char="•"/>
            </a:pPr>
            <a:r>
              <a:rPr lang="en-US" sz="2800" kern="1200">
                <a:latin typeface="+mn-lt"/>
                <a:ea typeface="+mn-ea"/>
                <a:cs typeface="+mn-cs"/>
              </a:rPr>
              <a:t>If </a:t>
            </a:r>
            <a:r>
              <a:rPr lang="en-US" sz="2800" i="1" kern="1200">
                <a:latin typeface="Times New Roman"/>
                <a:ea typeface="+mn-ea"/>
                <a:cs typeface="Times New Roman"/>
              </a:rPr>
              <a:t>x</a:t>
            </a:r>
            <a:r>
              <a:rPr lang="en-US" sz="2800" i="1" kern="1200" baseline="-25000">
                <a:latin typeface="Times New Roman"/>
                <a:ea typeface="+mn-ea"/>
                <a:cs typeface="Times New Roman"/>
              </a:rPr>
              <a:t>c</a:t>
            </a:r>
            <a:r>
              <a:rPr lang="en-US" sz="2800" kern="1200">
                <a:latin typeface="+mn-lt"/>
                <a:ea typeface="+mn-ea"/>
                <a:cs typeface="+mn-cs"/>
              </a:rPr>
              <a:t> is in the interval, then</a:t>
            </a:r>
            <a:r>
              <a:rPr lang="en-US" sz="28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f(x</a:t>
            </a:r>
            <a:r>
              <a:rPr lang="en-US" sz="2800" i="1" kern="1200" baseline="-250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c 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)</a:t>
            </a:r>
            <a:r>
              <a:rPr lang="en-US" sz="2800" i="1" kern="1200">
                <a:latin typeface="Times New Roman"/>
                <a:ea typeface="+mn-ea"/>
                <a:cs typeface="Times New Roman"/>
              </a:rPr>
              <a:t> </a:t>
            </a:r>
            <a:r>
              <a:rPr lang="en-US" sz="2800" kern="1200">
                <a:latin typeface="+mn-lt"/>
                <a:ea typeface="+mn-ea"/>
                <a:cs typeface="+mn-cs"/>
              </a:rPr>
              <a:t>is the answer. </a:t>
            </a:r>
            <a:endParaRPr lang="en-US" sz="2800" kern="1200">
              <a:latin typeface="+mn-lt"/>
              <a:cs typeface="Calibri"/>
            </a:endParaRPr>
          </a:p>
          <a:p>
            <a:pPr marL="457200" indent="-457200" defTabSz="530352">
              <a:spcAft>
                <a:spcPts val="600"/>
              </a:spcAft>
              <a:buFont typeface="Arial"/>
              <a:buChar char="•"/>
            </a:pPr>
            <a:r>
              <a:rPr lang="en-US" sz="2800" kern="1200">
                <a:latin typeface="+mn-lt"/>
                <a:ea typeface="+mn-ea"/>
                <a:cs typeface="+mn-cs"/>
              </a:rPr>
              <a:t>Otherwise, </a:t>
            </a:r>
            <a:r>
              <a:rPr lang="en-US" sz="2800" i="1" kern="1200">
                <a:latin typeface="Times New Roman"/>
                <a:ea typeface="+mn-ea"/>
                <a:cs typeface="Times New Roman"/>
              </a:rPr>
              <a:t>f</a:t>
            </a:r>
            <a:r>
              <a:rPr lang="en-US" sz="2800" kern="1200">
                <a:latin typeface="+mn-lt"/>
                <a:ea typeface="+mn-ea"/>
                <a:cs typeface="+mn-cs"/>
              </a:rPr>
              <a:t> is minimized either at 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x = L </a:t>
            </a:r>
            <a:r>
              <a:rPr lang="en-US" sz="2800" kern="1200">
                <a:latin typeface="+mn-lt"/>
                <a:ea typeface="+mn-ea"/>
                <a:cs typeface="+mn-cs"/>
              </a:rPr>
              <a:t>or at </a:t>
            </a:r>
            <a:r>
              <a:rPr lang="en-US" sz="28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x = R</a:t>
            </a:r>
            <a:r>
              <a:rPr lang="en-US" sz="2800" kern="1200">
                <a:latin typeface="+mn-lt"/>
                <a:ea typeface="+mn-ea"/>
                <a:cs typeface="+mn-cs"/>
              </a:rPr>
              <a:t>.</a:t>
            </a:r>
            <a:endParaRPr lang="en-US" sz="2800" kern="1200"/>
          </a:p>
          <a:p>
            <a:pPr defTabSz="530352">
              <a:spcAft>
                <a:spcPts val="600"/>
              </a:spcAft>
            </a:pPr>
            <a:r>
              <a:rPr lang="en-US" sz="2800" kern="1200">
                <a:latin typeface="+mn-lt"/>
                <a:ea typeface="+mn-ea"/>
                <a:cs typeface="+mn-cs"/>
              </a:rPr>
              <a:t>The figure shows the 3 options.</a:t>
            </a:r>
            <a:endParaRPr lang="en-US" sz="280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96BA6-AC0C-38D2-6B12-93A54EA4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793" y="-12562"/>
            <a:ext cx="4492382" cy="68675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03B5C0-D4CF-5EBE-EF3A-416783B20075}"/>
              </a:ext>
            </a:extLst>
          </p:cNvPr>
          <p:cNvSpPr txBox="1"/>
          <p:nvPr/>
        </p:nvSpPr>
        <p:spPr>
          <a:xfrm>
            <a:off x="8370160" y="2339967"/>
            <a:ext cx="1942639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en-US" sz="1600" i="1" kern="1200">
                <a:solidFill>
                  <a:srgbClr val="B30000"/>
                </a:solidFill>
                <a:latin typeface="Times New Roman"/>
                <a:cs typeface="Times New Roman"/>
              </a:rPr>
              <a:t>x</a:t>
            </a:r>
            <a:r>
              <a:rPr lang="en-US" sz="1600" i="1" kern="1200" baseline="-25000">
                <a:solidFill>
                  <a:srgbClr val="B30000"/>
                </a:solidFill>
                <a:latin typeface="Times New Roman"/>
                <a:cs typeface="Times New Roman"/>
              </a:rPr>
              <a:t>c</a:t>
            </a:r>
            <a:r>
              <a:rPr lang="en-US" sz="16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 is in the interval, then </a:t>
            </a:r>
            <a:r>
              <a:rPr lang="en-US" sz="1600" i="1" kern="1200">
                <a:solidFill>
                  <a:srgbClr val="B30000"/>
                </a:solidFill>
                <a:latin typeface="Times New Roman"/>
                <a:cs typeface="Times New Roman"/>
              </a:rPr>
              <a:t>f(x</a:t>
            </a:r>
            <a:r>
              <a:rPr lang="en-US" sz="1600" i="1" kern="1200" baseline="-25000">
                <a:solidFill>
                  <a:srgbClr val="B30000"/>
                </a:solidFill>
                <a:latin typeface="Times New Roman"/>
                <a:cs typeface="Times New Roman"/>
              </a:rPr>
              <a:t>c</a:t>
            </a:r>
            <a:r>
              <a:rPr lang="en-US" sz="1600" i="1" kern="1200">
                <a:solidFill>
                  <a:srgbClr val="B30000"/>
                </a:solidFill>
                <a:latin typeface="Times New Roman"/>
                <a:cs typeface="Times New Roman"/>
              </a:rPr>
              <a:t>) </a:t>
            </a:r>
            <a:r>
              <a:rPr lang="en-US" sz="16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is the answer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2861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3EF9D-9BE0-86BD-7E78-FC770532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Problem : </a:t>
            </a:r>
            <a:br>
              <a:rPr lang="en-US" sz="2800"/>
            </a:br>
            <a:r>
              <a:rPr lang="en-US" sz="2800">
                <a:solidFill>
                  <a:srgbClr val="FFFFFF"/>
                </a:solidFill>
              </a:rPr>
              <a:t>Finding minimum value of a Quadratic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96BA6-AC0C-38D2-6B12-93A54EA4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312" y="12158"/>
            <a:ext cx="4434504" cy="6852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03B5C0-D4CF-5EBE-EF3A-416783B20075}"/>
              </a:ext>
            </a:extLst>
          </p:cNvPr>
          <p:cNvSpPr txBox="1"/>
          <p:nvPr/>
        </p:nvSpPr>
        <p:spPr>
          <a:xfrm>
            <a:off x="7920185" y="2597336"/>
            <a:ext cx="178329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16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en-US" sz="1600" i="1" kern="1200">
                <a:solidFill>
                  <a:srgbClr val="B30000"/>
                </a:solidFill>
                <a:latin typeface="Times New Roman"/>
                <a:cs typeface="Times New Roman"/>
              </a:rPr>
              <a:t>x</a:t>
            </a:r>
            <a:r>
              <a:rPr lang="en-US" sz="1600" i="1" kern="1200" baseline="-25000">
                <a:solidFill>
                  <a:srgbClr val="B30000"/>
                </a:solidFill>
                <a:latin typeface="Times New Roman"/>
                <a:cs typeface="Times New Roman"/>
              </a:rPr>
              <a:t>c</a:t>
            </a:r>
            <a:r>
              <a:rPr lang="en-US" sz="16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 is in the interval, then </a:t>
            </a:r>
            <a:r>
              <a:rPr lang="en-US" sz="1600" i="1" kern="1200">
                <a:solidFill>
                  <a:srgbClr val="B30000"/>
                </a:solidFill>
                <a:latin typeface="Times New Roman"/>
                <a:cs typeface="Times New Roman"/>
              </a:rPr>
              <a:t>f(x</a:t>
            </a:r>
            <a:r>
              <a:rPr lang="en-US" sz="1600" i="1" kern="1200" baseline="-25000">
                <a:solidFill>
                  <a:srgbClr val="B30000"/>
                </a:solidFill>
                <a:latin typeface="Times New Roman"/>
                <a:cs typeface="Times New Roman"/>
              </a:rPr>
              <a:t>c</a:t>
            </a:r>
            <a:r>
              <a:rPr lang="en-US" sz="1600" i="1" kern="1200">
                <a:solidFill>
                  <a:srgbClr val="B30000"/>
                </a:solidFill>
                <a:latin typeface="Times New Roman"/>
                <a:cs typeface="Times New Roman"/>
              </a:rPr>
              <a:t>) </a:t>
            </a:r>
            <a:r>
              <a:rPr lang="en-US" sz="1600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is the answer</a:t>
            </a:r>
            <a:endParaRPr lang="en-US" sz="16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4E1B4A-949C-9C8B-A967-ED626B4A0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369" y="1749504"/>
            <a:ext cx="6662532" cy="56771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Problem Statement</a:t>
            </a:r>
            <a:endParaRPr lang="en-US"/>
          </a:p>
          <a:p>
            <a:r>
              <a:rPr lang="en-US"/>
              <a:t>Write a script that inputs real numbers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lang="en-US"/>
              <a:t>,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/>
              <a:t>,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lang="en-US"/>
              <a:t>, and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</a:p>
          <a:p>
            <a:r>
              <a:rPr lang="en-US" err="1">
                <a:solidFill>
                  <a:srgbClr val="000000"/>
                </a:solidFill>
                <a:latin typeface="Aptos"/>
                <a:cs typeface="Times New Roman"/>
              </a:rPr>
              <a:t>Obatin</a:t>
            </a:r>
            <a:r>
              <a:rPr lang="en-US"/>
              <a:t> the minimum value of the quadratic function </a:t>
            </a:r>
            <a:br>
              <a:rPr lang="en-US">
                <a:latin typeface="Aptos"/>
                <a:cs typeface="Times New Roman" panose="02020603050405020304" pitchFamily="18" charset="0"/>
              </a:rPr>
            </a:b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f (x) = x</a:t>
            </a:r>
            <a:r>
              <a:rPr lang="en-US" i="1" baseline="3000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 +bx +c </a:t>
            </a:r>
            <a:r>
              <a:rPr lang="en-US"/>
              <a:t>on the interval [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lang="en-US" i="1">
                <a:latin typeface="Times New Roman"/>
                <a:cs typeface="Times New Roman"/>
              </a:rPr>
              <a:t>,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/>
              <a:t>]. </a:t>
            </a:r>
          </a:p>
          <a:p>
            <a:r>
              <a:rPr lang="en-US"/>
              <a:t>The script should also display the value of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lang="en-US"/>
              <a:t> where the minimum occurs.</a:t>
            </a:r>
            <a:br>
              <a:rPr lang="en-US"/>
            </a:b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/>
              <a:t>The figure shows the 3 options:</a:t>
            </a:r>
          </a:p>
        </p:txBody>
      </p:sp>
    </p:spTree>
    <p:extLst>
      <p:ext uri="{BB962C8B-B14F-4D97-AF65-F5344CB8AC3E}">
        <p14:creationId xmlns:p14="http://schemas.microsoft.com/office/powerpoint/2010/main" val="278694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60AD2-EEE2-EB1B-1BE8-1C275BAB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Pseudocode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05FE-4A37-CB70-1118-E3D35ABBC8A2}"/>
              </a:ext>
            </a:extLst>
          </p:cNvPr>
          <p:cNvSpPr>
            <a:spLocks/>
          </p:cNvSpPr>
          <p:nvPr/>
        </p:nvSpPr>
        <p:spPr>
          <a:xfrm>
            <a:off x="257790" y="1775259"/>
            <a:ext cx="6202256" cy="50540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Let’s study the three alternatives to get a sense of the problem</a:t>
            </a:r>
            <a:endParaRPr lang="en-US" sz="2400" kern="1200">
              <a:latin typeface="+mn-lt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Given the possibilities, here is a </a:t>
            </a:r>
            <a:r>
              <a:rPr lang="en-US" sz="2400" i="1" kern="1200">
                <a:solidFill>
                  <a:srgbClr val="B30000"/>
                </a:solidFill>
                <a:latin typeface="Times New Roman"/>
                <a:ea typeface="+mn-ea"/>
                <a:cs typeface="Times New Roman"/>
              </a:rPr>
              <a:t>pseudocode</a:t>
            </a:r>
            <a:r>
              <a:rPr lang="en-US" sz="2400" kern="1200">
                <a:latin typeface="+mn-lt"/>
                <a:ea typeface="+mn-ea"/>
                <a:cs typeface="+mn-cs"/>
              </a:rPr>
              <a:t> that identifies the steps</a:t>
            </a:r>
            <a:endParaRPr lang="en-US" sz="2400" kern="1200">
              <a:latin typeface="+mn-lt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if </a:t>
            </a:r>
            <a:r>
              <a:rPr lang="en-US" sz="2400" i="1" kern="1200">
                <a:latin typeface="Times New Roman"/>
                <a:cs typeface="Times New Roman"/>
              </a:rPr>
              <a:t>x</a:t>
            </a:r>
            <a:r>
              <a:rPr lang="en-US" sz="2400" i="1" kern="1200" baseline="-25000">
                <a:latin typeface="Times New Roman"/>
                <a:cs typeface="Times New Roman"/>
              </a:rPr>
              <a:t>c</a:t>
            </a:r>
            <a:r>
              <a:rPr lang="en-US" sz="2400" kern="1200">
                <a:latin typeface="+mn-lt"/>
                <a:ea typeface="+mn-ea"/>
                <a:cs typeface="+mn-cs"/>
              </a:rPr>
              <a:t> &lt; </a:t>
            </a:r>
            <a:r>
              <a:rPr lang="en-US" sz="2400" i="1" kern="1200">
                <a:latin typeface="Times New Roman"/>
                <a:cs typeface="Times New Roman"/>
              </a:rPr>
              <a:t> L</a:t>
            </a:r>
            <a:endParaRPr lang="en-US" sz="2400" kern="1200">
              <a:latin typeface="Times New Roman"/>
              <a:cs typeface="Times New Roman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     print  </a:t>
            </a:r>
            <a:r>
              <a:rPr lang="en-US" sz="2400" i="1" kern="1200">
                <a:latin typeface="Times New Roman"/>
                <a:cs typeface="Times New Roman"/>
              </a:rPr>
              <a:t>f </a:t>
            </a:r>
            <a:r>
              <a:rPr lang="en-US" sz="2400" kern="1200">
                <a:latin typeface="+mn-lt"/>
                <a:ea typeface="+mn-ea"/>
                <a:cs typeface="+mn-cs"/>
              </a:rPr>
              <a:t>(</a:t>
            </a:r>
            <a:r>
              <a:rPr lang="en-US" sz="2400" i="1" kern="1200">
                <a:latin typeface="Times New Roman"/>
                <a:cs typeface="Times New Roman"/>
              </a:rPr>
              <a:t>L</a:t>
            </a:r>
            <a:r>
              <a:rPr lang="en-US" sz="2400" kern="1200">
                <a:latin typeface="+mn-lt"/>
                <a:ea typeface="+mn-ea"/>
                <a:cs typeface="+mn-cs"/>
              </a:rPr>
              <a:t>) and </a:t>
            </a:r>
            <a:r>
              <a:rPr lang="en-US" sz="2400" i="1" kern="1200">
                <a:latin typeface="Times New Roman"/>
                <a:cs typeface="Times New Roman"/>
              </a:rPr>
              <a:t> L</a:t>
            </a:r>
            <a:endParaRPr lang="en-US" sz="2400" kern="1200">
              <a:latin typeface="Times New Roman"/>
              <a:cs typeface="Times New Roman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else if </a:t>
            </a:r>
            <a:r>
              <a:rPr lang="en-US" sz="2400" i="1" kern="1200">
                <a:latin typeface="Times New Roman"/>
                <a:ea typeface="+mn-ea"/>
                <a:cs typeface="Times New Roman"/>
              </a:rPr>
              <a:t> L </a:t>
            </a:r>
            <a:r>
              <a:rPr lang="en-US" sz="2400" kern="1200">
                <a:latin typeface="+mn-lt"/>
                <a:ea typeface="+mn-ea"/>
                <a:cs typeface="+mn-cs"/>
              </a:rPr>
              <a:t> </a:t>
            </a:r>
            <a:r>
              <a:rPr lang="en-US" sz="2400" i="1" kern="1200">
                <a:latin typeface="Times New Roman"/>
                <a:ea typeface="+mn-ea"/>
                <a:cs typeface="Times New Roman"/>
              </a:rPr>
              <a:t>≤ </a:t>
            </a:r>
            <a:r>
              <a:rPr lang="en-US" sz="2400" kern="1200">
                <a:latin typeface="+mn-lt"/>
                <a:ea typeface="+mn-ea"/>
                <a:cs typeface="+mn-cs"/>
              </a:rPr>
              <a:t> </a:t>
            </a:r>
            <a:r>
              <a:rPr lang="en-US" sz="2400" i="1" kern="1200">
                <a:latin typeface="Times New Roman"/>
                <a:ea typeface="+mn-ea"/>
                <a:cs typeface="Times New Roman"/>
              </a:rPr>
              <a:t>x</a:t>
            </a:r>
            <a:r>
              <a:rPr lang="en-US" sz="2400" i="1" kern="1200" baseline="-25000">
                <a:latin typeface="Times New Roman"/>
                <a:ea typeface="+mn-ea"/>
                <a:cs typeface="Times New Roman"/>
              </a:rPr>
              <a:t>c</a:t>
            </a:r>
            <a:r>
              <a:rPr lang="en-US" sz="2400" kern="1200">
                <a:latin typeface="+mn-lt"/>
                <a:ea typeface="+mn-ea"/>
                <a:cs typeface="+mn-cs"/>
              </a:rPr>
              <a:t> </a:t>
            </a:r>
            <a:r>
              <a:rPr lang="en-US" sz="2400" kern="1200">
                <a:latin typeface="Aptos"/>
                <a:ea typeface="+mn-ea"/>
                <a:cs typeface="Times New Roman"/>
              </a:rPr>
              <a:t> </a:t>
            </a:r>
            <a:r>
              <a:rPr lang="en-US" sz="2400" i="1" kern="1200">
                <a:latin typeface="Times New Roman"/>
                <a:ea typeface="+mn-ea"/>
                <a:cs typeface="Times New Roman"/>
              </a:rPr>
              <a:t>≤  R</a:t>
            </a:r>
            <a:endParaRPr lang="en-US" sz="2400" kern="1200">
              <a:latin typeface="Times New Roman"/>
              <a:cs typeface="Times New Roman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     print  </a:t>
            </a:r>
            <a:r>
              <a:rPr lang="en-US" sz="2400" i="1" kern="1200">
                <a:latin typeface="Times New Roman"/>
                <a:cs typeface="Times New Roman"/>
              </a:rPr>
              <a:t>f </a:t>
            </a:r>
            <a:r>
              <a:rPr lang="en-US" sz="2400" kern="1200">
                <a:latin typeface="+mn-lt"/>
                <a:ea typeface="+mn-ea"/>
                <a:cs typeface="+mn-cs"/>
              </a:rPr>
              <a:t>(</a:t>
            </a:r>
            <a:r>
              <a:rPr lang="en-US" sz="2400" i="1" kern="1200">
                <a:latin typeface="Times New Roman"/>
                <a:cs typeface="Times New Roman"/>
              </a:rPr>
              <a:t>x</a:t>
            </a:r>
            <a:r>
              <a:rPr lang="en-US" sz="2400" i="1" kern="1200" baseline="-25000">
                <a:latin typeface="Times New Roman"/>
                <a:cs typeface="Times New Roman"/>
              </a:rPr>
              <a:t>c</a:t>
            </a:r>
            <a:r>
              <a:rPr lang="en-US" sz="2400" kern="1200">
                <a:latin typeface="+mn-lt"/>
                <a:ea typeface="+mn-ea"/>
                <a:cs typeface="+mn-cs"/>
              </a:rPr>
              <a:t>) and </a:t>
            </a:r>
            <a:r>
              <a:rPr lang="en-US" sz="2400" i="1" kern="1200">
                <a:latin typeface="Times New Roman"/>
                <a:cs typeface="Times New Roman"/>
              </a:rPr>
              <a:t>x</a:t>
            </a:r>
            <a:r>
              <a:rPr lang="en-US" sz="2400" i="1" kern="1200" baseline="-25000">
                <a:latin typeface="Times New Roman"/>
                <a:cs typeface="Times New Roman"/>
              </a:rPr>
              <a:t>c</a:t>
            </a:r>
            <a:endParaRPr lang="en-US" sz="2400" kern="1200">
              <a:latin typeface="Times New Roman"/>
              <a:cs typeface="Times New Roman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else</a:t>
            </a:r>
            <a:endParaRPr lang="en-US" sz="2400" kern="1200">
              <a:latin typeface="+mn-lt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     print  </a:t>
            </a:r>
            <a:r>
              <a:rPr lang="en-US" sz="2400" i="1" kern="1200">
                <a:latin typeface="Times New Roman"/>
                <a:cs typeface="Times New Roman"/>
              </a:rPr>
              <a:t>f </a:t>
            </a:r>
            <a:r>
              <a:rPr lang="en-US" sz="2400" kern="1200">
                <a:latin typeface="+mn-lt"/>
                <a:ea typeface="+mn-ea"/>
                <a:cs typeface="+mn-cs"/>
              </a:rPr>
              <a:t>(</a:t>
            </a:r>
            <a:r>
              <a:rPr lang="en-US" sz="2400" i="1" kern="1200">
                <a:latin typeface="Times New Roman"/>
                <a:cs typeface="Times New Roman"/>
              </a:rPr>
              <a:t>R</a:t>
            </a:r>
            <a:r>
              <a:rPr lang="en-US" sz="2400" kern="1200">
                <a:latin typeface="+mn-lt"/>
                <a:ea typeface="+mn-ea"/>
                <a:cs typeface="+mn-cs"/>
              </a:rPr>
              <a:t>) and </a:t>
            </a:r>
            <a:r>
              <a:rPr lang="en-US" sz="2400" i="1" kern="1200">
                <a:latin typeface="Times New Roman"/>
                <a:cs typeface="Times New Roman"/>
              </a:rPr>
              <a:t> R</a:t>
            </a:r>
            <a:endParaRPr lang="en-US" sz="2400" kern="1200">
              <a:latin typeface="Times New Roman"/>
              <a:cs typeface="Times New Roman"/>
            </a:endParaRPr>
          </a:p>
          <a:p>
            <a:pPr defTabSz="530352">
              <a:spcAft>
                <a:spcPts val="600"/>
              </a:spcAft>
            </a:pPr>
            <a:r>
              <a:rPr lang="en-US" sz="2400" kern="1200">
                <a:latin typeface="+mn-lt"/>
                <a:ea typeface="+mn-ea"/>
                <a:cs typeface="+mn-cs"/>
              </a:rPr>
              <a:t>		end </a:t>
            </a:r>
            <a:endParaRPr lang="en-US" sz="24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8614C3-D617-BE48-B016-860E74C0DCE5}"/>
              </a:ext>
            </a:extLst>
          </p:cNvPr>
          <p:cNvSpPr>
            <a:spLocks/>
          </p:cNvSpPr>
          <p:nvPr/>
        </p:nvSpPr>
        <p:spPr>
          <a:xfrm>
            <a:off x="7392590" y="3798070"/>
            <a:ext cx="3793372" cy="30531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defTabSz="530352">
              <a:spcAft>
                <a:spcPts val="600"/>
              </a:spcAft>
            </a:pPr>
            <a:r>
              <a:rPr lang="en-US" sz="2000" b="1" u="sng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if-else-if </a:t>
            </a:r>
            <a:r>
              <a:rPr lang="en-US" sz="2000" b="1" u="sng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statement</a:t>
            </a:r>
            <a:r>
              <a:rPr lang="en-US" sz="2000" b="1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 </a:t>
            </a:r>
            <a:endParaRPr lang="en-US" sz="2000" b="1" kern="1200">
              <a:solidFill>
                <a:srgbClr val="000000"/>
              </a:solidFill>
              <a:latin typeface="Courier New"/>
              <a:cs typeface="Courier New"/>
            </a:endParaRPr>
          </a:p>
          <a:p>
            <a:pPr defTabSz="530352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if &lt;condition #1&gt;</a:t>
            </a:r>
            <a:endParaRPr lang="en-US" sz="2000" b="1" kern="1200">
              <a:latin typeface="Courier New"/>
              <a:cs typeface="Courier New"/>
            </a:endParaRPr>
          </a:p>
          <a:p>
            <a:pPr defTabSz="530352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  steps </a:t>
            </a:r>
            <a:endParaRPr lang="en-US" sz="2000" b="1" kern="1200">
              <a:solidFill>
                <a:srgbClr val="B3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30352">
              <a:spcAft>
                <a:spcPts val="600"/>
              </a:spcAft>
            </a:pPr>
            <a:r>
              <a:rPr lang="en-US" sz="2000" b="1">
                <a:solidFill>
                  <a:srgbClr val="B30000"/>
                </a:solidFill>
                <a:latin typeface="Courier New"/>
                <a:cs typeface="Courier New"/>
              </a:rPr>
              <a:t>elseif</a:t>
            </a: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 &lt;condition #2&gt;</a:t>
            </a:r>
            <a:endParaRPr lang="en-US" sz="2000" b="1" kern="1200">
              <a:solidFill>
                <a:srgbClr val="B3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30352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 steps </a:t>
            </a:r>
            <a:endParaRPr lang="en-US" sz="2000" b="1" kern="1200">
              <a:solidFill>
                <a:srgbClr val="B3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30352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else</a:t>
            </a:r>
            <a:endParaRPr lang="en-US" sz="2000" b="1" kern="1200">
              <a:solidFill>
                <a:srgbClr val="B30000"/>
              </a:solidFill>
              <a:latin typeface="Courier New"/>
              <a:cs typeface="Courier New"/>
            </a:endParaRPr>
          </a:p>
          <a:p>
            <a:pPr defTabSz="530352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cs typeface="Courier New"/>
              </a:rPr>
              <a:t>  do that instead</a:t>
            </a:r>
          </a:p>
          <a:p>
            <a:pPr defTabSz="530352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cs typeface="Courier New"/>
              </a:rPr>
              <a:t>end</a:t>
            </a:r>
            <a:endParaRPr lang="en-US" sz="2000" b="1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F37E4-C88E-0688-3EAE-D88D740A72D3}"/>
              </a:ext>
            </a:extLst>
          </p:cNvPr>
          <p:cNvSpPr txBox="1"/>
          <p:nvPr/>
        </p:nvSpPr>
        <p:spPr>
          <a:xfrm>
            <a:off x="6461187" y="1738172"/>
            <a:ext cx="5493300" cy="20159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530352">
              <a:spcAft>
                <a:spcPts val="600"/>
              </a:spcAft>
            </a:pPr>
            <a:r>
              <a:rPr lang="en-US" sz="2000" b="1" kern="1200">
                <a:latin typeface="Times New Roman"/>
                <a:ea typeface="+mn-ea"/>
                <a:cs typeface="Calibri"/>
              </a:rPr>
              <a:t>Pseudocode</a:t>
            </a:r>
            <a:r>
              <a:rPr lang="en-US" sz="2000" kern="1200">
                <a:latin typeface="Times New Roman"/>
                <a:ea typeface="+mn-ea"/>
                <a:cs typeface="Calibri"/>
              </a:rPr>
              <a:t> is a technique used to describe the steps of an algorithm in a manner that’s easy to understand for anyone with basic programming knowledge. </a:t>
            </a:r>
            <a:endParaRPr lang="en-US" sz="2000" kern="1200">
              <a:latin typeface="+mn-lt"/>
            </a:endParaRPr>
          </a:p>
          <a:p>
            <a:pPr algn="ctr" defTabSz="530352">
              <a:spcAft>
                <a:spcPts val="600"/>
              </a:spcAft>
            </a:pPr>
            <a:r>
              <a:rPr lang="en-US" sz="2000" kern="1200">
                <a:latin typeface="Times New Roman"/>
                <a:ea typeface="+mn-ea"/>
                <a:cs typeface="Calibri"/>
              </a:rPr>
              <a:t>It is a syntax-free description of an algorithm that provides a full description of the algorithm’s logic </a:t>
            </a:r>
            <a:endParaRPr lang="en-US" sz="200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809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7CE86-258F-DDED-4030-6954F072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If-else-if statement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9054FB-F84B-479C-5BC5-0ACDD7CC4440}"/>
              </a:ext>
            </a:extLst>
          </p:cNvPr>
          <p:cNvSpPr>
            <a:spLocks/>
          </p:cNvSpPr>
          <p:nvPr/>
        </p:nvSpPr>
        <p:spPr>
          <a:xfrm>
            <a:off x="3626568" y="2044909"/>
            <a:ext cx="3726341" cy="321479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defTabSz="585216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if &lt;condition #1&gt;</a:t>
            </a:r>
            <a:endParaRPr lang="en-US" sz="2000" b="1" kern="1200">
              <a:latin typeface="Courier New"/>
              <a:cs typeface="Courier New"/>
            </a:endParaRPr>
          </a:p>
          <a:p>
            <a:pPr defTabSz="585216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  steps </a:t>
            </a:r>
            <a:endParaRPr lang="en-US" sz="2000" b="1" kern="1200">
              <a:solidFill>
                <a:srgbClr val="B3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85216">
              <a:spcAft>
                <a:spcPts val="600"/>
              </a:spcAft>
            </a:pPr>
            <a:r>
              <a:rPr lang="en-US" sz="2000" b="1">
                <a:solidFill>
                  <a:srgbClr val="B30000"/>
                </a:solidFill>
                <a:latin typeface="Courier New"/>
                <a:cs typeface="Courier New"/>
              </a:rPr>
              <a:t>elseif</a:t>
            </a: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 &lt;condition #2&gt;</a:t>
            </a:r>
            <a:endParaRPr lang="en-US" sz="2000" b="1" kern="1200">
              <a:solidFill>
                <a:srgbClr val="B3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85216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 steps </a:t>
            </a:r>
            <a:endParaRPr lang="en-US" sz="2000" b="1" kern="1200">
              <a:solidFill>
                <a:srgbClr val="B3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585216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else</a:t>
            </a:r>
            <a:endParaRPr lang="en-US" sz="2000" b="1" kern="1200">
              <a:solidFill>
                <a:srgbClr val="B30000"/>
              </a:solidFill>
              <a:latin typeface="Courier New"/>
              <a:cs typeface="Courier New"/>
            </a:endParaRPr>
          </a:p>
          <a:p>
            <a:pPr defTabSz="585216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ea typeface="+mn-ea"/>
                <a:cs typeface="Courier New"/>
              </a:rPr>
              <a:t>  do these instead</a:t>
            </a:r>
            <a:endParaRPr lang="en-US" sz="2000" b="1" kern="1200">
              <a:solidFill>
                <a:srgbClr val="B30000"/>
              </a:solidFill>
              <a:latin typeface="Courier New"/>
              <a:cs typeface="Courier New"/>
            </a:endParaRPr>
          </a:p>
          <a:p>
            <a:pPr defTabSz="585216">
              <a:spcAft>
                <a:spcPts val="600"/>
              </a:spcAft>
            </a:pPr>
            <a:r>
              <a:rPr lang="en-US" sz="2000" b="1" kern="1200">
                <a:solidFill>
                  <a:srgbClr val="B30000"/>
                </a:solidFill>
                <a:latin typeface="Courier New"/>
                <a:cs typeface="Courier New"/>
              </a:rPr>
              <a:t>end</a:t>
            </a:r>
            <a:endParaRPr lang="en-US" sz="2000" b="1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7FBE9-82DD-9B22-D8C7-1B53F1175AB9}"/>
              </a:ext>
            </a:extLst>
          </p:cNvPr>
          <p:cNvSpPr txBox="1"/>
          <p:nvPr/>
        </p:nvSpPr>
        <p:spPr>
          <a:xfrm>
            <a:off x="8346977" y="1714260"/>
            <a:ext cx="2812147" cy="140038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85216">
              <a:spcAft>
                <a:spcPts val="600"/>
              </a:spcAft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 statements that have True(1) or False(0) values.</a:t>
            </a:r>
          </a:p>
          <a:p>
            <a:pPr>
              <a:spcAft>
                <a:spcPts val="600"/>
              </a:spcAft>
            </a:pPr>
            <a:endParaRPr lang="en-US" sz="20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D3B8974-75A8-2A4D-4152-8514B6269AAC}"/>
              </a:ext>
            </a:extLst>
          </p:cNvPr>
          <p:cNvCxnSpPr/>
          <p:nvPr/>
        </p:nvCxnSpPr>
        <p:spPr>
          <a:xfrm flipH="1">
            <a:off x="6375063" y="2220043"/>
            <a:ext cx="1995078" cy="1677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19E5B5-A98E-B2E9-78AA-0C22BDCA407F}"/>
              </a:ext>
            </a:extLst>
          </p:cNvPr>
          <p:cNvCxnSpPr>
            <a:cxnSpLocks/>
          </p:cNvCxnSpPr>
          <p:nvPr/>
        </p:nvCxnSpPr>
        <p:spPr>
          <a:xfrm flipH="1">
            <a:off x="6814752" y="2218933"/>
            <a:ext cx="1499489" cy="69093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57ABD3-C8AA-3477-54E4-5B701FF3CF58}"/>
              </a:ext>
            </a:extLst>
          </p:cNvPr>
          <p:cNvSpPr txBox="1"/>
          <p:nvPr/>
        </p:nvSpPr>
        <p:spPr>
          <a:xfrm>
            <a:off x="208029" y="5295456"/>
            <a:ext cx="246356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85216">
              <a:spcAft>
                <a:spcPts val="600"/>
              </a:spcAft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Executes when both conditions #1 and #2 has False value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521C1-F0CB-356C-AA43-9F9A5D9671EA}"/>
              </a:ext>
            </a:extLst>
          </p:cNvPr>
          <p:cNvSpPr txBox="1"/>
          <p:nvPr/>
        </p:nvSpPr>
        <p:spPr>
          <a:xfrm>
            <a:off x="208029" y="3050054"/>
            <a:ext cx="2463566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85216">
              <a:spcAft>
                <a:spcPts val="600"/>
              </a:spcAft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Executes when condition #1 has False value and condition #2 has True</a:t>
            </a:r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60B80-8751-E2B4-871A-2CD4C14B15B2}"/>
              </a:ext>
            </a:extLst>
          </p:cNvPr>
          <p:cNvSpPr txBox="1"/>
          <p:nvPr/>
        </p:nvSpPr>
        <p:spPr>
          <a:xfrm>
            <a:off x="208029" y="1715674"/>
            <a:ext cx="246356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85216">
              <a:spcAft>
                <a:spcPts val="600"/>
              </a:spcAft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Executes when condition #1 has True value</a:t>
            </a:r>
            <a:endParaRPr lang="en-US" sz="20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D44A21-B152-7F79-9E7D-595E922F9A9A}"/>
              </a:ext>
            </a:extLst>
          </p:cNvPr>
          <p:cNvCxnSpPr>
            <a:cxnSpLocks/>
          </p:cNvCxnSpPr>
          <p:nvPr/>
        </p:nvCxnSpPr>
        <p:spPr>
          <a:xfrm flipV="1">
            <a:off x="2670590" y="4167618"/>
            <a:ext cx="1321561" cy="11414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4035BF-986B-0ABF-0905-922F390EDBAD}"/>
              </a:ext>
            </a:extLst>
          </p:cNvPr>
          <p:cNvCxnSpPr>
            <a:cxnSpLocks/>
          </p:cNvCxnSpPr>
          <p:nvPr/>
        </p:nvCxnSpPr>
        <p:spPr>
          <a:xfrm flipV="1">
            <a:off x="2663182" y="3383936"/>
            <a:ext cx="1261375" cy="3304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A50883-1984-F72F-F30E-2E243974DBF0}"/>
              </a:ext>
            </a:extLst>
          </p:cNvPr>
          <p:cNvCxnSpPr>
            <a:cxnSpLocks/>
          </p:cNvCxnSpPr>
          <p:nvPr/>
        </p:nvCxnSpPr>
        <p:spPr>
          <a:xfrm>
            <a:off x="2686314" y="2255372"/>
            <a:ext cx="1323976" cy="3283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3EEAEF-FD50-2DD5-BBC8-AA9F5D529ABF}"/>
              </a:ext>
            </a:extLst>
          </p:cNvPr>
          <p:cNvSpPr txBox="1"/>
          <p:nvPr/>
        </p:nvSpPr>
        <p:spPr>
          <a:xfrm>
            <a:off x="6751933" y="4415758"/>
            <a:ext cx="5331024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85216">
              <a:spcAft>
                <a:spcPts val="600"/>
              </a:spcAft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 these in your command line</a:t>
            </a:r>
            <a:endParaRPr lang="en-US" sz="2000"/>
          </a:p>
        </p:txBody>
      </p:sp>
      <p:pic>
        <p:nvPicPr>
          <p:cNvPr id="14" name="Picture 1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94EF30D1-5E75-6849-7EEB-4719AFBBB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066" y="5085839"/>
            <a:ext cx="1140494" cy="15395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8C468429-F65C-06A6-7E48-646A049D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506" y="5083026"/>
            <a:ext cx="1037283" cy="15568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 descr="A black and blue text&#10;&#10;Description automatically generated">
            <a:extLst>
              <a:ext uri="{FF2B5EF4-FFF2-40B4-BE49-F238E27FC236}">
                <a16:creationId xmlns:a16="http://schemas.microsoft.com/office/drawing/2014/main" id="{AAB0998B-17BE-F9AB-ADF1-2EBB9B7D6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3759" y="4906291"/>
            <a:ext cx="1137452" cy="19063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91B8752C-098E-7831-EE8E-CCD5EEA71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892" y="4932043"/>
            <a:ext cx="1843452" cy="18524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242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B7B5B4-D27C-B643-86C2-AEFE54F9A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" y="2547213"/>
            <a:ext cx="5757861" cy="3331972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388AA4C1-714D-973E-8553-5AED814AA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592" y="2653463"/>
            <a:ext cx="6133068" cy="2472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C960EA-E927-90B5-DAF7-7E84BA6B11FF}"/>
              </a:ext>
            </a:extLst>
          </p:cNvPr>
          <p:cNvSpPr txBox="1"/>
          <p:nvPr/>
        </p:nvSpPr>
        <p:spPr>
          <a:xfrm>
            <a:off x="688575" y="1056513"/>
            <a:ext cx="3393498" cy="496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749808">
              <a:spcAft>
                <a:spcPts val="600"/>
              </a:spcAft>
            </a:pPr>
            <a:r>
              <a:rPr lang="en-US" sz="262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Relational Operations</a:t>
            </a:r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BA48C-8E41-2F73-E275-D5C9634103A9}"/>
              </a:ext>
            </a:extLst>
          </p:cNvPr>
          <p:cNvSpPr txBox="1"/>
          <p:nvPr/>
        </p:nvSpPr>
        <p:spPr>
          <a:xfrm>
            <a:off x="6139744" y="975708"/>
            <a:ext cx="3025592" cy="496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749808">
              <a:spcAft>
                <a:spcPts val="600"/>
              </a:spcAft>
            </a:pPr>
            <a:r>
              <a:rPr lang="en-US" sz="262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 Operations</a:t>
            </a:r>
            <a:endParaRPr lang="en-US" sz="3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A1B61-33EC-C359-C3A4-8826709C467C}"/>
              </a:ext>
            </a:extLst>
          </p:cNvPr>
          <p:cNvSpPr txBox="1"/>
          <p:nvPr/>
        </p:nvSpPr>
        <p:spPr>
          <a:xfrm>
            <a:off x="687845" y="1539024"/>
            <a:ext cx="4291365" cy="597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749808">
              <a:spcAft>
                <a:spcPts val="600"/>
              </a:spcAft>
            </a:pPr>
            <a:r>
              <a:rPr lang="en-US" sz="1640" kern="1200">
                <a:solidFill>
                  <a:schemeClr val="tx1"/>
                </a:solidFill>
                <a:latin typeface="+mn-lt"/>
                <a:ea typeface="+mn-lt"/>
                <a:cs typeface="+mn-lt"/>
                <a:hlinkClick r:id="rId4"/>
              </a:rPr>
              <a:t>https://www.mathworks.com/help/matlab/relational-operators.html</a:t>
            </a:r>
            <a:endParaRPr lang="en-US" sz="2000"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BDBC64-1C51-0373-AE63-9730FBA06528}"/>
              </a:ext>
            </a:extLst>
          </p:cNvPr>
          <p:cNvSpPr txBox="1"/>
          <p:nvPr/>
        </p:nvSpPr>
        <p:spPr>
          <a:xfrm>
            <a:off x="6139013" y="1458220"/>
            <a:ext cx="4032954" cy="597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749808">
              <a:spcAft>
                <a:spcPts val="600"/>
              </a:spcAft>
            </a:pPr>
            <a:r>
              <a:rPr lang="en-US" sz="1640" kern="1200">
                <a:solidFill>
                  <a:schemeClr val="tx1"/>
                </a:solidFill>
                <a:latin typeface="+mn-lt"/>
                <a:ea typeface="+mn-lt"/>
                <a:cs typeface="+mn-lt"/>
                <a:hlinkClick r:id="rId5"/>
              </a:rPr>
              <a:t>https://www.mathworks.com/help/matlab/logical-operations.html</a:t>
            </a:r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458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D8CB33-46A2-957D-E0F5-4A98D9DD33A1}"/>
              </a:ext>
            </a:extLst>
          </p:cNvPr>
          <p:cNvSpPr/>
          <p:nvPr/>
        </p:nvSpPr>
        <p:spPr>
          <a:xfrm>
            <a:off x="765835" y="4951542"/>
            <a:ext cx="957549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200" b="1">
                <a:ln/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MATLAB stores true or false values as 1’s or 0’s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>
                <a:ln/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</a:t>
            </a:r>
            <a:r>
              <a:rPr lang="en-US" sz="3200" b="1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Wingdings" pitchFamily="2" charset="2"/>
              </a:rPr>
              <a:t> True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>
                <a:ln/>
                <a:solidFill>
                  <a:srgbClr val="000000"/>
                </a:solidFill>
                <a:latin typeface="Calibri"/>
                <a:ea typeface="Calibri"/>
                <a:cs typeface="Calibri"/>
                <a:sym typeface="Wingdings" pitchFamily="2" charset="2"/>
              </a:rPr>
              <a:t>0  False</a:t>
            </a:r>
            <a:endParaRPr lang="en-US" sz="3200" b="1">
              <a:ln/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636A3-009F-6570-7669-56FDE2615B8B}"/>
              </a:ext>
            </a:extLst>
          </p:cNvPr>
          <p:cNvSpPr txBox="1"/>
          <p:nvPr/>
        </p:nvSpPr>
        <p:spPr>
          <a:xfrm>
            <a:off x="765835" y="1930948"/>
            <a:ext cx="6163936" cy="2677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x = 9;</a:t>
            </a:r>
          </a:p>
          <a:p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y = 22;</a:t>
            </a:r>
          </a:p>
          <a:p>
            <a:endParaRPr lang="en-US" sz="2400" b="1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a = x == y</a:t>
            </a:r>
          </a:p>
          <a:p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b = x &gt; y</a:t>
            </a:r>
          </a:p>
          <a:p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c = x &lt; y</a:t>
            </a:r>
          </a:p>
          <a:p>
            <a:r>
              <a:rPr lang="en-US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 = pi == 3.14159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&amp;&amp; x &lt; y</a:t>
            </a:r>
            <a:endParaRPr lang="en-US" sz="2400" b="1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CB226-03BC-95D5-C1A6-B1F735C41991}"/>
              </a:ext>
            </a:extLst>
          </p:cNvPr>
          <p:cNvSpPr txBox="1"/>
          <p:nvPr/>
        </p:nvSpPr>
        <p:spPr>
          <a:xfrm>
            <a:off x="9625234" y="2383121"/>
            <a:ext cx="7160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=</a:t>
            </a:r>
          </a:p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 =</a:t>
            </a:r>
          </a:p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 =</a:t>
            </a:r>
          </a:p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 =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BB129-27AE-35A6-C537-D167C3AAF7F0}"/>
              </a:ext>
            </a:extLst>
          </p:cNvPr>
          <p:cNvSpPr txBox="1"/>
          <p:nvPr/>
        </p:nvSpPr>
        <p:spPr>
          <a:xfrm>
            <a:off x="10085982" y="2383121"/>
            <a:ext cx="3525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</a:p>
          <a:p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8F667-4F00-F203-3707-0FAB873F0C1C}"/>
              </a:ext>
            </a:extLst>
          </p:cNvPr>
          <p:cNvGrpSpPr/>
          <p:nvPr/>
        </p:nvGrpSpPr>
        <p:grpSpPr>
          <a:xfrm>
            <a:off x="7937439" y="2322084"/>
            <a:ext cx="1597446" cy="1691734"/>
            <a:chOff x="6993496" y="2373411"/>
            <a:chExt cx="1597446" cy="1691734"/>
          </a:xfrm>
        </p:grpSpPr>
        <p:sp>
          <p:nvSpPr>
            <p:cNvPr id="15" name="10-Point Star 14">
              <a:extLst>
                <a:ext uri="{FF2B5EF4-FFF2-40B4-BE49-F238E27FC236}">
                  <a16:creationId xmlns:a16="http://schemas.microsoft.com/office/drawing/2014/main" id="{A52724C3-AF69-5FCF-3B46-1142F52D0A02}"/>
                </a:ext>
              </a:extLst>
            </p:cNvPr>
            <p:cNvSpPr/>
            <p:nvPr/>
          </p:nvSpPr>
          <p:spPr>
            <a:xfrm>
              <a:off x="6993496" y="2373411"/>
              <a:ext cx="1597446" cy="1691734"/>
            </a:xfrm>
            <a:prstGeom prst="star10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BD1225-57B5-95BB-5645-2F54674D8683}"/>
                </a:ext>
              </a:extLst>
            </p:cNvPr>
            <p:cNvSpPr txBox="1"/>
            <p:nvPr/>
          </p:nvSpPr>
          <p:spPr>
            <a:xfrm>
              <a:off x="7051900" y="2885143"/>
              <a:ext cx="15390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What do you think a-d are?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49FBBA6-51CD-ECB5-0BFA-6ACDFC22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98" y="365125"/>
            <a:ext cx="11789390" cy="927504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Try this in your command window</a:t>
            </a:r>
          </a:p>
        </p:txBody>
      </p:sp>
    </p:spTree>
    <p:extLst>
      <p:ext uri="{BB962C8B-B14F-4D97-AF65-F5344CB8AC3E}">
        <p14:creationId xmlns:p14="http://schemas.microsoft.com/office/powerpoint/2010/main" val="29202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uiExpand="1" build="p"/>
      <p:bldP spid="1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042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04ADC-054C-3DF0-D439-4169002A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Flowchart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3976-A099-6675-6DEA-6DFC2DE8D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6" y="2581065"/>
            <a:ext cx="4284416" cy="363346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 A flowchart is a graphical representation of an algorithm. Programmers often use it as a program-planning tool to solve a problem.</a:t>
            </a:r>
            <a:br>
              <a:rPr lang="en-US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Problem-solving requires planning the steps to solve a program.</a:t>
            </a:r>
            <a:br>
              <a:rPr lang="en-US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Flowcharts document the process; the math is just one of the steps.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um of two numbers, greatest among two numbers, greatest among three">
            <a:extLst>
              <a:ext uri="{FF2B5EF4-FFF2-40B4-BE49-F238E27FC236}">
                <a16:creationId xmlns:a16="http://schemas.microsoft.com/office/drawing/2014/main" id="{379A1608-04B6-B747-B554-604CAE737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23139" y="296209"/>
            <a:ext cx="4089114" cy="626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1C8A00-27FD-6982-F216-9446E23C4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833" y="5893330"/>
            <a:ext cx="719668" cy="32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8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um of two numbers, greatest among two numbers, greatest among three">
            <a:extLst>
              <a:ext uri="{FF2B5EF4-FFF2-40B4-BE49-F238E27FC236}">
                <a16:creationId xmlns:a16="http://schemas.microsoft.com/office/drawing/2014/main" id="{379A1608-04B6-B747-B554-604CAE737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440" y="531737"/>
            <a:ext cx="3773919" cy="582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004ADC-054C-3DF0-D439-4169002A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73" y="-131330"/>
            <a:ext cx="10515600" cy="1325563"/>
          </a:xfrm>
        </p:spPr>
        <p:txBody>
          <a:bodyPr/>
          <a:lstStyle/>
          <a:p>
            <a:r>
              <a:rPr lang="en-US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3976-A099-6675-6DEA-6DFC2DE8D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4" y="1019212"/>
            <a:ext cx="8091850" cy="1369847"/>
          </a:xfrm>
        </p:spPr>
        <p:txBody>
          <a:bodyPr>
            <a:normAutofit lnSpcReduction="10000"/>
          </a:bodyPr>
          <a:lstStyle/>
          <a:p>
            <a:r>
              <a:rPr lang="en-US"/>
              <a:t> A flowchart is a graphical representation of an algorithm. Programmers often use it as a program-planning tool to solve a problem.</a:t>
            </a:r>
          </a:p>
        </p:txBody>
      </p:sp>
      <p:pic>
        <p:nvPicPr>
          <p:cNvPr id="1026" name="Picture 2" descr="Flowchart Symbols">
            <a:extLst>
              <a:ext uri="{FF2B5EF4-FFF2-40B4-BE49-F238E27FC236}">
                <a16:creationId xmlns:a16="http://schemas.microsoft.com/office/drawing/2014/main" id="{0FFE5A21-A2CF-9ECD-CF03-D62863655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5" y="2247034"/>
            <a:ext cx="666750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23BDE-EE8D-5CAE-BB68-57EE7B143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748" y="5713413"/>
            <a:ext cx="687918" cy="28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0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0AD2-EEE2-EB1B-1BE8-1C275BAB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09" y="211330"/>
            <a:ext cx="11809562" cy="80797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/>
              <a:t>Problem 2: Check and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05FE-4A37-CB70-1118-E3D35ABB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4" y="1180848"/>
            <a:ext cx="5537746" cy="5147284"/>
          </a:xfrm>
        </p:spPr>
        <p:txBody>
          <a:bodyPr>
            <a:normAutofit/>
          </a:bodyPr>
          <a:lstStyle/>
          <a:p>
            <a:r>
              <a:rPr lang="en-US"/>
              <a:t>Here is a 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r>
              <a:rPr lang="en-US"/>
              <a:t> that identifies the steps</a:t>
            </a:r>
          </a:p>
          <a:p>
            <a:pPr marL="0" indent="0">
              <a:buNone/>
            </a:pPr>
            <a:r>
              <a:rPr lang="en-US"/>
              <a:t>	if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/>
              <a:t> &lt;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endParaRPr lang="en-US"/>
          </a:p>
          <a:p>
            <a:pPr marL="0" indent="0">
              <a:buNone/>
            </a:pPr>
            <a:r>
              <a:rPr lang="en-US"/>
              <a:t>	     print </a:t>
            </a:r>
            <a:r>
              <a:rPr lang="en-US" sz="3200"/>
              <a:t>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/>
              <a:t>(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/>
              <a:t>) and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endParaRPr lang="en-US"/>
          </a:p>
          <a:p>
            <a:pPr marL="0" indent="0">
              <a:buNone/>
            </a:pPr>
            <a:r>
              <a:rPr lang="en-US"/>
              <a:t>	else if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/>
              <a:t> &lt;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/>
              <a:t> &lt;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en-US"/>
          </a:p>
          <a:p>
            <a:pPr marL="0" indent="0">
              <a:buNone/>
            </a:pPr>
            <a:r>
              <a:rPr lang="en-US"/>
              <a:t>	     print </a:t>
            </a:r>
            <a:r>
              <a:rPr lang="en-US" sz="3200"/>
              <a:t>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/>
              <a:t>(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/>
              <a:t>) and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/>
          </a:p>
          <a:p>
            <a:pPr marL="0" indent="0">
              <a:buNone/>
            </a:pPr>
            <a:r>
              <a:rPr lang="en-US"/>
              <a:t>	else</a:t>
            </a:r>
          </a:p>
          <a:p>
            <a:pPr marL="0" indent="0">
              <a:buNone/>
            </a:pPr>
            <a:r>
              <a:rPr lang="en-US"/>
              <a:t>	     print </a:t>
            </a:r>
            <a:r>
              <a:rPr lang="en-US" sz="3200"/>
              <a:t>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/>
              <a:t>(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/>
              <a:t>) and </a:t>
            </a:r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en-US"/>
          </a:p>
          <a:p>
            <a:pPr marL="0" indent="0">
              <a:buNone/>
            </a:pPr>
            <a:r>
              <a:rPr lang="en-US"/>
              <a:t>	end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8614C3-D617-BE48-B016-860E74C0D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083" y="1146212"/>
            <a:ext cx="6012880" cy="5147284"/>
          </a:xfrm>
        </p:spPr>
        <p:txBody>
          <a:bodyPr>
            <a:normAutofit/>
          </a:bodyPr>
          <a:lstStyle/>
          <a:p>
            <a:r>
              <a:rPr lang="en-US"/>
              <a:t>Here is a 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en-US"/>
              <a:t> that identifies the steps</a:t>
            </a:r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E087E88-1AC4-F7E2-D268-9674467AE730}"/>
              </a:ext>
            </a:extLst>
          </p:cNvPr>
          <p:cNvSpPr/>
          <p:nvPr/>
        </p:nvSpPr>
        <p:spPr>
          <a:xfrm>
            <a:off x="8297560" y="1980452"/>
            <a:ext cx="2251587" cy="941377"/>
          </a:xfrm>
          <a:prstGeom prst="flowChartDecision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is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/>
              <a:t> &lt;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endParaRPr lang="en-US"/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A9AA63D4-6FE7-192C-C4B6-C3DB27701D13}"/>
              </a:ext>
            </a:extLst>
          </p:cNvPr>
          <p:cNvSpPr/>
          <p:nvPr/>
        </p:nvSpPr>
        <p:spPr>
          <a:xfrm>
            <a:off x="10178321" y="4717022"/>
            <a:ext cx="1973520" cy="688258"/>
          </a:xfrm>
          <a:prstGeom prst="flowChartInputOutpu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/>
              <a:t> print </a:t>
            </a:r>
            <a:r>
              <a:rPr lang="en-US" sz="1800"/>
              <a:t>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/>
              <a:t>(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/>
              <a:t>) and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endParaRPr lang="en-US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3E021126-1500-58CC-B5B6-5968E547E4EC}"/>
              </a:ext>
            </a:extLst>
          </p:cNvPr>
          <p:cNvSpPr/>
          <p:nvPr/>
        </p:nvSpPr>
        <p:spPr>
          <a:xfrm>
            <a:off x="6533175" y="3250789"/>
            <a:ext cx="2251586" cy="941377"/>
          </a:xfrm>
          <a:prstGeom prst="flowChartDecision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/>
              <a:t>&lt;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/>
              <a:t>&lt;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/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B32EEC7B-6009-E09A-23B8-CB9028753165}"/>
              </a:ext>
            </a:extLst>
          </p:cNvPr>
          <p:cNvSpPr/>
          <p:nvPr/>
        </p:nvSpPr>
        <p:spPr>
          <a:xfrm>
            <a:off x="7926734" y="4709354"/>
            <a:ext cx="1973520" cy="688258"/>
          </a:xfrm>
          <a:prstGeom prst="flowChartInputOutpu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buNone/>
            </a:pPr>
            <a:r>
              <a:rPr lang="en-US"/>
              <a:t> print </a:t>
            </a:r>
            <a:r>
              <a:rPr lang="en-US" sz="1800"/>
              <a:t> </a:t>
            </a:r>
            <a:r>
              <a:rPr lang="en-US" sz="1800" i="1">
                <a:latin typeface="Times New Roman"/>
                <a:cs typeface="Times New Roman"/>
              </a:rPr>
              <a:t>f </a:t>
            </a:r>
            <a:r>
              <a:rPr lang="en-US"/>
              <a:t>(</a:t>
            </a:r>
            <a:r>
              <a:rPr lang="en-US" i="1">
                <a:latin typeface="Times New Roman"/>
                <a:cs typeface="Times New Roman"/>
              </a:rPr>
              <a:t>x</a:t>
            </a:r>
            <a:r>
              <a:rPr lang="en-US" i="1" baseline="-25000">
                <a:latin typeface="Times New Roman"/>
                <a:cs typeface="Times New Roman"/>
              </a:rPr>
              <a:t>c</a:t>
            </a:r>
            <a:r>
              <a:rPr lang="en-US">
                <a:latin typeface="Aptos"/>
                <a:cs typeface="Times New Roman"/>
              </a:rPr>
              <a:t>)</a:t>
            </a:r>
            <a:r>
              <a:rPr lang="en-US"/>
              <a:t> and </a:t>
            </a:r>
            <a:r>
              <a:rPr lang="en-US" sz="1800" i="1">
                <a:latin typeface="Times New Roman"/>
                <a:cs typeface="Times New Roman"/>
              </a:rPr>
              <a:t> </a:t>
            </a:r>
            <a:r>
              <a:rPr lang="en-US" i="1">
                <a:latin typeface="Times New Roman"/>
                <a:cs typeface="Times New Roman"/>
              </a:rPr>
              <a:t>x</a:t>
            </a:r>
            <a:r>
              <a:rPr lang="en-US" i="1" baseline="-25000"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4B557BA0-AB63-50DD-D24C-869E6E96D9D5}"/>
              </a:ext>
            </a:extLst>
          </p:cNvPr>
          <p:cNvSpPr/>
          <p:nvPr/>
        </p:nvSpPr>
        <p:spPr>
          <a:xfrm>
            <a:off x="5405327" y="4721350"/>
            <a:ext cx="1973520" cy="688258"/>
          </a:xfrm>
          <a:prstGeom prst="flowChartInputOutpu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buNone/>
            </a:pPr>
            <a:r>
              <a:rPr lang="en-US"/>
              <a:t> print </a:t>
            </a:r>
            <a:r>
              <a:rPr lang="en-US" sz="1800"/>
              <a:t> </a:t>
            </a:r>
            <a:r>
              <a:rPr lang="en-US" sz="1800" i="1">
                <a:latin typeface="Times New Roman"/>
                <a:cs typeface="Times New Roman"/>
              </a:rPr>
              <a:t>f </a:t>
            </a:r>
            <a:r>
              <a:rPr lang="en-US"/>
              <a:t>(</a:t>
            </a:r>
            <a:r>
              <a:rPr lang="en-US">
                <a:latin typeface="Aptos"/>
                <a:cs typeface="Times New Roman"/>
              </a:rPr>
              <a:t>R</a:t>
            </a:r>
            <a:r>
              <a:rPr lang="en-US"/>
              <a:t>) and </a:t>
            </a:r>
            <a:r>
              <a:rPr lang="en-US" sz="1800" i="1">
                <a:latin typeface="Times New Roman"/>
                <a:cs typeface="Times New Roman"/>
              </a:rPr>
              <a:t> </a:t>
            </a:r>
            <a:r>
              <a:rPr lang="en-US" i="1">
                <a:latin typeface="Times New Roman"/>
                <a:cs typeface="Times New Roman"/>
              </a:rPr>
              <a:t>R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C2A0A90D-FA91-E302-9FB9-3484744A7440}"/>
              </a:ext>
            </a:extLst>
          </p:cNvPr>
          <p:cNvSpPr/>
          <p:nvPr/>
        </p:nvSpPr>
        <p:spPr>
          <a:xfrm>
            <a:off x="8101781" y="6037006"/>
            <a:ext cx="1566128" cy="570271"/>
          </a:xfrm>
          <a:prstGeom prst="flowChartTerminator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85E934-5346-3F38-FCBB-EAB2B4E953E2}"/>
              </a:ext>
            </a:extLst>
          </p:cNvPr>
          <p:cNvCxnSpPr>
            <a:cxnSpLocks/>
          </p:cNvCxnSpPr>
          <p:nvPr/>
        </p:nvCxnSpPr>
        <p:spPr>
          <a:xfrm flipH="1">
            <a:off x="7685275" y="2451386"/>
            <a:ext cx="612285" cy="2249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6A7384-FA7E-EFE0-955F-B81B3918344B}"/>
              </a:ext>
            </a:extLst>
          </p:cNvPr>
          <p:cNvCxnSpPr>
            <a:cxnSpLocks/>
          </p:cNvCxnSpPr>
          <p:nvPr/>
        </p:nvCxnSpPr>
        <p:spPr>
          <a:xfrm flipV="1">
            <a:off x="7685274" y="2451140"/>
            <a:ext cx="0" cy="819885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95D4A8-B72C-356E-AEB8-7F296F0391A3}"/>
              </a:ext>
            </a:extLst>
          </p:cNvPr>
          <p:cNvCxnSpPr>
            <a:cxnSpLocks/>
          </p:cNvCxnSpPr>
          <p:nvPr/>
        </p:nvCxnSpPr>
        <p:spPr>
          <a:xfrm flipV="1">
            <a:off x="11331316" y="2444391"/>
            <a:ext cx="0" cy="2243643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B9C3FE-7387-1E70-DAAF-437608700DC5}"/>
              </a:ext>
            </a:extLst>
          </p:cNvPr>
          <p:cNvCxnSpPr>
            <a:cxnSpLocks/>
          </p:cNvCxnSpPr>
          <p:nvPr/>
        </p:nvCxnSpPr>
        <p:spPr>
          <a:xfrm flipH="1">
            <a:off x="10571043" y="2451886"/>
            <a:ext cx="760273" cy="2249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FF51535-AC16-3DC5-8374-FA08ACA01784}"/>
              </a:ext>
            </a:extLst>
          </p:cNvPr>
          <p:cNvCxnSpPr>
            <a:cxnSpLocks/>
          </p:cNvCxnSpPr>
          <p:nvPr/>
        </p:nvCxnSpPr>
        <p:spPr>
          <a:xfrm flipH="1">
            <a:off x="6326105" y="3721478"/>
            <a:ext cx="275337" cy="6035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5F11D7E-968F-0C57-7C5A-D43768411FEE}"/>
              </a:ext>
            </a:extLst>
          </p:cNvPr>
          <p:cNvCxnSpPr>
            <a:cxnSpLocks/>
          </p:cNvCxnSpPr>
          <p:nvPr/>
        </p:nvCxnSpPr>
        <p:spPr>
          <a:xfrm flipH="1" flipV="1">
            <a:off x="6320530" y="3717150"/>
            <a:ext cx="34240" cy="999872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340F77-EBFC-8C8C-F5B8-49459B819296}"/>
              </a:ext>
            </a:extLst>
          </p:cNvPr>
          <p:cNvCxnSpPr>
            <a:cxnSpLocks/>
          </p:cNvCxnSpPr>
          <p:nvPr/>
        </p:nvCxnSpPr>
        <p:spPr>
          <a:xfrm flipH="1">
            <a:off x="8754040" y="3718983"/>
            <a:ext cx="279574" cy="8530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6C3249-2C81-9816-1890-9B977A77528F}"/>
              </a:ext>
            </a:extLst>
          </p:cNvPr>
          <p:cNvCxnSpPr>
            <a:cxnSpLocks/>
          </p:cNvCxnSpPr>
          <p:nvPr/>
        </p:nvCxnSpPr>
        <p:spPr>
          <a:xfrm flipV="1">
            <a:off x="9028927" y="3709483"/>
            <a:ext cx="0" cy="1006349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0B9D815-17E0-24D7-9CB4-9DA2B96AF484}"/>
              </a:ext>
            </a:extLst>
          </p:cNvPr>
          <p:cNvSpPr txBox="1"/>
          <p:nvPr/>
        </p:nvSpPr>
        <p:spPr>
          <a:xfrm>
            <a:off x="10571043" y="2075059"/>
            <a:ext cx="112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accent5"/>
                </a:solidFill>
              </a:rPr>
              <a:t>true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2E8615-03BC-7D5D-6BB5-A3426E243DF3}"/>
              </a:ext>
            </a:extLst>
          </p:cNvPr>
          <p:cNvSpPr txBox="1"/>
          <p:nvPr/>
        </p:nvSpPr>
        <p:spPr>
          <a:xfrm>
            <a:off x="8427826" y="3355163"/>
            <a:ext cx="112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accent5"/>
                </a:solidFill>
              </a:rPr>
              <a:t>true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66053D-0F40-9F88-C384-BEE9C4CF0EBA}"/>
              </a:ext>
            </a:extLst>
          </p:cNvPr>
          <p:cNvSpPr txBox="1"/>
          <p:nvPr/>
        </p:nvSpPr>
        <p:spPr>
          <a:xfrm>
            <a:off x="7392554" y="2075059"/>
            <a:ext cx="112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accent5"/>
                </a:solidFill>
              </a:rPr>
              <a:t>false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957A9B-B72A-21C7-5A97-73A67ACA1D77}"/>
              </a:ext>
            </a:extLst>
          </p:cNvPr>
          <p:cNvSpPr txBox="1"/>
          <p:nvPr/>
        </p:nvSpPr>
        <p:spPr>
          <a:xfrm>
            <a:off x="5779220" y="3345654"/>
            <a:ext cx="112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accent5"/>
                </a:solidFill>
              </a:rPr>
              <a:t>false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234F8D7-8DA5-AE95-6D56-51AE34397911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8874992" y="5405280"/>
            <a:ext cx="9853" cy="631726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B2C5637-E84B-F609-489F-93D45D98BB7C}"/>
              </a:ext>
            </a:extLst>
          </p:cNvPr>
          <p:cNvCxnSpPr>
            <a:cxnSpLocks/>
          </p:cNvCxnSpPr>
          <p:nvPr/>
        </p:nvCxnSpPr>
        <p:spPr>
          <a:xfrm flipV="1">
            <a:off x="6317137" y="5409608"/>
            <a:ext cx="0" cy="311535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63A4B0-894C-94A0-2857-F4107C3BE4F0}"/>
              </a:ext>
            </a:extLst>
          </p:cNvPr>
          <p:cNvCxnSpPr>
            <a:cxnSpLocks/>
          </p:cNvCxnSpPr>
          <p:nvPr/>
        </p:nvCxnSpPr>
        <p:spPr>
          <a:xfrm flipV="1">
            <a:off x="11257613" y="5409608"/>
            <a:ext cx="0" cy="311535"/>
          </a:xfrm>
          <a:prstGeom prst="line">
            <a:avLst/>
          </a:prstGeom>
          <a:ln w="28575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ECF40B-F414-723B-EB34-26576F41D86A}"/>
              </a:ext>
            </a:extLst>
          </p:cNvPr>
          <p:cNvCxnSpPr>
            <a:cxnSpLocks/>
          </p:cNvCxnSpPr>
          <p:nvPr/>
        </p:nvCxnSpPr>
        <p:spPr>
          <a:xfrm flipV="1">
            <a:off x="9433206" y="1728132"/>
            <a:ext cx="0" cy="252320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0C2DC0-9283-8B31-9CC5-008181C2AE64}"/>
              </a:ext>
            </a:extLst>
          </p:cNvPr>
          <p:cNvCxnSpPr>
            <a:cxnSpLocks/>
          </p:cNvCxnSpPr>
          <p:nvPr/>
        </p:nvCxnSpPr>
        <p:spPr>
          <a:xfrm flipH="1">
            <a:off x="6304200" y="5685649"/>
            <a:ext cx="2597726" cy="32742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D7ED21-E22D-17A3-1895-AF763A515AA5}"/>
              </a:ext>
            </a:extLst>
          </p:cNvPr>
          <p:cNvCxnSpPr>
            <a:cxnSpLocks/>
          </p:cNvCxnSpPr>
          <p:nvPr/>
        </p:nvCxnSpPr>
        <p:spPr>
          <a:xfrm>
            <a:off x="8901926" y="5685648"/>
            <a:ext cx="2366819" cy="32743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2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 animBg="1"/>
      <p:bldP spid="5" grpId="0" animBg="1"/>
      <p:bldP spid="9" grpId="0" animBg="1"/>
      <p:bldP spid="10" grpId="0" animBg="1"/>
      <p:bldP spid="11" grpId="0" animBg="1"/>
      <p:bldP spid="12" grpId="0" animBg="1"/>
      <p:bldP spid="43" grpId="0"/>
      <p:bldP spid="44" grpId="0"/>
      <p:bldP spid="45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0AD2-EEE2-EB1B-1BE8-1C275BAB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727" y="200386"/>
            <a:ext cx="11641540" cy="8933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/>
              <a:t>Problem 2: The complete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05FE-4A37-CB70-1118-E3D35ABB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4" y="1169303"/>
            <a:ext cx="6946443" cy="51472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Obtain the values of </a:t>
            </a:r>
            <a:r>
              <a:rPr lang="en-US" sz="3200" i="1">
                <a:latin typeface="Times New Roman"/>
                <a:cs typeface="Times New Roman"/>
              </a:rPr>
              <a:t>b</a:t>
            </a:r>
            <a:r>
              <a:rPr lang="en-US"/>
              <a:t>, </a:t>
            </a:r>
            <a:r>
              <a:rPr lang="en-US" sz="3200" i="1">
                <a:latin typeface="Times New Roman"/>
                <a:cs typeface="Times New Roman"/>
              </a:rPr>
              <a:t>c</a:t>
            </a:r>
            <a:r>
              <a:rPr lang="en-US"/>
              <a:t>, </a:t>
            </a:r>
            <a:r>
              <a:rPr lang="en-US" sz="3200" i="1">
                <a:latin typeface="Times New Roman"/>
                <a:cs typeface="Times New Roman"/>
              </a:rPr>
              <a:t>L</a:t>
            </a:r>
            <a:r>
              <a:rPr lang="en-US"/>
              <a:t>, </a:t>
            </a:r>
            <a:r>
              <a:rPr lang="en-US" sz="3200" i="1">
                <a:latin typeface="Times New Roman"/>
                <a:cs typeface="Times New Roman"/>
              </a:rPr>
              <a:t>R</a:t>
            </a:r>
          </a:p>
          <a:p>
            <a:r>
              <a:rPr lang="en-US"/>
              <a:t>Set </a:t>
            </a:r>
            <a:r>
              <a:rPr lang="en-US">
                <a:latin typeface="Aptos"/>
                <a:cs typeface="Times New Roman"/>
              </a:rPr>
              <a:t>   </a:t>
            </a:r>
            <a:r>
              <a:rPr lang="en-US" sz="3200" i="1">
                <a:latin typeface="Times New Roman"/>
                <a:cs typeface="Times New Roman"/>
              </a:rPr>
              <a:t>x</a:t>
            </a:r>
            <a:r>
              <a:rPr lang="en-US" sz="3500" i="1" baseline="-25000">
                <a:latin typeface="Times New Roman"/>
                <a:cs typeface="Times New Roman"/>
              </a:rPr>
              <a:t>c</a:t>
            </a:r>
            <a:r>
              <a:rPr lang="en-US" sz="3200" i="1">
                <a:latin typeface="Times New Roman"/>
                <a:cs typeface="Times New Roman"/>
              </a:rPr>
              <a:t> = -b/2</a:t>
            </a:r>
            <a:r>
              <a:rPr lang="en-US"/>
              <a:t> </a:t>
            </a:r>
            <a:endParaRPr lang="en-US" i="1"/>
          </a:p>
          <a:p>
            <a:r>
              <a:rPr lang="en-US"/>
              <a:t>  if </a:t>
            </a:r>
            <a:r>
              <a:rPr lang="en-US" sz="3200" i="1">
                <a:latin typeface="Times New Roman"/>
                <a:cs typeface="Times New Roman"/>
              </a:rPr>
              <a:t>x</a:t>
            </a:r>
            <a:r>
              <a:rPr lang="en-US" sz="3200" i="1" baseline="-25000">
                <a:latin typeface="Times New Roman"/>
                <a:cs typeface="Times New Roman"/>
              </a:rPr>
              <a:t>c</a:t>
            </a:r>
            <a:r>
              <a:rPr lang="en-US"/>
              <a:t> &lt; </a:t>
            </a:r>
            <a:r>
              <a:rPr lang="en-US" sz="3200" i="1">
                <a:latin typeface="Times New Roman"/>
                <a:cs typeface="Times New Roman"/>
              </a:rPr>
              <a:t> L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/>
              <a:t>  print </a:t>
            </a:r>
            <a:r>
              <a:rPr lang="en-US" sz="3200"/>
              <a:t> </a:t>
            </a:r>
            <a:r>
              <a:rPr lang="en-US" sz="3200" i="1">
                <a:latin typeface="Times New Roman"/>
                <a:cs typeface="Times New Roman"/>
              </a:rPr>
              <a:t>f </a:t>
            </a:r>
            <a:r>
              <a:rPr lang="en-US"/>
              <a:t>(</a:t>
            </a:r>
            <a:r>
              <a:rPr lang="en-US" sz="3200" i="1">
                <a:latin typeface="Times New Roman"/>
                <a:cs typeface="Times New Roman"/>
              </a:rPr>
              <a:t>L</a:t>
            </a:r>
            <a:r>
              <a:rPr lang="en-US"/>
              <a:t>) and </a:t>
            </a:r>
            <a:r>
              <a:rPr lang="en-US" sz="3200" i="1">
                <a:latin typeface="Times New Roman"/>
                <a:cs typeface="Times New Roman"/>
              </a:rPr>
              <a:t> L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/>
              <a:t> else if </a:t>
            </a:r>
            <a:r>
              <a:rPr lang="en-US" sz="3200" i="1">
                <a:latin typeface="Times New Roman"/>
                <a:cs typeface="Times New Roman"/>
              </a:rPr>
              <a:t> L</a:t>
            </a:r>
            <a:r>
              <a:rPr lang="en-US"/>
              <a:t> &lt; </a:t>
            </a:r>
            <a:r>
              <a:rPr lang="en-US" sz="3200" i="1">
                <a:latin typeface="Times New Roman"/>
                <a:cs typeface="Times New Roman"/>
              </a:rPr>
              <a:t>x</a:t>
            </a:r>
            <a:r>
              <a:rPr lang="en-US" sz="3200" i="1" baseline="-25000">
                <a:latin typeface="Times New Roman"/>
                <a:cs typeface="Times New Roman"/>
              </a:rPr>
              <a:t>c</a:t>
            </a:r>
            <a:r>
              <a:rPr lang="en-US"/>
              <a:t> &lt; </a:t>
            </a:r>
            <a:r>
              <a:rPr lang="en-US" sz="3200" i="1">
                <a:latin typeface="Times New Roman"/>
                <a:cs typeface="Times New Roman"/>
              </a:rPr>
              <a:t> R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/>
              <a:t>  print </a:t>
            </a:r>
            <a:r>
              <a:rPr lang="en-US" sz="3200"/>
              <a:t> </a:t>
            </a:r>
            <a:r>
              <a:rPr lang="en-US" sz="3200" i="1">
                <a:latin typeface="Times New Roman"/>
                <a:cs typeface="Times New Roman"/>
              </a:rPr>
              <a:t>f </a:t>
            </a:r>
            <a:r>
              <a:rPr lang="en-US"/>
              <a:t>(</a:t>
            </a:r>
            <a:r>
              <a:rPr lang="en-US" sz="3200" i="1">
                <a:latin typeface="Times New Roman"/>
                <a:cs typeface="Times New Roman"/>
              </a:rPr>
              <a:t>x</a:t>
            </a:r>
            <a:r>
              <a:rPr lang="en-US" sz="3200" i="1" baseline="-25000">
                <a:latin typeface="Times New Roman"/>
                <a:cs typeface="Times New Roman"/>
              </a:rPr>
              <a:t>c</a:t>
            </a:r>
            <a:r>
              <a:rPr lang="en-US"/>
              <a:t>) and </a:t>
            </a:r>
            <a:r>
              <a:rPr lang="en-US" sz="3200" i="1">
                <a:latin typeface="Times New Roman"/>
                <a:cs typeface="Times New Roman"/>
              </a:rPr>
              <a:t>x</a:t>
            </a:r>
            <a:r>
              <a:rPr lang="en-US" sz="3200" i="1" baseline="-25000">
                <a:latin typeface="Times New Roman"/>
                <a:cs typeface="Times New Roman"/>
              </a:rPr>
              <a:t>c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latin typeface="Aptos"/>
                <a:cs typeface="Times New Roman"/>
              </a:rPr>
              <a:t> else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/>
              <a:t>  print </a:t>
            </a:r>
            <a:r>
              <a:rPr lang="en-US" sz="3200"/>
              <a:t> </a:t>
            </a:r>
            <a:r>
              <a:rPr lang="en-US" sz="3200" i="1">
                <a:latin typeface="Times New Roman"/>
                <a:cs typeface="Times New Roman"/>
              </a:rPr>
              <a:t>f </a:t>
            </a:r>
            <a:r>
              <a:rPr lang="en-US"/>
              <a:t>(</a:t>
            </a:r>
            <a:r>
              <a:rPr lang="en-US" sz="3200" i="1">
                <a:latin typeface="Times New Roman"/>
                <a:cs typeface="Times New Roman"/>
              </a:rPr>
              <a:t>R</a:t>
            </a:r>
            <a:r>
              <a:rPr lang="en-US"/>
              <a:t>) and </a:t>
            </a:r>
            <a:r>
              <a:rPr lang="en-US" sz="3200" i="1">
                <a:latin typeface="Times New Roman"/>
                <a:cs typeface="Times New Roman"/>
              </a:rPr>
              <a:t> R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latin typeface="Aptos"/>
                <a:cs typeface="Times New Roman"/>
              </a:rPr>
              <a:t> end</a:t>
            </a:r>
            <a:r>
              <a:rPr 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6AB1D-201C-425C-3D8E-0F5A367D9487}"/>
              </a:ext>
            </a:extLst>
          </p:cNvPr>
          <p:cNvSpPr txBox="1"/>
          <p:nvPr/>
        </p:nvSpPr>
        <p:spPr>
          <a:xfrm>
            <a:off x="6499623" y="1713720"/>
            <a:ext cx="500860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Let's write a new MATLAB script...</a:t>
            </a:r>
          </a:p>
          <a:p>
            <a:endParaRPr lang="en-US" sz="3200"/>
          </a:p>
          <a:p>
            <a:r>
              <a:rPr lang="en-US" sz="3200"/>
              <a:t>Enter the following in your command Line:</a:t>
            </a:r>
          </a:p>
          <a:p>
            <a:endParaRPr lang="en-US" sz="3200"/>
          </a:p>
          <a:p>
            <a:r>
              <a:rPr lang="en-US" sz="3200"/>
              <a:t>&gt;&gt; edit </a:t>
            </a:r>
            <a:r>
              <a:rPr lang="en-US" sz="3200" err="1">
                <a:solidFill>
                  <a:schemeClr val="accent5"/>
                </a:solidFill>
              </a:rPr>
              <a:t>QuadMin.mlx</a:t>
            </a:r>
            <a:endParaRPr lang="en-US" sz="3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43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102B0-4349-50DC-4CE6-933E53588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Type along with me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C9C718B-B1A8-D446-70BA-EE50CD034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7" y="1183303"/>
            <a:ext cx="5857302" cy="3004118"/>
          </a:xfrm>
          <a:prstGeom prst="rect">
            <a:avLst/>
          </a:prstGeom>
        </p:spPr>
      </p:pic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B62D3C9-9A0F-21E7-1A81-0C783CF62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49" y="4256550"/>
            <a:ext cx="7317038" cy="2529164"/>
          </a:xfrm>
          <a:prstGeom prst="rect">
            <a:avLst/>
          </a:prstGeom>
        </p:spPr>
      </p:pic>
      <p:pic>
        <p:nvPicPr>
          <p:cNvPr id="6" name="Picture 5" descr="A screenshot of a calculator&#10;&#10;Description automatically generated">
            <a:extLst>
              <a:ext uri="{FF2B5EF4-FFF2-40B4-BE49-F238E27FC236}">
                <a16:creationId xmlns:a16="http://schemas.microsoft.com/office/drawing/2014/main" id="{3DEA2EA7-F892-3EFE-905E-BA86EB9B3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049" y="4170242"/>
            <a:ext cx="4096439" cy="1487507"/>
          </a:xfrm>
          <a:prstGeom prst="rect">
            <a:avLst/>
          </a:prstGeom>
        </p:spPr>
      </p:pic>
      <p:pic>
        <p:nvPicPr>
          <p:cNvPr id="7" name="Picture 6" descr="A close-up of a math problem&#10;&#10;Description automatically generated">
            <a:extLst>
              <a:ext uri="{FF2B5EF4-FFF2-40B4-BE49-F238E27FC236}">
                <a16:creationId xmlns:a16="http://schemas.microsoft.com/office/drawing/2014/main" id="{7681A787-4EB0-98B1-78DF-9DEC42585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163" y="5629068"/>
            <a:ext cx="3014031" cy="897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64EA74-0DE5-7079-03BF-682D1A60FE07}"/>
              </a:ext>
            </a:extLst>
          </p:cNvPr>
          <p:cNvSpPr txBox="1"/>
          <p:nvPr/>
        </p:nvSpPr>
        <p:spPr>
          <a:xfrm>
            <a:off x="7289494" y="1964674"/>
            <a:ext cx="410378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Execute it twice for the values</a:t>
            </a:r>
          </a:p>
          <a:p>
            <a:pPr marL="457200" indent="-457200">
              <a:buAutoNum type="alphaLcPeriod"/>
            </a:pPr>
            <a:r>
              <a:rPr lang="en-US" sz="2400">
                <a:solidFill>
                  <a:srgbClr val="FF0000"/>
                </a:solidFill>
              </a:rPr>
              <a:t>b=1, c=2, L=0, R=5</a:t>
            </a:r>
          </a:p>
          <a:p>
            <a:pPr marL="457200" indent="-457200">
              <a:buAutoNum type="alphaLcPeriod"/>
            </a:pPr>
            <a:r>
              <a:rPr lang="en-US" sz="2400">
                <a:solidFill>
                  <a:srgbClr val="FF0000"/>
                </a:solidFill>
              </a:rPr>
              <a:t>b=1, c=2, L=-1, R=4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DA0DB-1D50-57CD-D3D8-204236398D7B}"/>
              </a:ext>
            </a:extLst>
          </p:cNvPr>
          <p:cNvSpPr txBox="1"/>
          <p:nvPr/>
        </p:nvSpPr>
        <p:spPr>
          <a:xfrm>
            <a:off x="7895422" y="3754914"/>
            <a:ext cx="415886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Output for b=1, c=2, L=-1, R=4</a:t>
            </a:r>
            <a:endParaRPr lang="en-US">
              <a:solidFill>
                <a:schemeClr val="accent1"/>
              </a:solidFill>
            </a:endParaRPr>
          </a:p>
          <a:p>
            <a:endParaRPr lang="en-US" sz="2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66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Problem :  Finding minimum value of a Quadratic</vt:lpstr>
      <vt:lpstr>Problem :  Finding minimum value of a Quadratic</vt:lpstr>
      <vt:lpstr>Pseudocode</vt:lpstr>
      <vt:lpstr>If-else-if statement</vt:lpstr>
      <vt:lpstr>PowerPoint Presentation</vt:lpstr>
      <vt:lpstr>Try this in your command window</vt:lpstr>
      <vt:lpstr>Flowchart</vt:lpstr>
      <vt:lpstr>Flowchart</vt:lpstr>
      <vt:lpstr>Problem 2: Check and Evaluate</vt:lpstr>
      <vt:lpstr>Problem 2: The complete pseudocode</vt:lpstr>
      <vt:lpstr>Type along with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2024-08-20T20:44:16Z</dcterms:created>
  <dcterms:modified xsi:type="dcterms:W3CDTF">2024-08-28T13:31:52Z</dcterms:modified>
</cp:coreProperties>
</file>
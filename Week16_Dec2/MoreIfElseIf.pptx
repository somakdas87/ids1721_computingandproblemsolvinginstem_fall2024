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365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B9B0E2-D31E-88F2-59E5-108176C68524}" v="5" dt="2024-09-05T16:13:36.706"/>
    <p1510:client id="{7882E15E-82AA-4402-362E-2B3180A4F124}" v="17" dt="2024-09-05T16:07:35.518"/>
    <p1510:client id="{AA5038EF-8B05-38E3-97C9-95482139175F}" v="1" dt="2024-09-06T14:57:59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D364D250-2E8B-A04D-A70F-C32BCA6CD6F5}"/>
    <pc:docChg chg="addSld modSld">
      <pc:chgData name="Somak Das" userId="S::sdas@floridapoly.edu::98cebb13-2fc4-4808-95b9-daeb7e6acc01" providerId="AD" clId="Web-{D364D250-2E8B-A04D-A70F-C32BCA6CD6F5}" dt="2024-08-29T15:00:29.057" v="143" actId="1076"/>
      <pc:docMkLst>
        <pc:docMk/>
      </pc:docMkLst>
      <pc:sldChg chg="addSp modSp new">
        <pc:chgData name="Somak Das" userId="S::sdas@floridapoly.edu::98cebb13-2fc4-4808-95b9-daeb7e6acc01" providerId="AD" clId="Web-{D364D250-2E8B-A04D-A70F-C32BCA6CD6F5}" dt="2024-08-29T15:00:29.057" v="143" actId="1076"/>
        <pc:sldMkLst>
          <pc:docMk/>
          <pc:sldMk cId="3225852163" sldId="257"/>
        </pc:sldMkLst>
        <pc:spChg chg="mod">
          <ac:chgData name="Somak Das" userId="S::sdas@floridapoly.edu::98cebb13-2fc4-4808-95b9-daeb7e6acc01" providerId="AD" clId="Web-{D364D250-2E8B-A04D-A70F-C32BCA6CD6F5}" dt="2024-08-29T15:00:03.211" v="140"/>
          <ac:spMkLst>
            <pc:docMk/>
            <pc:sldMk cId="3225852163" sldId="257"/>
            <ac:spMk id="2" creationId="{F9DF108D-8D52-F176-E6E7-ECE148DAA68E}"/>
          </ac:spMkLst>
        </pc:spChg>
        <pc:spChg chg="mod">
          <ac:chgData name="Somak Das" userId="S::sdas@floridapoly.edu::98cebb13-2fc4-4808-95b9-daeb7e6acc01" providerId="AD" clId="Web-{D364D250-2E8B-A04D-A70F-C32BCA6CD6F5}" dt="2024-08-29T15:00:26.275" v="142" actId="1076"/>
          <ac:spMkLst>
            <pc:docMk/>
            <pc:sldMk cId="3225852163" sldId="257"/>
            <ac:spMk id="3" creationId="{E69790F3-BD20-3AF4-A61D-B28DFE8D470A}"/>
          </ac:spMkLst>
        </pc:spChg>
        <pc:picChg chg="add mod">
          <ac:chgData name="Somak Das" userId="S::sdas@floridapoly.edu::98cebb13-2fc4-4808-95b9-daeb7e6acc01" providerId="AD" clId="Web-{D364D250-2E8B-A04D-A70F-C32BCA6CD6F5}" dt="2024-08-29T15:00:29.057" v="143" actId="1076"/>
          <ac:picMkLst>
            <pc:docMk/>
            <pc:sldMk cId="3225852163" sldId="257"/>
            <ac:picMk id="7" creationId="{406E0AF0-7EAF-D74F-AA2A-4283BB447DA5}"/>
          </ac:picMkLst>
        </pc:picChg>
      </pc:sldChg>
    </pc:docChg>
  </pc:docChgLst>
  <pc:docChgLst>
    <pc:chgData name="Somak Das" userId="S::sdas@floridapoly.edu::98cebb13-2fc4-4808-95b9-daeb7e6acc01" providerId="AD" clId="Web-{7882E15E-82AA-4402-362E-2B3180A4F124}"/>
    <pc:docChg chg="addSld modSld sldOrd">
      <pc:chgData name="Somak Das" userId="S::sdas@floridapoly.edu::98cebb13-2fc4-4808-95b9-daeb7e6acc01" providerId="AD" clId="Web-{7882E15E-82AA-4402-362E-2B3180A4F124}" dt="2024-09-05T16:07:35.518" v="16" actId="14100"/>
      <pc:docMkLst>
        <pc:docMk/>
      </pc:docMkLst>
      <pc:sldChg chg="modSp add ord">
        <pc:chgData name="Somak Das" userId="S::sdas@floridapoly.edu::98cebb13-2fc4-4808-95b9-daeb7e6acc01" providerId="AD" clId="Web-{7882E15E-82AA-4402-362E-2B3180A4F124}" dt="2024-09-05T16:07:35.518" v="16" actId="14100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7882E15E-82AA-4402-362E-2B3180A4F124}" dt="2024-09-05T16:07:35.518" v="16" actId="14100"/>
          <ac:spMkLst>
            <pc:docMk/>
            <pc:sldMk cId="2275632493" sldId="365"/>
            <ac:spMk id="6" creationId="{86649F24-8FCC-CDEB-B4C7-3B4C1F0F6A52}"/>
          </ac:spMkLst>
        </pc:spChg>
      </pc:sldChg>
    </pc:docChg>
  </pc:docChgLst>
  <pc:docChgLst>
    <pc:chgData name="Somak Das" userId="S::sdas@floridapoly.edu::98cebb13-2fc4-4808-95b9-daeb7e6acc01" providerId="AD" clId="Web-{6CB9B0E2-D31E-88F2-59E5-108176C68524}"/>
    <pc:docChg chg="modSld">
      <pc:chgData name="Somak Das" userId="S::sdas@floridapoly.edu::98cebb13-2fc4-4808-95b9-daeb7e6acc01" providerId="AD" clId="Web-{6CB9B0E2-D31E-88F2-59E5-108176C68524}" dt="2024-09-05T16:13:36.706" v="4" actId="20577"/>
      <pc:docMkLst>
        <pc:docMk/>
      </pc:docMkLst>
      <pc:sldChg chg="modSp">
        <pc:chgData name="Somak Das" userId="S::sdas@floridapoly.edu::98cebb13-2fc4-4808-95b9-daeb7e6acc01" providerId="AD" clId="Web-{6CB9B0E2-D31E-88F2-59E5-108176C68524}" dt="2024-09-05T16:13:36.706" v="4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6CB9B0E2-D31E-88F2-59E5-108176C68524}" dt="2024-09-05T16:13:36.706" v="4" actId="20577"/>
          <ac:spMkLst>
            <pc:docMk/>
            <pc:sldMk cId="2275632493" sldId="365"/>
            <ac:spMk id="6" creationId="{86649F24-8FCC-CDEB-B4C7-3B4C1F0F6A52}"/>
          </ac:spMkLst>
        </pc:spChg>
      </pc:sldChg>
    </pc:docChg>
  </pc:docChgLst>
  <pc:docChgLst>
    <pc:chgData name="Somak Das" userId="S::sdas@floridapoly.edu::98cebb13-2fc4-4808-95b9-daeb7e6acc01" providerId="AD" clId="Web-{4934A654-A39D-DA1A-507F-96874E69DF99}"/>
    <pc:docChg chg="addSld modSld">
      <pc:chgData name="Somak Das" userId="S::sdas@floridapoly.edu::98cebb13-2fc4-4808-95b9-daeb7e6acc01" providerId="AD" clId="Web-{4934A654-A39D-DA1A-507F-96874E69DF99}" dt="2024-08-30T14:58:57.815" v="140" actId="20577"/>
      <pc:docMkLst>
        <pc:docMk/>
      </pc:docMkLst>
      <pc:sldChg chg="addSp modSp">
        <pc:chgData name="Somak Das" userId="S::sdas@floridapoly.edu::98cebb13-2fc4-4808-95b9-daeb7e6acc01" providerId="AD" clId="Web-{4934A654-A39D-DA1A-507F-96874E69DF99}" dt="2024-08-30T14:28:22.281" v="109" actId="1076"/>
        <pc:sldMkLst>
          <pc:docMk/>
          <pc:sldMk cId="2489808861" sldId="264"/>
        </pc:sldMkLst>
        <pc:spChg chg="mod">
          <ac:chgData name="Somak Das" userId="S::sdas@floridapoly.edu::98cebb13-2fc4-4808-95b9-daeb7e6acc01" providerId="AD" clId="Web-{4934A654-A39D-DA1A-507F-96874E69DF99}" dt="2024-08-30T14:27:13.592" v="105" actId="20577"/>
          <ac:spMkLst>
            <pc:docMk/>
            <pc:sldMk cId="2489808861" sldId="264"/>
            <ac:spMk id="3" creationId="{BE9AEF52-C7AA-C5E4-3C7B-E4F837BCCEC3}"/>
          </ac:spMkLst>
        </pc:spChg>
        <pc:spChg chg="add mod">
          <ac:chgData name="Somak Das" userId="S::sdas@floridapoly.edu::98cebb13-2fc4-4808-95b9-daeb7e6acc01" providerId="AD" clId="Web-{4934A654-A39D-DA1A-507F-96874E69DF99}" dt="2024-08-30T14:28:22.281" v="109" actId="1076"/>
          <ac:spMkLst>
            <pc:docMk/>
            <pc:sldMk cId="2489808861" sldId="264"/>
            <ac:spMk id="8" creationId="{DDA1B68C-B241-8436-F037-5EDF95C765E3}"/>
          </ac:spMkLst>
        </pc:spChg>
        <pc:picChg chg="add mod">
          <ac:chgData name="Somak Das" userId="S::sdas@floridapoly.edu::98cebb13-2fc4-4808-95b9-daeb7e6acc01" providerId="AD" clId="Web-{4934A654-A39D-DA1A-507F-96874E69DF99}" dt="2024-08-30T14:28:17.906" v="108" actId="1076"/>
          <ac:picMkLst>
            <pc:docMk/>
            <pc:sldMk cId="2489808861" sldId="264"/>
            <ac:picMk id="7" creationId="{4E2D0909-2914-7CCC-8DFC-ED52D51F4E71}"/>
          </ac:picMkLst>
        </pc:picChg>
      </pc:sldChg>
      <pc:sldChg chg="modSp new">
        <pc:chgData name="Somak Das" userId="S::sdas@floridapoly.edu::98cebb13-2fc4-4808-95b9-daeb7e6acc01" providerId="AD" clId="Web-{4934A654-A39D-DA1A-507F-96874E69DF99}" dt="2024-08-30T14:58:57.815" v="140" actId="20577"/>
        <pc:sldMkLst>
          <pc:docMk/>
          <pc:sldMk cId="3512035636" sldId="265"/>
        </pc:sldMkLst>
        <pc:spChg chg="mod">
          <ac:chgData name="Somak Das" userId="S::sdas@floridapoly.edu::98cebb13-2fc4-4808-95b9-daeb7e6acc01" providerId="AD" clId="Web-{4934A654-A39D-DA1A-507F-96874E69DF99}" dt="2024-08-30T14:58:39.377" v="124"/>
          <ac:spMkLst>
            <pc:docMk/>
            <pc:sldMk cId="3512035636" sldId="265"/>
            <ac:spMk id="2" creationId="{FDAC4200-1EA4-A741-3535-249012C88332}"/>
          </ac:spMkLst>
        </pc:spChg>
        <pc:spChg chg="mod">
          <ac:chgData name="Somak Das" userId="S::sdas@floridapoly.edu::98cebb13-2fc4-4808-95b9-daeb7e6acc01" providerId="AD" clId="Web-{4934A654-A39D-DA1A-507F-96874E69DF99}" dt="2024-08-30T14:58:57.815" v="140" actId="20577"/>
          <ac:spMkLst>
            <pc:docMk/>
            <pc:sldMk cId="3512035636" sldId="265"/>
            <ac:spMk id="3" creationId="{A0298341-2405-F95E-3D57-2059D7CBE34F}"/>
          </ac:spMkLst>
        </pc:spChg>
      </pc:sldChg>
    </pc:docChg>
  </pc:docChgLst>
  <pc:docChgLst>
    <pc:chgData name="Somak Das" userId="S::sdas@floridapoly.edu::98cebb13-2fc4-4808-95b9-daeb7e6acc01" providerId="AD" clId="Web-{3168D3A0-3E20-32A0-D80F-99758B330196}"/>
    <pc:docChg chg="addSld delSld modSld sldOrd">
      <pc:chgData name="Somak Das" userId="S::sdas@floridapoly.edu::98cebb13-2fc4-4808-95b9-daeb7e6acc01" providerId="AD" clId="Web-{3168D3A0-3E20-32A0-D80F-99758B330196}" dt="2024-09-03T17:52:54.119" v="161"/>
      <pc:docMkLst>
        <pc:docMk/>
      </pc:docMkLst>
      <pc:sldChg chg="addSp delSp modSp ord">
        <pc:chgData name="Somak Das" userId="S::sdas@floridapoly.edu::98cebb13-2fc4-4808-95b9-daeb7e6acc01" providerId="AD" clId="Web-{3168D3A0-3E20-32A0-D80F-99758B330196}" dt="2024-09-03T17:52:54.119" v="161"/>
        <pc:sldMkLst>
          <pc:docMk/>
          <pc:sldMk cId="1383117199" sldId="266"/>
        </pc:sldMkLst>
        <pc:spChg chg="mod">
          <ac:chgData name="Somak Das" userId="S::sdas@floridapoly.edu::98cebb13-2fc4-4808-95b9-daeb7e6acc01" providerId="AD" clId="Web-{3168D3A0-3E20-32A0-D80F-99758B330196}" dt="2024-09-03T17:40:59.946" v="28" actId="20577"/>
          <ac:spMkLst>
            <pc:docMk/>
            <pc:sldMk cId="1383117199" sldId="266"/>
            <ac:spMk id="3" creationId="{BE9AEF52-C7AA-C5E4-3C7B-E4F837BCCEC3}"/>
          </ac:spMkLst>
        </pc:spChg>
        <pc:picChg chg="del mod">
          <ac:chgData name="Somak Das" userId="S::sdas@floridapoly.edu::98cebb13-2fc4-4808-95b9-daeb7e6acc01" providerId="AD" clId="Web-{3168D3A0-3E20-32A0-D80F-99758B330196}" dt="2024-09-03T17:40:20.506" v="22"/>
          <ac:picMkLst>
            <pc:docMk/>
            <pc:sldMk cId="1383117199" sldId="266"/>
            <ac:picMk id="7" creationId="{4E2D0909-2914-7CCC-8DFC-ED52D51F4E71}"/>
          </ac:picMkLst>
        </pc:picChg>
        <pc:picChg chg="add mod">
          <ac:chgData name="Somak Das" userId="S::sdas@floridapoly.edu::98cebb13-2fc4-4808-95b9-daeb7e6acc01" providerId="AD" clId="Web-{3168D3A0-3E20-32A0-D80F-99758B330196}" dt="2024-09-03T17:40:27.305" v="24" actId="14100"/>
          <ac:picMkLst>
            <pc:docMk/>
            <pc:sldMk cId="1383117199" sldId="266"/>
            <ac:picMk id="8" creationId="{C0E46E0B-8732-EBD3-344C-A3F7463CDE0F}"/>
          </ac:picMkLst>
        </pc:picChg>
        <pc:picChg chg="add mod">
          <ac:chgData name="Somak Das" userId="S::sdas@floridapoly.edu::98cebb13-2fc4-4808-95b9-daeb7e6acc01" providerId="AD" clId="Web-{3168D3A0-3E20-32A0-D80F-99758B330196}" dt="2024-09-03T17:41:41.011" v="34" actId="1076"/>
          <ac:picMkLst>
            <pc:docMk/>
            <pc:sldMk cId="1383117199" sldId="266"/>
            <ac:picMk id="9" creationId="{A7529A3D-13F3-ED1D-2EBA-5EBDE5ACCC10}"/>
          </ac:picMkLst>
        </pc:picChg>
      </pc:sldChg>
      <pc:sldChg chg="modSp">
        <pc:chgData name="Somak Das" userId="S::sdas@floridapoly.edu::98cebb13-2fc4-4808-95b9-daeb7e6acc01" providerId="AD" clId="Web-{3168D3A0-3E20-32A0-D80F-99758B330196}" dt="2024-09-03T17:36:16.034" v="17" actId="20577"/>
        <pc:sldMkLst>
          <pc:docMk/>
          <pc:sldMk cId="2828046712" sldId="267"/>
        </pc:sldMkLst>
        <pc:spChg chg="mod">
          <ac:chgData name="Somak Das" userId="S::sdas@floridapoly.edu::98cebb13-2fc4-4808-95b9-daeb7e6acc01" providerId="AD" clId="Web-{3168D3A0-3E20-32A0-D80F-99758B330196}" dt="2024-09-03T17:36:16.034" v="17" actId="20577"/>
          <ac:spMkLst>
            <pc:docMk/>
            <pc:sldMk cId="2828046712" sldId="267"/>
            <ac:spMk id="3" creationId="{BE9AEF52-C7AA-C5E4-3C7B-E4F837BCCEC3}"/>
          </ac:spMkLst>
        </pc:spChg>
      </pc:sldChg>
      <pc:sldChg chg="add del replId">
        <pc:chgData name="Somak Das" userId="S::sdas@floridapoly.edu::98cebb13-2fc4-4808-95b9-daeb7e6acc01" providerId="AD" clId="Web-{3168D3A0-3E20-32A0-D80F-99758B330196}" dt="2024-09-03T17:41:14.588" v="30"/>
        <pc:sldMkLst>
          <pc:docMk/>
          <pc:sldMk cId="108196393" sldId="268"/>
        </pc:sldMkLst>
      </pc:sldChg>
      <pc:sldChg chg="addSp delSp modSp add replId">
        <pc:chgData name="Somak Das" userId="S::sdas@floridapoly.edu::98cebb13-2fc4-4808-95b9-daeb7e6acc01" providerId="AD" clId="Web-{3168D3A0-3E20-32A0-D80F-99758B330196}" dt="2024-09-03T17:52:44.993" v="160" actId="20577"/>
        <pc:sldMkLst>
          <pc:docMk/>
          <pc:sldMk cId="2600324576" sldId="268"/>
        </pc:sldMkLst>
        <pc:spChg chg="mod">
          <ac:chgData name="Somak Das" userId="S::sdas@floridapoly.edu::98cebb13-2fc4-4808-95b9-daeb7e6acc01" providerId="AD" clId="Web-{3168D3A0-3E20-32A0-D80F-99758B330196}" dt="2024-09-03T17:43:22.965" v="58" actId="20577"/>
          <ac:spMkLst>
            <pc:docMk/>
            <pc:sldMk cId="2600324576" sldId="268"/>
            <ac:spMk id="2" creationId="{B2FD32C8-AAC3-FE7E-0B28-845795C641E6}"/>
          </ac:spMkLst>
        </pc:spChg>
        <pc:spChg chg="mod">
          <ac:chgData name="Somak Das" userId="S::sdas@floridapoly.edu::98cebb13-2fc4-4808-95b9-daeb7e6acc01" providerId="AD" clId="Web-{3168D3A0-3E20-32A0-D80F-99758B330196}" dt="2024-09-03T17:52:44.993" v="160" actId="20577"/>
          <ac:spMkLst>
            <pc:docMk/>
            <pc:sldMk cId="2600324576" sldId="268"/>
            <ac:spMk id="3" creationId="{BE9AEF52-C7AA-C5E4-3C7B-E4F837BCCEC3}"/>
          </ac:spMkLst>
        </pc:spChg>
        <pc:picChg chg="add mod">
          <ac:chgData name="Somak Das" userId="S::sdas@floridapoly.edu::98cebb13-2fc4-4808-95b9-daeb7e6acc01" providerId="AD" clId="Web-{3168D3A0-3E20-32A0-D80F-99758B330196}" dt="2024-09-03T17:44:25.375" v="63" actId="1076"/>
          <ac:picMkLst>
            <pc:docMk/>
            <pc:sldMk cId="2600324576" sldId="268"/>
            <ac:picMk id="7" creationId="{ACE19021-E496-AC1D-F9C6-2C266F39DAFE}"/>
          </ac:picMkLst>
        </pc:picChg>
        <pc:picChg chg="del">
          <ac:chgData name="Somak Das" userId="S::sdas@floridapoly.edu::98cebb13-2fc4-4808-95b9-daeb7e6acc01" providerId="AD" clId="Web-{3168D3A0-3E20-32A0-D80F-99758B330196}" dt="2024-09-03T17:44:05.467" v="59"/>
          <ac:picMkLst>
            <pc:docMk/>
            <pc:sldMk cId="2600324576" sldId="268"/>
            <ac:picMk id="8" creationId="{C0E46E0B-8732-EBD3-344C-A3F7463CDE0F}"/>
          </ac:picMkLst>
        </pc:picChg>
      </pc:sldChg>
    </pc:docChg>
  </pc:docChgLst>
  <pc:docChgLst>
    <pc:chgData name="Somak Das" userId="S::sdas@floridapoly.edu::98cebb13-2fc4-4808-95b9-daeb7e6acc01" providerId="AD" clId="Web-{D1588862-2BFB-907B-EA84-F573A71A468D}"/>
    <pc:docChg chg="addSld delSld modSld">
      <pc:chgData name="Somak Das" userId="S::sdas@floridapoly.edu::98cebb13-2fc4-4808-95b9-daeb7e6acc01" providerId="AD" clId="Web-{D1588862-2BFB-907B-EA84-F573A71A468D}" dt="2024-09-03T15:04:58.021" v="355" actId="20577"/>
      <pc:docMkLst>
        <pc:docMk/>
      </pc:docMkLst>
      <pc:sldChg chg="del">
        <pc:chgData name="Somak Das" userId="S::sdas@floridapoly.edu::98cebb13-2fc4-4808-95b9-daeb7e6acc01" providerId="AD" clId="Web-{D1588862-2BFB-907B-EA84-F573A71A468D}" dt="2024-09-03T14:29:45.821" v="1"/>
        <pc:sldMkLst>
          <pc:docMk/>
          <pc:sldMk cId="815923437" sldId="258"/>
        </pc:sldMkLst>
      </pc:sldChg>
      <pc:sldChg chg="modSp">
        <pc:chgData name="Somak Das" userId="S::sdas@floridapoly.edu::98cebb13-2fc4-4808-95b9-daeb7e6acc01" providerId="AD" clId="Web-{D1588862-2BFB-907B-EA84-F573A71A468D}" dt="2024-09-03T14:30:04.337" v="3" actId="20577"/>
        <pc:sldMkLst>
          <pc:docMk/>
          <pc:sldMk cId="3698617090" sldId="259"/>
        </pc:sldMkLst>
        <pc:spChg chg="mod">
          <ac:chgData name="Somak Das" userId="S::sdas@floridapoly.edu::98cebb13-2fc4-4808-95b9-daeb7e6acc01" providerId="AD" clId="Web-{D1588862-2BFB-907B-EA84-F573A71A468D}" dt="2024-09-03T14:30:04.337" v="3" actId="20577"/>
          <ac:spMkLst>
            <pc:docMk/>
            <pc:sldMk cId="3698617090" sldId="259"/>
            <ac:spMk id="2" creationId="{00000000-0000-0000-0000-000000000000}"/>
          </ac:spMkLst>
        </pc:spChg>
      </pc:sldChg>
      <pc:sldChg chg="delSp modSp add replId">
        <pc:chgData name="Somak Das" userId="S::sdas@floridapoly.edu::98cebb13-2fc4-4808-95b9-daeb7e6acc01" providerId="AD" clId="Web-{D1588862-2BFB-907B-EA84-F573A71A468D}" dt="2024-09-03T14:37:41.881" v="155" actId="20577"/>
        <pc:sldMkLst>
          <pc:docMk/>
          <pc:sldMk cId="297459727" sldId="265"/>
        </pc:sldMkLst>
        <pc:spChg chg="mod">
          <ac:chgData name="Somak Das" userId="S::sdas@floridapoly.edu::98cebb13-2fc4-4808-95b9-daeb7e6acc01" providerId="AD" clId="Web-{D1588862-2BFB-907B-EA84-F573A71A468D}" dt="2024-09-03T14:31:30.918" v="12" actId="20577"/>
          <ac:spMkLst>
            <pc:docMk/>
            <pc:sldMk cId="297459727" sldId="265"/>
            <ac:spMk id="2" creationId="{B2FD32C8-AAC3-FE7E-0B28-845795C641E6}"/>
          </ac:spMkLst>
        </pc:spChg>
        <pc:spChg chg="mod">
          <ac:chgData name="Somak Das" userId="S::sdas@floridapoly.edu::98cebb13-2fc4-4808-95b9-daeb7e6acc01" providerId="AD" clId="Web-{D1588862-2BFB-907B-EA84-F573A71A468D}" dt="2024-09-03T14:37:41.881" v="155" actId="20577"/>
          <ac:spMkLst>
            <pc:docMk/>
            <pc:sldMk cId="297459727" sldId="265"/>
            <ac:spMk id="3" creationId="{BE9AEF52-C7AA-C5E4-3C7B-E4F837BCCEC3}"/>
          </ac:spMkLst>
        </pc:spChg>
        <pc:spChg chg="del">
          <ac:chgData name="Somak Das" userId="S::sdas@floridapoly.edu::98cebb13-2fc4-4808-95b9-daeb7e6acc01" providerId="AD" clId="Web-{D1588862-2BFB-907B-EA84-F573A71A468D}" dt="2024-09-03T14:31:46.934" v="14"/>
          <ac:spMkLst>
            <pc:docMk/>
            <pc:sldMk cId="297459727" sldId="265"/>
            <ac:spMk id="8" creationId="{DDA1B68C-B241-8436-F037-5EDF95C765E3}"/>
          </ac:spMkLst>
        </pc:spChg>
        <pc:picChg chg="mod">
          <ac:chgData name="Somak Das" userId="S::sdas@floridapoly.edu::98cebb13-2fc4-4808-95b9-daeb7e6acc01" providerId="AD" clId="Web-{D1588862-2BFB-907B-EA84-F573A71A468D}" dt="2024-09-03T14:35:39.065" v="130" actId="1076"/>
          <ac:picMkLst>
            <pc:docMk/>
            <pc:sldMk cId="297459727" sldId="265"/>
            <ac:picMk id="7" creationId="{4E2D0909-2914-7CCC-8DFC-ED52D51F4E71}"/>
          </ac:picMkLst>
        </pc:picChg>
      </pc:sldChg>
      <pc:sldChg chg="del">
        <pc:chgData name="Somak Das" userId="S::sdas@floridapoly.edu::98cebb13-2fc4-4808-95b9-daeb7e6acc01" providerId="AD" clId="Web-{D1588862-2BFB-907B-EA84-F573A71A468D}" dt="2024-09-03T14:29:42.680" v="0"/>
        <pc:sldMkLst>
          <pc:docMk/>
          <pc:sldMk cId="3512035636" sldId="265"/>
        </pc:sldMkLst>
      </pc:sldChg>
      <pc:sldChg chg="modSp add replId">
        <pc:chgData name="Somak Das" userId="S::sdas@floridapoly.edu::98cebb13-2fc4-4808-95b9-daeb7e6acc01" providerId="AD" clId="Web-{D1588862-2BFB-907B-EA84-F573A71A468D}" dt="2024-09-03T14:41:25.841" v="168" actId="20577"/>
        <pc:sldMkLst>
          <pc:docMk/>
          <pc:sldMk cId="1383117199" sldId="266"/>
        </pc:sldMkLst>
        <pc:spChg chg="mod">
          <ac:chgData name="Somak Das" userId="S::sdas@floridapoly.edu::98cebb13-2fc4-4808-95b9-daeb7e6acc01" providerId="AD" clId="Web-{D1588862-2BFB-907B-EA84-F573A71A468D}" dt="2024-09-03T14:41:25.841" v="168" actId="20577"/>
          <ac:spMkLst>
            <pc:docMk/>
            <pc:sldMk cId="1383117199" sldId="266"/>
            <ac:spMk id="2" creationId="{B2FD32C8-AAC3-FE7E-0B28-845795C641E6}"/>
          </ac:spMkLst>
        </pc:spChg>
      </pc:sldChg>
      <pc:sldChg chg="addSp modSp add replId">
        <pc:chgData name="Somak Das" userId="S::sdas@floridapoly.edu::98cebb13-2fc4-4808-95b9-daeb7e6acc01" providerId="AD" clId="Web-{D1588862-2BFB-907B-EA84-F573A71A468D}" dt="2024-09-03T15:04:58.021" v="355" actId="20577"/>
        <pc:sldMkLst>
          <pc:docMk/>
          <pc:sldMk cId="2828046712" sldId="267"/>
        </pc:sldMkLst>
        <pc:spChg chg="mod">
          <ac:chgData name="Somak Das" userId="S::sdas@floridapoly.edu::98cebb13-2fc4-4808-95b9-daeb7e6acc01" providerId="AD" clId="Web-{D1588862-2BFB-907B-EA84-F573A71A468D}" dt="2024-09-03T14:42:58.718" v="176" actId="20577"/>
          <ac:spMkLst>
            <pc:docMk/>
            <pc:sldMk cId="2828046712" sldId="267"/>
            <ac:spMk id="2" creationId="{B2FD32C8-AAC3-FE7E-0B28-845795C641E6}"/>
          </ac:spMkLst>
        </pc:spChg>
        <pc:spChg chg="mod">
          <ac:chgData name="Somak Das" userId="S::sdas@floridapoly.edu::98cebb13-2fc4-4808-95b9-daeb7e6acc01" providerId="AD" clId="Web-{D1588862-2BFB-907B-EA84-F573A71A468D}" dt="2024-09-03T15:04:58.021" v="355" actId="20577"/>
          <ac:spMkLst>
            <pc:docMk/>
            <pc:sldMk cId="2828046712" sldId="267"/>
            <ac:spMk id="3" creationId="{BE9AEF52-C7AA-C5E4-3C7B-E4F837BCCEC3}"/>
          </ac:spMkLst>
        </pc:spChg>
        <pc:picChg chg="mod">
          <ac:chgData name="Somak Das" userId="S::sdas@floridapoly.edu::98cebb13-2fc4-4808-95b9-daeb7e6acc01" providerId="AD" clId="Web-{D1588862-2BFB-907B-EA84-F573A71A468D}" dt="2024-09-03T15:04:01.785" v="306" actId="14100"/>
          <ac:picMkLst>
            <pc:docMk/>
            <pc:sldMk cId="2828046712" sldId="267"/>
            <ac:picMk id="7" creationId="{4E2D0909-2914-7CCC-8DFC-ED52D51F4E71}"/>
          </ac:picMkLst>
        </pc:picChg>
        <pc:picChg chg="add mod">
          <ac:chgData name="Somak Das" userId="S::sdas@floridapoly.edu::98cebb13-2fc4-4808-95b9-daeb7e6acc01" providerId="AD" clId="Web-{D1588862-2BFB-907B-EA84-F573A71A468D}" dt="2024-09-03T15:04:19.661" v="310" actId="1076"/>
          <ac:picMkLst>
            <pc:docMk/>
            <pc:sldMk cId="2828046712" sldId="267"/>
            <ac:picMk id="8" creationId="{6CE3EA61-C186-B968-A3EC-8E6E3D6B444D}"/>
          </ac:picMkLst>
        </pc:picChg>
      </pc:sldChg>
    </pc:docChg>
  </pc:docChgLst>
  <pc:docChgLst>
    <pc:chgData name="Somak Das" userId="S::sdas@floridapoly.edu::98cebb13-2fc4-4808-95b9-daeb7e6acc01" providerId="AD" clId="Web-{616F2790-A973-1000-FBB4-0EE7984DB391}"/>
    <pc:docChg chg="modSld addMainMaster delMainMaster">
      <pc:chgData name="Somak Das" userId="S::sdas@floridapoly.edu::98cebb13-2fc4-4808-95b9-daeb7e6acc01" providerId="AD" clId="Web-{616F2790-A973-1000-FBB4-0EE7984DB391}" dt="2024-08-29T04:35:22.190" v="341"/>
      <pc:docMkLst>
        <pc:docMk/>
      </pc:docMkLst>
      <pc:sldChg chg="modSp mod modClrScheme chgLayout">
        <pc:chgData name="Somak Das" userId="S::sdas@floridapoly.edu::98cebb13-2fc4-4808-95b9-daeb7e6acc01" providerId="AD" clId="Web-{616F2790-A973-1000-FBB4-0EE7984DB391}" dt="2024-08-29T04:35:22.190" v="341"/>
        <pc:sldMkLst>
          <pc:docMk/>
          <pc:sldMk cId="109857222" sldId="256"/>
        </pc:sldMkLst>
        <pc:spChg chg="mod ord">
          <ac:chgData name="Somak Das" userId="S::sdas@floridapoly.edu::98cebb13-2fc4-4808-95b9-daeb7e6acc01" providerId="AD" clId="Web-{616F2790-A973-1000-FBB4-0EE7984DB391}" dt="2024-08-29T04:35:22.190" v="341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omak Das" userId="S::sdas@floridapoly.edu::98cebb13-2fc4-4808-95b9-daeb7e6acc01" providerId="AD" clId="Web-{616F2790-A973-1000-FBB4-0EE7984DB391}" dt="2024-08-29T04:34:53.876" v="337" actId="20577"/>
          <ac:spMkLst>
            <pc:docMk/>
            <pc:sldMk cId="109857222" sldId="256"/>
            <ac:spMk id="3" creationId="{00000000-0000-0000-0000-000000000000}"/>
          </ac:spMkLst>
        </pc:spChg>
      </pc:sldChg>
      <pc:sldMasterChg chg="add del addSldLayout delSldLayout">
        <pc:chgData name="Somak Das" userId="S::sdas@floridapoly.edu::98cebb13-2fc4-4808-95b9-daeb7e6acc01" providerId="AD" clId="Web-{616F2790-A973-1000-FBB4-0EE7984DB391}" dt="2024-08-29T04:32:01.119" v="293"/>
        <pc:sldMasterMkLst>
          <pc:docMk/>
          <pc:sldMasterMk cId="2460954070" sldId="2147483660"/>
        </pc:sldMasterMkLst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0:33.851" v="272"/>
        <pc:sldMasterMkLst>
          <pc:docMk/>
          <pc:sldMasterMk cId="120735800" sldId="2147483672"/>
        </pc:sldMasterMkLst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3116075419" sldId="214748367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1101913787" sldId="214748367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2732553156" sldId="214748367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3925720731" sldId="214748367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4189427328" sldId="214748367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445420961" sldId="214748367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2429775297" sldId="214748367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1022032619" sldId="214748368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50712069" sldId="214748368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2008219439" sldId="214748368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3044171496" sldId="2147483683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2:08.479" v="294"/>
        <pc:sldMasterMkLst>
          <pc:docMk/>
          <pc:sldMasterMk cId="168539548" sldId="2147483672"/>
        </pc:sldMasterMkLst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1841911600" sldId="214748367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489852663" sldId="214748367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2065126608" sldId="214748367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3939003777" sldId="214748367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640209529" sldId="214748367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953784453" sldId="214748367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825275545" sldId="214748367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1619827114" sldId="214748368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11061368" sldId="214748368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3090719262" sldId="214748368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3138599999" sldId="2147483683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0:48.789" v="274"/>
        <pc:sldMasterMkLst>
          <pc:docMk/>
          <pc:sldMasterMk cId="831517185" sldId="2147483672"/>
        </pc:sldMasterMkLst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1495207342" sldId="214748367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2426311926" sldId="214748367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2018621823" sldId="214748367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540908219" sldId="214748367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2323425771" sldId="214748367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781636542" sldId="214748367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1130366143" sldId="214748367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3433857213" sldId="214748368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3089627862" sldId="214748368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1645480584" sldId="214748368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3415385737" sldId="2147483683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1:46.041" v="292"/>
        <pc:sldMasterMkLst>
          <pc:docMk/>
          <pc:sldMasterMk cId="1483298822" sldId="2147483672"/>
        </pc:sldMasterMkLst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3393312398" sldId="214748367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1531516577" sldId="214748367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2781823041" sldId="214748367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4072501363" sldId="214748367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3956126377" sldId="214748367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208691385" sldId="214748367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1639096034" sldId="214748367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2464815929" sldId="214748368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2714712417" sldId="214748368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2272480616" sldId="214748368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1132648089" sldId="2147483683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0:57.274" v="276"/>
        <pc:sldMasterMkLst>
          <pc:docMk/>
          <pc:sldMasterMk cId="2003185167" sldId="2147483672"/>
        </pc:sldMasterMkLst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1837779611" sldId="214748367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3948793417" sldId="214748367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3621057305" sldId="214748367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2902958344" sldId="214748367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3382394231" sldId="214748367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2569957091" sldId="214748367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4184395524" sldId="214748367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2629170545" sldId="214748368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2441109465" sldId="214748368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1121024142" sldId="214748368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1644011860" sldId="2147483683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1:12.149" v="278"/>
        <pc:sldMasterMkLst>
          <pc:docMk/>
          <pc:sldMasterMk cId="3824889293" sldId="2147483672"/>
        </pc:sldMasterMkLst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1493992971" sldId="214748367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141505917" sldId="214748367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412716209" sldId="214748367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4281717601" sldId="214748367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574910708" sldId="214748367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1900268324" sldId="214748367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2574643025" sldId="214748367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299095362" sldId="214748368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3947367657" sldId="214748368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1732855487" sldId="214748368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3673799963" sldId="2147483683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4:26.014" v="332"/>
        <pc:sldMasterMkLst>
          <pc:docMk/>
          <pc:sldMasterMk cId="1564465703" sldId="2147483684"/>
        </pc:sldMasterMkLst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1056477101" sldId="214748368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1453392473" sldId="214748368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33876702" sldId="214748368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4206428706" sldId="214748368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3503916255" sldId="214748368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3329395732" sldId="214748369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1934474943" sldId="214748369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3555280497" sldId="214748369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4035474699" sldId="214748369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2360748991" sldId="214748369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3532011601" sldId="2147483695"/>
          </pc:sldLayoutMkLst>
        </pc:sldLayoutChg>
      </pc:sldMasterChg>
      <pc:sldMasterChg chg="add addSldLayout modSldLayout">
        <pc:chgData name="Somak Das" userId="S::sdas@floridapoly.edu::98cebb13-2fc4-4808-95b9-daeb7e6acc01" providerId="AD" clId="Web-{616F2790-A973-1000-FBB4-0EE7984DB391}" dt="2024-08-29T04:34:26.014" v="332"/>
        <pc:sldMasterMkLst>
          <pc:docMk/>
          <pc:sldMasterMk cId="1623931956" sldId="2147483696"/>
        </pc:sldMasterMkLst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3357983007" sldId="2147483697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631037812" sldId="2147483698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3449099357" sldId="2147483699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1571242230" sldId="2147483700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1714016706" sldId="2147483701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3445988520" sldId="2147483702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1127668635" sldId="2147483703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2959893989" sldId="2147483704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848743491" sldId="2147483705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412831782" sldId="2147483706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602833129" sldId="2147483707"/>
          </pc:sldLayoutMkLst>
        </pc:sldLayoutChg>
      </pc:sldMasterChg>
    </pc:docChg>
  </pc:docChgLst>
  <pc:docChgLst>
    <pc:chgData name="Somak Das" userId="S::sdas@floridapoly.edu::98cebb13-2fc4-4808-95b9-daeb7e6acc01" providerId="AD" clId="Web-{AA5038EF-8B05-38E3-97C9-95482139175F}"/>
    <pc:docChg chg="modSld">
      <pc:chgData name="Somak Das" userId="S::sdas@floridapoly.edu::98cebb13-2fc4-4808-95b9-daeb7e6acc01" providerId="AD" clId="Web-{AA5038EF-8B05-38E3-97C9-95482139175F}" dt="2024-09-06T14:57:59.205" v="0" actId="1076"/>
      <pc:docMkLst>
        <pc:docMk/>
      </pc:docMkLst>
      <pc:sldChg chg="modSp">
        <pc:chgData name="Somak Das" userId="S::sdas@floridapoly.edu::98cebb13-2fc4-4808-95b9-daeb7e6acc01" providerId="AD" clId="Web-{AA5038EF-8B05-38E3-97C9-95482139175F}" dt="2024-09-06T14:57:59.205" v="0" actId="1076"/>
        <pc:sldMkLst>
          <pc:docMk/>
          <pc:sldMk cId="3225852163" sldId="257"/>
        </pc:sldMkLst>
        <pc:spChg chg="mod">
          <ac:chgData name="Somak Das" userId="S::sdas@floridapoly.edu::98cebb13-2fc4-4808-95b9-daeb7e6acc01" providerId="AD" clId="Web-{AA5038EF-8B05-38E3-97C9-95482139175F}" dt="2024-09-06T14:57:59.205" v="0" actId="1076"/>
          <ac:spMkLst>
            <pc:docMk/>
            <pc:sldMk cId="3225852163" sldId="257"/>
            <ac:spMk id="3" creationId="{E69790F3-BD20-3AF4-A61D-B28DFE8D470A}"/>
          </ac:spMkLst>
        </pc:spChg>
      </pc:sldChg>
    </pc:docChg>
  </pc:docChgLst>
  <pc:docChgLst>
    <pc:chgData name="Somak Das" userId="S::sdas@floridapoly.edu::98cebb13-2fc4-4808-95b9-daeb7e6acc01" providerId="AD" clId="Web-{59DAA3FD-1C3F-C2E1-B444-3AE004C94EF6}"/>
    <pc:docChg chg="addSld modSld">
      <pc:chgData name="Somak Das" userId="S::sdas@floridapoly.edu::98cebb13-2fc4-4808-95b9-daeb7e6acc01" providerId="AD" clId="Web-{59DAA3FD-1C3F-C2E1-B444-3AE004C94EF6}" dt="2024-08-29T17:50:50.341" v="57" actId="14100"/>
      <pc:docMkLst>
        <pc:docMk/>
      </pc:docMkLst>
      <pc:sldChg chg="modSp new">
        <pc:chgData name="Somak Das" userId="S::sdas@floridapoly.edu::98cebb13-2fc4-4808-95b9-daeb7e6acc01" providerId="AD" clId="Web-{59DAA3FD-1C3F-C2E1-B444-3AE004C94EF6}" dt="2024-08-29T17:50:50.341" v="57" actId="14100"/>
        <pc:sldMkLst>
          <pc:docMk/>
          <pc:sldMk cId="2489808861" sldId="264"/>
        </pc:sldMkLst>
        <pc:spChg chg="mod">
          <ac:chgData name="Somak Das" userId="S::sdas@floridapoly.edu::98cebb13-2fc4-4808-95b9-daeb7e6acc01" providerId="AD" clId="Web-{59DAA3FD-1C3F-C2E1-B444-3AE004C94EF6}" dt="2024-08-29T17:50:35.387" v="55" actId="14100"/>
          <ac:spMkLst>
            <pc:docMk/>
            <pc:sldMk cId="2489808861" sldId="264"/>
            <ac:spMk id="2" creationId="{B2FD32C8-AAC3-FE7E-0B28-845795C641E6}"/>
          </ac:spMkLst>
        </pc:spChg>
        <pc:spChg chg="mod">
          <ac:chgData name="Somak Das" userId="S::sdas@floridapoly.edu::98cebb13-2fc4-4808-95b9-daeb7e6acc01" providerId="AD" clId="Web-{59DAA3FD-1C3F-C2E1-B444-3AE004C94EF6}" dt="2024-08-29T17:50:50.341" v="57" actId="14100"/>
          <ac:spMkLst>
            <pc:docMk/>
            <pc:sldMk cId="2489808861" sldId="264"/>
            <ac:spMk id="3" creationId="{BE9AEF52-C7AA-C5E4-3C7B-E4F837BCCEC3}"/>
          </ac:spMkLst>
        </pc:spChg>
      </pc:sldChg>
    </pc:docChg>
  </pc:docChgLst>
  <pc:docChgLst>
    <pc:chgData name="Somak Das" userId="S::sdas@floridapoly.edu::98cebb13-2fc4-4808-95b9-daeb7e6acc01" providerId="AD" clId="Web-{A8D0CD45-6E9C-9ADB-1CB7-8E14FA3C2036}"/>
    <pc:docChg chg="addSld delSld modSld sldOrd">
      <pc:chgData name="Somak Das" userId="S::sdas@floridapoly.edu::98cebb13-2fc4-4808-95b9-daeb7e6acc01" providerId="AD" clId="Web-{A8D0CD45-6E9C-9ADB-1CB7-8E14FA3C2036}" dt="2024-08-29T16:34:44.507" v="703"/>
      <pc:docMkLst>
        <pc:docMk/>
      </pc:docMkLst>
      <pc:sldChg chg="modSp add ord replId">
        <pc:chgData name="Somak Das" userId="S::sdas@floridapoly.edu::98cebb13-2fc4-4808-95b9-daeb7e6acc01" providerId="AD" clId="Web-{A8D0CD45-6E9C-9ADB-1CB7-8E14FA3C2036}" dt="2024-08-29T15:34:40.959" v="18" actId="20577"/>
        <pc:sldMkLst>
          <pc:docMk/>
          <pc:sldMk cId="815923437" sldId="258"/>
        </pc:sldMkLst>
        <pc:spChg chg="mod">
          <ac:chgData name="Somak Das" userId="S::sdas@floridapoly.edu::98cebb13-2fc4-4808-95b9-daeb7e6acc01" providerId="AD" clId="Web-{A8D0CD45-6E9C-9ADB-1CB7-8E14FA3C2036}" dt="2024-08-29T15:33:55.504" v="11" actId="20577"/>
          <ac:spMkLst>
            <pc:docMk/>
            <pc:sldMk cId="815923437" sldId="258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A8D0CD45-6E9C-9ADB-1CB7-8E14FA3C2036}" dt="2024-08-29T15:34:40.959" v="18" actId="20577"/>
          <ac:spMkLst>
            <pc:docMk/>
            <pc:sldMk cId="815923437" sldId="258"/>
            <ac:spMk id="3" creationId="{00000000-0000-0000-0000-000000000000}"/>
          </ac:spMkLst>
        </pc:spChg>
      </pc:sldChg>
      <pc:sldChg chg="modSp new del">
        <pc:chgData name="Somak Das" userId="S::sdas@floridapoly.edu::98cebb13-2fc4-4808-95b9-daeb7e6acc01" providerId="AD" clId="Web-{A8D0CD45-6E9C-9ADB-1CB7-8E14FA3C2036}" dt="2024-08-29T15:33:34.676" v="8"/>
        <pc:sldMkLst>
          <pc:docMk/>
          <pc:sldMk cId="2080722198" sldId="258"/>
        </pc:sldMkLst>
        <pc:spChg chg="mod">
          <ac:chgData name="Somak Das" userId="S::sdas@floridapoly.edu::98cebb13-2fc4-4808-95b9-daeb7e6acc01" providerId="AD" clId="Web-{A8D0CD45-6E9C-9ADB-1CB7-8E14FA3C2036}" dt="2024-08-29T15:33:28.066" v="7" actId="20577"/>
          <ac:spMkLst>
            <pc:docMk/>
            <pc:sldMk cId="2080722198" sldId="258"/>
            <ac:spMk id="2" creationId="{2C1C9F70-7E90-6ECE-7356-95E79B7A22E9}"/>
          </ac:spMkLst>
        </pc:spChg>
      </pc:sldChg>
      <pc:sldChg chg="modSp add replId">
        <pc:chgData name="Somak Das" userId="S::sdas@floridapoly.edu::98cebb13-2fc4-4808-95b9-daeb7e6acc01" providerId="AD" clId="Web-{A8D0CD45-6E9C-9ADB-1CB7-8E14FA3C2036}" dt="2024-08-29T15:43:14.615" v="81" actId="20577"/>
        <pc:sldMkLst>
          <pc:docMk/>
          <pc:sldMk cId="3698617090" sldId="259"/>
        </pc:sldMkLst>
        <pc:spChg chg="mod">
          <ac:chgData name="Somak Das" userId="S::sdas@floridapoly.edu::98cebb13-2fc4-4808-95b9-daeb7e6acc01" providerId="AD" clId="Web-{A8D0CD45-6E9C-9ADB-1CB7-8E14FA3C2036}" dt="2024-08-29T15:42:44.943" v="71" actId="1076"/>
          <ac:spMkLst>
            <pc:docMk/>
            <pc:sldMk cId="3698617090" sldId="259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A8D0CD45-6E9C-9ADB-1CB7-8E14FA3C2036}" dt="2024-08-29T15:43:14.615" v="81" actId="20577"/>
          <ac:spMkLst>
            <pc:docMk/>
            <pc:sldMk cId="3698617090" sldId="259"/>
            <ac:spMk id="3" creationId="{00000000-0000-0000-0000-000000000000}"/>
          </ac:spMkLst>
        </pc:spChg>
      </pc:sldChg>
      <pc:sldChg chg="addSp modSp new">
        <pc:chgData name="Somak Das" userId="S::sdas@floridapoly.edu::98cebb13-2fc4-4808-95b9-daeb7e6acc01" providerId="AD" clId="Web-{A8D0CD45-6E9C-9ADB-1CB7-8E14FA3C2036}" dt="2024-08-29T15:47:05.185" v="137"/>
        <pc:sldMkLst>
          <pc:docMk/>
          <pc:sldMk cId="2138922154" sldId="260"/>
        </pc:sldMkLst>
        <pc:spChg chg="mod">
          <ac:chgData name="Somak Das" userId="S::sdas@floridapoly.edu::98cebb13-2fc4-4808-95b9-daeb7e6acc01" providerId="AD" clId="Web-{A8D0CD45-6E9C-9ADB-1CB7-8E14FA3C2036}" dt="2024-08-29T15:43:48.616" v="87" actId="20577"/>
          <ac:spMkLst>
            <pc:docMk/>
            <pc:sldMk cId="2138922154" sldId="260"/>
            <ac:spMk id="2" creationId="{9C424EBE-BD35-0D80-15C6-EF7A589932FE}"/>
          </ac:spMkLst>
        </pc:spChg>
        <pc:spChg chg="mod">
          <ac:chgData name="Somak Das" userId="S::sdas@floridapoly.edu::98cebb13-2fc4-4808-95b9-daeb7e6acc01" providerId="AD" clId="Web-{A8D0CD45-6E9C-9ADB-1CB7-8E14FA3C2036}" dt="2024-08-29T15:45:51.042" v="129" actId="14100"/>
          <ac:spMkLst>
            <pc:docMk/>
            <pc:sldMk cId="2138922154" sldId="260"/>
            <ac:spMk id="3" creationId="{B1E0CF54-1E55-2F38-DFD4-E834CAF1851F}"/>
          </ac:spMkLst>
        </pc:spChg>
        <pc:spChg chg="add mod">
          <ac:chgData name="Somak Das" userId="S::sdas@floridapoly.edu::98cebb13-2fc4-4808-95b9-daeb7e6acc01" providerId="AD" clId="Web-{A8D0CD45-6E9C-9ADB-1CB7-8E14FA3C2036}" dt="2024-08-29T15:47:05.185" v="137"/>
          <ac:spMkLst>
            <pc:docMk/>
            <pc:sldMk cId="2138922154" sldId="260"/>
            <ac:spMk id="8" creationId="{91F03231-4ADC-0C46-228A-3DCA1446DD0D}"/>
          </ac:spMkLst>
        </pc:spChg>
        <pc:picChg chg="add mod">
          <ac:chgData name="Somak Das" userId="S::sdas@floridapoly.edu::98cebb13-2fc4-4808-95b9-daeb7e6acc01" providerId="AD" clId="Web-{A8D0CD45-6E9C-9ADB-1CB7-8E14FA3C2036}" dt="2024-08-29T15:46:20.824" v="133" actId="1076"/>
          <ac:picMkLst>
            <pc:docMk/>
            <pc:sldMk cId="2138922154" sldId="260"/>
            <ac:picMk id="7" creationId="{7E015A35-C88D-9CA7-41A8-E327533432BC}"/>
          </ac:picMkLst>
        </pc:picChg>
      </pc:sldChg>
      <pc:sldChg chg="addSp delSp modSp new">
        <pc:chgData name="Somak Das" userId="S::sdas@floridapoly.edu::98cebb13-2fc4-4808-95b9-daeb7e6acc01" providerId="AD" clId="Web-{A8D0CD45-6E9C-9ADB-1CB7-8E14FA3C2036}" dt="2024-08-29T16:00:02.287" v="324" actId="20577"/>
        <pc:sldMkLst>
          <pc:docMk/>
          <pc:sldMk cId="2572161537" sldId="261"/>
        </pc:sldMkLst>
        <pc:spChg chg="mod">
          <ac:chgData name="Somak Das" userId="S::sdas@floridapoly.edu::98cebb13-2fc4-4808-95b9-daeb7e6acc01" providerId="AD" clId="Web-{A8D0CD45-6E9C-9ADB-1CB7-8E14FA3C2036}" dt="2024-08-29T15:59:23.536" v="318"/>
          <ac:spMkLst>
            <pc:docMk/>
            <pc:sldMk cId="2572161537" sldId="261"/>
            <ac:spMk id="2" creationId="{6C0BA4F4-B647-3060-9A5E-BF6F6F2FCB07}"/>
          </ac:spMkLst>
        </pc:spChg>
        <pc:spChg chg="add del mod">
          <ac:chgData name="Somak Das" userId="S::sdas@floridapoly.edu::98cebb13-2fc4-4808-95b9-daeb7e6acc01" providerId="AD" clId="Web-{A8D0CD45-6E9C-9ADB-1CB7-8E14FA3C2036}" dt="2024-08-29T15:59:23.536" v="318"/>
          <ac:spMkLst>
            <pc:docMk/>
            <pc:sldMk cId="2572161537" sldId="261"/>
            <ac:spMk id="3" creationId="{4CAE2983-F88E-050D-AB95-34D1B75A701F}"/>
          </ac:spMkLst>
        </pc:spChg>
        <pc:spChg chg="mod">
          <ac:chgData name="Somak Das" userId="S::sdas@floridapoly.edu::98cebb13-2fc4-4808-95b9-daeb7e6acc01" providerId="AD" clId="Web-{A8D0CD45-6E9C-9ADB-1CB7-8E14FA3C2036}" dt="2024-08-29T15:59:23.536" v="318"/>
          <ac:spMkLst>
            <pc:docMk/>
            <pc:sldMk cId="2572161537" sldId="261"/>
            <ac:spMk id="4" creationId="{D207C503-EE4A-08FC-E836-5F1DE4CBDEF8}"/>
          </ac:spMkLst>
        </pc:spChg>
        <pc:spChg chg="mod">
          <ac:chgData name="Somak Das" userId="S::sdas@floridapoly.edu::98cebb13-2fc4-4808-95b9-daeb7e6acc01" providerId="AD" clId="Web-{A8D0CD45-6E9C-9ADB-1CB7-8E14FA3C2036}" dt="2024-08-29T15:59:23.536" v="318"/>
          <ac:spMkLst>
            <pc:docMk/>
            <pc:sldMk cId="2572161537" sldId="261"/>
            <ac:spMk id="5" creationId="{A550DE2D-9958-86C8-80C7-94EC330372A3}"/>
          </ac:spMkLst>
        </pc:spChg>
        <pc:spChg chg="mod">
          <ac:chgData name="Somak Das" userId="S::sdas@floridapoly.edu::98cebb13-2fc4-4808-95b9-daeb7e6acc01" providerId="AD" clId="Web-{A8D0CD45-6E9C-9ADB-1CB7-8E14FA3C2036}" dt="2024-08-29T15:59:23.536" v="318"/>
          <ac:spMkLst>
            <pc:docMk/>
            <pc:sldMk cId="2572161537" sldId="261"/>
            <ac:spMk id="6" creationId="{C10AD03D-1A34-C72E-849E-27C8469C2353}"/>
          </ac:spMkLst>
        </pc:spChg>
        <pc:graphicFrameChg chg="add del">
          <ac:chgData name="Somak Das" userId="S::sdas@floridapoly.edu::98cebb13-2fc4-4808-95b9-daeb7e6acc01" providerId="AD" clId="Web-{A8D0CD45-6E9C-9ADB-1CB7-8E14FA3C2036}" dt="2024-08-29T15:49:02.064" v="183"/>
          <ac:graphicFrameMkLst>
            <pc:docMk/>
            <pc:sldMk cId="2572161537" sldId="261"/>
            <ac:graphicFrameMk id="8" creationId="{2E8A72D1-740E-2B0E-1414-105F5990D47F}"/>
          </ac:graphicFrameMkLst>
        </pc:graphicFrameChg>
        <pc:graphicFrameChg chg="add modGraphic">
          <ac:chgData name="Somak Das" userId="S::sdas@floridapoly.edu::98cebb13-2fc4-4808-95b9-daeb7e6acc01" providerId="AD" clId="Web-{A8D0CD45-6E9C-9ADB-1CB7-8E14FA3C2036}" dt="2024-08-29T16:00:02.287" v="324" actId="20577"/>
          <ac:graphicFrameMkLst>
            <pc:docMk/>
            <pc:sldMk cId="2572161537" sldId="261"/>
            <ac:graphicFrameMk id="9" creationId="{E06B1261-A904-3121-9BCD-1775158C2F65}"/>
          </ac:graphicFrameMkLst>
        </pc:graphicFrameChg>
      </pc:sldChg>
      <pc:sldChg chg="addSp delSp modSp new addAnim">
        <pc:chgData name="Somak Das" userId="S::sdas@floridapoly.edu::98cebb13-2fc4-4808-95b9-daeb7e6acc01" providerId="AD" clId="Web-{A8D0CD45-6E9C-9ADB-1CB7-8E14FA3C2036}" dt="2024-08-29T16:19:28.682" v="522"/>
        <pc:sldMkLst>
          <pc:docMk/>
          <pc:sldMk cId="177904782" sldId="262"/>
        </pc:sldMkLst>
        <pc:spChg chg="mod">
          <ac:chgData name="Somak Das" userId="S::sdas@floridapoly.edu::98cebb13-2fc4-4808-95b9-daeb7e6acc01" providerId="AD" clId="Web-{A8D0CD45-6E9C-9ADB-1CB7-8E14FA3C2036}" dt="2024-08-29T16:18:13.336" v="513" actId="20577"/>
          <ac:spMkLst>
            <pc:docMk/>
            <pc:sldMk cId="177904782" sldId="262"/>
            <ac:spMk id="2" creationId="{D617B704-AD33-DF7D-594E-43296C7DB364}"/>
          </ac:spMkLst>
        </pc:spChg>
        <pc:spChg chg="del mod">
          <ac:chgData name="Somak Das" userId="S::sdas@floridapoly.edu::98cebb13-2fc4-4808-95b9-daeb7e6acc01" providerId="AD" clId="Web-{A8D0CD45-6E9C-9ADB-1CB7-8E14FA3C2036}" dt="2024-08-29T16:08:51.522" v="332"/>
          <ac:spMkLst>
            <pc:docMk/>
            <pc:sldMk cId="177904782" sldId="262"/>
            <ac:spMk id="3" creationId="{6642314E-09BF-8AE7-9842-3377D0B373D2}"/>
          </ac:spMkLst>
        </pc:spChg>
        <pc:spChg chg="add mod">
          <ac:chgData name="Somak Das" userId="S::sdas@floridapoly.edu::98cebb13-2fc4-4808-95b9-daeb7e6acc01" providerId="AD" clId="Web-{A8D0CD45-6E9C-9ADB-1CB7-8E14FA3C2036}" dt="2024-08-29T16:15:28.534" v="445" actId="1076"/>
          <ac:spMkLst>
            <pc:docMk/>
            <pc:sldMk cId="177904782" sldId="262"/>
            <ac:spMk id="10" creationId="{2F152BDF-2745-EEA2-FBE2-B9D2E3EE7B4F}"/>
          </ac:spMkLst>
        </pc:spChg>
        <pc:spChg chg="add mod">
          <ac:chgData name="Somak Das" userId="S::sdas@floridapoly.edu::98cebb13-2fc4-4808-95b9-daeb7e6acc01" providerId="AD" clId="Web-{A8D0CD45-6E9C-9ADB-1CB7-8E14FA3C2036}" dt="2024-08-29T16:15:51.738" v="449" actId="1076"/>
          <ac:spMkLst>
            <pc:docMk/>
            <pc:sldMk cId="177904782" sldId="262"/>
            <ac:spMk id="11" creationId="{717F38FE-F37F-F61B-5348-BA0FD7DF6141}"/>
          </ac:spMkLst>
        </pc:spChg>
        <pc:spChg chg="add mod">
          <ac:chgData name="Somak Das" userId="S::sdas@floridapoly.edu::98cebb13-2fc4-4808-95b9-daeb7e6acc01" providerId="AD" clId="Web-{A8D0CD45-6E9C-9ADB-1CB7-8E14FA3C2036}" dt="2024-08-29T16:18:32.712" v="517"/>
          <ac:spMkLst>
            <pc:docMk/>
            <pc:sldMk cId="177904782" sldId="262"/>
            <ac:spMk id="12" creationId="{BBF360D5-F23E-F090-5FC2-9A7B12CBEFBA}"/>
          </ac:spMkLst>
        </pc:spChg>
        <pc:spChg chg="add mod">
          <ac:chgData name="Somak Das" userId="S::sdas@floridapoly.edu::98cebb13-2fc4-4808-95b9-daeb7e6acc01" providerId="AD" clId="Web-{A8D0CD45-6E9C-9ADB-1CB7-8E14FA3C2036}" dt="2024-08-29T16:18:25.399" v="516" actId="1076"/>
          <ac:spMkLst>
            <pc:docMk/>
            <pc:sldMk cId="177904782" sldId="262"/>
            <ac:spMk id="13" creationId="{C0231AE8-0283-94E9-4807-FF2590493D09}"/>
          </ac:spMkLst>
        </pc:spChg>
        <pc:spChg chg="add mod">
          <ac:chgData name="Somak Das" userId="S::sdas@floridapoly.edu::98cebb13-2fc4-4808-95b9-daeb7e6acc01" providerId="AD" clId="Web-{A8D0CD45-6E9C-9ADB-1CB7-8E14FA3C2036}" dt="2024-08-29T16:17:50.179" v="502" actId="20577"/>
          <ac:spMkLst>
            <pc:docMk/>
            <pc:sldMk cId="177904782" sldId="262"/>
            <ac:spMk id="14" creationId="{94A1AE45-1450-CEF3-24CE-8F728C6D87D8}"/>
          </ac:spMkLst>
        </pc:spChg>
        <pc:spChg chg="add mod">
          <ac:chgData name="Somak Das" userId="S::sdas@floridapoly.edu::98cebb13-2fc4-4808-95b9-daeb7e6acc01" providerId="AD" clId="Web-{A8D0CD45-6E9C-9ADB-1CB7-8E14FA3C2036}" dt="2024-08-29T16:14:42.220" v="427"/>
          <ac:spMkLst>
            <pc:docMk/>
            <pc:sldMk cId="177904782" sldId="262"/>
            <ac:spMk id="15" creationId="{BE1C9DB9-8ED9-C3B1-E320-46EB1E1B4FEC}"/>
          </ac:spMkLst>
        </pc:spChg>
        <pc:spChg chg="add mod">
          <ac:chgData name="Somak Das" userId="S::sdas@floridapoly.edu::98cebb13-2fc4-4808-95b9-daeb7e6acc01" providerId="AD" clId="Web-{A8D0CD45-6E9C-9ADB-1CB7-8E14FA3C2036}" dt="2024-08-29T16:18:05.383" v="510" actId="1076"/>
          <ac:spMkLst>
            <pc:docMk/>
            <pc:sldMk cId="177904782" sldId="262"/>
            <ac:spMk id="16" creationId="{E60DB4AD-2F1C-B6C4-E30B-746393F8DB51}"/>
          </ac:spMkLst>
        </pc:spChg>
        <pc:spChg chg="add mod">
          <ac:chgData name="Somak Das" userId="S::sdas@floridapoly.edu::98cebb13-2fc4-4808-95b9-daeb7e6acc01" providerId="AD" clId="Web-{A8D0CD45-6E9C-9ADB-1CB7-8E14FA3C2036}" dt="2024-08-29T16:17:30.319" v="489" actId="20577"/>
          <ac:spMkLst>
            <pc:docMk/>
            <pc:sldMk cId="177904782" sldId="262"/>
            <ac:spMk id="17" creationId="{CD458B9C-23B2-6456-2403-C249C4CC314D}"/>
          </ac:spMkLst>
        </pc:spChg>
        <pc:picChg chg="add mod">
          <ac:chgData name="Somak Das" userId="S::sdas@floridapoly.edu::98cebb13-2fc4-4808-95b9-daeb7e6acc01" providerId="AD" clId="Web-{A8D0CD45-6E9C-9ADB-1CB7-8E14FA3C2036}" dt="2024-08-29T16:15:17.956" v="444" actId="1076"/>
          <ac:picMkLst>
            <pc:docMk/>
            <pc:sldMk cId="177904782" sldId="262"/>
            <ac:picMk id="7" creationId="{9FF6F575-6C12-DCD7-3BC4-943887BFD479}"/>
          </ac:picMkLst>
        </pc:picChg>
        <pc:picChg chg="add mod">
          <ac:chgData name="Somak Das" userId="S::sdas@floridapoly.edu::98cebb13-2fc4-4808-95b9-daeb7e6acc01" providerId="AD" clId="Web-{A8D0CD45-6E9C-9ADB-1CB7-8E14FA3C2036}" dt="2024-08-29T16:09:57.602" v="350" actId="14100"/>
          <ac:picMkLst>
            <pc:docMk/>
            <pc:sldMk cId="177904782" sldId="262"/>
            <ac:picMk id="8" creationId="{DA4A9488-1E69-1DB1-CF8B-7BC453F4EDAA}"/>
          </ac:picMkLst>
        </pc:picChg>
        <pc:picChg chg="add mod">
          <ac:chgData name="Somak Das" userId="S::sdas@floridapoly.edu::98cebb13-2fc4-4808-95b9-daeb7e6acc01" providerId="AD" clId="Web-{A8D0CD45-6E9C-9ADB-1CB7-8E14FA3C2036}" dt="2024-08-29T16:10:06.227" v="352" actId="14100"/>
          <ac:picMkLst>
            <pc:docMk/>
            <pc:sldMk cId="177904782" sldId="262"/>
            <ac:picMk id="9" creationId="{114D4602-2EE2-F3A8-52BD-12E805C52443}"/>
          </ac:picMkLst>
        </pc:picChg>
      </pc:sldChg>
      <pc:sldChg chg="addSp delSp modSp add replId addAnim delAnim">
        <pc:chgData name="Somak Das" userId="S::sdas@floridapoly.edu::98cebb13-2fc4-4808-95b9-daeb7e6acc01" providerId="AD" clId="Web-{A8D0CD45-6E9C-9ADB-1CB7-8E14FA3C2036}" dt="2024-08-29T16:34:44.507" v="703"/>
        <pc:sldMkLst>
          <pc:docMk/>
          <pc:sldMk cId="2952251931" sldId="263"/>
        </pc:sldMkLst>
        <pc:spChg chg="mod">
          <ac:chgData name="Somak Das" userId="S::sdas@floridapoly.edu::98cebb13-2fc4-4808-95b9-daeb7e6acc01" providerId="AD" clId="Web-{A8D0CD45-6E9C-9ADB-1CB7-8E14FA3C2036}" dt="2024-08-29T16:20:35.590" v="526" actId="20577"/>
          <ac:spMkLst>
            <pc:docMk/>
            <pc:sldMk cId="2952251931" sldId="263"/>
            <ac:spMk id="2" creationId="{D617B704-AD33-DF7D-594E-43296C7DB364}"/>
          </ac:spMkLst>
        </pc:spChg>
        <pc:spChg chg="del">
          <ac:chgData name="Somak Das" userId="S::sdas@floridapoly.edu::98cebb13-2fc4-4808-95b9-daeb7e6acc01" providerId="AD" clId="Web-{A8D0CD45-6E9C-9ADB-1CB7-8E14FA3C2036}" dt="2024-08-29T16:20:43.747" v="531"/>
          <ac:spMkLst>
            <pc:docMk/>
            <pc:sldMk cId="2952251931" sldId="263"/>
            <ac:spMk id="10" creationId="{2F152BDF-2745-EEA2-FBE2-B9D2E3EE7B4F}"/>
          </ac:spMkLst>
        </pc:spChg>
        <pc:spChg chg="del">
          <ac:chgData name="Somak Das" userId="S::sdas@floridapoly.edu::98cebb13-2fc4-4808-95b9-daeb7e6acc01" providerId="AD" clId="Web-{A8D0CD45-6E9C-9ADB-1CB7-8E14FA3C2036}" dt="2024-08-29T16:20:48.169" v="536"/>
          <ac:spMkLst>
            <pc:docMk/>
            <pc:sldMk cId="2952251931" sldId="263"/>
            <ac:spMk id="11" creationId="{717F38FE-F37F-F61B-5348-BA0FD7DF6141}"/>
          </ac:spMkLst>
        </pc:spChg>
        <pc:spChg chg="del">
          <ac:chgData name="Somak Das" userId="S::sdas@floridapoly.edu::98cebb13-2fc4-4808-95b9-daeb7e6acc01" providerId="AD" clId="Web-{A8D0CD45-6E9C-9ADB-1CB7-8E14FA3C2036}" dt="2024-08-29T16:20:42.684" v="530"/>
          <ac:spMkLst>
            <pc:docMk/>
            <pc:sldMk cId="2952251931" sldId="263"/>
            <ac:spMk id="12" creationId="{BBF360D5-F23E-F090-5FC2-9A7B12CBEFBA}"/>
          </ac:spMkLst>
        </pc:spChg>
        <pc:spChg chg="del">
          <ac:chgData name="Somak Das" userId="S::sdas@floridapoly.edu::98cebb13-2fc4-4808-95b9-daeb7e6acc01" providerId="AD" clId="Web-{A8D0CD45-6E9C-9ADB-1CB7-8E14FA3C2036}" dt="2024-08-29T16:20:42.044" v="529"/>
          <ac:spMkLst>
            <pc:docMk/>
            <pc:sldMk cId="2952251931" sldId="263"/>
            <ac:spMk id="13" creationId="{C0231AE8-0283-94E9-4807-FF2590493D09}"/>
          </ac:spMkLst>
        </pc:spChg>
        <pc:spChg chg="del">
          <ac:chgData name="Somak Das" userId="S::sdas@floridapoly.edu::98cebb13-2fc4-4808-95b9-daeb7e6acc01" providerId="AD" clId="Web-{A8D0CD45-6E9C-9ADB-1CB7-8E14FA3C2036}" dt="2024-08-29T16:20:46.403" v="534"/>
          <ac:spMkLst>
            <pc:docMk/>
            <pc:sldMk cId="2952251931" sldId="263"/>
            <ac:spMk id="14" creationId="{94A1AE45-1450-CEF3-24CE-8F728C6D87D8}"/>
          </ac:spMkLst>
        </pc:spChg>
        <pc:spChg chg="del">
          <ac:chgData name="Somak Das" userId="S::sdas@floridapoly.edu::98cebb13-2fc4-4808-95b9-daeb7e6acc01" providerId="AD" clId="Web-{A8D0CD45-6E9C-9ADB-1CB7-8E14FA3C2036}" dt="2024-08-29T16:20:45.528" v="533"/>
          <ac:spMkLst>
            <pc:docMk/>
            <pc:sldMk cId="2952251931" sldId="263"/>
            <ac:spMk id="15" creationId="{BE1C9DB9-8ED9-C3B1-E320-46EB1E1B4FEC}"/>
          </ac:spMkLst>
        </pc:spChg>
        <pc:spChg chg="del">
          <ac:chgData name="Somak Das" userId="S::sdas@floridapoly.edu::98cebb13-2fc4-4808-95b9-daeb7e6acc01" providerId="AD" clId="Web-{A8D0CD45-6E9C-9ADB-1CB7-8E14FA3C2036}" dt="2024-08-29T16:20:48.888" v="537"/>
          <ac:spMkLst>
            <pc:docMk/>
            <pc:sldMk cId="2952251931" sldId="263"/>
            <ac:spMk id="16" creationId="{E60DB4AD-2F1C-B6C4-E30B-746393F8DB51}"/>
          </ac:spMkLst>
        </pc:spChg>
        <pc:spChg chg="del">
          <ac:chgData name="Somak Das" userId="S::sdas@floridapoly.edu::98cebb13-2fc4-4808-95b9-daeb7e6acc01" providerId="AD" clId="Web-{A8D0CD45-6E9C-9ADB-1CB7-8E14FA3C2036}" dt="2024-08-29T16:20:38.934" v="527"/>
          <ac:spMkLst>
            <pc:docMk/>
            <pc:sldMk cId="2952251931" sldId="263"/>
            <ac:spMk id="17" creationId="{CD458B9C-23B2-6456-2403-C249C4CC314D}"/>
          </ac:spMkLst>
        </pc:spChg>
        <pc:spChg chg="add mod">
          <ac:chgData name="Somak Das" userId="S::sdas@floridapoly.edu::98cebb13-2fc4-4808-95b9-daeb7e6acc01" providerId="AD" clId="Web-{A8D0CD45-6E9C-9ADB-1CB7-8E14FA3C2036}" dt="2024-08-29T16:28:33.667" v="616" actId="1076"/>
          <ac:spMkLst>
            <pc:docMk/>
            <pc:sldMk cId="2952251931" sldId="263"/>
            <ac:spMk id="19" creationId="{4D81E6A9-D9BB-8D81-F971-92D2F4A5AC93}"/>
          </ac:spMkLst>
        </pc:spChg>
        <pc:spChg chg="add del mod">
          <ac:chgData name="Somak Das" userId="S::sdas@floridapoly.edu::98cebb13-2fc4-4808-95b9-daeb7e6acc01" providerId="AD" clId="Web-{A8D0CD45-6E9C-9ADB-1CB7-8E14FA3C2036}" dt="2024-08-29T16:29:32.044" v="630"/>
          <ac:spMkLst>
            <pc:docMk/>
            <pc:sldMk cId="2952251931" sldId="263"/>
            <ac:spMk id="20" creationId="{C9EBAC86-027D-411F-BEA3-7B01FA085770}"/>
          </ac:spMkLst>
        </pc:spChg>
        <pc:spChg chg="add mod">
          <ac:chgData name="Somak Das" userId="S::sdas@floridapoly.edu::98cebb13-2fc4-4808-95b9-daeb7e6acc01" providerId="AD" clId="Web-{A8D0CD45-6E9C-9ADB-1CB7-8E14FA3C2036}" dt="2024-08-29T16:33:51.505" v="697" actId="1076"/>
          <ac:spMkLst>
            <pc:docMk/>
            <pc:sldMk cId="2952251931" sldId="263"/>
            <ac:spMk id="21" creationId="{8A517918-8EF9-A317-4E38-F8B908655493}"/>
          </ac:spMkLst>
        </pc:spChg>
        <pc:spChg chg="add del">
          <ac:chgData name="Somak Das" userId="S::sdas@floridapoly.edu::98cebb13-2fc4-4808-95b9-daeb7e6acc01" providerId="AD" clId="Web-{A8D0CD45-6E9C-9ADB-1CB7-8E14FA3C2036}" dt="2024-08-29T16:29:58.795" v="636"/>
          <ac:spMkLst>
            <pc:docMk/>
            <pc:sldMk cId="2952251931" sldId="263"/>
            <ac:spMk id="23" creationId="{3C24BEC6-F3B3-A5EA-8238-FBFF6449C2FD}"/>
          </ac:spMkLst>
        </pc:spChg>
        <pc:spChg chg="add mod">
          <ac:chgData name="Somak Das" userId="S::sdas@floridapoly.edu::98cebb13-2fc4-4808-95b9-daeb7e6acc01" providerId="AD" clId="Web-{A8D0CD45-6E9C-9ADB-1CB7-8E14FA3C2036}" dt="2024-08-29T16:33:58.162" v="698" actId="1076"/>
          <ac:spMkLst>
            <pc:docMk/>
            <pc:sldMk cId="2952251931" sldId="263"/>
            <ac:spMk id="24" creationId="{1002F206-7E30-57C8-3241-00CFC619CA6B}"/>
          </ac:spMkLst>
        </pc:spChg>
        <pc:spChg chg="add mod">
          <ac:chgData name="Somak Das" userId="S::sdas@floridapoly.edu::98cebb13-2fc4-4808-95b9-daeb7e6acc01" providerId="AD" clId="Web-{A8D0CD45-6E9C-9ADB-1CB7-8E14FA3C2036}" dt="2024-08-29T16:33:40.083" v="695" actId="1076"/>
          <ac:spMkLst>
            <pc:docMk/>
            <pc:sldMk cId="2952251931" sldId="263"/>
            <ac:spMk id="25" creationId="{0CD3D540-FA18-7186-ECEB-85FC19929020}"/>
          </ac:spMkLst>
        </pc:spChg>
        <pc:picChg chg="add mod">
          <ac:chgData name="Somak Das" userId="S::sdas@floridapoly.edu::98cebb13-2fc4-4808-95b9-daeb7e6acc01" providerId="AD" clId="Web-{A8D0CD45-6E9C-9ADB-1CB7-8E14FA3C2036}" dt="2024-08-29T16:33:31.177" v="693" actId="1076"/>
          <ac:picMkLst>
            <pc:docMk/>
            <pc:sldMk cId="2952251931" sldId="263"/>
            <ac:picMk id="3" creationId="{D7A35B2A-85BC-D7DC-73ED-4BFC64302653}"/>
          </ac:picMkLst>
        </pc:picChg>
        <pc:picChg chg="del">
          <ac:chgData name="Somak Das" userId="S::sdas@floridapoly.edu::98cebb13-2fc4-4808-95b9-daeb7e6acc01" providerId="AD" clId="Web-{A8D0CD45-6E9C-9ADB-1CB7-8E14FA3C2036}" dt="2024-08-29T16:20:40.012" v="528"/>
          <ac:picMkLst>
            <pc:docMk/>
            <pc:sldMk cId="2952251931" sldId="263"/>
            <ac:picMk id="7" creationId="{9FF6F575-6C12-DCD7-3BC4-943887BFD479}"/>
          </ac:picMkLst>
        </pc:picChg>
        <pc:picChg chg="del">
          <ac:chgData name="Somak Das" userId="S::sdas@floridapoly.edu::98cebb13-2fc4-4808-95b9-daeb7e6acc01" providerId="AD" clId="Web-{A8D0CD45-6E9C-9ADB-1CB7-8E14FA3C2036}" dt="2024-08-29T16:20:44.606" v="532"/>
          <ac:picMkLst>
            <pc:docMk/>
            <pc:sldMk cId="2952251931" sldId="263"/>
            <ac:picMk id="8" creationId="{DA4A9488-1E69-1DB1-CF8B-7BC453F4EDAA}"/>
          </ac:picMkLst>
        </pc:picChg>
        <pc:picChg chg="del">
          <ac:chgData name="Somak Das" userId="S::sdas@floridapoly.edu::98cebb13-2fc4-4808-95b9-daeb7e6acc01" providerId="AD" clId="Web-{A8D0CD45-6E9C-9ADB-1CB7-8E14FA3C2036}" dt="2024-08-29T16:20:47.231" v="535"/>
          <ac:picMkLst>
            <pc:docMk/>
            <pc:sldMk cId="2952251931" sldId="263"/>
            <ac:picMk id="9" creationId="{114D4602-2EE2-F3A8-52BD-12E805C52443}"/>
          </ac:picMkLst>
        </pc:picChg>
        <pc:picChg chg="add del mod">
          <ac:chgData name="Somak Das" userId="S::sdas@floridapoly.edu::98cebb13-2fc4-4808-95b9-daeb7e6acc01" providerId="AD" clId="Web-{A8D0CD45-6E9C-9ADB-1CB7-8E14FA3C2036}" dt="2024-08-29T16:26:34.554" v="547"/>
          <ac:picMkLst>
            <pc:docMk/>
            <pc:sldMk cId="2952251931" sldId="263"/>
            <ac:picMk id="18" creationId="{7CE9FA9B-D761-21AE-AFB7-9278EF08D0E3}"/>
          </ac:picMkLst>
        </pc:picChg>
      </pc:sldChg>
    </pc:docChg>
  </pc:docChgLst>
  <pc:docChgLst>
    <pc:chgData name="Somak Das" userId="S::sdas@floridapoly.edu::98cebb13-2fc4-4808-95b9-daeb7e6acc01" providerId="AD" clId="Web-{144B8FF7-B6BD-11E5-E9BD-6040CD28264C}"/>
    <pc:docChg chg="modSld">
      <pc:chgData name="Somak Das" userId="S::sdas@floridapoly.edu::98cebb13-2fc4-4808-95b9-daeb7e6acc01" providerId="AD" clId="Web-{144B8FF7-B6BD-11E5-E9BD-6040CD28264C}" dt="2024-08-29T16:39:41.129" v="52"/>
      <pc:docMkLst>
        <pc:docMk/>
      </pc:docMkLst>
      <pc:sldChg chg="modSp">
        <pc:chgData name="Somak Das" userId="S::sdas@floridapoly.edu::98cebb13-2fc4-4808-95b9-daeb7e6acc01" providerId="AD" clId="Web-{144B8FF7-B6BD-11E5-E9BD-6040CD28264C}" dt="2024-08-29T16:39:41.129" v="52"/>
        <pc:sldMkLst>
          <pc:docMk/>
          <pc:sldMk cId="2138922154" sldId="260"/>
        </pc:sldMkLst>
        <pc:spChg chg="mod">
          <ac:chgData name="Somak Das" userId="S::sdas@floridapoly.edu::98cebb13-2fc4-4808-95b9-daeb7e6acc01" providerId="AD" clId="Web-{144B8FF7-B6BD-11E5-E9BD-6040CD28264C}" dt="2024-08-29T16:39:41.129" v="52"/>
          <ac:spMkLst>
            <pc:docMk/>
            <pc:sldMk cId="2138922154" sldId="260"/>
            <ac:spMk id="2" creationId="{9C424EBE-BD35-0D80-15C6-EF7A589932FE}"/>
          </ac:spMkLst>
        </pc:spChg>
        <pc:spChg chg="mod">
          <ac:chgData name="Somak Das" userId="S::sdas@floridapoly.edu::98cebb13-2fc4-4808-95b9-daeb7e6acc01" providerId="AD" clId="Web-{144B8FF7-B6BD-11E5-E9BD-6040CD28264C}" dt="2024-08-29T16:39:23.643" v="47" actId="14100"/>
          <ac:spMkLst>
            <pc:docMk/>
            <pc:sldMk cId="2138922154" sldId="260"/>
            <ac:spMk id="3" creationId="{B1E0CF54-1E55-2F38-DFD4-E834CAF1851F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26D15A-CD2B-48D0-A5FA-0D594D378BE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D51A053-E4A7-469B-84DF-5028AA9D3C70}">
      <dgm:prSet/>
      <dgm:spPr/>
      <dgm:t>
        <a:bodyPr/>
        <a:lstStyle/>
        <a:p>
          <a:r>
            <a:rPr lang="en-US"/>
            <a:t>The download is a compressed file 'iris.zip</a:t>
          </a:r>
          <a:r>
            <a:rPr lang="en-US">
              <a:latin typeface="Neue Haas Grotesk Text Pro"/>
            </a:rPr>
            <a:t>'.</a:t>
          </a:r>
          <a:endParaRPr lang="en-US"/>
        </a:p>
      </dgm:t>
    </dgm:pt>
    <dgm:pt modelId="{87FD3082-63C1-4CE5-96A3-99BC3686DCE1}" type="parTrans" cxnId="{14C88E99-2156-43A2-9DB3-B0B8AF08EDCD}">
      <dgm:prSet/>
      <dgm:spPr/>
      <dgm:t>
        <a:bodyPr/>
        <a:lstStyle/>
        <a:p>
          <a:endParaRPr lang="en-US"/>
        </a:p>
      </dgm:t>
    </dgm:pt>
    <dgm:pt modelId="{8323C4C6-9C13-44F2-AFA3-620DA988D003}" type="sibTrans" cxnId="{14C88E99-2156-43A2-9DB3-B0B8AF08EDCD}">
      <dgm:prSet/>
      <dgm:spPr/>
      <dgm:t>
        <a:bodyPr/>
        <a:lstStyle/>
        <a:p>
          <a:endParaRPr lang="en-US"/>
        </a:p>
      </dgm:t>
    </dgm:pt>
    <dgm:pt modelId="{1225ED83-81B4-4A21-B79B-BC9CFA45A0A4}">
      <dgm:prSet/>
      <dgm:spPr/>
      <dgm:t>
        <a:bodyPr/>
        <a:lstStyle/>
        <a:p>
          <a:pPr rtl="0"/>
          <a:r>
            <a:rPr lang="en-US"/>
            <a:t>Extract it on your computer</a:t>
          </a:r>
          <a:r>
            <a:rPr lang="en-US">
              <a:latin typeface="Neue Haas Grotesk Text Pro"/>
            </a:rPr>
            <a:t> :</a:t>
          </a:r>
          <a:endParaRPr lang="en-US"/>
        </a:p>
      </dgm:t>
    </dgm:pt>
    <dgm:pt modelId="{CAFE4090-157F-49C7-981B-21108D14D57F}" type="parTrans" cxnId="{720CE22E-094A-45DA-9EA5-C9A96E2B5357}">
      <dgm:prSet/>
      <dgm:spPr/>
      <dgm:t>
        <a:bodyPr/>
        <a:lstStyle/>
        <a:p>
          <a:endParaRPr lang="en-US"/>
        </a:p>
      </dgm:t>
    </dgm:pt>
    <dgm:pt modelId="{C9CB82C0-70DF-45CF-968C-5F6E0DAFD66C}" type="sibTrans" cxnId="{720CE22E-094A-45DA-9EA5-C9A96E2B5357}">
      <dgm:prSet/>
      <dgm:spPr/>
      <dgm:t>
        <a:bodyPr/>
        <a:lstStyle/>
        <a:p>
          <a:endParaRPr lang="en-US"/>
        </a:p>
      </dgm:t>
    </dgm:pt>
    <dgm:pt modelId="{5D981E04-BFD7-4F14-9802-AA424A3BD3BB}">
      <dgm:prSet/>
      <dgm:spPr/>
      <dgm:t>
        <a:bodyPr/>
        <a:lstStyle/>
        <a:p>
          <a:r>
            <a:rPr lang="en-US"/>
            <a:t>MAC users have to double click it</a:t>
          </a:r>
          <a:r>
            <a:rPr lang="en-US">
              <a:latin typeface="Neue Haas Grotesk Text Pro"/>
            </a:rPr>
            <a:t>.</a:t>
          </a:r>
          <a:endParaRPr lang="en-US"/>
        </a:p>
      </dgm:t>
    </dgm:pt>
    <dgm:pt modelId="{F4FE855E-28F8-45C2-854D-4E0B12CDE5FB}" type="parTrans" cxnId="{E8AE69E0-B42E-4BF7-8C3A-E15C623512FC}">
      <dgm:prSet/>
      <dgm:spPr/>
      <dgm:t>
        <a:bodyPr/>
        <a:lstStyle/>
        <a:p>
          <a:endParaRPr lang="en-US"/>
        </a:p>
      </dgm:t>
    </dgm:pt>
    <dgm:pt modelId="{20342C02-6CC3-4D19-894B-63F64A0C61D5}" type="sibTrans" cxnId="{E8AE69E0-B42E-4BF7-8C3A-E15C623512FC}">
      <dgm:prSet/>
      <dgm:spPr/>
      <dgm:t>
        <a:bodyPr/>
        <a:lstStyle/>
        <a:p>
          <a:endParaRPr lang="en-US"/>
        </a:p>
      </dgm:t>
    </dgm:pt>
    <dgm:pt modelId="{14DCEB23-7F17-4BEF-BAF1-69B6B2B1822A}">
      <dgm:prSet/>
      <dgm:spPr/>
      <dgm:t>
        <a:bodyPr/>
        <a:lstStyle/>
        <a:p>
          <a:r>
            <a:rPr lang="en-US"/>
            <a:t>WINDOWS user can right click on the folder and click on extract</a:t>
          </a:r>
          <a:r>
            <a:rPr lang="en-US">
              <a:latin typeface="Neue Haas Grotesk Text Pro"/>
            </a:rPr>
            <a:t>.</a:t>
          </a:r>
          <a:endParaRPr lang="en-US"/>
        </a:p>
      </dgm:t>
    </dgm:pt>
    <dgm:pt modelId="{ADCE5607-B9F5-44DE-8349-A0F631640286}" type="parTrans" cxnId="{BCAC3657-1167-485C-A5B1-48285A711E5D}">
      <dgm:prSet/>
      <dgm:spPr/>
      <dgm:t>
        <a:bodyPr/>
        <a:lstStyle/>
        <a:p>
          <a:endParaRPr lang="en-US"/>
        </a:p>
      </dgm:t>
    </dgm:pt>
    <dgm:pt modelId="{D32D6220-A427-4C94-BE5F-C78E1298DD63}" type="sibTrans" cxnId="{BCAC3657-1167-485C-A5B1-48285A711E5D}">
      <dgm:prSet/>
      <dgm:spPr/>
      <dgm:t>
        <a:bodyPr/>
        <a:lstStyle/>
        <a:p>
          <a:endParaRPr lang="en-US"/>
        </a:p>
      </dgm:t>
    </dgm:pt>
    <dgm:pt modelId="{CA3B688D-34F8-4F03-B79A-57D1D97C73BC}">
      <dgm:prSet/>
      <dgm:spPr/>
      <dgm:t>
        <a:bodyPr/>
        <a:lstStyle/>
        <a:p>
          <a:r>
            <a:rPr lang="en-US"/>
            <a:t>Once extracted, you should have a folder named 'iris' on your local</a:t>
          </a:r>
          <a:r>
            <a:rPr lang="en-US">
              <a:latin typeface="Neue Haas Grotesk Text Pro"/>
            </a:rPr>
            <a:t>.</a:t>
          </a:r>
          <a:endParaRPr lang="en-US"/>
        </a:p>
      </dgm:t>
    </dgm:pt>
    <dgm:pt modelId="{A780D87C-44F5-450F-BB18-6EE4E18B7364}" type="parTrans" cxnId="{60A75828-3F01-4732-A0F4-C5F358F0072E}">
      <dgm:prSet/>
      <dgm:spPr/>
      <dgm:t>
        <a:bodyPr/>
        <a:lstStyle/>
        <a:p>
          <a:endParaRPr lang="en-US"/>
        </a:p>
      </dgm:t>
    </dgm:pt>
    <dgm:pt modelId="{7B0C739F-2B12-45FC-8CA4-B9CF0E322534}" type="sibTrans" cxnId="{60A75828-3F01-4732-A0F4-C5F358F0072E}">
      <dgm:prSet/>
      <dgm:spPr/>
      <dgm:t>
        <a:bodyPr/>
        <a:lstStyle/>
        <a:p>
          <a:endParaRPr lang="en-US"/>
        </a:p>
      </dgm:t>
    </dgm:pt>
    <dgm:pt modelId="{A1042801-3F63-48C9-A1D7-DDDCC87CE813}">
      <dgm:prSet/>
      <dgm:spPr/>
      <dgm:t>
        <a:bodyPr/>
        <a:lstStyle/>
        <a:p>
          <a:r>
            <a:rPr lang="en-US"/>
            <a:t>Upload this to Matlab Drive...</a:t>
          </a:r>
        </a:p>
      </dgm:t>
    </dgm:pt>
    <dgm:pt modelId="{F7EA7F26-DC1B-41B2-A171-39B9804078B8}" type="parTrans" cxnId="{599DC350-1223-41A7-B339-A6618E53A044}">
      <dgm:prSet/>
      <dgm:spPr/>
      <dgm:t>
        <a:bodyPr/>
        <a:lstStyle/>
        <a:p>
          <a:endParaRPr lang="en-US"/>
        </a:p>
      </dgm:t>
    </dgm:pt>
    <dgm:pt modelId="{80623E1C-95CB-4C61-B309-62DE3B146EDD}" type="sibTrans" cxnId="{599DC350-1223-41A7-B339-A6618E53A044}">
      <dgm:prSet/>
      <dgm:spPr/>
      <dgm:t>
        <a:bodyPr/>
        <a:lstStyle/>
        <a:p>
          <a:endParaRPr lang="en-US"/>
        </a:p>
      </dgm:t>
    </dgm:pt>
    <dgm:pt modelId="{47E4E180-BF4A-431E-A177-FD812E14639E}" type="pres">
      <dgm:prSet presAssocID="{BD26D15A-CD2B-48D0-A5FA-0D594D378BEF}" presName="root" presStyleCnt="0">
        <dgm:presLayoutVars>
          <dgm:dir/>
          <dgm:resizeHandles val="exact"/>
        </dgm:presLayoutVars>
      </dgm:prSet>
      <dgm:spPr/>
    </dgm:pt>
    <dgm:pt modelId="{ED0ABF46-6DDF-4C21-BF89-60B623AE3300}" type="pres">
      <dgm:prSet presAssocID="{0D51A053-E4A7-469B-84DF-5028AA9D3C70}" presName="compNode" presStyleCnt="0"/>
      <dgm:spPr/>
    </dgm:pt>
    <dgm:pt modelId="{65F7E05F-8EC7-4911-9841-36586FDD59EF}" type="pres">
      <dgm:prSet presAssocID="{0D51A053-E4A7-469B-84DF-5028AA9D3C70}" presName="bgRect" presStyleLbl="bgShp" presStyleIdx="0" presStyleCnt="4"/>
      <dgm:spPr/>
    </dgm:pt>
    <dgm:pt modelId="{CFA32C95-3CDC-4FAC-82C2-A8DDE3FC1872}" type="pres">
      <dgm:prSet presAssocID="{0D51A053-E4A7-469B-84DF-5028AA9D3C7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F4CE67BC-2C4C-4D9F-B425-D920613F64A6}" type="pres">
      <dgm:prSet presAssocID="{0D51A053-E4A7-469B-84DF-5028AA9D3C70}" presName="spaceRect" presStyleCnt="0"/>
      <dgm:spPr/>
    </dgm:pt>
    <dgm:pt modelId="{C20549EB-08C0-4AF3-A423-0B6157027B14}" type="pres">
      <dgm:prSet presAssocID="{0D51A053-E4A7-469B-84DF-5028AA9D3C70}" presName="parTx" presStyleLbl="revTx" presStyleIdx="0" presStyleCnt="5">
        <dgm:presLayoutVars>
          <dgm:chMax val="0"/>
          <dgm:chPref val="0"/>
        </dgm:presLayoutVars>
      </dgm:prSet>
      <dgm:spPr/>
    </dgm:pt>
    <dgm:pt modelId="{10B34BDF-5049-4C84-BF46-734120F76F5D}" type="pres">
      <dgm:prSet presAssocID="{8323C4C6-9C13-44F2-AFA3-620DA988D003}" presName="sibTrans" presStyleCnt="0"/>
      <dgm:spPr/>
    </dgm:pt>
    <dgm:pt modelId="{30793E21-910C-49AA-8F8A-E7CA64450DD1}" type="pres">
      <dgm:prSet presAssocID="{1225ED83-81B4-4A21-B79B-BC9CFA45A0A4}" presName="compNode" presStyleCnt="0"/>
      <dgm:spPr/>
    </dgm:pt>
    <dgm:pt modelId="{559A083A-CF81-4211-A1E3-0664FB47E231}" type="pres">
      <dgm:prSet presAssocID="{1225ED83-81B4-4A21-B79B-BC9CFA45A0A4}" presName="bgRect" presStyleLbl="bgShp" presStyleIdx="1" presStyleCnt="4"/>
      <dgm:spPr/>
    </dgm:pt>
    <dgm:pt modelId="{A0E6FB37-E470-4FED-8289-591E3D93F5F7}" type="pres">
      <dgm:prSet presAssocID="{1225ED83-81B4-4A21-B79B-BC9CFA45A0A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78347E17-344B-410D-99F2-6028CB624E8F}" type="pres">
      <dgm:prSet presAssocID="{1225ED83-81B4-4A21-B79B-BC9CFA45A0A4}" presName="spaceRect" presStyleCnt="0"/>
      <dgm:spPr/>
    </dgm:pt>
    <dgm:pt modelId="{3BC786FB-93A8-4C3F-B1A7-D51010832B95}" type="pres">
      <dgm:prSet presAssocID="{1225ED83-81B4-4A21-B79B-BC9CFA45A0A4}" presName="parTx" presStyleLbl="revTx" presStyleIdx="1" presStyleCnt="5">
        <dgm:presLayoutVars>
          <dgm:chMax val="0"/>
          <dgm:chPref val="0"/>
        </dgm:presLayoutVars>
      </dgm:prSet>
      <dgm:spPr/>
    </dgm:pt>
    <dgm:pt modelId="{64F46EB9-D1AD-4A3E-9066-21F88024A66B}" type="pres">
      <dgm:prSet presAssocID="{1225ED83-81B4-4A21-B79B-BC9CFA45A0A4}" presName="desTx" presStyleLbl="revTx" presStyleIdx="2" presStyleCnt="5">
        <dgm:presLayoutVars/>
      </dgm:prSet>
      <dgm:spPr/>
    </dgm:pt>
    <dgm:pt modelId="{577586CB-70FE-4DF8-A2E1-92004911F1D9}" type="pres">
      <dgm:prSet presAssocID="{C9CB82C0-70DF-45CF-968C-5F6E0DAFD66C}" presName="sibTrans" presStyleCnt="0"/>
      <dgm:spPr/>
    </dgm:pt>
    <dgm:pt modelId="{DC0435C6-2AEC-4696-AC2E-2C3EC93BC49A}" type="pres">
      <dgm:prSet presAssocID="{CA3B688D-34F8-4F03-B79A-57D1D97C73BC}" presName="compNode" presStyleCnt="0"/>
      <dgm:spPr/>
    </dgm:pt>
    <dgm:pt modelId="{95A142B8-6AB5-41FF-84BD-31E574DE873C}" type="pres">
      <dgm:prSet presAssocID="{CA3B688D-34F8-4F03-B79A-57D1D97C73BC}" presName="bgRect" presStyleLbl="bgShp" presStyleIdx="2" presStyleCnt="4"/>
      <dgm:spPr/>
    </dgm:pt>
    <dgm:pt modelId="{D7FC5532-0683-4F02-BCB9-25ADC262F918}" type="pres">
      <dgm:prSet presAssocID="{CA3B688D-34F8-4F03-B79A-57D1D97C73B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90CFDE8B-2E20-4239-B748-A1DCF0C034DF}" type="pres">
      <dgm:prSet presAssocID="{CA3B688D-34F8-4F03-B79A-57D1D97C73BC}" presName="spaceRect" presStyleCnt="0"/>
      <dgm:spPr/>
    </dgm:pt>
    <dgm:pt modelId="{29CD3636-070C-44C9-8A25-4337C12EA12F}" type="pres">
      <dgm:prSet presAssocID="{CA3B688D-34F8-4F03-B79A-57D1D97C73BC}" presName="parTx" presStyleLbl="revTx" presStyleIdx="3" presStyleCnt="5">
        <dgm:presLayoutVars>
          <dgm:chMax val="0"/>
          <dgm:chPref val="0"/>
        </dgm:presLayoutVars>
      </dgm:prSet>
      <dgm:spPr/>
    </dgm:pt>
    <dgm:pt modelId="{48016EC6-1394-4DAA-90C9-A5DB174042E2}" type="pres">
      <dgm:prSet presAssocID="{7B0C739F-2B12-45FC-8CA4-B9CF0E322534}" presName="sibTrans" presStyleCnt="0"/>
      <dgm:spPr/>
    </dgm:pt>
    <dgm:pt modelId="{9316E5C0-8071-4A10-A8AF-06B7CFF0FCCC}" type="pres">
      <dgm:prSet presAssocID="{A1042801-3F63-48C9-A1D7-DDDCC87CE813}" presName="compNode" presStyleCnt="0"/>
      <dgm:spPr/>
    </dgm:pt>
    <dgm:pt modelId="{AA1998A3-934C-4DB4-A245-3A74B09131B7}" type="pres">
      <dgm:prSet presAssocID="{A1042801-3F63-48C9-A1D7-DDDCC87CE813}" presName="bgRect" presStyleLbl="bgShp" presStyleIdx="3" presStyleCnt="4"/>
      <dgm:spPr/>
    </dgm:pt>
    <dgm:pt modelId="{3DF51A11-D665-4F33-A8D2-23AA533AA7EF}" type="pres">
      <dgm:prSet presAssocID="{A1042801-3F63-48C9-A1D7-DDDCC87CE81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EA296046-5293-4BD7-B340-32E91946E56D}" type="pres">
      <dgm:prSet presAssocID="{A1042801-3F63-48C9-A1D7-DDDCC87CE813}" presName="spaceRect" presStyleCnt="0"/>
      <dgm:spPr/>
    </dgm:pt>
    <dgm:pt modelId="{B2191D25-E4F1-4589-B600-B890D184869F}" type="pres">
      <dgm:prSet presAssocID="{A1042801-3F63-48C9-A1D7-DDDCC87CE81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B9D9802-D3B9-4066-BCD2-076245AD7F55}" type="presOf" srcId="{14DCEB23-7F17-4BEF-BAF1-69B6B2B1822A}" destId="{64F46EB9-D1AD-4A3E-9066-21F88024A66B}" srcOrd="0" destOrd="1" presId="urn:microsoft.com/office/officeart/2018/2/layout/IconVerticalSolidList"/>
    <dgm:cxn modelId="{E441560C-2253-453D-BB46-6F13A739D04D}" type="presOf" srcId="{BD26D15A-CD2B-48D0-A5FA-0D594D378BEF}" destId="{47E4E180-BF4A-431E-A177-FD812E14639E}" srcOrd="0" destOrd="0" presId="urn:microsoft.com/office/officeart/2018/2/layout/IconVerticalSolidList"/>
    <dgm:cxn modelId="{2224AF23-F974-4F90-92C5-6BDEC3EC136E}" type="presOf" srcId="{1225ED83-81B4-4A21-B79B-BC9CFA45A0A4}" destId="{3BC786FB-93A8-4C3F-B1A7-D51010832B95}" srcOrd="0" destOrd="0" presId="urn:microsoft.com/office/officeart/2018/2/layout/IconVerticalSolidList"/>
    <dgm:cxn modelId="{60A75828-3F01-4732-A0F4-C5F358F0072E}" srcId="{BD26D15A-CD2B-48D0-A5FA-0D594D378BEF}" destId="{CA3B688D-34F8-4F03-B79A-57D1D97C73BC}" srcOrd="2" destOrd="0" parTransId="{A780D87C-44F5-450F-BB18-6EE4E18B7364}" sibTransId="{7B0C739F-2B12-45FC-8CA4-B9CF0E322534}"/>
    <dgm:cxn modelId="{720CE22E-094A-45DA-9EA5-C9A96E2B5357}" srcId="{BD26D15A-CD2B-48D0-A5FA-0D594D378BEF}" destId="{1225ED83-81B4-4A21-B79B-BC9CFA45A0A4}" srcOrd="1" destOrd="0" parTransId="{CAFE4090-157F-49C7-981B-21108D14D57F}" sibTransId="{C9CB82C0-70DF-45CF-968C-5F6E0DAFD66C}"/>
    <dgm:cxn modelId="{ED5D5C3C-AAF9-4AFA-A086-59CAFF0D874D}" type="presOf" srcId="{5D981E04-BFD7-4F14-9802-AA424A3BD3BB}" destId="{64F46EB9-D1AD-4A3E-9066-21F88024A66B}" srcOrd="0" destOrd="0" presId="urn:microsoft.com/office/officeart/2018/2/layout/IconVerticalSolidList"/>
    <dgm:cxn modelId="{99EBCE47-D46B-4E1E-B732-2C577384F72F}" type="presOf" srcId="{CA3B688D-34F8-4F03-B79A-57D1D97C73BC}" destId="{29CD3636-070C-44C9-8A25-4337C12EA12F}" srcOrd="0" destOrd="0" presId="urn:microsoft.com/office/officeart/2018/2/layout/IconVerticalSolidList"/>
    <dgm:cxn modelId="{599DC350-1223-41A7-B339-A6618E53A044}" srcId="{BD26D15A-CD2B-48D0-A5FA-0D594D378BEF}" destId="{A1042801-3F63-48C9-A1D7-DDDCC87CE813}" srcOrd="3" destOrd="0" parTransId="{F7EA7F26-DC1B-41B2-A171-39B9804078B8}" sibTransId="{80623E1C-95CB-4C61-B309-62DE3B146EDD}"/>
    <dgm:cxn modelId="{BCAC3657-1167-485C-A5B1-48285A711E5D}" srcId="{1225ED83-81B4-4A21-B79B-BC9CFA45A0A4}" destId="{14DCEB23-7F17-4BEF-BAF1-69B6B2B1822A}" srcOrd="1" destOrd="0" parTransId="{ADCE5607-B9F5-44DE-8349-A0F631640286}" sibTransId="{D32D6220-A427-4C94-BE5F-C78E1298DD63}"/>
    <dgm:cxn modelId="{94A1328F-21F3-42A5-B9B0-C05720F0F390}" type="presOf" srcId="{0D51A053-E4A7-469B-84DF-5028AA9D3C70}" destId="{C20549EB-08C0-4AF3-A423-0B6157027B14}" srcOrd="0" destOrd="0" presId="urn:microsoft.com/office/officeart/2018/2/layout/IconVerticalSolidList"/>
    <dgm:cxn modelId="{14C88E99-2156-43A2-9DB3-B0B8AF08EDCD}" srcId="{BD26D15A-CD2B-48D0-A5FA-0D594D378BEF}" destId="{0D51A053-E4A7-469B-84DF-5028AA9D3C70}" srcOrd="0" destOrd="0" parTransId="{87FD3082-63C1-4CE5-96A3-99BC3686DCE1}" sibTransId="{8323C4C6-9C13-44F2-AFA3-620DA988D003}"/>
    <dgm:cxn modelId="{2A3056AC-DC3B-4DD4-BB21-FE6442CD1B8C}" type="presOf" srcId="{A1042801-3F63-48C9-A1D7-DDDCC87CE813}" destId="{B2191D25-E4F1-4589-B600-B890D184869F}" srcOrd="0" destOrd="0" presId="urn:microsoft.com/office/officeart/2018/2/layout/IconVerticalSolidList"/>
    <dgm:cxn modelId="{E8AE69E0-B42E-4BF7-8C3A-E15C623512FC}" srcId="{1225ED83-81B4-4A21-B79B-BC9CFA45A0A4}" destId="{5D981E04-BFD7-4F14-9802-AA424A3BD3BB}" srcOrd="0" destOrd="0" parTransId="{F4FE855E-28F8-45C2-854D-4E0B12CDE5FB}" sibTransId="{20342C02-6CC3-4D19-894B-63F64A0C61D5}"/>
    <dgm:cxn modelId="{50790AB5-0001-4F26-B8AD-73DB608419AB}" type="presParOf" srcId="{47E4E180-BF4A-431E-A177-FD812E14639E}" destId="{ED0ABF46-6DDF-4C21-BF89-60B623AE3300}" srcOrd="0" destOrd="0" presId="urn:microsoft.com/office/officeart/2018/2/layout/IconVerticalSolidList"/>
    <dgm:cxn modelId="{D8BEB0AC-2343-408D-86D1-CF10D84AC8DD}" type="presParOf" srcId="{ED0ABF46-6DDF-4C21-BF89-60B623AE3300}" destId="{65F7E05F-8EC7-4911-9841-36586FDD59EF}" srcOrd="0" destOrd="0" presId="urn:microsoft.com/office/officeart/2018/2/layout/IconVerticalSolidList"/>
    <dgm:cxn modelId="{BE0A01A8-4549-4C7A-964D-9F2CF28568DC}" type="presParOf" srcId="{ED0ABF46-6DDF-4C21-BF89-60B623AE3300}" destId="{CFA32C95-3CDC-4FAC-82C2-A8DDE3FC1872}" srcOrd="1" destOrd="0" presId="urn:microsoft.com/office/officeart/2018/2/layout/IconVerticalSolidList"/>
    <dgm:cxn modelId="{E2D33263-867D-47EC-873A-52C3AD600742}" type="presParOf" srcId="{ED0ABF46-6DDF-4C21-BF89-60B623AE3300}" destId="{F4CE67BC-2C4C-4D9F-B425-D920613F64A6}" srcOrd="2" destOrd="0" presId="urn:microsoft.com/office/officeart/2018/2/layout/IconVerticalSolidList"/>
    <dgm:cxn modelId="{83171A65-A322-46C9-B438-D4A31B7B1AD0}" type="presParOf" srcId="{ED0ABF46-6DDF-4C21-BF89-60B623AE3300}" destId="{C20549EB-08C0-4AF3-A423-0B6157027B14}" srcOrd="3" destOrd="0" presId="urn:microsoft.com/office/officeart/2018/2/layout/IconVerticalSolidList"/>
    <dgm:cxn modelId="{84DA6BDE-C93F-436E-8A07-F709E86659E8}" type="presParOf" srcId="{47E4E180-BF4A-431E-A177-FD812E14639E}" destId="{10B34BDF-5049-4C84-BF46-734120F76F5D}" srcOrd="1" destOrd="0" presId="urn:microsoft.com/office/officeart/2018/2/layout/IconVerticalSolidList"/>
    <dgm:cxn modelId="{145B24D9-B4AA-49B3-8342-A76DD3072E10}" type="presParOf" srcId="{47E4E180-BF4A-431E-A177-FD812E14639E}" destId="{30793E21-910C-49AA-8F8A-E7CA64450DD1}" srcOrd="2" destOrd="0" presId="urn:microsoft.com/office/officeart/2018/2/layout/IconVerticalSolidList"/>
    <dgm:cxn modelId="{7C5E8A96-42B7-444A-9C8B-2372DA585C14}" type="presParOf" srcId="{30793E21-910C-49AA-8F8A-E7CA64450DD1}" destId="{559A083A-CF81-4211-A1E3-0664FB47E231}" srcOrd="0" destOrd="0" presId="urn:microsoft.com/office/officeart/2018/2/layout/IconVerticalSolidList"/>
    <dgm:cxn modelId="{E4816F22-3772-4B38-9397-B48FC955786A}" type="presParOf" srcId="{30793E21-910C-49AA-8F8A-E7CA64450DD1}" destId="{A0E6FB37-E470-4FED-8289-591E3D93F5F7}" srcOrd="1" destOrd="0" presId="urn:microsoft.com/office/officeart/2018/2/layout/IconVerticalSolidList"/>
    <dgm:cxn modelId="{455D8ACD-7AD6-46CD-912A-74A8AE035E10}" type="presParOf" srcId="{30793E21-910C-49AA-8F8A-E7CA64450DD1}" destId="{78347E17-344B-410D-99F2-6028CB624E8F}" srcOrd="2" destOrd="0" presId="urn:microsoft.com/office/officeart/2018/2/layout/IconVerticalSolidList"/>
    <dgm:cxn modelId="{3C7F9BFF-406C-46E6-9B6E-9D44EA437C7E}" type="presParOf" srcId="{30793E21-910C-49AA-8F8A-E7CA64450DD1}" destId="{3BC786FB-93A8-4C3F-B1A7-D51010832B95}" srcOrd="3" destOrd="0" presId="urn:microsoft.com/office/officeart/2018/2/layout/IconVerticalSolidList"/>
    <dgm:cxn modelId="{C8990B3B-1D4F-4B92-80CD-4E57A93A7A08}" type="presParOf" srcId="{30793E21-910C-49AA-8F8A-E7CA64450DD1}" destId="{64F46EB9-D1AD-4A3E-9066-21F88024A66B}" srcOrd="4" destOrd="0" presId="urn:microsoft.com/office/officeart/2018/2/layout/IconVerticalSolidList"/>
    <dgm:cxn modelId="{5B434081-DBF5-4304-9BBC-5D5964F2D870}" type="presParOf" srcId="{47E4E180-BF4A-431E-A177-FD812E14639E}" destId="{577586CB-70FE-4DF8-A2E1-92004911F1D9}" srcOrd="3" destOrd="0" presId="urn:microsoft.com/office/officeart/2018/2/layout/IconVerticalSolidList"/>
    <dgm:cxn modelId="{AAA10F5D-E611-4119-89B4-16782F6851C4}" type="presParOf" srcId="{47E4E180-BF4A-431E-A177-FD812E14639E}" destId="{DC0435C6-2AEC-4696-AC2E-2C3EC93BC49A}" srcOrd="4" destOrd="0" presId="urn:microsoft.com/office/officeart/2018/2/layout/IconVerticalSolidList"/>
    <dgm:cxn modelId="{EBD658FD-87D2-42C0-A546-53373EEAE3E0}" type="presParOf" srcId="{DC0435C6-2AEC-4696-AC2E-2C3EC93BC49A}" destId="{95A142B8-6AB5-41FF-84BD-31E574DE873C}" srcOrd="0" destOrd="0" presId="urn:microsoft.com/office/officeart/2018/2/layout/IconVerticalSolidList"/>
    <dgm:cxn modelId="{BB90FB49-6589-4872-BA84-12670B4FE975}" type="presParOf" srcId="{DC0435C6-2AEC-4696-AC2E-2C3EC93BC49A}" destId="{D7FC5532-0683-4F02-BCB9-25ADC262F918}" srcOrd="1" destOrd="0" presId="urn:microsoft.com/office/officeart/2018/2/layout/IconVerticalSolidList"/>
    <dgm:cxn modelId="{150BF9E1-020E-4E15-ACDF-36F28FBA81E3}" type="presParOf" srcId="{DC0435C6-2AEC-4696-AC2E-2C3EC93BC49A}" destId="{90CFDE8B-2E20-4239-B748-A1DCF0C034DF}" srcOrd="2" destOrd="0" presId="urn:microsoft.com/office/officeart/2018/2/layout/IconVerticalSolidList"/>
    <dgm:cxn modelId="{E1F29445-57F0-455D-9677-2F5AD2DBA21F}" type="presParOf" srcId="{DC0435C6-2AEC-4696-AC2E-2C3EC93BC49A}" destId="{29CD3636-070C-44C9-8A25-4337C12EA12F}" srcOrd="3" destOrd="0" presId="urn:microsoft.com/office/officeart/2018/2/layout/IconVerticalSolidList"/>
    <dgm:cxn modelId="{66E74209-882A-4DB7-ADE6-771A7342F003}" type="presParOf" srcId="{47E4E180-BF4A-431E-A177-FD812E14639E}" destId="{48016EC6-1394-4DAA-90C9-A5DB174042E2}" srcOrd="5" destOrd="0" presId="urn:microsoft.com/office/officeart/2018/2/layout/IconVerticalSolidList"/>
    <dgm:cxn modelId="{2EDD3E88-43EE-4990-B8B2-36DE1A1F9346}" type="presParOf" srcId="{47E4E180-BF4A-431E-A177-FD812E14639E}" destId="{9316E5C0-8071-4A10-A8AF-06B7CFF0FCCC}" srcOrd="6" destOrd="0" presId="urn:microsoft.com/office/officeart/2018/2/layout/IconVerticalSolidList"/>
    <dgm:cxn modelId="{7E746EA4-59E5-4D87-8380-B25D55ABAF09}" type="presParOf" srcId="{9316E5C0-8071-4A10-A8AF-06B7CFF0FCCC}" destId="{AA1998A3-934C-4DB4-A245-3A74B09131B7}" srcOrd="0" destOrd="0" presId="urn:microsoft.com/office/officeart/2018/2/layout/IconVerticalSolidList"/>
    <dgm:cxn modelId="{FAC8E9EF-6982-4230-957F-5361C4475D99}" type="presParOf" srcId="{9316E5C0-8071-4A10-A8AF-06B7CFF0FCCC}" destId="{3DF51A11-D665-4F33-A8D2-23AA533AA7EF}" srcOrd="1" destOrd="0" presId="urn:microsoft.com/office/officeart/2018/2/layout/IconVerticalSolidList"/>
    <dgm:cxn modelId="{1573AF34-FE6F-4D73-8F10-C8F26F89C770}" type="presParOf" srcId="{9316E5C0-8071-4A10-A8AF-06B7CFF0FCCC}" destId="{EA296046-5293-4BD7-B340-32E91946E56D}" srcOrd="2" destOrd="0" presId="urn:microsoft.com/office/officeart/2018/2/layout/IconVerticalSolidList"/>
    <dgm:cxn modelId="{2967EAFA-D10F-467C-87CA-430DEE52CF36}" type="presParOf" srcId="{9316E5C0-8071-4A10-A8AF-06B7CFF0FCCC}" destId="{B2191D25-E4F1-4589-B600-B890D18486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F7E05F-8EC7-4911-9841-36586FDD59EF}">
      <dsp:nvSpPr>
        <dsp:cNvPr id="0" name=""/>
        <dsp:cNvSpPr/>
      </dsp:nvSpPr>
      <dsp:spPr>
        <a:xfrm>
          <a:off x="0" y="1906"/>
          <a:ext cx="10653579" cy="96631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32C95-3CDC-4FAC-82C2-A8DDE3FC1872}">
      <dsp:nvSpPr>
        <dsp:cNvPr id="0" name=""/>
        <dsp:cNvSpPr/>
      </dsp:nvSpPr>
      <dsp:spPr>
        <a:xfrm>
          <a:off x="292311" y="219328"/>
          <a:ext cx="531475" cy="531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549EB-08C0-4AF3-A423-0B6157027B14}">
      <dsp:nvSpPr>
        <dsp:cNvPr id="0" name=""/>
        <dsp:cNvSpPr/>
      </dsp:nvSpPr>
      <dsp:spPr>
        <a:xfrm>
          <a:off x="1116098" y="1906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download is a compressed file 'iris.zip</a:t>
          </a:r>
          <a:r>
            <a:rPr lang="en-US" sz="2200" kern="1200">
              <a:latin typeface="Neue Haas Grotesk Text Pro"/>
            </a:rPr>
            <a:t>'.</a:t>
          </a:r>
          <a:endParaRPr lang="en-US" sz="2200" kern="1200"/>
        </a:p>
      </dsp:txBody>
      <dsp:txXfrm>
        <a:off x="1116098" y="1906"/>
        <a:ext cx="9537480" cy="966318"/>
      </dsp:txXfrm>
    </dsp:sp>
    <dsp:sp modelId="{559A083A-CF81-4211-A1E3-0664FB47E231}">
      <dsp:nvSpPr>
        <dsp:cNvPr id="0" name=""/>
        <dsp:cNvSpPr/>
      </dsp:nvSpPr>
      <dsp:spPr>
        <a:xfrm>
          <a:off x="0" y="1209805"/>
          <a:ext cx="10653579" cy="96631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E6FB37-E470-4FED-8289-591E3D93F5F7}">
      <dsp:nvSpPr>
        <dsp:cNvPr id="0" name=""/>
        <dsp:cNvSpPr/>
      </dsp:nvSpPr>
      <dsp:spPr>
        <a:xfrm>
          <a:off x="292311" y="1427226"/>
          <a:ext cx="531475" cy="531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786FB-93A8-4C3F-B1A7-D51010832B95}">
      <dsp:nvSpPr>
        <dsp:cNvPr id="0" name=""/>
        <dsp:cNvSpPr/>
      </dsp:nvSpPr>
      <dsp:spPr>
        <a:xfrm>
          <a:off x="1116098" y="1209805"/>
          <a:ext cx="479411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Extract it on your computer</a:t>
          </a:r>
          <a:r>
            <a:rPr lang="en-US" sz="2200" kern="1200">
              <a:latin typeface="Neue Haas Grotesk Text Pro"/>
            </a:rPr>
            <a:t> :</a:t>
          </a:r>
          <a:endParaRPr lang="en-US" sz="2200" kern="1200"/>
        </a:p>
      </dsp:txBody>
      <dsp:txXfrm>
        <a:off x="1116098" y="1209805"/>
        <a:ext cx="4794110" cy="966318"/>
      </dsp:txXfrm>
    </dsp:sp>
    <dsp:sp modelId="{64F46EB9-D1AD-4A3E-9066-21F88024A66B}">
      <dsp:nvSpPr>
        <dsp:cNvPr id="0" name=""/>
        <dsp:cNvSpPr/>
      </dsp:nvSpPr>
      <dsp:spPr>
        <a:xfrm>
          <a:off x="5910208" y="1209805"/>
          <a:ext cx="474337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MAC users have to double click it</a:t>
          </a:r>
          <a:r>
            <a:rPr lang="en-US" sz="1600" kern="1200">
              <a:latin typeface="Neue Haas Grotesk Text Pro"/>
            </a:rPr>
            <a:t>.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WINDOWS user can right click on the folder and click on extract</a:t>
          </a:r>
          <a:r>
            <a:rPr lang="en-US" sz="1600" kern="1200">
              <a:latin typeface="Neue Haas Grotesk Text Pro"/>
            </a:rPr>
            <a:t>.</a:t>
          </a:r>
          <a:endParaRPr lang="en-US" sz="1600" kern="1200"/>
        </a:p>
      </dsp:txBody>
      <dsp:txXfrm>
        <a:off x="5910208" y="1209805"/>
        <a:ext cx="4743370" cy="966318"/>
      </dsp:txXfrm>
    </dsp:sp>
    <dsp:sp modelId="{95A142B8-6AB5-41FF-84BD-31E574DE873C}">
      <dsp:nvSpPr>
        <dsp:cNvPr id="0" name=""/>
        <dsp:cNvSpPr/>
      </dsp:nvSpPr>
      <dsp:spPr>
        <a:xfrm>
          <a:off x="0" y="2417703"/>
          <a:ext cx="10653579" cy="96631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FC5532-0683-4F02-BCB9-25ADC262F918}">
      <dsp:nvSpPr>
        <dsp:cNvPr id="0" name=""/>
        <dsp:cNvSpPr/>
      </dsp:nvSpPr>
      <dsp:spPr>
        <a:xfrm>
          <a:off x="292311" y="2635125"/>
          <a:ext cx="531475" cy="531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D3636-070C-44C9-8A25-4337C12EA12F}">
      <dsp:nvSpPr>
        <dsp:cNvPr id="0" name=""/>
        <dsp:cNvSpPr/>
      </dsp:nvSpPr>
      <dsp:spPr>
        <a:xfrm>
          <a:off x="1116098" y="2417703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Once extracted, you should have a folder named 'iris' on your local</a:t>
          </a:r>
          <a:r>
            <a:rPr lang="en-US" sz="2200" kern="1200">
              <a:latin typeface="Neue Haas Grotesk Text Pro"/>
            </a:rPr>
            <a:t>.</a:t>
          </a:r>
          <a:endParaRPr lang="en-US" sz="2200" kern="1200"/>
        </a:p>
      </dsp:txBody>
      <dsp:txXfrm>
        <a:off x="1116098" y="2417703"/>
        <a:ext cx="9537480" cy="966318"/>
      </dsp:txXfrm>
    </dsp:sp>
    <dsp:sp modelId="{AA1998A3-934C-4DB4-A245-3A74B09131B7}">
      <dsp:nvSpPr>
        <dsp:cNvPr id="0" name=""/>
        <dsp:cNvSpPr/>
      </dsp:nvSpPr>
      <dsp:spPr>
        <a:xfrm>
          <a:off x="0" y="3625602"/>
          <a:ext cx="10653579" cy="96631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F51A11-D665-4F33-A8D2-23AA533AA7EF}">
      <dsp:nvSpPr>
        <dsp:cNvPr id="0" name=""/>
        <dsp:cNvSpPr/>
      </dsp:nvSpPr>
      <dsp:spPr>
        <a:xfrm>
          <a:off x="292311" y="3843024"/>
          <a:ext cx="531475" cy="531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91D25-E4F1-4589-B600-B890D184869F}">
      <dsp:nvSpPr>
        <dsp:cNvPr id="0" name=""/>
        <dsp:cNvSpPr/>
      </dsp:nvSpPr>
      <dsp:spPr>
        <a:xfrm>
          <a:off x="1116098" y="3625602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Upload this to Matlab Drive...</a:t>
          </a:r>
        </a:p>
      </dsp:txBody>
      <dsp:txXfrm>
        <a:off x="1116098" y="3625602"/>
        <a:ext cx="9537480" cy="9663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83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3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99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4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9/6/2024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9/6/2024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9/6/2024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6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93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4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1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33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3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ml/datasets/iris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rchive.ics.uci.edu/dataset/53/iri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archive.ics.uci.edu/ml/datasets/iri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55571" y="404519"/>
            <a:ext cx="10422547" cy="60489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r>
              <a:rPr lang="en-US" sz="6500" b="1" dirty="0">
                <a:solidFill>
                  <a:srgbClr val="7030A0"/>
                </a:solidFill>
              </a:rPr>
              <a:t>Chapter 02</a:t>
            </a:r>
            <a:endParaRPr lang="en-US" sz="6500" b="1" dirty="0">
              <a:solidFill>
                <a:srgbClr val="7030A0"/>
              </a:solidFill>
              <a:ea typeface="Calibri Light"/>
              <a:cs typeface="Calibri Light"/>
            </a:endParaRPr>
          </a:p>
          <a:p>
            <a:pPr algn="l">
              <a:defRPr/>
            </a:pPr>
            <a:r>
              <a:rPr lang="en-US" sz="6500" b="1" dirty="0">
                <a:solidFill>
                  <a:srgbClr val="7030A0"/>
                </a:solidFill>
              </a:rPr>
              <a:t>Examples on If-else-If</a:t>
            </a:r>
            <a:endParaRPr lang="en-US" sz="6500" b="1" dirty="0">
              <a:solidFill>
                <a:srgbClr val="7030A0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7563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33241"/>
            <a:ext cx="9144000" cy="662803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Practice problem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031700"/>
            <a:ext cx="9144000" cy="4497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Write a pseudocode and a MATLAB script to determine the real roots of a quadratic function </a:t>
            </a:r>
            <a:endParaRPr lang="en-US" i="1">
              <a:latin typeface="Times New Roman"/>
              <a:cs typeface="Times New Roman"/>
            </a:endParaRPr>
          </a:p>
          <a:p>
            <a:pPr algn="l"/>
            <a:r>
              <a:rPr lang="en-US" sz="3200" i="1">
                <a:latin typeface="Times New Roman"/>
                <a:cs typeface="Times New Roman"/>
              </a:rPr>
              <a:t>      </a:t>
            </a:r>
            <a:r>
              <a:rPr lang="en-US" sz="3200" i="1">
                <a:latin typeface="Times New Roman"/>
                <a:cs typeface="Lucida Sans Unicode"/>
              </a:rPr>
              <a:t>f(x) = ax</a:t>
            </a:r>
            <a:r>
              <a:rPr lang="en-US" sz="3200" i="1" baseline="30000">
                <a:latin typeface="Times New Roman"/>
                <a:cs typeface="Lucida Sans Unicode"/>
              </a:rPr>
              <a:t>2</a:t>
            </a:r>
            <a:r>
              <a:rPr lang="en-US" sz="3200" i="1">
                <a:latin typeface="Times New Roman"/>
                <a:cs typeface="Lucida Sans Unicode"/>
              </a:rPr>
              <a:t>+bx+c</a:t>
            </a:r>
            <a:endParaRPr lang="en-US" sz="2400" i="1">
              <a:latin typeface="Times New Roman"/>
              <a:cs typeface="Times New Roman"/>
            </a:endParaRPr>
          </a:p>
          <a:p>
            <a:pPr algn="l"/>
            <a:r>
              <a:rPr lang="en-US"/>
              <a:t>Instructions:</a:t>
            </a:r>
          </a:p>
          <a:p>
            <a:pPr marL="457200" indent="-457200" algn="l">
              <a:buAutoNum type="arabicParenR"/>
            </a:pPr>
            <a:r>
              <a:rPr lang="en-US"/>
              <a:t>Get the coefficients </a:t>
            </a:r>
            <a:r>
              <a:rPr lang="en-US" i="1">
                <a:latin typeface="Times New Roman"/>
                <a:cs typeface="Times New Roman"/>
              </a:rPr>
              <a:t>a, b</a:t>
            </a:r>
            <a:r>
              <a:rPr lang="en-US"/>
              <a:t> and </a:t>
            </a:r>
            <a:r>
              <a:rPr lang="en-US" i="1">
                <a:latin typeface="Times New Roman"/>
                <a:cs typeface="Times New Roman"/>
              </a:rPr>
              <a:t>c</a:t>
            </a:r>
            <a:r>
              <a:rPr lang="en-US"/>
              <a:t> from the user.</a:t>
            </a:r>
          </a:p>
          <a:p>
            <a:pPr marL="457200" indent="-457200" algn="l">
              <a:buAutoNum type="arabicParenR"/>
            </a:pPr>
            <a:r>
              <a:rPr lang="en-US"/>
              <a:t>Display the quadratic function using formatted printing.</a:t>
            </a:r>
          </a:p>
          <a:p>
            <a:pPr marL="457200" indent="-457200" algn="l">
              <a:buAutoNum type="arabicParenR"/>
            </a:pPr>
            <a:r>
              <a:rPr lang="en-US"/>
              <a:t>Display whether the quadratic has a real or imaginary roots</a:t>
            </a:r>
          </a:p>
          <a:p>
            <a:pPr marL="457200" indent="-457200" algn="l">
              <a:buAutoNum type="arabicParenR"/>
            </a:pPr>
            <a:r>
              <a:rPr lang="en-US"/>
              <a:t>Display the roots if they are real.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F108D-8D52-F176-E6E7-ECE148DAA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430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/>
              <a:t>Practice problem 2  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790F3-BD20-3AF4-A61D-B28DFE8D4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379" y="1579854"/>
            <a:ext cx="8414617" cy="32956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Write a temperature-conversion program that gives the user the options :</a:t>
            </a:r>
          </a:p>
          <a:p>
            <a:r>
              <a:rPr lang="en-US" dirty="0"/>
              <a:t>'Enter 1 to convert from </a:t>
            </a:r>
            <a:r>
              <a:rPr lang="en-US" dirty="0" err="1"/>
              <a:t>Farenheit</a:t>
            </a:r>
            <a:r>
              <a:rPr lang="en-US" dirty="0"/>
              <a:t> to Celsius'</a:t>
            </a:r>
          </a:p>
          <a:p>
            <a:r>
              <a:rPr lang="en-US" dirty="0"/>
              <a:t>'Enter 2 to convert from Celsius to </a:t>
            </a:r>
            <a:r>
              <a:rPr lang="en-US" dirty="0" err="1"/>
              <a:t>Farenheit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lang="en-US" dirty="0"/>
              <a:t>Based on the choice the code should carry out the appropriate conversion described by the following equation,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3A5B8-3124-9E93-1364-48288DF3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0F4C-CB3D-46E5-AEBD-94F6139FA6DD}" type="datetime1"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75E2A-E7BF-A79B-641C-2200B8DD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90D4D-E7EB-DAF9-F5DD-7D01B0579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/>
          </a:p>
        </p:txBody>
      </p:sp>
      <p:pic>
        <p:nvPicPr>
          <p:cNvPr id="7" name="Picture 6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406E0AF0-7EAF-D74F-AA2A-4283BB447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594" y="4570471"/>
            <a:ext cx="277177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5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6352"/>
            <a:ext cx="9144000" cy="662803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Practice problem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704" y="1185033"/>
            <a:ext cx="11928592" cy="549500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b="1" dirty="0">
                <a:latin typeface="Aptos"/>
                <a:ea typeface="+mn-lt"/>
                <a:cs typeface="+mn-lt"/>
              </a:rPr>
              <a:t>Classifying Iris species by petal length</a:t>
            </a:r>
            <a:endParaRPr lang="en-US" dirty="0">
              <a:latin typeface="Aptos"/>
              <a:ea typeface="+mn-lt"/>
              <a:cs typeface="+mn-lt"/>
            </a:endParaRPr>
          </a:p>
          <a:p>
            <a:pPr algn="l"/>
            <a:r>
              <a:rPr lang="en-US" dirty="0">
                <a:latin typeface="Aptos"/>
                <a:ea typeface="+mn-lt"/>
                <a:cs typeface="+mn-lt"/>
              </a:rPr>
              <a:t>Write a MATLAB script to classify iris flower species based on their petal length using if-else-if statements. You will work with the famous Iris dataset, </a:t>
            </a:r>
            <a:r>
              <a:rPr lang="en-US" dirty="0">
                <a:latin typeface="Aptos"/>
                <a:ea typeface="+mn-lt"/>
                <a:cs typeface="+mn-lt"/>
                <a:hlinkClick r:id="rId2"/>
              </a:rPr>
              <a:t>UCI Machine Learning Repository</a:t>
            </a:r>
            <a:r>
              <a:rPr lang="en-US">
                <a:latin typeface="Aptos"/>
                <a:ea typeface="+mn-lt"/>
                <a:cs typeface="+mn-lt"/>
              </a:rPr>
              <a:t>  to categorize each flower into </a:t>
            </a:r>
            <a:r>
              <a:rPr lang="en-US" dirty="0">
                <a:latin typeface="Aptos"/>
                <a:ea typeface="+mn-lt"/>
                <a:cs typeface="+mn-lt"/>
              </a:rPr>
              <a:t>one of three species based on the petal length.</a:t>
            </a:r>
          </a:p>
          <a:p>
            <a:pPr algn="l"/>
            <a:r>
              <a:rPr lang="en-US" b="1" dirty="0">
                <a:latin typeface="Aptos"/>
                <a:ea typeface="+mn-lt"/>
                <a:cs typeface="+mn-lt"/>
              </a:rPr>
              <a:t>Problem Statement:</a:t>
            </a:r>
            <a:endParaRPr lang="en-US" dirty="0">
              <a:latin typeface="Aptos"/>
              <a:ea typeface="+mn-lt"/>
              <a:cs typeface="+mn-lt"/>
            </a:endParaRPr>
          </a:p>
          <a:p>
            <a:pPr algn="l"/>
            <a:r>
              <a:rPr lang="en-US" dirty="0">
                <a:latin typeface="Aptos"/>
                <a:ea typeface="+mn-lt"/>
                <a:cs typeface="+mn-lt"/>
              </a:rPr>
              <a:t>The Iris dataset is a classic dataset in machine learning and statistics, containing measurements for 150 iris flowers from three different species: </a:t>
            </a:r>
            <a:r>
              <a:rPr lang="en-US" err="1">
                <a:latin typeface="Aptos"/>
                <a:ea typeface="+mn-lt"/>
                <a:cs typeface="+mn-lt"/>
              </a:rPr>
              <a:t>Setosa</a:t>
            </a:r>
            <a:r>
              <a:rPr lang="en-US" dirty="0">
                <a:latin typeface="Aptos"/>
                <a:ea typeface="+mn-lt"/>
                <a:cs typeface="+mn-lt"/>
              </a:rPr>
              <a:t>, Versicolor, and Virginica. The dataset includes the following attributes:</a:t>
            </a:r>
            <a:endParaRPr lang="en-US" dirty="0">
              <a:latin typeface="Aptos"/>
            </a:endParaRPr>
          </a:p>
          <a:p>
            <a:pPr algn="l"/>
            <a:r>
              <a:rPr lang="en-US" b="1" dirty="0">
                <a:latin typeface="Aptos"/>
                <a:ea typeface="+mn-lt"/>
                <a:cs typeface="+mn-lt"/>
              </a:rPr>
              <a:t>Sepal Length (cm), Sepal Width (cm), Petal Length (cm), Petal Width (cm), Species (</a:t>
            </a:r>
            <a:r>
              <a:rPr lang="en-US" b="1" err="1">
                <a:latin typeface="Aptos"/>
                <a:ea typeface="+mn-lt"/>
                <a:cs typeface="+mn-lt"/>
              </a:rPr>
              <a:t>Setosa</a:t>
            </a:r>
            <a:r>
              <a:rPr lang="en-US" b="1" dirty="0">
                <a:latin typeface="Aptos"/>
                <a:ea typeface="+mn-lt"/>
                <a:cs typeface="+mn-lt"/>
              </a:rPr>
              <a:t>, Versicolor, Virginica)</a:t>
            </a:r>
          </a:p>
          <a:p>
            <a:pPr algn="l"/>
            <a:r>
              <a:rPr lang="en-US" dirty="0">
                <a:latin typeface="Aptos"/>
                <a:ea typeface="+mn-lt"/>
                <a:cs typeface="+mn-lt"/>
              </a:rPr>
              <a:t>For this exercise, you'll </a:t>
            </a:r>
            <a:r>
              <a:rPr lang="en-US" b="1">
                <a:latin typeface="Aptos"/>
                <a:ea typeface="+mn-lt"/>
                <a:cs typeface="+mn-lt"/>
              </a:rPr>
              <a:t>assign your own classification</a:t>
            </a:r>
            <a:r>
              <a:rPr lang="en-US">
                <a:latin typeface="Aptos"/>
                <a:ea typeface="+mn-lt"/>
                <a:cs typeface="+mn-lt"/>
              </a:rPr>
              <a:t> to each iris flower based solely on its petal length using the following criteria:</a:t>
            </a:r>
            <a:endParaRPr lang="en-US">
              <a:latin typeface="Aptos"/>
            </a:endParaRPr>
          </a:p>
          <a:p>
            <a:pPr marL="285750" indent="-285750" algn="l">
              <a:buFont typeface="Symbol"/>
              <a:buChar char="•"/>
            </a:pPr>
            <a:r>
              <a:rPr lang="en-US" b="1" err="1">
                <a:latin typeface="Aptos"/>
                <a:ea typeface="+mn-lt"/>
                <a:cs typeface="+mn-lt"/>
              </a:rPr>
              <a:t>Setosa</a:t>
            </a:r>
            <a:r>
              <a:rPr lang="en-US" b="1" dirty="0">
                <a:latin typeface="Aptos"/>
                <a:ea typeface="+mn-lt"/>
                <a:cs typeface="+mn-lt"/>
              </a:rPr>
              <a:t>:</a:t>
            </a:r>
            <a:r>
              <a:rPr lang="en-US" dirty="0">
                <a:latin typeface="Aptos"/>
                <a:ea typeface="+mn-lt"/>
                <a:cs typeface="+mn-lt"/>
              </a:rPr>
              <a:t> Petal Length less than 2.0 cm</a:t>
            </a:r>
            <a:endParaRPr lang="en-US" dirty="0">
              <a:latin typeface="Aptos"/>
            </a:endParaRPr>
          </a:p>
          <a:p>
            <a:pPr marL="285750" indent="-285750" algn="l">
              <a:buFont typeface="Symbol"/>
              <a:buChar char="•"/>
            </a:pPr>
            <a:r>
              <a:rPr lang="en-US" b="1" dirty="0">
                <a:latin typeface="Aptos"/>
                <a:ea typeface="+mn-lt"/>
                <a:cs typeface="+mn-lt"/>
              </a:rPr>
              <a:t>Versicolor:</a:t>
            </a:r>
            <a:r>
              <a:rPr lang="en-US" dirty="0">
                <a:latin typeface="Aptos"/>
                <a:ea typeface="+mn-lt"/>
                <a:cs typeface="+mn-lt"/>
              </a:rPr>
              <a:t> Petal Length between 2.0 cm and 5.0 cm</a:t>
            </a:r>
            <a:endParaRPr lang="en-US" dirty="0">
              <a:latin typeface="Aptos"/>
            </a:endParaRPr>
          </a:p>
          <a:p>
            <a:pPr marL="285750" indent="-285750" algn="l">
              <a:buFont typeface="Symbol"/>
              <a:buChar char="•"/>
            </a:pPr>
            <a:r>
              <a:rPr lang="en-US" b="1" dirty="0">
                <a:latin typeface="Aptos"/>
                <a:ea typeface="+mn-lt"/>
                <a:cs typeface="+mn-lt"/>
              </a:rPr>
              <a:t>Virginica:</a:t>
            </a:r>
            <a:r>
              <a:rPr lang="en-US" dirty="0">
                <a:latin typeface="Aptos"/>
                <a:ea typeface="+mn-lt"/>
                <a:cs typeface="+mn-lt"/>
              </a:rPr>
              <a:t> Petal Length greater than 5.0 cm</a:t>
            </a:r>
            <a:endParaRPr lang="en-US" dirty="0">
              <a:latin typeface="Aptos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61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4EBE-BD35-0D80-15C6-EF7A5899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3455"/>
            <a:ext cx="10653578" cy="66188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/>
              <a:t>Obtain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0CF54-1E55-2F38-DFD4-E834CAF18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52125"/>
            <a:ext cx="8903802" cy="196916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This exercise requires us to handle real dataset that we need to obtain from an external source</a:t>
            </a:r>
          </a:p>
          <a:p>
            <a:r>
              <a:rPr lang="en-US" dirty="0"/>
              <a:t>Go to </a:t>
            </a:r>
            <a:r>
              <a:rPr lang="en-US" dirty="0">
                <a:ea typeface="+mn-lt"/>
                <a:cs typeface="+mn-lt"/>
                <a:hlinkClick r:id="rId2"/>
              </a:rPr>
              <a:t>https://archive.ics.uci.edu/dataset/53/iris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Click on download at the upper right side of the page.</a:t>
            </a:r>
            <a:br>
              <a:rPr lang="en-US" dirty="0">
                <a:ea typeface="+mn-lt"/>
                <a:cs typeface="+mn-lt"/>
              </a:rPr>
            </a:b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0AB3A-1B21-3EDE-78A0-F4EF78AB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956A-6E9D-467C-AF89-B9921ADD1456}" type="datetime1"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82662-ACD5-74E2-66AF-6CCE3C945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77983-64E0-8AF8-9F24-CC749049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7E015A35-C88D-9CA7-41A8-E32753343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40" y="3352795"/>
            <a:ext cx="11326518" cy="2560704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1F03231-4ADC-0C46-228A-3DCA1446DD0D}"/>
              </a:ext>
            </a:extLst>
          </p:cNvPr>
          <p:cNvSpPr/>
          <p:nvPr/>
        </p:nvSpPr>
        <p:spPr>
          <a:xfrm rot="6780000">
            <a:off x="9836969" y="2065434"/>
            <a:ext cx="1503405" cy="15240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2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BA4F4-B647-3060-9A5E-BF6F6F2FC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r>
              <a:rPr lang="en-US"/>
              <a:t>Extract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7C503-EE4A-08FC-E836-5F1DE4CBDE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EC44E0A-4C24-409C-9014-DF287DDA001E}" type="datetime1">
              <a:rPr lang="en-US"/>
              <a:pPr>
                <a:spcAft>
                  <a:spcPts val="600"/>
                </a:spcAft>
              </a:pPr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0DE2D-9958-86C8-80C7-94EC33037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AD03D-1A34-C72E-849E-27C8469C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E06B1261-A904-3121-9BCD-1775158C2F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43490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2161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B704-AD33-DF7D-594E-43296C7D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6492"/>
            <a:ext cx="10653578" cy="605444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/>
              <a:t>Open Matlab Drive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216BC-AA71-686B-A2B8-58EFB486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660D-D3D8-4E05-831A-D047E923936B}" type="datetime1"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96E04-C63E-CA48-093F-F845D8B2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50036-4711-71BE-CE5C-372A95BB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7</a:t>
            </a:fld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FF6F575-6C12-DCD7-3BC4-943887BFD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81" y="807459"/>
            <a:ext cx="10658592" cy="2449082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DA4A9488-1E69-1DB1-CF8B-7BC453F4E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33" y="3349811"/>
            <a:ext cx="10526888" cy="1816023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114D4602-2EE2-F3A8-52BD-12E805C52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9074" y="1715274"/>
            <a:ext cx="3632715" cy="491442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2F152BDF-2745-EEA2-FBE2-B9D2E3EE7B4F}"/>
              </a:ext>
            </a:extLst>
          </p:cNvPr>
          <p:cNvSpPr/>
          <p:nvPr/>
        </p:nvSpPr>
        <p:spPr>
          <a:xfrm rot="11820000" flipV="1">
            <a:off x="6816594" y="2123119"/>
            <a:ext cx="4126418" cy="8131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Opens a drop down menu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17F38FE-F37F-F61B-5348-BA0FD7DF6141}"/>
              </a:ext>
            </a:extLst>
          </p:cNvPr>
          <p:cNvSpPr/>
          <p:nvPr/>
        </p:nvSpPr>
        <p:spPr>
          <a:xfrm rot="-1620000">
            <a:off x="2437789" y="5315947"/>
            <a:ext cx="1400432" cy="360405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BF360D5-F23E-F090-5FC2-9A7B12CBEFBA}"/>
              </a:ext>
            </a:extLst>
          </p:cNvPr>
          <p:cNvSpPr/>
          <p:nvPr/>
        </p:nvSpPr>
        <p:spPr>
          <a:xfrm>
            <a:off x="9759676" y="173656"/>
            <a:ext cx="391297" cy="545756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231AE8-0283-94E9-4807-FF2590493D09}"/>
              </a:ext>
            </a:extLst>
          </p:cNvPr>
          <p:cNvSpPr txBox="1"/>
          <p:nvPr/>
        </p:nvSpPr>
        <p:spPr>
          <a:xfrm>
            <a:off x="8239237" y="80472"/>
            <a:ext cx="18085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Step 2: Click on </a:t>
            </a:r>
            <a:r>
              <a:rPr lang="en-US" b="1" dirty="0">
                <a:solidFill>
                  <a:srgbClr val="0070C0"/>
                </a:solidFill>
              </a:rPr>
              <a:t>MATLAB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A1AE45-1450-CEF3-24CE-8F728C6D87D8}"/>
              </a:ext>
            </a:extLst>
          </p:cNvPr>
          <p:cNvSpPr txBox="1"/>
          <p:nvPr/>
        </p:nvSpPr>
        <p:spPr>
          <a:xfrm>
            <a:off x="9546866" y="4784175"/>
            <a:ext cx="213776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Step 3 : On the second page, click on the dots next to your initials.</a:t>
            </a:r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E1C9DB9-8ED9-C3B1-E320-46EB1E1B4FEC}"/>
              </a:ext>
            </a:extLst>
          </p:cNvPr>
          <p:cNvSpPr/>
          <p:nvPr/>
        </p:nvSpPr>
        <p:spPr>
          <a:xfrm rot="16200000">
            <a:off x="10402432" y="4119681"/>
            <a:ext cx="1145160" cy="213955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0DB4AD-2F1C-B6C4-E30B-746393F8DB51}"/>
              </a:ext>
            </a:extLst>
          </p:cNvPr>
          <p:cNvSpPr txBox="1"/>
          <p:nvPr/>
        </p:nvSpPr>
        <p:spPr>
          <a:xfrm>
            <a:off x="609829" y="5414471"/>
            <a:ext cx="19402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Step 4: Click on MATLAB Drive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458B9C-23B2-6456-2403-C249C4CC314D}"/>
              </a:ext>
            </a:extLst>
          </p:cNvPr>
          <p:cNvSpPr txBox="1"/>
          <p:nvPr/>
        </p:nvSpPr>
        <p:spPr>
          <a:xfrm>
            <a:off x="825563" y="105134"/>
            <a:ext cx="28466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Step 1 : Log in to Mathworks account</a:t>
            </a:r>
          </a:p>
        </p:txBody>
      </p:sp>
    </p:spTree>
    <p:extLst>
      <p:ext uri="{BB962C8B-B14F-4D97-AF65-F5344CB8AC3E}">
        <p14:creationId xmlns:p14="http://schemas.microsoft.com/office/powerpoint/2010/main" val="17790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/>
      <p:bldP spid="15" grpId="0" animBg="1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B704-AD33-DF7D-594E-43296C7D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6492"/>
            <a:ext cx="10653578" cy="605444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/>
              <a:t>Upload on Matlab Drive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216BC-AA71-686B-A2B8-58EFB486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660D-D3D8-4E05-831A-D047E923936B}" type="datetime1"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96E04-C63E-CA48-093F-F845D8B2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50036-4711-71BE-CE5C-372A95BB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8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7A35B2A-85BC-D7DC-73ED-4BFC64302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40" y="3090958"/>
            <a:ext cx="10657702" cy="320921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D81E6A9-D9BB-8D81-F971-92D2F4A5AC93}"/>
              </a:ext>
            </a:extLst>
          </p:cNvPr>
          <p:cNvSpPr txBox="1"/>
          <p:nvPr/>
        </p:nvSpPr>
        <p:spPr>
          <a:xfrm>
            <a:off x="6816811" y="1245972"/>
            <a:ext cx="4452550" cy="15174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Once you are inside MATLAB Drive, you can </a:t>
            </a:r>
            <a:r>
              <a:rPr lang="en-US"/>
              <a:t>either,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Use the Upload, or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Drag and drop </a:t>
            </a:r>
          </a:p>
          <a:p>
            <a:r>
              <a:rPr lang="en-US"/>
              <a:t>To upload your folder</a:t>
            </a:r>
            <a:endParaRPr lang="en-US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A517918-8EF9-A317-4E38-F8B908655493}"/>
              </a:ext>
            </a:extLst>
          </p:cNvPr>
          <p:cNvSpPr/>
          <p:nvPr/>
        </p:nvSpPr>
        <p:spPr>
          <a:xfrm rot="8040000" flipV="1">
            <a:off x="4440537" y="2550493"/>
            <a:ext cx="2677460" cy="874613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Upload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1002F206-7E30-57C8-3241-00CFC619CA6B}"/>
              </a:ext>
            </a:extLst>
          </p:cNvPr>
          <p:cNvSpPr/>
          <p:nvPr/>
        </p:nvSpPr>
        <p:spPr>
          <a:xfrm rot="7080000" flipV="1">
            <a:off x="5561656" y="3580937"/>
            <a:ext cx="3048163" cy="1348288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Drag and drop in this region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CD3D540-FA18-7186-ECEB-85FC19929020}"/>
              </a:ext>
            </a:extLst>
          </p:cNvPr>
          <p:cNvSpPr/>
          <p:nvPr/>
        </p:nvSpPr>
        <p:spPr>
          <a:xfrm>
            <a:off x="504568" y="4860323"/>
            <a:ext cx="2213917" cy="1781432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The folder should show up in the list</a:t>
            </a:r>
          </a:p>
        </p:txBody>
      </p:sp>
    </p:spTree>
    <p:extLst>
      <p:ext uri="{BB962C8B-B14F-4D97-AF65-F5344CB8AC3E}">
        <p14:creationId xmlns:p14="http://schemas.microsoft.com/office/powerpoint/2010/main" val="295225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32C8-AAC3-FE7E-0B28-845795C6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4851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Go to MATLAB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AEF52-C7AA-C5E4-3C7B-E4F837BCC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33310"/>
            <a:ext cx="3993135" cy="50924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This folder should be accessible from MATLAB now</a:t>
            </a:r>
          </a:p>
          <a:p>
            <a:r>
              <a:rPr lang="en-US" dirty="0"/>
              <a:t>Look under </a:t>
            </a:r>
            <a:r>
              <a:rPr lang="en-US" b="1" dirty="0"/>
              <a:t>Files</a:t>
            </a:r>
          </a:p>
          <a:p>
            <a:r>
              <a:rPr lang="en-US" dirty="0"/>
              <a:t>We are going to work inside this folder</a:t>
            </a:r>
            <a:endParaRPr lang="en-US" b="1" dirty="0"/>
          </a:p>
          <a:p>
            <a:r>
              <a:rPr lang="en-US" dirty="0"/>
              <a:t>Go ahead and double click on the folder</a:t>
            </a:r>
          </a:p>
          <a:p>
            <a:r>
              <a:rPr lang="en-US" dirty="0"/>
              <a:t>Alternately, in the command window enter,</a:t>
            </a:r>
            <a:br>
              <a:rPr lang="en-US" dirty="0"/>
            </a:br>
            <a:r>
              <a:rPr lang="en-US" dirty="0"/>
              <a:t>&gt;&gt; cd </a:t>
            </a:r>
            <a:r>
              <a:rPr lang="en-US" dirty="0">
                <a:solidFill>
                  <a:srgbClr val="7030A0"/>
                </a:solidFill>
              </a:rPr>
              <a:t>iris</a:t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(cd stands for change directory)</a:t>
            </a:r>
          </a:p>
          <a:p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717B9-2D22-2195-039B-EB042F58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543B-456F-4CCC-8D30-EC61D5ECFD37}" type="datetime1"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902C-53C5-1123-2658-CC026ED6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60AC7-CFF0-E4FA-8D47-6BD9E1D2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E2D0909-2914-7CCC-8DFC-ED52D51F4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229" y="1906646"/>
            <a:ext cx="7090950" cy="3816114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DDA1B68C-B241-8436-F037-5EDF95C765E3}"/>
              </a:ext>
            </a:extLst>
          </p:cNvPr>
          <p:cNvSpPr/>
          <p:nvPr/>
        </p:nvSpPr>
        <p:spPr>
          <a:xfrm>
            <a:off x="6348475" y="4713747"/>
            <a:ext cx="2162432" cy="40159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08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32C8-AAC3-FE7E-0B28-845795C6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4851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Inside you will see these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AEF52-C7AA-C5E4-3C7B-E4F837BCC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035384"/>
            <a:ext cx="5037357" cy="42363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folder should contain these files inside</a:t>
            </a:r>
          </a:p>
          <a:p>
            <a:r>
              <a:rPr lang="en-US" dirty="0"/>
              <a:t>We are going to work inside this folder</a:t>
            </a:r>
            <a:endParaRPr lang="en-US" b="1" dirty="0"/>
          </a:p>
          <a:p>
            <a:r>
              <a:rPr lang="en-US" dirty="0">
                <a:solidFill>
                  <a:srgbClr val="000000"/>
                </a:solidFill>
              </a:rPr>
              <a:t>Create a live script inside this folder</a:t>
            </a:r>
          </a:p>
          <a:p>
            <a:r>
              <a:rPr lang="en-US" dirty="0">
                <a:solidFill>
                  <a:srgbClr val="000000"/>
                </a:solidFill>
              </a:rPr>
              <a:t>Name it </a:t>
            </a:r>
            <a:r>
              <a:rPr lang="en-US" b="1" dirty="0">
                <a:solidFill>
                  <a:srgbClr val="7030A0"/>
                </a:solidFill>
                <a:latin typeface="Times New Roman"/>
                <a:cs typeface="Times New Roman"/>
              </a:rPr>
              <a:t>'</a:t>
            </a:r>
            <a:r>
              <a:rPr lang="en-US" b="1" dirty="0" err="1">
                <a:solidFill>
                  <a:srgbClr val="7030A0"/>
                </a:solidFill>
                <a:latin typeface="Times New Roman"/>
                <a:cs typeface="Times New Roman"/>
              </a:rPr>
              <a:t>IrisAnalysis.mlx</a:t>
            </a:r>
            <a:r>
              <a:rPr lang="en-US" b="1" dirty="0">
                <a:solidFill>
                  <a:srgbClr val="7030A0"/>
                </a:solidFill>
                <a:latin typeface="Times New Roman"/>
                <a:cs typeface="Times New Roman"/>
              </a:rPr>
              <a:t>'</a:t>
            </a:r>
          </a:p>
          <a:p>
            <a:r>
              <a:rPr lang="en-US" dirty="0">
                <a:solidFill>
                  <a:srgbClr val="000000"/>
                </a:solidFill>
                <a:latin typeface="Neue Haas Grotesk Text Pro"/>
                <a:cs typeface="Times New Roman"/>
              </a:rPr>
              <a:t>We are going to use the '</a:t>
            </a:r>
            <a:r>
              <a:rPr lang="en-US" dirty="0" err="1">
                <a:solidFill>
                  <a:srgbClr val="000000"/>
                </a:solidFill>
                <a:latin typeface="Neue Haas Grotesk Text Pro"/>
                <a:cs typeface="Times New Roman"/>
              </a:rPr>
              <a:t>iris.data</a:t>
            </a:r>
            <a:r>
              <a:rPr lang="en-US" dirty="0">
                <a:solidFill>
                  <a:srgbClr val="000000"/>
                </a:solidFill>
                <a:latin typeface="Neue Haas Grotesk Text Pro"/>
                <a:cs typeface="Times New Roman"/>
              </a:rPr>
              <a:t>' for our analysis</a:t>
            </a:r>
            <a:endParaRPr lang="en-US" b="1" dirty="0">
              <a:solidFill>
                <a:srgbClr val="000000"/>
              </a:solidFill>
              <a:latin typeface="Neue Haas Grotesk Text Pro"/>
              <a:cs typeface="Times New Roman"/>
            </a:endParaRPr>
          </a:p>
          <a:p>
            <a:r>
              <a:rPr lang="en-US" b="1" dirty="0">
                <a:solidFill>
                  <a:srgbClr val="000000"/>
                </a:solidFill>
              </a:rPr>
              <a:t>In your command window enter</a:t>
            </a:r>
            <a:br>
              <a:rPr lang="en-US" b="1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&gt;&gt; edit </a:t>
            </a:r>
            <a:r>
              <a:rPr lang="en-US" err="1">
                <a:solidFill>
                  <a:srgbClr val="7030A0"/>
                </a:solidFill>
              </a:rPr>
              <a:t>IrisAnalysis.mlx</a:t>
            </a:r>
            <a:endParaRPr lang="en-US" b="1" err="1">
              <a:solidFill>
                <a:srgbClr val="7030A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717B9-2D22-2195-039B-EB042F58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543B-456F-4CCC-8D30-EC61D5ECFD37}" type="datetime1"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902C-53C5-1123-2658-CC026ED6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60AC7-CFF0-E4FA-8D47-6BD9E1D2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E2D0909-2914-7CCC-8DFC-ED52D51F4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677" y="2198275"/>
            <a:ext cx="4730867" cy="267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59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32C8-AAC3-FE7E-0B28-845795C6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4851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Look at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AEF52-C7AA-C5E4-3C7B-E4F837BCC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311014"/>
            <a:ext cx="6693059" cy="1903310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/>
              <a:t>Before we proceed, let us have a quick look at the data</a:t>
            </a:r>
          </a:p>
          <a:p>
            <a:r>
              <a:rPr lang="en-US" dirty="0">
                <a:cs typeface="Times New Roman"/>
              </a:rPr>
              <a:t>Double-click</a:t>
            </a:r>
            <a:r>
              <a:rPr lang="en-US" dirty="0">
                <a:solidFill>
                  <a:srgbClr val="000000"/>
                </a:solidFill>
                <a:latin typeface="Neue Haas Grotesk Text Pro"/>
                <a:cs typeface="Times New Roman"/>
              </a:rPr>
              <a:t> on the '</a:t>
            </a:r>
            <a:r>
              <a:rPr lang="en-US" err="1">
                <a:solidFill>
                  <a:srgbClr val="000000"/>
                </a:solidFill>
                <a:latin typeface="Neue Haas Grotesk Text Pro"/>
                <a:cs typeface="Times New Roman"/>
              </a:rPr>
              <a:t>iris.data</a:t>
            </a:r>
            <a:r>
              <a:rPr lang="en-US" dirty="0">
                <a:solidFill>
                  <a:srgbClr val="000000"/>
                </a:solidFill>
                <a:latin typeface="Neue Haas Grotesk Text Pro"/>
                <a:cs typeface="Times New Roman"/>
              </a:rPr>
              <a:t>'</a:t>
            </a:r>
          </a:p>
          <a:p>
            <a:r>
              <a:rPr lang="en-US" dirty="0">
                <a:solidFill>
                  <a:srgbClr val="000000"/>
                </a:solidFill>
                <a:cs typeface="Times New Roman"/>
              </a:rPr>
              <a:t>The file will open in the editor</a:t>
            </a:r>
          </a:p>
          <a:p>
            <a:r>
              <a:rPr lang="en-US" dirty="0">
                <a:solidFill>
                  <a:srgbClr val="000000"/>
                </a:solidFill>
                <a:cs typeface="Times New Roman"/>
              </a:rPr>
              <a:t>We see a lines with information separated by commas</a:t>
            </a:r>
          </a:p>
          <a:p>
            <a:r>
              <a:rPr lang="en-US" dirty="0">
                <a:solidFill>
                  <a:srgbClr val="000000"/>
                </a:solidFill>
                <a:cs typeface="Times New Roman"/>
              </a:rPr>
              <a:t>The following is the </a:t>
            </a:r>
            <a:r>
              <a:rPr lang="en-US" dirty="0" err="1">
                <a:solidFill>
                  <a:srgbClr val="000000"/>
                </a:solidFill>
                <a:cs typeface="Times New Roman"/>
              </a:rPr>
              <a:t>explaination</a:t>
            </a:r>
            <a:r>
              <a:rPr lang="en-US" dirty="0">
                <a:solidFill>
                  <a:srgbClr val="000000"/>
                </a:solidFill>
                <a:cs typeface="Times New Roman"/>
              </a:rPr>
              <a:t> for the data found at the </a:t>
            </a:r>
            <a:br>
              <a:rPr lang="en-US" dirty="0"/>
            </a:br>
            <a:r>
              <a:rPr lang="en-US" sz="2600" dirty="0">
                <a:solidFill>
                  <a:srgbClr val="000000"/>
                </a:solidFill>
                <a:latin typeface="Aptos"/>
                <a:cs typeface="Times New Roman"/>
                <a:hlinkClick r:id="rId2"/>
              </a:rPr>
              <a:t>UCI Machine Learning Repository</a:t>
            </a:r>
            <a:r>
              <a:rPr lang="en-US" sz="2600" dirty="0">
                <a:solidFill>
                  <a:srgbClr val="000000"/>
                </a:solidFill>
                <a:latin typeface="Aptos"/>
                <a:cs typeface="Times New Roman"/>
              </a:rPr>
              <a:t> </a:t>
            </a:r>
          </a:p>
          <a:p>
            <a:endParaRPr lang="en-US" dirty="0">
              <a:solidFill>
                <a:srgbClr val="000000"/>
              </a:solidFill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717B9-2D22-2195-039B-EB042F58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543B-456F-4CCC-8D30-EC61D5ECFD37}" type="datetime1"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902C-53C5-1123-2658-CC026ED6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60AC7-CFF0-E4FA-8D47-6BD9E1D2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E2D0909-2914-7CCC-8DFC-ED52D51F4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491" y="1310100"/>
            <a:ext cx="3696053" cy="1904762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CE3EA61-C186-B968-A3EC-8E6E3D6B4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133" y="3428744"/>
            <a:ext cx="8274402" cy="329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46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32C8-AAC3-FE7E-0B28-845795C6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4851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Import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AEF52-C7AA-C5E4-3C7B-E4F837BCC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1534"/>
            <a:ext cx="5037357" cy="42363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Add a section to import the data</a:t>
            </a:r>
          </a:p>
          <a:p>
            <a:r>
              <a:rPr lang="en-US" dirty="0">
                <a:solidFill>
                  <a:srgbClr val="000000"/>
                </a:solidFill>
              </a:rPr>
              <a:t>The variable T looks like a 150x1 vector</a:t>
            </a:r>
          </a:p>
          <a:p>
            <a:r>
              <a:rPr lang="en-US" dirty="0">
                <a:solidFill>
                  <a:srgbClr val="000000"/>
                </a:solidFill>
              </a:rPr>
              <a:t>You should see this in your workspace too</a:t>
            </a:r>
          </a:p>
          <a:p>
            <a:r>
              <a:rPr lang="en-US" dirty="0">
                <a:solidFill>
                  <a:srgbClr val="000000"/>
                </a:solidFill>
              </a:rPr>
              <a:t>This data is not helpful since it is all stuck together in form of a string</a:t>
            </a:r>
          </a:p>
          <a:p>
            <a:r>
              <a:rPr lang="en-US" dirty="0">
                <a:solidFill>
                  <a:srgbClr val="000000"/>
                </a:solidFill>
              </a:rPr>
              <a:t>We need to be able to </a:t>
            </a:r>
            <a:r>
              <a:rPr lang="en-US" b="1" dirty="0">
                <a:solidFill>
                  <a:srgbClr val="000000"/>
                </a:solidFill>
              </a:rPr>
              <a:t>separate</a:t>
            </a:r>
            <a:r>
              <a:rPr lang="en-US" dirty="0">
                <a:solidFill>
                  <a:srgbClr val="000000"/>
                </a:solidFill>
              </a:rPr>
              <a:t> these and </a:t>
            </a:r>
            <a:r>
              <a:rPr lang="en-US" b="1" dirty="0">
                <a:solidFill>
                  <a:srgbClr val="000000"/>
                </a:solidFill>
              </a:rPr>
              <a:t>extract</a:t>
            </a:r>
            <a:r>
              <a:rPr lang="en-US" dirty="0">
                <a:solidFill>
                  <a:srgbClr val="000000"/>
                </a:solidFill>
              </a:rPr>
              <a:t> the petal length as numbers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717B9-2D22-2195-039B-EB042F58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543B-456F-4CCC-8D30-EC61D5ECFD37}" type="datetime1"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902C-53C5-1123-2658-CC026ED6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60AC7-CFF0-E4FA-8D47-6BD9E1D2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12</a:t>
            </a:fld>
            <a:endParaRPr lang="en-US"/>
          </a:p>
        </p:txBody>
      </p:sp>
      <p:pic>
        <p:nvPicPr>
          <p:cNvPr id="9" name="Picture 8" descr="A screenshot of a cell&#10;&#10;Description automatically generated">
            <a:extLst>
              <a:ext uri="{FF2B5EF4-FFF2-40B4-BE49-F238E27FC236}">
                <a16:creationId xmlns:a16="http://schemas.microsoft.com/office/drawing/2014/main" id="{A7529A3D-13F3-ED1D-2EBA-5EBDE5ACC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90838"/>
            <a:ext cx="5172075" cy="3305175"/>
          </a:xfrm>
          <a:prstGeom prst="rect">
            <a:avLst/>
          </a:prstGeom>
        </p:spPr>
      </p:pic>
      <p:pic>
        <p:nvPicPr>
          <p:cNvPr id="7" name="Picture 6" descr="A close up of a text&#10;&#10;Description automatically generated">
            <a:extLst>
              <a:ext uri="{FF2B5EF4-FFF2-40B4-BE49-F238E27FC236}">
                <a16:creationId xmlns:a16="http://schemas.microsoft.com/office/drawing/2014/main" id="{ACE19021-E496-AC1D-F9C6-2C266F39D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81138"/>
            <a:ext cx="517207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324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32C8-AAC3-FE7E-0B28-845795C6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4851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Load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AEF52-C7AA-C5E4-3C7B-E4F837BCC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035384"/>
            <a:ext cx="5037357" cy="42363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Load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717B9-2D22-2195-039B-EB042F58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543B-456F-4CCC-8D30-EC61D5ECFD37}" type="datetime1"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902C-53C5-1123-2658-CC026ED6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60AC7-CFF0-E4FA-8D47-6BD9E1D2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13</a:t>
            </a:fld>
            <a:endParaRPr lang="en-US"/>
          </a:p>
        </p:txBody>
      </p:sp>
      <p:pic>
        <p:nvPicPr>
          <p:cNvPr id="8" name="Picture 7" descr="A close-up of a white card&#10;&#10;Description automatically generated">
            <a:extLst>
              <a:ext uri="{FF2B5EF4-FFF2-40B4-BE49-F238E27FC236}">
                <a16:creationId xmlns:a16="http://schemas.microsoft.com/office/drawing/2014/main" id="{C0E46E0B-8732-EBD3-344C-A3F7463CD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14463"/>
            <a:ext cx="5172075" cy="942975"/>
          </a:xfrm>
          <a:prstGeom prst="rect">
            <a:avLst/>
          </a:prstGeom>
        </p:spPr>
      </p:pic>
      <p:pic>
        <p:nvPicPr>
          <p:cNvPr id="9" name="Picture 8" descr="A screenshot of a cell&#10;&#10;Description automatically generated">
            <a:extLst>
              <a:ext uri="{FF2B5EF4-FFF2-40B4-BE49-F238E27FC236}">
                <a16:creationId xmlns:a16="http://schemas.microsoft.com/office/drawing/2014/main" id="{A7529A3D-13F3-ED1D-2EBA-5EBDE5ACC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90838"/>
            <a:ext cx="5172075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1719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VanillaVTI</vt:lpstr>
      <vt:lpstr>PowerPoint Presentation</vt:lpstr>
      <vt:lpstr>Practice problem 1</vt:lpstr>
      <vt:lpstr>Practice problem 2  </vt:lpstr>
      <vt:lpstr>Practice problem 3</vt:lpstr>
      <vt:lpstr>Obtain the data</vt:lpstr>
      <vt:lpstr>Extract</vt:lpstr>
      <vt:lpstr>Open Matlab Drive</vt:lpstr>
      <vt:lpstr>Upload on Matlab Drive</vt:lpstr>
      <vt:lpstr>Go to MATLAB</vt:lpstr>
      <vt:lpstr>Inside you will see these files</vt:lpstr>
      <vt:lpstr>Look at the data</vt:lpstr>
      <vt:lpstr>Import the data</vt:lpstr>
      <vt:lpstr>Load the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535</cp:revision>
  <dcterms:created xsi:type="dcterms:W3CDTF">2024-08-29T04:05:55Z</dcterms:created>
  <dcterms:modified xsi:type="dcterms:W3CDTF">2024-09-06T14:57:59Z</dcterms:modified>
</cp:coreProperties>
</file>
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D659B-050A-801C-EB3A-81FD55D61307}" v="306" dt="2024-12-02T04:24:21.549"/>
    <p1510:client id="{5CCE72AF-1F1A-778E-5169-07570E485C1C}" v="701" dt="2024-12-01T21:27:50.836"/>
    <p1510:client id="{95281640-9A4B-2203-0698-3DD2EDBB46B5}" v="107" dt="2024-12-02T03:12:16.4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Das" userId="S::sdas@floridapoly.edu::98cebb13-2fc4-4808-95b9-daeb7e6acc01" providerId="AD" clId="Web-{DE510BEB-9C1A-1C91-8C83-905AF979D429}"/>
    <pc:docChg chg="addSld modSld">
      <pc:chgData name="Somak Das" userId="S::sdas@floridapoly.edu::98cebb13-2fc4-4808-95b9-daeb7e6acc01" providerId="AD" clId="Web-{DE510BEB-9C1A-1C91-8C83-905AF979D429}" dt="2024-11-25T07:31:51.445" v="122" actId="1076"/>
      <pc:docMkLst>
        <pc:docMk/>
      </pc:docMkLst>
      <pc:sldChg chg="modSp">
        <pc:chgData name="Somak Das" userId="S::sdas@floridapoly.edu::98cebb13-2fc4-4808-95b9-daeb7e6acc01" providerId="AD" clId="Web-{DE510BEB-9C1A-1C91-8C83-905AF979D429}" dt="2024-11-25T07:29:44.332" v="106" actId="20577"/>
        <pc:sldMkLst>
          <pc:docMk/>
          <pc:sldMk cId="2363445112" sldId="270"/>
        </pc:sldMkLst>
        <pc:spChg chg="mod">
          <ac:chgData name="Somak Das" userId="S::sdas@floridapoly.edu::98cebb13-2fc4-4808-95b9-daeb7e6acc01" providerId="AD" clId="Web-{DE510BEB-9C1A-1C91-8C83-905AF979D429}" dt="2024-11-25T07:29:44.332" v="106" actId="20577"/>
          <ac:spMkLst>
            <pc:docMk/>
            <pc:sldMk cId="2363445112" sldId="270"/>
            <ac:spMk id="3" creationId="{E505AA04-0092-1822-7322-DA12085484E5}"/>
          </ac:spMkLst>
        </pc:spChg>
      </pc:sldChg>
      <pc:sldChg chg="modSp">
        <pc:chgData name="Somak Das" userId="S::sdas@floridapoly.edu::98cebb13-2fc4-4808-95b9-daeb7e6acc01" providerId="AD" clId="Web-{DE510BEB-9C1A-1C91-8C83-905AF979D429}" dt="2024-11-25T06:50:46.085" v="76" actId="14100"/>
        <pc:sldMkLst>
          <pc:docMk/>
          <pc:sldMk cId="1964583200" sldId="275"/>
        </pc:sldMkLst>
        <pc:spChg chg="mod">
          <ac:chgData name="Somak Das" userId="S::sdas@floridapoly.edu::98cebb13-2fc4-4808-95b9-daeb7e6acc01" providerId="AD" clId="Web-{DE510BEB-9C1A-1C91-8C83-905AF979D429}" dt="2024-11-25T06:50:46.085" v="76" actId="14100"/>
          <ac:spMkLst>
            <pc:docMk/>
            <pc:sldMk cId="1964583200" sldId="275"/>
            <ac:spMk id="3" creationId="{8F539F07-04B5-A325-D591-421383872D28}"/>
          </ac:spMkLst>
        </pc:spChg>
      </pc:sldChg>
      <pc:sldChg chg="addSp delSp modSp new mod modClrScheme chgLayout">
        <pc:chgData name="Somak Das" userId="S::sdas@floridapoly.edu::98cebb13-2fc4-4808-95b9-daeb7e6acc01" providerId="AD" clId="Web-{DE510BEB-9C1A-1C91-8C83-905AF979D429}" dt="2024-11-25T07:04:00.405" v="88" actId="1076"/>
        <pc:sldMkLst>
          <pc:docMk/>
          <pc:sldMk cId="1400526240" sldId="276"/>
        </pc:sldMkLst>
        <pc:spChg chg="del">
          <ac:chgData name="Somak Das" userId="S::sdas@floridapoly.edu::98cebb13-2fc4-4808-95b9-daeb7e6acc01" providerId="AD" clId="Web-{DE510BEB-9C1A-1C91-8C83-905AF979D429}" dt="2024-11-25T07:02:48.294" v="78"/>
          <ac:spMkLst>
            <pc:docMk/>
            <pc:sldMk cId="1400526240" sldId="276"/>
            <ac:spMk id="2" creationId="{D221C248-294E-F2DF-20DE-45880993B6F8}"/>
          </ac:spMkLst>
        </pc:spChg>
        <pc:spChg chg="del">
          <ac:chgData name="Somak Das" userId="S::sdas@floridapoly.edu::98cebb13-2fc4-4808-95b9-daeb7e6acc01" providerId="AD" clId="Web-{DE510BEB-9C1A-1C91-8C83-905AF979D429}" dt="2024-11-25T07:02:48.294" v="78"/>
          <ac:spMkLst>
            <pc:docMk/>
            <pc:sldMk cId="1400526240" sldId="276"/>
            <ac:spMk id="3" creationId="{2283C883-F581-707C-FD24-49B1BED443EA}"/>
          </ac:spMkLst>
        </pc:spChg>
        <pc:picChg chg="add mod">
          <ac:chgData name="Somak Das" userId="S::sdas@floridapoly.edu::98cebb13-2fc4-4808-95b9-daeb7e6acc01" providerId="AD" clId="Web-{DE510BEB-9C1A-1C91-8C83-905AF979D429}" dt="2024-11-25T07:04:00.390" v="87" actId="1076"/>
          <ac:picMkLst>
            <pc:docMk/>
            <pc:sldMk cId="1400526240" sldId="276"/>
            <ac:picMk id="4" creationId="{D8F91C95-888B-CC38-0457-C8AD7C3DE7A3}"/>
          </ac:picMkLst>
        </pc:picChg>
        <pc:picChg chg="add mod">
          <ac:chgData name="Somak Das" userId="S::sdas@floridapoly.edu::98cebb13-2fc4-4808-95b9-daeb7e6acc01" providerId="AD" clId="Web-{DE510BEB-9C1A-1C91-8C83-905AF979D429}" dt="2024-11-25T07:04:00.405" v="88" actId="1076"/>
          <ac:picMkLst>
            <pc:docMk/>
            <pc:sldMk cId="1400526240" sldId="276"/>
            <ac:picMk id="5" creationId="{0A7A4C68-9702-B153-4D44-6AFFAA5DD7E1}"/>
          </ac:picMkLst>
        </pc:picChg>
      </pc:sldChg>
      <pc:sldChg chg="addSp delSp modSp new mod modClrScheme chgLayout">
        <pc:chgData name="Somak Das" userId="S::sdas@floridapoly.edu::98cebb13-2fc4-4808-95b9-daeb7e6acc01" providerId="AD" clId="Web-{DE510BEB-9C1A-1C91-8C83-905AF979D429}" dt="2024-11-25T07:31:51.445" v="122" actId="1076"/>
        <pc:sldMkLst>
          <pc:docMk/>
          <pc:sldMk cId="2558215771" sldId="277"/>
        </pc:sldMkLst>
        <pc:spChg chg="del">
          <ac:chgData name="Somak Das" userId="S::sdas@floridapoly.edu::98cebb13-2fc4-4808-95b9-daeb7e6acc01" providerId="AD" clId="Web-{DE510BEB-9C1A-1C91-8C83-905AF979D429}" dt="2024-11-25T07:30:37.084" v="112"/>
          <ac:spMkLst>
            <pc:docMk/>
            <pc:sldMk cId="2558215771" sldId="277"/>
            <ac:spMk id="2" creationId="{A1AE8582-A1B0-B5B0-BE0B-BB82F259D5B9}"/>
          </ac:spMkLst>
        </pc:spChg>
        <pc:spChg chg="del">
          <ac:chgData name="Somak Das" userId="S::sdas@floridapoly.edu::98cebb13-2fc4-4808-95b9-daeb7e6acc01" providerId="AD" clId="Web-{DE510BEB-9C1A-1C91-8C83-905AF979D429}" dt="2024-11-25T07:30:08.911" v="108"/>
          <ac:spMkLst>
            <pc:docMk/>
            <pc:sldMk cId="2558215771" sldId="277"/>
            <ac:spMk id="3" creationId="{61A7E2A6-1B88-D2E3-EC20-7C02F5B1E7A6}"/>
          </ac:spMkLst>
        </pc:spChg>
        <pc:picChg chg="add mod ord">
          <ac:chgData name="Somak Das" userId="S::sdas@floridapoly.edu::98cebb13-2fc4-4808-95b9-daeb7e6acc01" providerId="AD" clId="Web-{DE510BEB-9C1A-1C91-8C83-905AF979D429}" dt="2024-11-25T07:31:51.445" v="122" actId="1076"/>
          <ac:picMkLst>
            <pc:docMk/>
            <pc:sldMk cId="2558215771" sldId="277"/>
            <ac:picMk id="4" creationId="{AD9B78E0-369F-E2DB-D32C-84B486C86B47}"/>
          </ac:picMkLst>
        </pc:picChg>
        <pc:picChg chg="add mod">
          <ac:chgData name="Somak Das" userId="S::sdas@floridapoly.edu::98cebb13-2fc4-4808-95b9-daeb7e6acc01" providerId="AD" clId="Web-{DE510BEB-9C1A-1C91-8C83-905AF979D429}" dt="2024-11-25T07:31:21.069" v="120" actId="1076"/>
          <ac:picMkLst>
            <pc:docMk/>
            <pc:sldMk cId="2558215771" sldId="277"/>
            <ac:picMk id="5" creationId="{96150D8B-FE66-1642-FF3E-C52E69B03E8C}"/>
          </ac:picMkLst>
        </pc:picChg>
      </pc:sldChg>
    </pc:docChg>
  </pc:docChgLst>
  <pc:docChgLst>
    <pc:chgData name="Somak Das" userId="S::sdas@floridapoly.edu::98cebb13-2fc4-4808-95b9-daeb7e6acc01" providerId="AD" clId="Web-{FC30C95E-ADB9-1B0C-C4CB-2B78C28E6AD2}"/>
    <pc:docChg chg="addSld delSld modSld sldOrd">
      <pc:chgData name="Somak Das" userId="S::sdas@floridapoly.edu::98cebb13-2fc4-4808-95b9-daeb7e6acc01" providerId="AD" clId="Web-{FC30C95E-ADB9-1B0C-C4CB-2B78C28E6AD2}" dt="2024-11-25T06:30:30.129" v="1336" actId="20577"/>
      <pc:docMkLst>
        <pc:docMk/>
      </pc:docMkLst>
      <pc:sldChg chg="modSp mod ord modClrScheme chgLayout">
        <pc:chgData name="Somak Das" userId="S::sdas@floridapoly.edu::98cebb13-2fc4-4808-95b9-daeb7e6acc01" providerId="AD" clId="Web-{FC30C95E-ADB9-1B0C-C4CB-2B78C28E6AD2}" dt="2024-11-20T16:28:07.675" v="163" actId="1076"/>
        <pc:sldMkLst>
          <pc:docMk/>
          <pc:sldMk cId="109857222" sldId="256"/>
        </pc:sldMkLst>
        <pc:spChg chg="mod ord">
          <ac:chgData name="Somak Das" userId="S::sdas@floridapoly.edu::98cebb13-2fc4-4808-95b9-daeb7e6acc01" providerId="AD" clId="Web-{FC30C95E-ADB9-1B0C-C4CB-2B78C28E6AD2}" dt="2024-11-19T21:57:28.281" v="8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omak Das" userId="S::sdas@floridapoly.edu::98cebb13-2fc4-4808-95b9-daeb7e6acc01" providerId="AD" clId="Web-{FC30C95E-ADB9-1B0C-C4CB-2B78C28E6AD2}" dt="2024-11-20T16:28:07.675" v="163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add">
        <pc:chgData name="Somak Das" userId="S::sdas@floridapoly.edu::98cebb13-2fc4-4808-95b9-daeb7e6acc01" providerId="AD" clId="Web-{FC30C95E-ADB9-1B0C-C4CB-2B78C28E6AD2}" dt="2024-11-19T21:55:40.384" v="0"/>
        <pc:sldMkLst>
          <pc:docMk/>
          <pc:sldMk cId="783844113" sldId="257"/>
        </pc:sldMkLst>
      </pc:sldChg>
      <pc:sldChg chg="addSp modSp add replId">
        <pc:chgData name="Somak Das" userId="S::sdas@floridapoly.edu::98cebb13-2fc4-4808-95b9-daeb7e6acc01" providerId="AD" clId="Web-{FC30C95E-ADB9-1B0C-C4CB-2B78C28E6AD2}" dt="2024-11-20T16:17:39.062" v="25" actId="20577"/>
        <pc:sldMkLst>
          <pc:docMk/>
          <pc:sldMk cId="2358630284" sldId="258"/>
        </pc:sldMkLst>
        <pc:spChg chg="mod">
          <ac:chgData name="Somak Das" userId="S::sdas@floridapoly.edu::98cebb13-2fc4-4808-95b9-daeb7e6acc01" providerId="AD" clId="Web-{FC30C95E-ADB9-1B0C-C4CB-2B78C28E6AD2}" dt="2024-11-20T16:17:39.062" v="25" actId="20577"/>
          <ac:spMkLst>
            <pc:docMk/>
            <pc:sldMk cId="2358630284" sldId="258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19T22:00:34.650" v="16" actId="14100"/>
          <ac:spMkLst>
            <pc:docMk/>
            <pc:sldMk cId="2358630284" sldId="258"/>
            <ac:spMk id="3" creationId="{00000000-0000-0000-0000-000000000000}"/>
          </ac:spMkLst>
        </pc:spChg>
        <pc:picChg chg="add mod">
          <ac:chgData name="Somak Das" userId="S::sdas@floridapoly.edu::98cebb13-2fc4-4808-95b9-daeb7e6acc01" providerId="AD" clId="Web-{FC30C95E-ADB9-1B0C-C4CB-2B78C28E6AD2}" dt="2024-11-19T22:00:55.807" v="19" actId="14100"/>
          <ac:picMkLst>
            <pc:docMk/>
            <pc:sldMk cId="2358630284" sldId="258"/>
            <ac:picMk id="4" creationId="{5BB03566-E4E5-82CC-1805-5E7CB4D2F741}"/>
          </ac:picMkLst>
        </pc:picChg>
      </pc:sldChg>
      <pc:sldChg chg="delSp modSp add replId">
        <pc:chgData name="Somak Das" userId="S::sdas@floridapoly.edu::98cebb13-2fc4-4808-95b9-daeb7e6acc01" providerId="AD" clId="Web-{FC30C95E-ADB9-1B0C-C4CB-2B78C28E6AD2}" dt="2024-11-20T16:21:51.913" v="91" actId="14100"/>
        <pc:sldMkLst>
          <pc:docMk/>
          <pc:sldMk cId="3367762173" sldId="259"/>
        </pc:sldMkLst>
        <pc:spChg chg="mod">
          <ac:chgData name="Somak Das" userId="S::sdas@floridapoly.edu::98cebb13-2fc4-4808-95b9-daeb7e6acc01" providerId="AD" clId="Web-{FC30C95E-ADB9-1B0C-C4CB-2B78C28E6AD2}" dt="2024-11-20T16:20:47.630" v="63" actId="20577"/>
          <ac:spMkLst>
            <pc:docMk/>
            <pc:sldMk cId="3367762173" sldId="259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1:51.913" v="91" actId="14100"/>
          <ac:spMkLst>
            <pc:docMk/>
            <pc:sldMk cId="3367762173" sldId="259"/>
            <ac:spMk id="3" creationId="{00000000-0000-0000-0000-000000000000}"/>
          </ac:spMkLst>
        </pc:spChg>
        <pc:picChg chg="del">
          <ac:chgData name="Somak Das" userId="S::sdas@floridapoly.edu::98cebb13-2fc4-4808-95b9-daeb7e6acc01" providerId="AD" clId="Web-{FC30C95E-ADB9-1B0C-C4CB-2B78C28E6AD2}" dt="2024-11-20T16:19:41.206" v="27"/>
          <ac:picMkLst>
            <pc:docMk/>
            <pc:sldMk cId="3367762173" sldId="259"/>
            <ac:picMk id="4" creationId="{5BB03566-E4E5-82CC-1805-5E7CB4D2F741}"/>
          </ac:picMkLst>
        </pc:picChg>
      </pc:sldChg>
      <pc:sldChg chg="modSp add replId">
        <pc:chgData name="Somak Das" userId="S::sdas@floridapoly.edu::98cebb13-2fc4-4808-95b9-daeb7e6acc01" providerId="AD" clId="Web-{FC30C95E-ADB9-1B0C-C4CB-2B78C28E6AD2}" dt="2024-11-20T16:24:38.122" v="130" actId="1076"/>
        <pc:sldMkLst>
          <pc:docMk/>
          <pc:sldMk cId="2294379482" sldId="260"/>
        </pc:sldMkLst>
        <pc:spChg chg="mod">
          <ac:chgData name="Somak Das" userId="S::sdas@floridapoly.edu::98cebb13-2fc4-4808-95b9-daeb7e6acc01" providerId="AD" clId="Web-{FC30C95E-ADB9-1B0C-C4CB-2B78C28E6AD2}" dt="2024-11-20T16:22:39.806" v="103" actId="20577"/>
          <ac:spMkLst>
            <pc:docMk/>
            <pc:sldMk cId="2294379482" sldId="260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4:38.122" v="130" actId="1076"/>
          <ac:spMkLst>
            <pc:docMk/>
            <pc:sldMk cId="2294379482" sldId="260"/>
            <ac:spMk id="3" creationId="{00000000-0000-0000-0000-000000000000}"/>
          </ac:spMkLst>
        </pc:spChg>
      </pc:sldChg>
      <pc:sldChg chg="modSp add replId">
        <pc:chgData name="Somak Das" userId="S::sdas@floridapoly.edu::98cebb13-2fc4-4808-95b9-daeb7e6acc01" providerId="AD" clId="Web-{FC30C95E-ADB9-1B0C-C4CB-2B78C28E6AD2}" dt="2024-11-20T16:27:41.128" v="162" actId="20577"/>
        <pc:sldMkLst>
          <pc:docMk/>
          <pc:sldMk cId="2391013366" sldId="261"/>
        </pc:sldMkLst>
        <pc:spChg chg="mod">
          <ac:chgData name="Somak Das" userId="S::sdas@floridapoly.edu::98cebb13-2fc4-4808-95b9-daeb7e6acc01" providerId="AD" clId="Web-{FC30C95E-ADB9-1B0C-C4CB-2B78C28E6AD2}" dt="2024-11-20T16:25:46.843" v="139" actId="20577"/>
          <ac:spMkLst>
            <pc:docMk/>
            <pc:sldMk cId="2391013366" sldId="261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0T16:27:41.128" v="162" actId="20577"/>
          <ac:spMkLst>
            <pc:docMk/>
            <pc:sldMk cId="2391013366" sldId="261"/>
            <ac:spMk id="3" creationId="{00000000-0000-0000-0000-000000000000}"/>
          </ac:spMkLst>
        </pc:spChg>
      </pc:sldChg>
      <pc:sldChg chg="modSp add replId">
        <pc:chgData name="Somak Das" userId="S::sdas@floridapoly.edu::98cebb13-2fc4-4808-95b9-daeb7e6acc01" providerId="AD" clId="Web-{FC30C95E-ADB9-1B0C-C4CB-2B78C28E6AD2}" dt="2024-11-21T17:19:21.012" v="216" actId="14100"/>
        <pc:sldMkLst>
          <pc:docMk/>
          <pc:sldMk cId="1692234644" sldId="262"/>
        </pc:sldMkLst>
        <pc:spChg chg="mod">
          <ac:chgData name="Somak Das" userId="S::sdas@floridapoly.edu::98cebb13-2fc4-4808-95b9-daeb7e6acc01" providerId="AD" clId="Web-{FC30C95E-ADB9-1B0C-C4CB-2B78C28E6AD2}" dt="2024-11-20T21:33:57.307" v="214" actId="20577"/>
          <ac:spMkLst>
            <pc:docMk/>
            <pc:sldMk cId="1692234644" sldId="262"/>
            <ac:spMk id="2" creationId="{00000000-0000-0000-0000-000000000000}"/>
          </ac:spMkLst>
        </pc:spChg>
        <pc:spChg chg="mod">
          <ac:chgData name="Somak Das" userId="S::sdas@floridapoly.edu::98cebb13-2fc4-4808-95b9-daeb7e6acc01" providerId="AD" clId="Web-{FC30C95E-ADB9-1B0C-C4CB-2B78C28E6AD2}" dt="2024-11-21T17:19:21.012" v="216" actId="14100"/>
          <ac:spMkLst>
            <pc:docMk/>
            <pc:sldMk cId="1692234644" sldId="262"/>
            <ac:spMk id="3" creationId="{00000000-0000-0000-0000-000000000000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4T21:53:30.666" v="247" actId="20577"/>
        <pc:sldMkLst>
          <pc:docMk/>
          <pc:sldMk cId="3840670357" sldId="263"/>
        </pc:sldMkLst>
        <pc:spChg chg="mod">
          <ac:chgData name="Somak Das" userId="S::sdas@floridapoly.edu::98cebb13-2fc4-4808-95b9-daeb7e6acc01" providerId="AD" clId="Web-{FC30C95E-ADB9-1B0C-C4CB-2B78C28E6AD2}" dt="2024-11-24T21:32:12.623" v="231" actId="20577"/>
          <ac:spMkLst>
            <pc:docMk/>
            <pc:sldMk cId="3840670357" sldId="263"/>
            <ac:spMk id="2" creationId="{F5E31B90-874B-45F9-14C5-7C83FDD90AE0}"/>
          </ac:spMkLst>
        </pc:spChg>
        <pc:spChg chg="mod">
          <ac:chgData name="Somak Das" userId="S::sdas@floridapoly.edu::98cebb13-2fc4-4808-95b9-daeb7e6acc01" providerId="AD" clId="Web-{FC30C95E-ADB9-1B0C-C4CB-2B78C28E6AD2}" dt="2024-11-24T21:53:30.666" v="247" actId="20577"/>
          <ac:spMkLst>
            <pc:docMk/>
            <pc:sldMk cId="3840670357" sldId="263"/>
            <ac:spMk id="3" creationId="{52FA0813-A2B0-DFA3-7C51-494C5871A565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4T21:54:56.906" v="309" actId="20577"/>
        <pc:sldMkLst>
          <pc:docMk/>
          <pc:sldMk cId="93765153" sldId="264"/>
        </pc:sldMkLst>
        <pc:spChg chg="mod">
          <ac:chgData name="Somak Das" userId="S::sdas@floridapoly.edu::98cebb13-2fc4-4808-95b9-daeb7e6acc01" providerId="AD" clId="Web-{FC30C95E-ADB9-1B0C-C4CB-2B78C28E6AD2}" dt="2024-11-24T21:54:06.793" v="283" actId="20577"/>
          <ac:spMkLst>
            <pc:docMk/>
            <pc:sldMk cId="93765153" sldId="264"/>
            <ac:spMk id="2" creationId="{6389E290-7D5D-35E2-7D75-FD9A09EC12FE}"/>
          </ac:spMkLst>
        </pc:spChg>
        <pc:spChg chg="mod">
          <ac:chgData name="Somak Das" userId="S::sdas@floridapoly.edu::98cebb13-2fc4-4808-95b9-daeb7e6acc01" providerId="AD" clId="Web-{FC30C95E-ADB9-1B0C-C4CB-2B78C28E6AD2}" dt="2024-11-24T21:54:56.906" v="309" actId="20577"/>
          <ac:spMkLst>
            <pc:docMk/>
            <pc:sldMk cId="93765153" sldId="264"/>
            <ac:spMk id="3" creationId="{E52390F7-95E8-86B7-55AE-1A30C695C288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2:17:32.666" v="646" actId="20577"/>
        <pc:sldMkLst>
          <pc:docMk/>
          <pc:sldMk cId="2123826678" sldId="265"/>
        </pc:sldMkLst>
        <pc:spChg chg="mod">
          <ac:chgData name="Somak Das" userId="S::sdas@floridapoly.edu::98cebb13-2fc4-4808-95b9-daeb7e6acc01" providerId="AD" clId="Web-{FC30C95E-ADB9-1B0C-C4CB-2B78C28E6AD2}" dt="2024-11-24T21:56:05.785" v="321" actId="20577"/>
          <ac:spMkLst>
            <pc:docMk/>
            <pc:sldMk cId="2123826678" sldId="265"/>
            <ac:spMk id="2" creationId="{6EEA522B-C668-F1A4-B4D7-DA98BF05C531}"/>
          </ac:spMkLst>
        </pc:spChg>
        <pc:spChg chg="mod">
          <ac:chgData name="Somak Das" userId="S::sdas@floridapoly.edu::98cebb13-2fc4-4808-95b9-daeb7e6acc01" providerId="AD" clId="Web-{FC30C95E-ADB9-1B0C-C4CB-2B78C28E6AD2}" dt="2024-11-25T02:17:32.666" v="646" actId="20577"/>
          <ac:spMkLst>
            <pc:docMk/>
            <pc:sldMk cId="2123826678" sldId="265"/>
            <ac:spMk id="3" creationId="{7A12CA3B-1D64-8DED-24FD-132BAC12CD83}"/>
          </ac:spMkLst>
        </pc:spChg>
      </pc:sldChg>
      <pc:sldChg chg="modSp new del">
        <pc:chgData name="Somak Das" userId="S::sdas@floridapoly.edu::98cebb13-2fc4-4808-95b9-daeb7e6acc01" providerId="AD" clId="Web-{FC30C95E-ADB9-1B0C-C4CB-2B78C28E6AD2}" dt="2024-11-25T03:17:22.271" v="683"/>
        <pc:sldMkLst>
          <pc:docMk/>
          <pc:sldMk cId="3399317480" sldId="266"/>
        </pc:sldMkLst>
        <pc:spChg chg="mod">
          <ac:chgData name="Somak Das" userId="S::sdas@floridapoly.edu::98cebb13-2fc4-4808-95b9-daeb7e6acc01" providerId="AD" clId="Web-{FC30C95E-ADB9-1B0C-C4CB-2B78C28E6AD2}" dt="2024-11-24T22:14:48.094" v="448" actId="20577"/>
          <ac:spMkLst>
            <pc:docMk/>
            <pc:sldMk cId="3399317480" sldId="266"/>
            <ac:spMk id="2" creationId="{5CBB9052-BACB-A04B-8D76-685AFEF810A5}"/>
          </ac:spMkLst>
        </pc:spChg>
        <pc:spChg chg="mod">
          <ac:chgData name="Somak Das" userId="S::sdas@floridapoly.edu::98cebb13-2fc4-4808-95b9-daeb7e6acc01" providerId="AD" clId="Web-{FC30C95E-ADB9-1B0C-C4CB-2B78C28E6AD2}" dt="2024-11-24T22:38:02.322" v="452" actId="20577"/>
          <ac:spMkLst>
            <pc:docMk/>
            <pc:sldMk cId="3399317480" sldId="266"/>
            <ac:spMk id="3" creationId="{B58648C1-172F-473F-A78D-7258570779D2}"/>
          </ac:spMkLst>
        </pc:spChg>
      </pc:sldChg>
      <pc:sldChg chg="modSp new ord">
        <pc:chgData name="Somak Das" userId="S::sdas@floridapoly.edu::98cebb13-2fc4-4808-95b9-daeb7e6acc01" providerId="AD" clId="Web-{FC30C95E-ADB9-1B0C-C4CB-2B78C28E6AD2}" dt="2024-11-25T03:01:15.687" v="670" actId="20577"/>
        <pc:sldMkLst>
          <pc:docMk/>
          <pc:sldMk cId="1910010698" sldId="267"/>
        </pc:sldMkLst>
        <pc:spChg chg="mod">
          <ac:chgData name="Somak Das" userId="S::sdas@floridapoly.edu::98cebb13-2fc4-4808-95b9-daeb7e6acc01" providerId="AD" clId="Web-{FC30C95E-ADB9-1B0C-C4CB-2B78C28E6AD2}" dt="2024-11-24T22:11:40.737" v="437" actId="20577"/>
          <ac:spMkLst>
            <pc:docMk/>
            <pc:sldMk cId="1910010698" sldId="267"/>
            <ac:spMk id="2" creationId="{162FCCF9-539D-3638-0F4E-45F2285B83FA}"/>
          </ac:spMkLst>
        </pc:spChg>
        <pc:spChg chg="mod">
          <ac:chgData name="Somak Das" userId="S::sdas@floridapoly.edu::98cebb13-2fc4-4808-95b9-daeb7e6acc01" providerId="AD" clId="Web-{FC30C95E-ADB9-1B0C-C4CB-2B78C28E6AD2}" dt="2024-11-25T03:01:15.687" v="670" actId="20577"/>
          <ac:spMkLst>
            <pc:docMk/>
            <pc:sldMk cId="1910010698" sldId="267"/>
            <ac:spMk id="3" creationId="{D2DFCF12-6FEC-160B-A8E4-F66FC5867341}"/>
          </ac:spMkLst>
        </pc:spChg>
      </pc:sldChg>
      <pc:sldChg chg="addSp modSp new">
        <pc:chgData name="Somak Das" userId="S::sdas@floridapoly.edu::98cebb13-2fc4-4808-95b9-daeb7e6acc01" providerId="AD" clId="Web-{FC30C95E-ADB9-1B0C-C4CB-2B78C28E6AD2}" dt="2024-11-25T04:59:05.561" v="1001" actId="20577"/>
        <pc:sldMkLst>
          <pc:docMk/>
          <pc:sldMk cId="2197045027" sldId="268"/>
        </pc:sldMkLst>
        <pc:spChg chg="mod">
          <ac:chgData name="Somak Das" userId="S::sdas@floridapoly.edu::98cebb13-2fc4-4808-95b9-daeb7e6acc01" providerId="AD" clId="Web-{FC30C95E-ADB9-1B0C-C4CB-2B78C28E6AD2}" dt="2024-11-25T04:39:56.786" v="964" actId="1076"/>
          <ac:spMkLst>
            <pc:docMk/>
            <pc:sldMk cId="2197045027" sldId="268"/>
            <ac:spMk id="2" creationId="{75FB0049-35F0-7BB7-A03D-41BCDB0E6E4C}"/>
          </ac:spMkLst>
        </pc:spChg>
        <pc:spChg chg="mod">
          <ac:chgData name="Somak Das" userId="S::sdas@floridapoly.edu::98cebb13-2fc4-4808-95b9-daeb7e6acc01" providerId="AD" clId="Web-{FC30C95E-ADB9-1B0C-C4CB-2B78C28E6AD2}" dt="2024-11-25T04:59:05.561" v="1001" actId="20577"/>
          <ac:spMkLst>
            <pc:docMk/>
            <pc:sldMk cId="2197045027" sldId="268"/>
            <ac:spMk id="3" creationId="{FF919C56-6026-A042-C858-E17E2BD2B546}"/>
          </ac:spMkLst>
        </pc:spChg>
        <pc:picChg chg="add mod">
          <ac:chgData name="Somak Das" userId="S::sdas@floridapoly.edu::98cebb13-2fc4-4808-95b9-daeb7e6acc01" providerId="AD" clId="Web-{FC30C95E-ADB9-1B0C-C4CB-2B78C28E6AD2}" dt="2024-11-25T04:54:23.585" v="986" actId="14100"/>
          <ac:picMkLst>
            <pc:docMk/>
            <pc:sldMk cId="2197045027" sldId="268"/>
            <ac:picMk id="4" creationId="{7B6EB416-6A74-577B-2B7A-C4DBE9D41724}"/>
          </ac:picMkLst>
        </pc:picChg>
        <pc:picChg chg="add mod">
          <ac:chgData name="Somak Das" userId="S::sdas@floridapoly.edu::98cebb13-2fc4-4808-95b9-daeb7e6acc01" providerId="AD" clId="Web-{FC30C95E-ADB9-1B0C-C4CB-2B78C28E6AD2}" dt="2024-11-25T04:54:48.945" v="988" actId="1076"/>
          <ac:picMkLst>
            <pc:docMk/>
            <pc:sldMk cId="2197045027" sldId="268"/>
            <ac:picMk id="5" creationId="{3EA655AE-D536-ADD8-C0EF-388FAECA4042}"/>
          </ac:picMkLst>
        </pc:picChg>
      </pc:sldChg>
      <pc:sldChg chg="modSp new del">
        <pc:chgData name="Somak Das" userId="S::sdas@floridapoly.edu::98cebb13-2fc4-4808-95b9-daeb7e6acc01" providerId="AD" clId="Web-{FC30C95E-ADB9-1B0C-C4CB-2B78C28E6AD2}" dt="2024-11-24T22:39:03.512" v="457"/>
        <pc:sldMkLst>
          <pc:docMk/>
          <pc:sldMk cId="4034567143" sldId="268"/>
        </pc:sldMkLst>
        <pc:spChg chg="mod">
          <ac:chgData name="Somak Das" userId="S::sdas@floridapoly.edu::98cebb13-2fc4-4808-95b9-daeb7e6acc01" providerId="AD" clId="Web-{FC30C95E-ADB9-1B0C-C4CB-2B78C28E6AD2}" dt="2024-11-24T22:39:01.996" v="456" actId="20577"/>
          <ac:spMkLst>
            <pc:docMk/>
            <pc:sldMk cId="4034567143" sldId="268"/>
            <ac:spMk id="3" creationId="{E6222633-9476-91D7-E17D-5D93B14961F9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3:57:58.449" v="717" actId="20577"/>
        <pc:sldMkLst>
          <pc:docMk/>
          <pc:sldMk cId="29269387" sldId="269"/>
        </pc:sldMkLst>
        <pc:spChg chg="mod">
          <ac:chgData name="Somak Das" userId="S::sdas@floridapoly.edu::98cebb13-2fc4-4808-95b9-daeb7e6acc01" providerId="AD" clId="Web-{FC30C95E-ADB9-1B0C-C4CB-2B78C28E6AD2}" dt="2024-11-24T23:26:42.511" v="531" actId="20577"/>
          <ac:spMkLst>
            <pc:docMk/>
            <pc:sldMk cId="29269387" sldId="269"/>
            <ac:spMk id="2" creationId="{7BFE7669-4B6F-20E0-719B-3E5A4D75AFBD}"/>
          </ac:spMkLst>
        </pc:spChg>
        <pc:spChg chg="mod">
          <ac:chgData name="Somak Das" userId="S::sdas@floridapoly.edu::98cebb13-2fc4-4808-95b9-daeb7e6acc01" providerId="AD" clId="Web-{FC30C95E-ADB9-1B0C-C4CB-2B78C28E6AD2}" dt="2024-11-25T03:57:58.449" v="717" actId="20577"/>
          <ac:spMkLst>
            <pc:docMk/>
            <pc:sldMk cId="29269387" sldId="269"/>
            <ac:spMk id="3" creationId="{57666094-784A-48FF-F5D8-AD981FAE3AB5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6:02:53.372" v="1200" actId="20577"/>
        <pc:sldMkLst>
          <pc:docMk/>
          <pc:sldMk cId="2363445112" sldId="270"/>
        </pc:sldMkLst>
        <pc:spChg chg="mod">
          <ac:chgData name="Somak Das" userId="S::sdas@floridapoly.edu::98cebb13-2fc4-4808-95b9-daeb7e6acc01" providerId="AD" clId="Web-{FC30C95E-ADB9-1B0C-C4CB-2B78C28E6AD2}" dt="2024-11-25T04:59:56.890" v="1006" actId="20577"/>
          <ac:spMkLst>
            <pc:docMk/>
            <pc:sldMk cId="2363445112" sldId="270"/>
            <ac:spMk id="2" creationId="{C7EBF642-2C7D-AF8B-99CB-0285846FB7C7}"/>
          </ac:spMkLst>
        </pc:spChg>
        <pc:spChg chg="mod">
          <ac:chgData name="Somak Das" userId="S::sdas@floridapoly.edu::98cebb13-2fc4-4808-95b9-daeb7e6acc01" providerId="AD" clId="Web-{FC30C95E-ADB9-1B0C-C4CB-2B78C28E6AD2}" dt="2024-11-25T06:02:53.372" v="1200" actId="20577"/>
          <ac:spMkLst>
            <pc:docMk/>
            <pc:sldMk cId="2363445112" sldId="270"/>
            <ac:spMk id="3" creationId="{E505AA04-0092-1822-7322-DA12085484E5}"/>
          </ac:spMkLst>
        </pc:spChg>
      </pc:sldChg>
      <pc:sldChg chg="addSp delSp modSp new mod modClrScheme chgLayout">
        <pc:chgData name="Somak Das" userId="S::sdas@floridapoly.edu::98cebb13-2fc4-4808-95b9-daeb7e6acc01" providerId="AD" clId="Web-{FC30C95E-ADB9-1B0C-C4CB-2B78C28E6AD2}" dt="2024-11-25T02:21:41.908" v="651" actId="1076"/>
        <pc:sldMkLst>
          <pc:docMk/>
          <pc:sldMk cId="1043830976" sldId="271"/>
        </pc:sldMkLst>
        <pc:spChg chg="del">
          <ac:chgData name="Somak Das" userId="S::sdas@floridapoly.edu::98cebb13-2fc4-4808-95b9-daeb7e6acc01" providerId="AD" clId="Web-{FC30C95E-ADB9-1B0C-C4CB-2B78C28E6AD2}" dt="2024-11-25T02:17:47.057" v="648"/>
          <ac:spMkLst>
            <pc:docMk/>
            <pc:sldMk cId="1043830976" sldId="271"/>
            <ac:spMk id="2" creationId="{EDB45919-6B4A-09CE-C6A6-AE150894C76E}"/>
          </ac:spMkLst>
        </pc:spChg>
        <pc:spChg chg="del">
          <ac:chgData name="Somak Das" userId="S::sdas@floridapoly.edu::98cebb13-2fc4-4808-95b9-daeb7e6acc01" providerId="AD" clId="Web-{FC30C95E-ADB9-1B0C-C4CB-2B78C28E6AD2}" dt="2024-11-25T02:17:47.057" v="648"/>
          <ac:spMkLst>
            <pc:docMk/>
            <pc:sldMk cId="1043830976" sldId="271"/>
            <ac:spMk id="3" creationId="{4D61BBA2-45B6-BD30-1444-957E5850939B}"/>
          </ac:spMkLst>
        </pc:spChg>
        <pc:picChg chg="add mod">
          <ac:chgData name="Somak Das" userId="S::sdas@floridapoly.edu::98cebb13-2fc4-4808-95b9-daeb7e6acc01" providerId="AD" clId="Web-{FC30C95E-ADB9-1B0C-C4CB-2B78C28E6AD2}" dt="2024-11-25T02:21:41.908" v="651" actId="1076"/>
          <ac:picMkLst>
            <pc:docMk/>
            <pc:sldMk cId="1043830976" sldId="271"/>
            <ac:picMk id="4" creationId="{E4454811-0212-CB7F-B7FB-1F1602C2716B}"/>
          </ac:picMkLst>
        </pc:picChg>
      </pc:sldChg>
      <pc:sldChg chg="addSp delSp modSp new mod modClrScheme chgLayout">
        <pc:chgData name="Somak Das" userId="S::sdas@floridapoly.edu::98cebb13-2fc4-4808-95b9-daeb7e6acc01" providerId="AD" clId="Web-{FC30C95E-ADB9-1B0C-C4CB-2B78C28E6AD2}" dt="2024-11-25T03:03:36.989" v="682"/>
        <pc:sldMkLst>
          <pc:docMk/>
          <pc:sldMk cId="436203268" sldId="272"/>
        </pc:sldMkLst>
        <pc:spChg chg="del">
          <ac:chgData name="Somak Das" userId="S::sdas@floridapoly.edu::98cebb13-2fc4-4808-95b9-daeb7e6acc01" providerId="AD" clId="Web-{FC30C95E-ADB9-1B0C-C4CB-2B78C28E6AD2}" dt="2024-11-25T03:01:21.047" v="672"/>
          <ac:spMkLst>
            <pc:docMk/>
            <pc:sldMk cId="436203268" sldId="272"/>
            <ac:spMk id="2" creationId="{471DBE6E-BA3C-68BF-F698-DEF48314B8F2}"/>
          </ac:spMkLst>
        </pc:spChg>
        <pc:spChg chg="del">
          <ac:chgData name="Somak Das" userId="S::sdas@floridapoly.edu::98cebb13-2fc4-4808-95b9-daeb7e6acc01" providerId="AD" clId="Web-{FC30C95E-ADB9-1B0C-C4CB-2B78C28E6AD2}" dt="2024-11-25T03:01:21.047" v="672"/>
          <ac:spMkLst>
            <pc:docMk/>
            <pc:sldMk cId="436203268" sldId="272"/>
            <ac:spMk id="3" creationId="{121EC2A7-57A8-7920-F471-847C5CA79267}"/>
          </ac:spMkLst>
        </pc:spChg>
        <pc:picChg chg="add mod">
          <ac:chgData name="Somak Das" userId="S::sdas@floridapoly.edu::98cebb13-2fc4-4808-95b9-daeb7e6acc01" providerId="AD" clId="Web-{FC30C95E-ADB9-1B0C-C4CB-2B78C28E6AD2}" dt="2024-11-25T03:03:06.301" v="681"/>
          <ac:picMkLst>
            <pc:docMk/>
            <pc:sldMk cId="436203268" sldId="272"/>
            <ac:picMk id="4" creationId="{9F04DD91-8F67-A733-6491-9CEC5809CAC7}"/>
          </ac:picMkLst>
        </pc:picChg>
        <pc:picChg chg="add mod">
          <ac:chgData name="Somak Das" userId="S::sdas@floridapoly.edu::98cebb13-2fc4-4808-95b9-daeb7e6acc01" providerId="AD" clId="Web-{FC30C95E-ADB9-1B0C-C4CB-2B78C28E6AD2}" dt="2024-11-25T03:03:36.989" v="682"/>
          <ac:picMkLst>
            <pc:docMk/>
            <pc:sldMk cId="436203268" sldId="272"/>
            <ac:picMk id="5" creationId="{0D90C04C-8CE1-A2A3-46C3-95ED83E5F3E9}"/>
          </ac:picMkLst>
        </pc:picChg>
      </pc:sldChg>
      <pc:sldChg chg="addSp modSp new">
        <pc:chgData name="Somak Das" userId="S::sdas@floridapoly.edu::98cebb13-2fc4-4808-95b9-daeb7e6acc01" providerId="AD" clId="Web-{FC30C95E-ADB9-1B0C-C4CB-2B78C28E6AD2}" dt="2024-11-25T04:08:07.087" v="825" actId="1076"/>
        <pc:sldMkLst>
          <pc:docMk/>
          <pc:sldMk cId="157308000" sldId="273"/>
        </pc:sldMkLst>
        <pc:spChg chg="mod">
          <ac:chgData name="Somak Das" userId="S::sdas@floridapoly.edu::98cebb13-2fc4-4808-95b9-daeb7e6acc01" providerId="AD" clId="Web-{FC30C95E-ADB9-1B0C-C4CB-2B78C28E6AD2}" dt="2024-11-25T03:58:14.746" v="724" actId="20577"/>
          <ac:spMkLst>
            <pc:docMk/>
            <pc:sldMk cId="157308000" sldId="273"/>
            <ac:spMk id="2" creationId="{D9E42132-A592-5B8E-AC18-F285A0CA0A6A}"/>
          </ac:spMkLst>
        </pc:spChg>
        <pc:spChg chg="mod">
          <ac:chgData name="Somak Das" userId="S::sdas@floridapoly.edu::98cebb13-2fc4-4808-95b9-daeb7e6acc01" providerId="AD" clId="Web-{FC30C95E-ADB9-1B0C-C4CB-2B78C28E6AD2}" dt="2024-11-25T04:07:36.602" v="821" actId="14100"/>
          <ac:spMkLst>
            <pc:docMk/>
            <pc:sldMk cId="157308000" sldId="273"/>
            <ac:spMk id="3" creationId="{8B8BB257-2D08-49C6-6D34-41672FFFFBC4}"/>
          </ac:spMkLst>
        </pc:spChg>
        <pc:picChg chg="add mod">
          <ac:chgData name="Somak Das" userId="S::sdas@floridapoly.edu::98cebb13-2fc4-4808-95b9-daeb7e6acc01" providerId="AD" clId="Web-{FC30C95E-ADB9-1B0C-C4CB-2B78C28E6AD2}" dt="2024-11-25T04:08:07.087" v="825" actId="1076"/>
          <ac:picMkLst>
            <pc:docMk/>
            <pc:sldMk cId="157308000" sldId="273"/>
            <ac:picMk id="4" creationId="{AB897228-7565-948E-4FE6-4E78F1716EF6}"/>
          </ac:picMkLst>
        </pc:picChg>
      </pc:sldChg>
      <pc:sldChg chg="modSp new">
        <pc:chgData name="Somak Das" userId="S::sdas@floridapoly.edu::98cebb13-2fc4-4808-95b9-daeb7e6acc01" providerId="AD" clId="Web-{FC30C95E-ADB9-1B0C-C4CB-2B78C28E6AD2}" dt="2024-11-25T06:26:11.105" v="1284" actId="20577"/>
        <pc:sldMkLst>
          <pc:docMk/>
          <pc:sldMk cId="1013954265" sldId="274"/>
        </pc:sldMkLst>
        <pc:spChg chg="mod">
          <ac:chgData name="Somak Das" userId="S::sdas@floridapoly.edu::98cebb13-2fc4-4808-95b9-daeb7e6acc01" providerId="AD" clId="Web-{FC30C95E-ADB9-1B0C-C4CB-2B78C28E6AD2}" dt="2024-11-25T06:22:59.005" v="1212" actId="20577"/>
          <ac:spMkLst>
            <pc:docMk/>
            <pc:sldMk cId="1013954265" sldId="274"/>
            <ac:spMk id="2" creationId="{5A835008-53DB-1B1A-428D-EC0986194C61}"/>
          </ac:spMkLst>
        </pc:spChg>
        <pc:spChg chg="mod">
          <ac:chgData name="Somak Das" userId="S::sdas@floridapoly.edu::98cebb13-2fc4-4808-95b9-daeb7e6acc01" providerId="AD" clId="Web-{FC30C95E-ADB9-1B0C-C4CB-2B78C28E6AD2}" dt="2024-11-25T06:26:11.105" v="1284" actId="20577"/>
          <ac:spMkLst>
            <pc:docMk/>
            <pc:sldMk cId="1013954265" sldId="274"/>
            <ac:spMk id="3" creationId="{66B9BD80-380A-4FAB-E843-7C96D53F9404}"/>
          </ac:spMkLst>
        </pc:spChg>
      </pc:sldChg>
      <pc:sldChg chg="modSp add del replId">
        <pc:chgData name="Somak Das" userId="S::sdas@floridapoly.edu::98cebb13-2fc4-4808-95b9-daeb7e6acc01" providerId="AD" clId="Web-{FC30C95E-ADB9-1B0C-C4CB-2B78C28E6AD2}" dt="2024-11-25T04:51:29.129" v="981"/>
        <pc:sldMkLst>
          <pc:docMk/>
          <pc:sldMk cId="4191126191" sldId="274"/>
        </pc:sldMkLst>
        <pc:spChg chg="mod">
          <ac:chgData name="Somak Das" userId="S::sdas@floridapoly.edu::98cebb13-2fc4-4808-95b9-daeb7e6acc01" providerId="AD" clId="Web-{FC30C95E-ADB9-1B0C-C4CB-2B78C28E6AD2}" dt="2024-11-25T04:50:10.190" v="980" actId="20577"/>
          <ac:spMkLst>
            <pc:docMk/>
            <pc:sldMk cId="4191126191" sldId="274"/>
            <ac:spMk id="3" creationId="{FF919C56-6026-A042-C858-E17E2BD2B546}"/>
          </ac:spMkLst>
        </pc:spChg>
      </pc:sldChg>
      <pc:sldChg chg="modSp new">
        <pc:chgData name="Somak Das" userId="S::sdas@floridapoly.edu::98cebb13-2fc4-4808-95b9-daeb7e6acc01" providerId="AD" clId="Web-{FC30C95E-ADB9-1B0C-C4CB-2B78C28E6AD2}" dt="2024-11-25T06:30:30.129" v="1336" actId="20577"/>
        <pc:sldMkLst>
          <pc:docMk/>
          <pc:sldMk cId="1964583200" sldId="275"/>
        </pc:sldMkLst>
        <pc:spChg chg="mod">
          <ac:chgData name="Somak Das" userId="S::sdas@floridapoly.edu::98cebb13-2fc4-4808-95b9-daeb7e6acc01" providerId="AD" clId="Web-{FC30C95E-ADB9-1B0C-C4CB-2B78C28E6AD2}" dt="2024-11-25T06:26:38.887" v="1291" actId="20577"/>
          <ac:spMkLst>
            <pc:docMk/>
            <pc:sldMk cId="1964583200" sldId="275"/>
            <ac:spMk id="2" creationId="{ECAFCA0A-099B-04D4-A6DF-655089C41C5B}"/>
          </ac:spMkLst>
        </pc:spChg>
        <pc:spChg chg="mod">
          <ac:chgData name="Somak Das" userId="S::sdas@floridapoly.edu::98cebb13-2fc4-4808-95b9-daeb7e6acc01" providerId="AD" clId="Web-{FC30C95E-ADB9-1B0C-C4CB-2B78C28E6AD2}" dt="2024-11-25T06:30:30.129" v="1336" actId="20577"/>
          <ac:spMkLst>
            <pc:docMk/>
            <pc:sldMk cId="1964583200" sldId="275"/>
            <ac:spMk id="3" creationId="{8F539F07-04B5-A325-D591-421383872D28}"/>
          </ac:spMkLst>
        </pc:spChg>
      </pc:sldChg>
    </pc:docChg>
  </pc:docChgLst>
  <pc:docChgLst>
    <pc:chgData name="Somak Das" userId="S::sdas@floridapoly.edu::98cebb13-2fc4-4808-95b9-daeb7e6acc01" providerId="AD" clId="Web-{5CCE72AF-1F1A-778E-5169-07570E485C1C}"/>
    <pc:docChg chg="addSld delSld modSld sldOrd">
      <pc:chgData name="Somak Das" userId="S::sdas@floridapoly.edu::98cebb13-2fc4-4808-95b9-daeb7e6acc01" providerId="AD" clId="Web-{5CCE72AF-1F1A-778E-5169-07570E485C1C}" dt="2024-12-01T21:27:50.836" v="701" actId="20577"/>
      <pc:docMkLst>
        <pc:docMk/>
      </pc:docMkLst>
      <pc:sldChg chg="modSp">
        <pc:chgData name="Somak Das" userId="S::sdas@floridapoly.edu::98cebb13-2fc4-4808-95b9-daeb7e6acc01" providerId="AD" clId="Web-{5CCE72AF-1F1A-778E-5169-07570E485C1C}" dt="2024-12-01T20:02:41.818" v="1" actId="20577"/>
        <pc:sldMkLst>
          <pc:docMk/>
          <pc:sldMk cId="783844113" sldId="257"/>
        </pc:sldMkLst>
        <pc:spChg chg="mod">
          <ac:chgData name="Somak Das" userId="S::sdas@floridapoly.edu::98cebb13-2fc4-4808-95b9-daeb7e6acc01" providerId="AD" clId="Web-{5CCE72AF-1F1A-778E-5169-07570E485C1C}" dt="2024-12-01T20:02:41.818" v="1" actId="20577"/>
          <ac:spMkLst>
            <pc:docMk/>
            <pc:sldMk cId="783844113" sldId="257"/>
            <ac:spMk id="6" creationId="{86649F24-8FCC-CDEB-B4C7-3B4C1F0F6A52}"/>
          </ac:spMkLst>
        </pc:spChg>
      </pc:sldChg>
      <pc:sldChg chg="modSp">
        <pc:chgData name="Somak Das" userId="S::sdas@floridapoly.edu::98cebb13-2fc4-4808-95b9-daeb7e6acc01" providerId="AD" clId="Web-{5CCE72AF-1F1A-778E-5169-07570E485C1C}" dt="2024-12-01T20:20:16.545" v="164" actId="20577"/>
        <pc:sldMkLst>
          <pc:docMk/>
          <pc:sldMk cId="2642342762" sldId="258"/>
        </pc:sldMkLst>
        <pc:spChg chg="mod">
          <ac:chgData name="Somak Das" userId="S::sdas@floridapoly.edu::98cebb13-2fc4-4808-95b9-daeb7e6acc01" providerId="AD" clId="Web-{5CCE72AF-1F1A-778E-5169-07570E485C1C}" dt="2024-12-01T20:20:16.545" v="164" actId="20577"/>
          <ac:spMkLst>
            <pc:docMk/>
            <pc:sldMk cId="2642342762" sldId="258"/>
            <ac:spMk id="2" creationId="{3E9376C0-8082-F840-138C-1E15C1FC613A}"/>
          </ac:spMkLst>
        </pc:spChg>
      </pc:sldChg>
      <pc:sldChg chg="modSp new">
        <pc:chgData name="Somak Das" userId="S::sdas@floridapoly.edu::98cebb13-2fc4-4808-95b9-daeb7e6acc01" providerId="AD" clId="Web-{5CCE72AF-1F1A-778E-5169-07570E485C1C}" dt="2024-12-01T20:07:56.077" v="83" actId="20577"/>
        <pc:sldMkLst>
          <pc:docMk/>
          <pc:sldMk cId="154798202" sldId="259"/>
        </pc:sldMkLst>
        <pc:spChg chg="mod">
          <ac:chgData name="Somak Das" userId="S::sdas@floridapoly.edu::98cebb13-2fc4-4808-95b9-daeb7e6acc01" providerId="AD" clId="Web-{5CCE72AF-1F1A-778E-5169-07570E485C1C}" dt="2024-12-01T20:04:36.087" v="33" actId="20577"/>
          <ac:spMkLst>
            <pc:docMk/>
            <pc:sldMk cId="154798202" sldId="259"/>
            <ac:spMk id="2" creationId="{793287E8-D5F6-A809-4D53-45979FF89D32}"/>
          </ac:spMkLst>
        </pc:spChg>
        <pc:spChg chg="mod">
          <ac:chgData name="Somak Das" userId="S::sdas@floridapoly.edu::98cebb13-2fc4-4808-95b9-daeb7e6acc01" providerId="AD" clId="Web-{5CCE72AF-1F1A-778E-5169-07570E485C1C}" dt="2024-12-01T20:07:56.077" v="83" actId="20577"/>
          <ac:spMkLst>
            <pc:docMk/>
            <pc:sldMk cId="154798202" sldId="259"/>
            <ac:spMk id="3" creationId="{6260E336-F75A-308E-8721-ECE60F06FD64}"/>
          </ac:spMkLst>
        </pc:spChg>
      </pc:sldChg>
      <pc:sldChg chg="del">
        <pc:chgData name="Somak Das" userId="S::sdas@floridapoly.edu::98cebb13-2fc4-4808-95b9-daeb7e6acc01" providerId="AD" clId="Web-{5CCE72AF-1F1A-778E-5169-07570E485C1C}" dt="2024-12-01T20:02:56.615" v="2"/>
        <pc:sldMkLst>
          <pc:docMk/>
          <pc:sldMk cId="746514400" sldId="259"/>
        </pc:sldMkLst>
      </pc:sldChg>
      <pc:sldChg chg="del">
        <pc:chgData name="Somak Das" userId="S::sdas@floridapoly.edu::98cebb13-2fc4-4808-95b9-daeb7e6acc01" providerId="AD" clId="Web-{5CCE72AF-1F1A-778E-5169-07570E485C1C}" dt="2024-12-01T20:02:57.350" v="3"/>
        <pc:sldMkLst>
          <pc:docMk/>
          <pc:sldMk cId="197243705" sldId="260"/>
        </pc:sldMkLst>
      </pc:sldChg>
      <pc:sldChg chg="addSp delSp modSp new">
        <pc:chgData name="Somak Das" userId="S::sdas@floridapoly.edu::98cebb13-2fc4-4808-95b9-daeb7e6acc01" providerId="AD" clId="Web-{5CCE72AF-1F1A-778E-5169-07570E485C1C}" dt="2024-12-01T20:37:27.919" v="389" actId="20577"/>
        <pc:sldMkLst>
          <pc:docMk/>
          <pc:sldMk cId="3233558832" sldId="260"/>
        </pc:sldMkLst>
        <pc:spChg chg="mod">
          <ac:chgData name="Somak Das" userId="S::sdas@floridapoly.edu::98cebb13-2fc4-4808-95b9-daeb7e6acc01" providerId="AD" clId="Web-{5CCE72AF-1F1A-778E-5169-07570E485C1C}" dt="2024-12-01T20:08:39.994" v="106" actId="20577"/>
          <ac:spMkLst>
            <pc:docMk/>
            <pc:sldMk cId="3233558832" sldId="260"/>
            <ac:spMk id="2" creationId="{43C1D994-9BA0-8C00-0EE8-CD1468439632}"/>
          </ac:spMkLst>
        </pc:spChg>
        <pc:spChg chg="mod">
          <ac:chgData name="Somak Das" userId="S::sdas@floridapoly.edu::98cebb13-2fc4-4808-95b9-daeb7e6acc01" providerId="AD" clId="Web-{5CCE72AF-1F1A-778E-5169-07570E485C1C}" dt="2024-12-01T20:37:27.919" v="389" actId="20577"/>
          <ac:spMkLst>
            <pc:docMk/>
            <pc:sldMk cId="3233558832" sldId="260"/>
            <ac:spMk id="3" creationId="{9AD158D3-7D71-45D8-955D-0C4974C8A584}"/>
          </ac:spMkLst>
        </pc:spChg>
        <pc:graphicFrameChg chg="add del">
          <ac:chgData name="Somak Das" userId="S::sdas@floridapoly.edu::98cebb13-2fc4-4808-95b9-daeb7e6acc01" providerId="AD" clId="Web-{5CCE72AF-1F1A-778E-5169-07570E485C1C}" dt="2024-12-01T20:09:27.542" v="124"/>
          <ac:graphicFrameMkLst>
            <pc:docMk/>
            <pc:sldMk cId="3233558832" sldId="260"/>
            <ac:graphicFrameMk id="4" creationId="{1AEA64F5-D33D-9E3F-0D90-0EC280446114}"/>
          </ac:graphicFrameMkLst>
        </pc:graphicFrameChg>
        <pc:picChg chg="add mod">
          <ac:chgData name="Somak Das" userId="S::sdas@floridapoly.edu::98cebb13-2fc4-4808-95b9-daeb7e6acc01" providerId="AD" clId="Web-{5CCE72AF-1F1A-778E-5169-07570E485C1C}" dt="2024-12-01T20:17:30.775" v="162" actId="1076"/>
          <ac:picMkLst>
            <pc:docMk/>
            <pc:sldMk cId="3233558832" sldId="260"/>
            <ac:picMk id="5" creationId="{E3C6F143-E7D4-75CC-42DF-CF24F46E5FE7}"/>
          </ac:picMkLst>
        </pc:picChg>
        <pc:picChg chg="add mod">
          <ac:chgData name="Somak Das" userId="S::sdas@floridapoly.edu::98cebb13-2fc4-4808-95b9-daeb7e6acc01" providerId="AD" clId="Web-{5CCE72AF-1F1A-778E-5169-07570E485C1C}" dt="2024-12-01T20:17:14.227" v="159" actId="1076"/>
          <ac:picMkLst>
            <pc:docMk/>
            <pc:sldMk cId="3233558832" sldId="260"/>
            <ac:picMk id="6" creationId="{052BC06B-597A-3DDA-A35C-542A9ABCAD59}"/>
          </ac:picMkLst>
        </pc:picChg>
      </pc:sldChg>
      <pc:sldChg chg="addSp modSp new ord">
        <pc:chgData name="Somak Das" userId="S::sdas@floridapoly.edu::98cebb13-2fc4-4808-95b9-daeb7e6acc01" providerId="AD" clId="Web-{5CCE72AF-1F1A-778E-5169-07570E485C1C}" dt="2024-12-01T20:30:50.876" v="351" actId="20577"/>
        <pc:sldMkLst>
          <pc:docMk/>
          <pc:sldMk cId="2982822020" sldId="261"/>
        </pc:sldMkLst>
        <pc:spChg chg="mod">
          <ac:chgData name="Somak Das" userId="S::sdas@floridapoly.edu::98cebb13-2fc4-4808-95b9-daeb7e6acc01" providerId="AD" clId="Web-{5CCE72AF-1F1A-778E-5169-07570E485C1C}" dt="2024-12-01T20:29:05.764" v="323" actId="14100"/>
          <ac:spMkLst>
            <pc:docMk/>
            <pc:sldMk cId="2982822020" sldId="261"/>
            <ac:spMk id="2" creationId="{A29CF297-8C2A-3895-8A41-A166D0C53BAE}"/>
          </ac:spMkLst>
        </pc:spChg>
        <pc:spChg chg="mod">
          <ac:chgData name="Somak Das" userId="S::sdas@floridapoly.edu::98cebb13-2fc4-4808-95b9-daeb7e6acc01" providerId="AD" clId="Web-{5CCE72AF-1F1A-778E-5169-07570E485C1C}" dt="2024-12-01T20:30:50.876" v="351" actId="20577"/>
          <ac:spMkLst>
            <pc:docMk/>
            <pc:sldMk cId="2982822020" sldId="261"/>
            <ac:spMk id="3" creationId="{412DB87C-DABD-A737-D311-F8DD7BE1B6E2}"/>
          </ac:spMkLst>
        </pc:spChg>
        <pc:picChg chg="add mod">
          <ac:chgData name="Somak Das" userId="S::sdas@floridapoly.edu::98cebb13-2fc4-4808-95b9-daeb7e6acc01" providerId="AD" clId="Web-{5CCE72AF-1F1A-778E-5169-07570E485C1C}" dt="2024-12-01T20:29:13.108" v="324" actId="1076"/>
          <ac:picMkLst>
            <pc:docMk/>
            <pc:sldMk cId="2982822020" sldId="261"/>
            <ac:picMk id="4" creationId="{36F93E7E-4F41-E219-B601-C6237D497929}"/>
          </ac:picMkLst>
        </pc:picChg>
      </pc:sldChg>
      <pc:sldChg chg="modSp add replId">
        <pc:chgData name="Somak Das" userId="S::sdas@floridapoly.edu::98cebb13-2fc4-4808-95b9-daeb7e6acc01" providerId="AD" clId="Web-{5CCE72AF-1F1A-778E-5169-07570E485C1C}" dt="2024-12-01T20:33:34.803" v="378" actId="1076"/>
        <pc:sldMkLst>
          <pc:docMk/>
          <pc:sldMk cId="927328726" sldId="262"/>
        </pc:sldMkLst>
        <pc:spChg chg="mod">
          <ac:chgData name="Somak Das" userId="S::sdas@floridapoly.edu::98cebb13-2fc4-4808-95b9-daeb7e6acc01" providerId="AD" clId="Web-{5CCE72AF-1F1A-778E-5169-07570E485C1C}" dt="2024-12-01T20:33:26.131" v="377" actId="1076"/>
          <ac:spMkLst>
            <pc:docMk/>
            <pc:sldMk cId="927328726" sldId="262"/>
            <ac:spMk id="3" creationId="{412DB87C-DABD-A737-D311-F8DD7BE1B6E2}"/>
          </ac:spMkLst>
        </pc:spChg>
        <pc:picChg chg="mod">
          <ac:chgData name="Somak Das" userId="S::sdas@floridapoly.edu::98cebb13-2fc4-4808-95b9-daeb7e6acc01" providerId="AD" clId="Web-{5CCE72AF-1F1A-778E-5169-07570E485C1C}" dt="2024-12-01T20:33:34.803" v="378" actId="1076"/>
          <ac:picMkLst>
            <pc:docMk/>
            <pc:sldMk cId="927328726" sldId="262"/>
            <ac:picMk id="4" creationId="{36F93E7E-4F41-E219-B601-C6237D497929}"/>
          </ac:picMkLst>
        </pc:picChg>
      </pc:sldChg>
      <pc:sldChg chg="modSp new del">
        <pc:chgData name="Somak Das" userId="S::sdas@floridapoly.edu::98cebb13-2fc4-4808-95b9-daeb7e6acc01" providerId="AD" clId="Web-{5CCE72AF-1F1A-778E-5169-07570E485C1C}" dt="2024-12-01T20:30:01.140" v="343"/>
        <pc:sldMkLst>
          <pc:docMk/>
          <pc:sldMk cId="2327930005" sldId="262"/>
        </pc:sldMkLst>
        <pc:spChg chg="mod">
          <ac:chgData name="Somak Das" userId="S::sdas@floridapoly.edu::98cebb13-2fc4-4808-95b9-daeb7e6acc01" providerId="AD" clId="Web-{5CCE72AF-1F1A-778E-5169-07570E485C1C}" dt="2024-12-01T20:29:55.906" v="342" actId="14100"/>
          <ac:spMkLst>
            <pc:docMk/>
            <pc:sldMk cId="2327930005" sldId="262"/>
            <ac:spMk id="2" creationId="{467FF0E9-7BF3-975F-2C82-ADEC7333E66E}"/>
          </ac:spMkLst>
        </pc:spChg>
      </pc:sldChg>
      <pc:sldChg chg="addSp delSp modSp add replId">
        <pc:chgData name="Somak Das" userId="S::sdas@floridapoly.edu::98cebb13-2fc4-4808-95b9-daeb7e6acc01" providerId="AD" clId="Web-{5CCE72AF-1F1A-778E-5169-07570E485C1C}" dt="2024-12-01T20:46:47.533" v="478" actId="1076"/>
        <pc:sldMkLst>
          <pc:docMk/>
          <pc:sldMk cId="2612432923" sldId="263"/>
        </pc:sldMkLst>
        <pc:spChg chg="mod">
          <ac:chgData name="Somak Das" userId="S::sdas@floridapoly.edu::98cebb13-2fc4-4808-95b9-daeb7e6acc01" providerId="AD" clId="Web-{5CCE72AF-1F1A-778E-5169-07570E485C1C}" dt="2024-12-01T20:45:40.422" v="468" actId="14100"/>
          <ac:spMkLst>
            <pc:docMk/>
            <pc:sldMk cId="2612432923" sldId="263"/>
            <ac:spMk id="2" creationId="{A29CF297-8C2A-3895-8A41-A166D0C53BAE}"/>
          </ac:spMkLst>
        </pc:spChg>
        <pc:spChg chg="mod">
          <ac:chgData name="Somak Das" userId="S::sdas@floridapoly.edu::98cebb13-2fc4-4808-95b9-daeb7e6acc01" providerId="AD" clId="Web-{5CCE72AF-1F1A-778E-5169-07570E485C1C}" dt="2024-12-01T20:46:36.861" v="476" actId="20577"/>
          <ac:spMkLst>
            <pc:docMk/>
            <pc:sldMk cId="2612432923" sldId="263"/>
            <ac:spMk id="3" creationId="{412DB87C-DABD-A737-D311-F8DD7BE1B6E2}"/>
          </ac:spMkLst>
        </pc:spChg>
        <pc:picChg chg="mod">
          <ac:chgData name="Somak Das" userId="S::sdas@floridapoly.edu::98cebb13-2fc4-4808-95b9-daeb7e6acc01" providerId="AD" clId="Web-{5CCE72AF-1F1A-778E-5169-07570E485C1C}" dt="2024-12-01T20:46:47.533" v="478" actId="1076"/>
          <ac:picMkLst>
            <pc:docMk/>
            <pc:sldMk cId="2612432923" sldId="263"/>
            <ac:picMk id="4" creationId="{36F93E7E-4F41-E219-B601-C6237D497929}"/>
          </ac:picMkLst>
        </pc:picChg>
        <pc:picChg chg="add del mod">
          <ac:chgData name="Somak Das" userId="S::sdas@floridapoly.edu::98cebb13-2fc4-4808-95b9-daeb7e6acc01" providerId="AD" clId="Web-{5CCE72AF-1F1A-778E-5169-07570E485C1C}" dt="2024-12-01T20:39:40.423" v="402"/>
          <ac:picMkLst>
            <pc:docMk/>
            <pc:sldMk cId="2612432923" sldId="263"/>
            <ac:picMk id="5" creationId="{6FCD1044-4E07-291C-66C8-20988784E839}"/>
          </ac:picMkLst>
        </pc:picChg>
        <pc:picChg chg="add mod">
          <ac:chgData name="Somak Das" userId="S::sdas@floridapoly.edu::98cebb13-2fc4-4808-95b9-daeb7e6acc01" providerId="AD" clId="Web-{5CCE72AF-1F1A-778E-5169-07570E485C1C}" dt="2024-12-01T20:46:45.564" v="477" actId="1076"/>
          <ac:picMkLst>
            <pc:docMk/>
            <pc:sldMk cId="2612432923" sldId="263"/>
            <ac:picMk id="6" creationId="{2E1E3EFF-1DE7-9E4F-5804-0F6282BC6984}"/>
          </ac:picMkLst>
        </pc:picChg>
      </pc:sldChg>
      <pc:sldChg chg="addSp modSp new">
        <pc:chgData name="Somak Das" userId="S::sdas@floridapoly.edu::98cebb13-2fc4-4808-95b9-daeb7e6acc01" providerId="AD" clId="Web-{5CCE72AF-1F1A-778E-5169-07570E485C1C}" dt="2024-12-01T21:11:47.370" v="573" actId="1076"/>
        <pc:sldMkLst>
          <pc:docMk/>
          <pc:sldMk cId="3830200625" sldId="264"/>
        </pc:sldMkLst>
        <pc:spChg chg="mod">
          <ac:chgData name="Somak Das" userId="S::sdas@floridapoly.edu::98cebb13-2fc4-4808-95b9-daeb7e6acc01" providerId="AD" clId="Web-{5CCE72AF-1F1A-778E-5169-07570E485C1C}" dt="2024-12-01T20:56:10.233" v="525" actId="1076"/>
          <ac:spMkLst>
            <pc:docMk/>
            <pc:sldMk cId="3830200625" sldId="264"/>
            <ac:spMk id="2" creationId="{641DFED5-FEA1-0A57-8397-F34E4ADCBA79}"/>
          </ac:spMkLst>
        </pc:spChg>
        <pc:spChg chg="mod">
          <ac:chgData name="Somak Das" userId="S::sdas@floridapoly.edu::98cebb13-2fc4-4808-95b9-daeb7e6acc01" providerId="AD" clId="Web-{5CCE72AF-1F1A-778E-5169-07570E485C1C}" dt="2024-12-01T21:03:10.417" v="544" actId="14100"/>
          <ac:spMkLst>
            <pc:docMk/>
            <pc:sldMk cId="3830200625" sldId="264"/>
            <ac:spMk id="3" creationId="{0DC5D0DB-8445-D734-2F31-0417616429CE}"/>
          </ac:spMkLst>
        </pc:spChg>
        <pc:picChg chg="add mod">
          <ac:chgData name="Somak Das" userId="S::sdas@floridapoly.edu::98cebb13-2fc4-4808-95b9-daeb7e6acc01" providerId="AD" clId="Web-{5CCE72AF-1F1A-778E-5169-07570E485C1C}" dt="2024-12-01T21:11:47.370" v="573" actId="1076"/>
          <ac:picMkLst>
            <pc:docMk/>
            <pc:sldMk cId="3830200625" sldId="264"/>
            <ac:picMk id="4" creationId="{E32079C8-FE06-469C-AF44-326E3D2FF325}"/>
          </ac:picMkLst>
        </pc:picChg>
        <pc:picChg chg="add mod">
          <ac:chgData name="Somak Das" userId="S::sdas@floridapoly.edu::98cebb13-2fc4-4808-95b9-daeb7e6acc01" providerId="AD" clId="Web-{5CCE72AF-1F1A-778E-5169-07570E485C1C}" dt="2024-12-01T21:11:42.823" v="572" actId="1076"/>
          <ac:picMkLst>
            <pc:docMk/>
            <pc:sldMk cId="3830200625" sldId="264"/>
            <ac:picMk id="5" creationId="{140BACE8-39BF-A836-3A90-CD74EEB98A0E}"/>
          </ac:picMkLst>
        </pc:picChg>
        <pc:picChg chg="add mod">
          <ac:chgData name="Somak Das" userId="S::sdas@floridapoly.edu::98cebb13-2fc4-4808-95b9-daeb7e6acc01" providerId="AD" clId="Web-{5CCE72AF-1F1A-778E-5169-07570E485C1C}" dt="2024-12-01T21:05:32.671" v="566" actId="1076"/>
          <ac:picMkLst>
            <pc:docMk/>
            <pc:sldMk cId="3830200625" sldId="264"/>
            <ac:picMk id="6" creationId="{FCD1A176-4208-B4EC-85D1-2386C2F11FEA}"/>
          </ac:picMkLst>
        </pc:picChg>
        <pc:picChg chg="add mod">
          <ac:chgData name="Somak Das" userId="S::sdas@floridapoly.edu::98cebb13-2fc4-4808-95b9-daeb7e6acc01" providerId="AD" clId="Web-{5CCE72AF-1F1A-778E-5169-07570E485C1C}" dt="2024-12-01T21:05:40.812" v="567" actId="1076"/>
          <ac:picMkLst>
            <pc:docMk/>
            <pc:sldMk cId="3830200625" sldId="264"/>
            <ac:picMk id="7" creationId="{5545F312-AF24-7FCF-DEB4-3D60B1C25F9E}"/>
          </ac:picMkLst>
        </pc:picChg>
      </pc:sldChg>
      <pc:sldChg chg="addSp delSp modSp new">
        <pc:chgData name="Somak Das" userId="S::sdas@floridapoly.edu::98cebb13-2fc4-4808-95b9-daeb7e6acc01" providerId="AD" clId="Web-{5CCE72AF-1F1A-778E-5169-07570E485C1C}" dt="2024-12-01T21:27:50.836" v="701" actId="20577"/>
        <pc:sldMkLst>
          <pc:docMk/>
          <pc:sldMk cId="2661583762" sldId="265"/>
        </pc:sldMkLst>
        <pc:spChg chg="del">
          <ac:chgData name="Somak Das" userId="S::sdas@floridapoly.edu::98cebb13-2fc4-4808-95b9-daeb7e6acc01" providerId="AD" clId="Web-{5CCE72AF-1F1A-778E-5169-07570E485C1C}" dt="2024-12-01T21:21:37.888" v="575"/>
          <ac:spMkLst>
            <pc:docMk/>
            <pc:sldMk cId="2661583762" sldId="265"/>
            <ac:spMk id="2" creationId="{4E443BF7-8B43-7EB8-A216-BC56D42AE5DD}"/>
          </ac:spMkLst>
        </pc:spChg>
        <pc:spChg chg="mod">
          <ac:chgData name="Somak Das" userId="S::sdas@floridapoly.edu::98cebb13-2fc4-4808-95b9-daeb7e6acc01" providerId="AD" clId="Web-{5CCE72AF-1F1A-778E-5169-07570E485C1C}" dt="2024-12-01T21:27:50.836" v="701" actId="20577"/>
          <ac:spMkLst>
            <pc:docMk/>
            <pc:sldMk cId="2661583762" sldId="265"/>
            <ac:spMk id="3" creationId="{74A8C5C4-007E-3A86-77B5-97820BBB0F49}"/>
          </ac:spMkLst>
        </pc:spChg>
        <pc:picChg chg="add mod">
          <ac:chgData name="Somak Das" userId="S::sdas@floridapoly.edu::98cebb13-2fc4-4808-95b9-daeb7e6acc01" providerId="AD" clId="Web-{5CCE72AF-1F1A-778E-5169-07570E485C1C}" dt="2024-12-01T21:25:10.269" v="620" actId="1076"/>
          <ac:picMkLst>
            <pc:docMk/>
            <pc:sldMk cId="2661583762" sldId="265"/>
            <ac:picMk id="4" creationId="{32B27B0E-05FC-41F8-FC3C-96C56D22A4DF}"/>
          </ac:picMkLst>
        </pc:picChg>
      </pc:sldChg>
      <pc:sldChg chg="modSp new">
        <pc:chgData name="Somak Das" userId="S::sdas@floridapoly.edu::98cebb13-2fc4-4808-95b9-daeb7e6acc01" providerId="AD" clId="Web-{5CCE72AF-1F1A-778E-5169-07570E485C1C}" dt="2024-12-01T21:24:42.768" v="617" actId="20577"/>
        <pc:sldMkLst>
          <pc:docMk/>
          <pc:sldMk cId="1360035730" sldId="266"/>
        </pc:sldMkLst>
        <pc:spChg chg="mod">
          <ac:chgData name="Somak Das" userId="S::sdas@floridapoly.edu::98cebb13-2fc4-4808-95b9-daeb7e6acc01" providerId="AD" clId="Web-{5CCE72AF-1F1A-778E-5169-07570E485C1C}" dt="2024-12-01T21:23:53.236" v="610" actId="20577"/>
          <ac:spMkLst>
            <pc:docMk/>
            <pc:sldMk cId="1360035730" sldId="266"/>
            <ac:spMk id="2" creationId="{2C1D8BFA-7293-027E-76D6-961B7ADB4F94}"/>
          </ac:spMkLst>
        </pc:spChg>
        <pc:spChg chg="mod">
          <ac:chgData name="Somak Das" userId="S::sdas@floridapoly.edu::98cebb13-2fc4-4808-95b9-daeb7e6acc01" providerId="AD" clId="Web-{5CCE72AF-1F1A-778E-5169-07570E485C1C}" dt="2024-12-01T21:24:42.768" v="617" actId="20577"/>
          <ac:spMkLst>
            <pc:docMk/>
            <pc:sldMk cId="1360035730" sldId="266"/>
            <ac:spMk id="3" creationId="{335A5C05-C1A0-FF72-2882-95B870AC4C89}"/>
          </ac:spMkLst>
        </pc:spChg>
      </pc:sldChg>
    </pc:docChg>
  </pc:docChgLst>
  <pc:docChgLst>
    <pc:chgData name="Somak Das" userId="S::sdas@floridapoly.edu::98cebb13-2fc4-4808-95b9-daeb7e6acc01" providerId="AD" clId="Web-{2A9D659B-050A-801C-EB3A-81FD55D61307}"/>
    <pc:docChg chg="addSld modSld">
      <pc:chgData name="Somak Das" userId="S::sdas@floridapoly.edu::98cebb13-2fc4-4808-95b9-daeb7e6acc01" providerId="AD" clId="Web-{2A9D659B-050A-801C-EB3A-81FD55D61307}" dt="2024-12-02T04:24:21.549" v="308" actId="1076"/>
      <pc:docMkLst>
        <pc:docMk/>
      </pc:docMkLst>
      <pc:sldChg chg="addSp delSp modSp">
        <pc:chgData name="Somak Das" userId="S::sdas@floridapoly.edu::98cebb13-2fc4-4808-95b9-daeb7e6acc01" providerId="AD" clId="Web-{2A9D659B-050A-801C-EB3A-81FD55D61307}" dt="2024-12-02T03:18:12.240" v="35" actId="1076"/>
        <pc:sldMkLst>
          <pc:docMk/>
          <pc:sldMk cId="494005101" sldId="268"/>
        </pc:sldMkLst>
        <pc:picChg chg="add mod">
          <ac:chgData name="Somak Das" userId="S::sdas@floridapoly.edu::98cebb13-2fc4-4808-95b9-daeb7e6acc01" providerId="AD" clId="Web-{2A9D659B-050A-801C-EB3A-81FD55D61307}" dt="2024-12-02T03:18:06.615" v="34" actId="1076"/>
          <ac:picMkLst>
            <pc:docMk/>
            <pc:sldMk cId="494005101" sldId="268"/>
            <ac:picMk id="2" creationId="{21C6DE52-1612-3952-7484-3D8ECB29ABB7}"/>
          </ac:picMkLst>
        </pc:picChg>
        <pc:picChg chg="mod">
          <ac:chgData name="Somak Das" userId="S::sdas@floridapoly.edu::98cebb13-2fc4-4808-95b9-daeb7e6acc01" providerId="AD" clId="Web-{2A9D659B-050A-801C-EB3A-81FD55D61307}" dt="2024-12-02T03:17:36.692" v="29" actId="1076"/>
          <ac:picMkLst>
            <pc:docMk/>
            <pc:sldMk cId="494005101" sldId="268"/>
            <ac:picMk id="4" creationId="{4026E77E-2AA4-530B-F82A-CB1183E89397}"/>
          </ac:picMkLst>
        </pc:picChg>
        <pc:picChg chg="mod">
          <ac:chgData name="Somak Das" userId="S::sdas@floridapoly.edu::98cebb13-2fc4-4808-95b9-daeb7e6acc01" providerId="AD" clId="Web-{2A9D659B-050A-801C-EB3A-81FD55D61307}" dt="2024-12-02T03:18:12.240" v="35" actId="1076"/>
          <ac:picMkLst>
            <pc:docMk/>
            <pc:sldMk cId="494005101" sldId="268"/>
            <ac:picMk id="5" creationId="{A1357A6C-5AE3-7477-3669-8C2FBFA388EA}"/>
          </ac:picMkLst>
        </pc:picChg>
        <pc:picChg chg="del">
          <ac:chgData name="Somak Das" userId="S::sdas@floridapoly.edu::98cebb13-2fc4-4808-95b9-daeb7e6acc01" providerId="AD" clId="Web-{2A9D659B-050A-801C-EB3A-81FD55D61307}" dt="2024-12-02T03:15:07.343" v="21"/>
          <ac:picMkLst>
            <pc:docMk/>
            <pc:sldMk cId="494005101" sldId="268"/>
            <ac:picMk id="6" creationId="{D1D33C49-1EA6-6E7E-0A66-B9AE4A8F94F4}"/>
          </ac:picMkLst>
        </pc:picChg>
      </pc:sldChg>
      <pc:sldChg chg="addSp delSp modSp">
        <pc:chgData name="Somak Das" userId="S::sdas@floridapoly.edu::98cebb13-2fc4-4808-95b9-daeb7e6acc01" providerId="AD" clId="Web-{2A9D659B-050A-801C-EB3A-81FD55D61307}" dt="2024-12-02T03:18:43.492" v="36" actId="1076"/>
        <pc:sldMkLst>
          <pc:docMk/>
          <pc:sldMk cId="2159100338" sldId="269"/>
        </pc:sldMkLst>
        <pc:picChg chg="add mod">
          <ac:chgData name="Somak Das" userId="S::sdas@floridapoly.edu::98cebb13-2fc4-4808-95b9-daeb7e6acc01" providerId="AD" clId="Web-{2A9D659B-050A-801C-EB3A-81FD55D61307}" dt="2024-12-02T03:13:42.965" v="11" actId="1076"/>
          <ac:picMkLst>
            <pc:docMk/>
            <pc:sldMk cId="2159100338" sldId="269"/>
            <ac:picMk id="2" creationId="{96B14AAA-87F9-E075-87EF-344BD1F8F063}"/>
          </ac:picMkLst>
        </pc:picChg>
        <pc:picChg chg="add del mod">
          <ac:chgData name="Somak Das" userId="S::sdas@floridapoly.edu::98cebb13-2fc4-4808-95b9-daeb7e6acc01" providerId="AD" clId="Web-{2A9D659B-050A-801C-EB3A-81FD55D61307}" dt="2024-12-02T03:14:33.186" v="15"/>
          <ac:picMkLst>
            <pc:docMk/>
            <pc:sldMk cId="2159100338" sldId="269"/>
            <ac:picMk id="3" creationId="{A2B83FDB-AF9A-01AA-DB51-AE47F0C2EAAD}"/>
          </ac:picMkLst>
        </pc:picChg>
        <pc:picChg chg="add mod">
          <ac:chgData name="Somak Das" userId="S::sdas@floridapoly.edu::98cebb13-2fc4-4808-95b9-daeb7e6acc01" providerId="AD" clId="Web-{2A9D659B-050A-801C-EB3A-81FD55D61307}" dt="2024-12-02T03:18:43.492" v="36" actId="1076"/>
          <ac:picMkLst>
            <pc:docMk/>
            <pc:sldMk cId="2159100338" sldId="269"/>
            <ac:picMk id="4" creationId="{D228796D-00A9-A707-FC0E-A3A9897CF6A1}"/>
          </ac:picMkLst>
        </pc:picChg>
      </pc:sldChg>
      <pc:sldChg chg="addSp delSp modSp new mod modClrScheme chgLayout">
        <pc:chgData name="Somak Das" userId="S::sdas@floridapoly.edu::98cebb13-2fc4-4808-95b9-daeb7e6acc01" providerId="AD" clId="Web-{2A9D659B-050A-801C-EB3A-81FD55D61307}" dt="2024-12-02T04:12:33.275" v="286" actId="20577"/>
        <pc:sldMkLst>
          <pc:docMk/>
          <pc:sldMk cId="2742330087" sldId="270"/>
        </pc:sldMkLst>
        <pc:spChg chg="add mod">
          <ac:chgData name="Somak Das" userId="S::sdas@floridapoly.edu::98cebb13-2fc4-4808-95b9-daeb7e6acc01" providerId="AD" clId="Web-{2A9D659B-050A-801C-EB3A-81FD55D61307}" dt="2024-12-02T04:07:09.070" v="202" actId="1076"/>
          <ac:spMkLst>
            <pc:docMk/>
            <pc:sldMk cId="2742330087" sldId="270"/>
            <ac:spMk id="2" creationId="{895B5E54-57CF-38EF-ED68-36B6AD1B8A7B}"/>
          </ac:spMkLst>
        </pc:spChg>
        <pc:spChg chg="add mod">
          <ac:chgData name="Somak Das" userId="S::sdas@floridapoly.edu::98cebb13-2fc4-4808-95b9-daeb7e6acc01" providerId="AD" clId="Web-{2A9D659B-050A-801C-EB3A-81FD55D61307}" dt="2024-12-02T04:12:33.275" v="286" actId="20577"/>
          <ac:spMkLst>
            <pc:docMk/>
            <pc:sldMk cId="2742330087" sldId="270"/>
            <ac:spMk id="3" creationId="{872F78F1-E8D3-8C87-85A3-78EE7B07273E}"/>
          </ac:spMkLst>
        </pc:spChg>
        <pc:picChg chg="add del mod">
          <ac:chgData name="Somak Das" userId="S::sdas@floridapoly.edu::98cebb13-2fc4-4808-95b9-daeb7e6acc01" providerId="AD" clId="Web-{2A9D659B-050A-801C-EB3A-81FD55D61307}" dt="2024-12-02T03:41:38.471" v="117"/>
          <ac:picMkLst>
            <pc:docMk/>
            <pc:sldMk cId="2742330087" sldId="270"/>
            <ac:picMk id="4" creationId="{4EBFD3FF-292B-0C60-D685-CE000C765670}"/>
          </ac:picMkLst>
        </pc:picChg>
        <pc:picChg chg="add del mod">
          <ac:chgData name="Somak Das" userId="S::sdas@floridapoly.edu::98cebb13-2fc4-4808-95b9-daeb7e6acc01" providerId="AD" clId="Web-{2A9D659B-050A-801C-EB3A-81FD55D61307}" dt="2024-12-02T03:41:40.408" v="118"/>
          <ac:picMkLst>
            <pc:docMk/>
            <pc:sldMk cId="2742330087" sldId="270"/>
            <ac:picMk id="5" creationId="{04FC86DA-A470-2326-7793-A3C34DC37717}"/>
          </ac:picMkLst>
        </pc:picChg>
        <pc:picChg chg="add del mod">
          <ac:chgData name="Somak Das" userId="S::sdas@floridapoly.edu::98cebb13-2fc4-4808-95b9-daeb7e6acc01" providerId="AD" clId="Web-{2A9D659B-050A-801C-EB3A-81FD55D61307}" dt="2024-12-02T04:06:57.804" v="197"/>
          <ac:picMkLst>
            <pc:docMk/>
            <pc:sldMk cId="2742330087" sldId="270"/>
            <ac:picMk id="6" creationId="{201A59BE-FD64-5BD4-175C-5D995F7E30C1}"/>
          </ac:picMkLst>
        </pc:picChg>
        <pc:picChg chg="add mod">
          <ac:chgData name="Somak Das" userId="S::sdas@floridapoly.edu::98cebb13-2fc4-4808-95b9-daeb7e6acc01" providerId="AD" clId="Web-{2A9D659B-050A-801C-EB3A-81FD55D61307}" dt="2024-12-02T04:10:57.928" v="266" actId="1076"/>
          <ac:picMkLst>
            <pc:docMk/>
            <pc:sldMk cId="2742330087" sldId="270"/>
            <ac:picMk id="7" creationId="{92B7C225-BE14-EBB4-DF3B-BD1C4FAE0D52}"/>
          </ac:picMkLst>
        </pc:picChg>
        <pc:picChg chg="add mod">
          <ac:chgData name="Somak Das" userId="S::sdas@floridapoly.edu::98cebb13-2fc4-4808-95b9-daeb7e6acc01" providerId="AD" clId="Web-{2A9D659B-050A-801C-EB3A-81FD55D61307}" dt="2024-12-02T04:10:45.302" v="264" actId="1076"/>
          <ac:picMkLst>
            <pc:docMk/>
            <pc:sldMk cId="2742330087" sldId="270"/>
            <ac:picMk id="8" creationId="{F710017E-2823-8BD9-811B-2C4846B18531}"/>
          </ac:picMkLst>
        </pc:picChg>
      </pc:sldChg>
      <pc:sldChg chg="addSp modSp new">
        <pc:chgData name="Somak Das" userId="S::sdas@floridapoly.edu::98cebb13-2fc4-4808-95b9-daeb7e6acc01" providerId="AD" clId="Web-{2A9D659B-050A-801C-EB3A-81FD55D61307}" dt="2024-12-02T03:38:37.834" v="116" actId="1076"/>
        <pc:sldMkLst>
          <pc:docMk/>
          <pc:sldMk cId="693746977" sldId="271"/>
        </pc:sldMkLst>
        <pc:spChg chg="mod">
          <ac:chgData name="Somak Das" userId="S::sdas@floridapoly.edu::98cebb13-2fc4-4808-95b9-daeb7e6acc01" providerId="AD" clId="Web-{2A9D659B-050A-801C-EB3A-81FD55D61307}" dt="2024-12-02T03:38:26.928" v="114" actId="1076"/>
          <ac:spMkLst>
            <pc:docMk/>
            <pc:sldMk cId="693746977" sldId="271"/>
            <ac:spMk id="2" creationId="{B1C068C1-98F4-C5BF-43AF-6867CF1911CB}"/>
          </ac:spMkLst>
        </pc:spChg>
        <pc:spChg chg="mod">
          <ac:chgData name="Somak Das" userId="S::sdas@floridapoly.edu::98cebb13-2fc4-4808-95b9-daeb7e6acc01" providerId="AD" clId="Web-{2A9D659B-050A-801C-EB3A-81FD55D61307}" dt="2024-12-02T03:38:17.365" v="113" actId="14100"/>
          <ac:spMkLst>
            <pc:docMk/>
            <pc:sldMk cId="693746977" sldId="271"/>
            <ac:spMk id="3" creationId="{1D001FC3-A2FB-AE91-F62F-F7E884FD27C4}"/>
          </ac:spMkLst>
        </pc:spChg>
        <pc:picChg chg="add mod">
          <ac:chgData name="Somak Das" userId="S::sdas@floridapoly.edu::98cebb13-2fc4-4808-95b9-daeb7e6acc01" providerId="AD" clId="Web-{2A9D659B-050A-801C-EB3A-81FD55D61307}" dt="2024-12-02T03:38:37.834" v="116" actId="1076"/>
          <ac:picMkLst>
            <pc:docMk/>
            <pc:sldMk cId="693746977" sldId="271"/>
            <ac:picMk id="4" creationId="{0CE30458-D9AC-4B03-9E6B-95ACFFE3FB8C}"/>
          </ac:picMkLst>
        </pc:picChg>
        <pc:picChg chg="add mod">
          <ac:chgData name="Somak Das" userId="S::sdas@floridapoly.edu::98cebb13-2fc4-4808-95b9-daeb7e6acc01" providerId="AD" clId="Web-{2A9D659B-050A-801C-EB3A-81FD55D61307}" dt="2024-12-02T03:38:33.991" v="115" actId="1076"/>
          <ac:picMkLst>
            <pc:docMk/>
            <pc:sldMk cId="693746977" sldId="271"/>
            <ac:picMk id="5" creationId="{E0C6C6E4-9868-39E1-CAEE-8B991D1DFF57}"/>
          </ac:picMkLst>
        </pc:picChg>
      </pc:sldChg>
      <pc:sldChg chg="addSp delSp modSp new mod modClrScheme chgLayout">
        <pc:chgData name="Somak Das" userId="S::sdas@floridapoly.edu::98cebb13-2fc4-4808-95b9-daeb7e6acc01" providerId="AD" clId="Web-{2A9D659B-050A-801C-EB3A-81FD55D61307}" dt="2024-12-02T04:22:49.170" v="303"/>
        <pc:sldMkLst>
          <pc:docMk/>
          <pc:sldMk cId="2522223432" sldId="272"/>
        </pc:sldMkLst>
        <pc:spChg chg="del">
          <ac:chgData name="Somak Das" userId="S::sdas@floridapoly.edu::98cebb13-2fc4-4808-95b9-daeb7e6acc01" providerId="AD" clId="Web-{2A9D659B-050A-801C-EB3A-81FD55D61307}" dt="2024-12-02T04:21:30.574" v="288"/>
          <ac:spMkLst>
            <pc:docMk/>
            <pc:sldMk cId="2522223432" sldId="272"/>
            <ac:spMk id="2" creationId="{8FFF2783-EE57-BF08-FD6C-EEC5336EF0F6}"/>
          </ac:spMkLst>
        </pc:spChg>
        <pc:spChg chg="del">
          <ac:chgData name="Somak Das" userId="S::sdas@floridapoly.edu::98cebb13-2fc4-4808-95b9-daeb7e6acc01" providerId="AD" clId="Web-{2A9D659B-050A-801C-EB3A-81FD55D61307}" dt="2024-12-02T04:21:30.574" v="288"/>
          <ac:spMkLst>
            <pc:docMk/>
            <pc:sldMk cId="2522223432" sldId="272"/>
            <ac:spMk id="3" creationId="{9DE4715D-DD80-323A-B35E-1B6B913F8B0B}"/>
          </ac:spMkLst>
        </pc:spChg>
        <pc:picChg chg="add mod">
          <ac:chgData name="Somak Das" userId="S::sdas@floridapoly.edu::98cebb13-2fc4-4808-95b9-daeb7e6acc01" providerId="AD" clId="Web-{2A9D659B-050A-801C-EB3A-81FD55D61307}" dt="2024-12-02T04:22:20.341" v="300" actId="1076"/>
          <ac:picMkLst>
            <pc:docMk/>
            <pc:sldMk cId="2522223432" sldId="272"/>
            <ac:picMk id="4" creationId="{212F0179-79F6-CD54-C140-32316A95FDD5}"/>
          </ac:picMkLst>
        </pc:picChg>
        <pc:picChg chg="add mod">
          <ac:chgData name="Somak Das" userId="S::sdas@floridapoly.edu::98cebb13-2fc4-4808-95b9-daeb7e6acc01" providerId="AD" clId="Web-{2A9D659B-050A-801C-EB3A-81FD55D61307}" dt="2024-12-02T04:22:17.450" v="299" actId="1076"/>
          <ac:picMkLst>
            <pc:docMk/>
            <pc:sldMk cId="2522223432" sldId="272"/>
            <ac:picMk id="5" creationId="{92FDFABF-4CC6-2E4C-AD27-039161A0A060}"/>
          </ac:picMkLst>
        </pc:picChg>
        <pc:picChg chg="add mod">
          <ac:chgData name="Somak Das" userId="S::sdas@floridapoly.edu::98cebb13-2fc4-4808-95b9-daeb7e6acc01" providerId="AD" clId="Web-{2A9D659B-050A-801C-EB3A-81FD55D61307}" dt="2024-12-02T04:22:01.544" v="294" actId="1076"/>
          <ac:picMkLst>
            <pc:docMk/>
            <pc:sldMk cId="2522223432" sldId="272"/>
            <ac:picMk id="6" creationId="{D120C5D1-8993-7415-BA30-D84666EE9479}"/>
          </ac:picMkLst>
        </pc:picChg>
        <pc:picChg chg="add mod">
          <ac:chgData name="Somak Das" userId="S::sdas@floridapoly.edu::98cebb13-2fc4-4808-95b9-daeb7e6acc01" providerId="AD" clId="Web-{2A9D659B-050A-801C-EB3A-81FD55D61307}" dt="2024-12-02T04:22:28.466" v="302" actId="1076"/>
          <ac:picMkLst>
            <pc:docMk/>
            <pc:sldMk cId="2522223432" sldId="272"/>
            <ac:picMk id="7" creationId="{055F917B-49CD-9992-18EE-99511D313222}"/>
          </ac:picMkLst>
        </pc:picChg>
        <pc:cxnChg chg="add">
          <ac:chgData name="Somak Das" userId="S::sdas@floridapoly.edu::98cebb13-2fc4-4808-95b9-daeb7e6acc01" providerId="AD" clId="Web-{2A9D659B-050A-801C-EB3A-81FD55D61307}" dt="2024-12-02T04:22:49.170" v="303"/>
          <ac:cxnSpMkLst>
            <pc:docMk/>
            <pc:sldMk cId="2522223432" sldId="272"/>
            <ac:cxnSpMk id="8" creationId="{8D16DFCE-8E3A-E99A-B596-45B8A6ABCBE0}"/>
          </ac:cxnSpMkLst>
        </pc:cxnChg>
      </pc:sldChg>
      <pc:sldChg chg="addSp modSp new">
        <pc:chgData name="Somak Das" userId="S::sdas@floridapoly.edu::98cebb13-2fc4-4808-95b9-daeb7e6acc01" providerId="AD" clId="Web-{2A9D659B-050A-801C-EB3A-81FD55D61307}" dt="2024-12-02T04:24:21.549" v="308" actId="1076"/>
        <pc:sldMkLst>
          <pc:docMk/>
          <pc:sldMk cId="4052135120" sldId="273"/>
        </pc:sldMkLst>
        <pc:picChg chg="add mod">
          <ac:chgData name="Somak Das" userId="S::sdas@floridapoly.edu::98cebb13-2fc4-4808-95b9-daeb7e6acc01" providerId="AD" clId="Web-{2A9D659B-050A-801C-EB3A-81FD55D61307}" dt="2024-12-02T04:24:21.549" v="308" actId="1076"/>
          <ac:picMkLst>
            <pc:docMk/>
            <pc:sldMk cId="4052135120" sldId="273"/>
            <ac:picMk id="2" creationId="{46790E28-5672-9DE0-1397-1BBDA240ABDB}"/>
          </ac:picMkLst>
        </pc:picChg>
      </pc:sldChg>
    </pc:docChg>
  </pc:docChgLst>
  <pc:docChgLst>
    <pc:chgData name="Somak Das" userId="S::sdas@floridapoly.edu::98cebb13-2fc4-4808-95b9-daeb7e6acc01" providerId="AD" clId="Web-{8A6B84A5-94E5-09BA-DE17-F99B24688D40}"/>
    <pc:docChg chg="addSld delSld modSld">
      <pc:chgData name="Somak Das" userId="S::sdas@floridapoly.edu::98cebb13-2fc4-4808-95b9-daeb7e6acc01" providerId="AD" clId="Web-{8A6B84A5-94E5-09BA-DE17-F99B24688D40}" dt="2024-11-29T19:29:00.208" v="38" actId="20577"/>
      <pc:docMkLst>
        <pc:docMk/>
      </pc:docMkLst>
      <pc:sldChg chg="del">
        <pc:chgData name="Somak Das" userId="S::sdas@floridapoly.edu::98cebb13-2fc4-4808-95b9-daeb7e6acc01" providerId="AD" clId="Web-{8A6B84A5-94E5-09BA-DE17-F99B24688D40}" dt="2024-11-29T19:18:29.279" v="0"/>
        <pc:sldMkLst>
          <pc:docMk/>
          <pc:sldMk cId="109857222" sldId="256"/>
        </pc:sldMkLst>
      </pc:sldChg>
      <pc:sldChg chg="del">
        <pc:chgData name="Somak Das" userId="S::sdas@floridapoly.edu::98cebb13-2fc4-4808-95b9-daeb7e6acc01" providerId="AD" clId="Web-{8A6B84A5-94E5-09BA-DE17-F99B24688D40}" dt="2024-11-29T19:18:30.295" v="1"/>
        <pc:sldMkLst>
          <pc:docMk/>
          <pc:sldMk cId="2358630284" sldId="258"/>
        </pc:sldMkLst>
      </pc:sldChg>
      <pc:sldChg chg="modSp new">
        <pc:chgData name="Somak Das" userId="S::sdas@floridapoly.edu::98cebb13-2fc4-4808-95b9-daeb7e6acc01" providerId="AD" clId="Web-{8A6B84A5-94E5-09BA-DE17-F99B24688D40}" dt="2024-11-29T19:27:40.564" v="33" actId="20577"/>
        <pc:sldMkLst>
          <pc:docMk/>
          <pc:sldMk cId="2642342762" sldId="258"/>
        </pc:sldMkLst>
        <pc:spChg chg="mod">
          <ac:chgData name="Somak Das" userId="S::sdas@floridapoly.edu::98cebb13-2fc4-4808-95b9-daeb7e6acc01" providerId="AD" clId="Web-{8A6B84A5-94E5-09BA-DE17-F99B24688D40}" dt="2024-11-29T19:27:40.564" v="33" actId="20577"/>
          <ac:spMkLst>
            <pc:docMk/>
            <pc:sldMk cId="2642342762" sldId="258"/>
            <ac:spMk id="3" creationId="{49303F44-CE98-6F67-B00F-621CF401DF98}"/>
          </ac:spMkLst>
        </pc:spChg>
      </pc:sldChg>
      <pc:sldChg chg="modSp new">
        <pc:chgData name="Somak Das" userId="S::sdas@floridapoly.edu::98cebb13-2fc4-4808-95b9-daeb7e6acc01" providerId="AD" clId="Web-{8A6B84A5-94E5-09BA-DE17-F99B24688D40}" dt="2024-11-29T19:28:54.879" v="36" actId="20577"/>
        <pc:sldMkLst>
          <pc:docMk/>
          <pc:sldMk cId="746514400" sldId="259"/>
        </pc:sldMkLst>
        <pc:spChg chg="mod">
          <ac:chgData name="Somak Das" userId="S::sdas@floridapoly.edu::98cebb13-2fc4-4808-95b9-daeb7e6acc01" providerId="AD" clId="Web-{8A6B84A5-94E5-09BA-DE17-F99B24688D40}" dt="2024-11-29T19:28:54.879" v="36" actId="20577"/>
          <ac:spMkLst>
            <pc:docMk/>
            <pc:sldMk cId="746514400" sldId="259"/>
            <ac:spMk id="3" creationId="{494F65FA-264F-D544-FC53-B550C92A97F9}"/>
          </ac:spMkLst>
        </pc:spChg>
      </pc:sldChg>
      <pc:sldChg chg="del">
        <pc:chgData name="Somak Das" userId="S::sdas@floridapoly.edu::98cebb13-2fc4-4808-95b9-daeb7e6acc01" providerId="AD" clId="Web-{8A6B84A5-94E5-09BA-DE17-F99B24688D40}" dt="2024-11-29T19:18:31.123" v="2"/>
        <pc:sldMkLst>
          <pc:docMk/>
          <pc:sldMk cId="3367762173" sldId="259"/>
        </pc:sldMkLst>
      </pc:sldChg>
      <pc:sldChg chg="modSp new">
        <pc:chgData name="Somak Das" userId="S::sdas@floridapoly.edu::98cebb13-2fc4-4808-95b9-daeb7e6acc01" providerId="AD" clId="Web-{8A6B84A5-94E5-09BA-DE17-F99B24688D40}" dt="2024-11-29T19:29:00.208" v="38" actId="20577"/>
        <pc:sldMkLst>
          <pc:docMk/>
          <pc:sldMk cId="197243705" sldId="260"/>
        </pc:sldMkLst>
        <pc:spChg chg="mod">
          <ac:chgData name="Somak Das" userId="S::sdas@floridapoly.edu::98cebb13-2fc4-4808-95b9-daeb7e6acc01" providerId="AD" clId="Web-{8A6B84A5-94E5-09BA-DE17-F99B24688D40}" dt="2024-11-29T19:29:00.208" v="38" actId="20577"/>
          <ac:spMkLst>
            <pc:docMk/>
            <pc:sldMk cId="197243705" sldId="260"/>
            <ac:spMk id="3" creationId="{D28CB1B9-E8C1-FF75-901A-EC30436B6BEA}"/>
          </ac:spMkLst>
        </pc:spChg>
      </pc:sldChg>
      <pc:sldChg chg="del">
        <pc:chgData name="Somak Das" userId="S::sdas@floridapoly.edu::98cebb13-2fc4-4808-95b9-daeb7e6acc01" providerId="AD" clId="Web-{8A6B84A5-94E5-09BA-DE17-F99B24688D40}" dt="2024-11-29T19:18:32.107" v="3"/>
        <pc:sldMkLst>
          <pc:docMk/>
          <pc:sldMk cId="2294379482" sldId="260"/>
        </pc:sldMkLst>
      </pc:sldChg>
      <pc:sldChg chg="del">
        <pc:chgData name="Somak Das" userId="S::sdas@floridapoly.edu::98cebb13-2fc4-4808-95b9-daeb7e6acc01" providerId="AD" clId="Web-{8A6B84A5-94E5-09BA-DE17-F99B24688D40}" dt="2024-11-29T19:18:32.576" v="4"/>
        <pc:sldMkLst>
          <pc:docMk/>
          <pc:sldMk cId="2391013366" sldId="261"/>
        </pc:sldMkLst>
      </pc:sldChg>
      <pc:sldChg chg="del">
        <pc:chgData name="Somak Das" userId="S::sdas@floridapoly.edu::98cebb13-2fc4-4808-95b9-daeb7e6acc01" providerId="AD" clId="Web-{8A6B84A5-94E5-09BA-DE17-F99B24688D40}" dt="2024-11-29T19:18:33.326" v="5"/>
        <pc:sldMkLst>
          <pc:docMk/>
          <pc:sldMk cId="1692234644" sldId="262"/>
        </pc:sldMkLst>
      </pc:sldChg>
      <pc:sldChg chg="del">
        <pc:chgData name="Somak Das" userId="S::sdas@floridapoly.edu::98cebb13-2fc4-4808-95b9-daeb7e6acc01" providerId="AD" clId="Web-{8A6B84A5-94E5-09BA-DE17-F99B24688D40}" dt="2024-11-29T19:18:33.732" v="6"/>
        <pc:sldMkLst>
          <pc:docMk/>
          <pc:sldMk cId="3840670357" sldId="263"/>
        </pc:sldMkLst>
      </pc:sldChg>
      <pc:sldChg chg="del">
        <pc:chgData name="Somak Das" userId="S::sdas@floridapoly.edu::98cebb13-2fc4-4808-95b9-daeb7e6acc01" providerId="AD" clId="Web-{8A6B84A5-94E5-09BA-DE17-F99B24688D40}" dt="2024-11-29T19:18:34.857" v="7"/>
        <pc:sldMkLst>
          <pc:docMk/>
          <pc:sldMk cId="93765153" sldId="264"/>
        </pc:sldMkLst>
      </pc:sldChg>
      <pc:sldChg chg="del">
        <pc:chgData name="Somak Das" userId="S::sdas@floridapoly.edu::98cebb13-2fc4-4808-95b9-daeb7e6acc01" providerId="AD" clId="Web-{8A6B84A5-94E5-09BA-DE17-F99B24688D40}" dt="2024-11-29T19:18:37.170" v="8"/>
        <pc:sldMkLst>
          <pc:docMk/>
          <pc:sldMk cId="2123826678" sldId="265"/>
        </pc:sldMkLst>
      </pc:sldChg>
      <pc:sldChg chg="del">
        <pc:chgData name="Somak Das" userId="S::sdas@floridapoly.edu::98cebb13-2fc4-4808-95b9-daeb7e6acc01" providerId="AD" clId="Web-{8A6B84A5-94E5-09BA-DE17-F99B24688D40}" dt="2024-11-29T19:18:40.295" v="10"/>
        <pc:sldMkLst>
          <pc:docMk/>
          <pc:sldMk cId="1910010698" sldId="267"/>
        </pc:sldMkLst>
      </pc:sldChg>
      <pc:sldChg chg="del">
        <pc:chgData name="Somak Das" userId="S::sdas@floridapoly.edu::98cebb13-2fc4-4808-95b9-daeb7e6acc01" providerId="AD" clId="Web-{8A6B84A5-94E5-09BA-DE17-F99B24688D40}" dt="2024-11-29T19:18:43.514" v="14"/>
        <pc:sldMkLst>
          <pc:docMk/>
          <pc:sldMk cId="2197045027" sldId="268"/>
        </pc:sldMkLst>
      </pc:sldChg>
      <pc:sldChg chg="del">
        <pc:chgData name="Somak Das" userId="S::sdas@floridapoly.edu::98cebb13-2fc4-4808-95b9-daeb7e6acc01" providerId="AD" clId="Web-{8A6B84A5-94E5-09BA-DE17-F99B24688D40}" dt="2024-11-29T19:18:42.045" v="12"/>
        <pc:sldMkLst>
          <pc:docMk/>
          <pc:sldMk cId="29269387" sldId="269"/>
        </pc:sldMkLst>
      </pc:sldChg>
      <pc:sldChg chg="del">
        <pc:chgData name="Somak Das" userId="S::sdas@floridapoly.edu::98cebb13-2fc4-4808-95b9-daeb7e6acc01" providerId="AD" clId="Web-{8A6B84A5-94E5-09BA-DE17-F99B24688D40}" dt="2024-11-29T19:18:44.327" v="15"/>
        <pc:sldMkLst>
          <pc:docMk/>
          <pc:sldMk cId="2363445112" sldId="270"/>
        </pc:sldMkLst>
      </pc:sldChg>
      <pc:sldChg chg="del">
        <pc:chgData name="Somak Das" userId="S::sdas@floridapoly.edu::98cebb13-2fc4-4808-95b9-daeb7e6acc01" providerId="AD" clId="Web-{8A6B84A5-94E5-09BA-DE17-F99B24688D40}" dt="2024-11-29T19:18:38.264" v="9"/>
        <pc:sldMkLst>
          <pc:docMk/>
          <pc:sldMk cId="1043830976" sldId="271"/>
        </pc:sldMkLst>
      </pc:sldChg>
      <pc:sldChg chg="del">
        <pc:chgData name="Somak Das" userId="S::sdas@floridapoly.edu::98cebb13-2fc4-4808-95b9-daeb7e6acc01" providerId="AD" clId="Web-{8A6B84A5-94E5-09BA-DE17-F99B24688D40}" dt="2024-11-29T19:18:41.139" v="11"/>
        <pc:sldMkLst>
          <pc:docMk/>
          <pc:sldMk cId="436203268" sldId="272"/>
        </pc:sldMkLst>
      </pc:sldChg>
      <pc:sldChg chg="del">
        <pc:chgData name="Somak Das" userId="S::sdas@floridapoly.edu::98cebb13-2fc4-4808-95b9-daeb7e6acc01" providerId="AD" clId="Web-{8A6B84A5-94E5-09BA-DE17-F99B24688D40}" dt="2024-11-29T19:18:42.780" v="13"/>
        <pc:sldMkLst>
          <pc:docMk/>
          <pc:sldMk cId="157308000" sldId="273"/>
        </pc:sldMkLst>
      </pc:sldChg>
      <pc:sldChg chg="del">
        <pc:chgData name="Somak Das" userId="S::sdas@floridapoly.edu::98cebb13-2fc4-4808-95b9-daeb7e6acc01" providerId="AD" clId="Web-{8A6B84A5-94E5-09BA-DE17-F99B24688D40}" dt="2024-11-29T19:18:46.655" v="17"/>
        <pc:sldMkLst>
          <pc:docMk/>
          <pc:sldMk cId="1013954265" sldId="274"/>
        </pc:sldMkLst>
      </pc:sldChg>
      <pc:sldChg chg="del">
        <pc:chgData name="Somak Das" userId="S::sdas@floridapoly.edu::98cebb13-2fc4-4808-95b9-daeb7e6acc01" providerId="AD" clId="Web-{8A6B84A5-94E5-09BA-DE17-F99B24688D40}" dt="2024-11-29T19:18:47.530" v="18"/>
        <pc:sldMkLst>
          <pc:docMk/>
          <pc:sldMk cId="1964583200" sldId="275"/>
        </pc:sldMkLst>
      </pc:sldChg>
      <pc:sldChg chg="del">
        <pc:chgData name="Somak Das" userId="S::sdas@floridapoly.edu::98cebb13-2fc4-4808-95b9-daeb7e6acc01" providerId="AD" clId="Web-{8A6B84A5-94E5-09BA-DE17-F99B24688D40}" dt="2024-11-29T19:18:50.249" v="19"/>
        <pc:sldMkLst>
          <pc:docMk/>
          <pc:sldMk cId="1400526240" sldId="276"/>
        </pc:sldMkLst>
      </pc:sldChg>
      <pc:sldChg chg="del">
        <pc:chgData name="Somak Das" userId="S::sdas@floridapoly.edu::98cebb13-2fc4-4808-95b9-daeb7e6acc01" providerId="AD" clId="Web-{8A6B84A5-94E5-09BA-DE17-F99B24688D40}" dt="2024-11-29T19:18:46.077" v="16"/>
        <pc:sldMkLst>
          <pc:docMk/>
          <pc:sldMk cId="2558215771" sldId="277"/>
        </pc:sldMkLst>
      </pc:sldChg>
    </pc:docChg>
  </pc:docChgLst>
  <pc:docChgLst>
    <pc:chgData name="Somak Das" userId="S::sdas@floridapoly.edu::98cebb13-2fc4-4808-95b9-daeb7e6acc01" providerId="AD" clId="Web-{95281640-9A4B-2203-0698-3DD2EDBB46B5}"/>
    <pc:docChg chg="addSld delSld modSld">
      <pc:chgData name="Somak Das" userId="S::sdas@floridapoly.edu::98cebb13-2fc4-4808-95b9-daeb7e6acc01" providerId="AD" clId="Web-{95281640-9A4B-2203-0698-3DD2EDBB46B5}" dt="2024-12-02T03:12:16.422" v="97"/>
      <pc:docMkLst>
        <pc:docMk/>
      </pc:docMkLst>
      <pc:sldChg chg="addSp modSp">
        <pc:chgData name="Somak Das" userId="S::sdas@floridapoly.edu::98cebb13-2fc4-4808-95b9-daeb7e6acc01" providerId="AD" clId="Web-{95281640-9A4B-2203-0698-3DD2EDBB46B5}" dt="2024-12-01T23:22:11.757" v="79" actId="14100"/>
        <pc:sldMkLst>
          <pc:docMk/>
          <pc:sldMk cId="1360035730" sldId="266"/>
        </pc:sldMkLst>
        <pc:spChg chg="mod">
          <ac:chgData name="Somak Das" userId="S::sdas@floridapoly.edu::98cebb13-2fc4-4808-95b9-daeb7e6acc01" providerId="AD" clId="Web-{95281640-9A4B-2203-0698-3DD2EDBB46B5}" dt="2024-12-01T23:22:04.803" v="78" actId="14100"/>
          <ac:spMkLst>
            <pc:docMk/>
            <pc:sldMk cId="1360035730" sldId="266"/>
            <ac:spMk id="3" creationId="{335A5C05-C1A0-FF72-2882-95B870AC4C89}"/>
          </ac:spMkLst>
        </pc:spChg>
        <pc:spChg chg="add mod">
          <ac:chgData name="Somak Das" userId="S::sdas@floridapoly.edu::98cebb13-2fc4-4808-95b9-daeb7e6acc01" providerId="AD" clId="Web-{95281640-9A4B-2203-0698-3DD2EDBB46B5}" dt="2024-12-01T23:21:54.209" v="77" actId="1076"/>
          <ac:spMkLst>
            <pc:docMk/>
            <pc:sldMk cId="1360035730" sldId="266"/>
            <ac:spMk id="4" creationId="{2B381DF4-13BA-E79E-A913-33E6C4B14822}"/>
          </ac:spMkLst>
        </pc:spChg>
        <pc:spChg chg="add mod">
          <ac:chgData name="Somak Das" userId="S::sdas@floridapoly.edu::98cebb13-2fc4-4808-95b9-daeb7e6acc01" providerId="AD" clId="Web-{95281640-9A4B-2203-0698-3DD2EDBB46B5}" dt="2024-12-01T23:22:11.757" v="79" actId="14100"/>
          <ac:spMkLst>
            <pc:docMk/>
            <pc:sldMk cId="1360035730" sldId="266"/>
            <ac:spMk id="5" creationId="{D026B87C-0A86-EAE8-D54B-804CFDD0BA2D}"/>
          </ac:spMkLst>
        </pc:spChg>
      </pc:sldChg>
      <pc:sldChg chg="addSp delSp modSp new del">
        <pc:chgData name="Somak Das" userId="S::sdas@floridapoly.edu::98cebb13-2fc4-4808-95b9-daeb7e6acc01" providerId="AD" clId="Web-{95281640-9A4B-2203-0698-3DD2EDBB46B5}" dt="2024-12-01T23:27:29.659" v="81"/>
        <pc:sldMkLst>
          <pc:docMk/>
          <pc:sldMk cId="3069515048" sldId="267"/>
        </pc:sldMkLst>
        <pc:spChg chg="del mod">
          <ac:chgData name="Somak Das" userId="S::sdas@floridapoly.edu::98cebb13-2fc4-4808-95b9-daeb7e6acc01" providerId="AD" clId="Web-{95281640-9A4B-2203-0698-3DD2EDBB46B5}" dt="2024-12-01T23:21:35.755" v="74"/>
          <ac:spMkLst>
            <pc:docMk/>
            <pc:sldMk cId="3069515048" sldId="267"/>
            <ac:spMk id="2" creationId="{2B381DF4-13BA-E79E-A913-33E6C4B14822}"/>
          </ac:spMkLst>
        </pc:spChg>
        <pc:spChg chg="del mod">
          <ac:chgData name="Somak Das" userId="S::sdas@floridapoly.edu::98cebb13-2fc4-4808-95b9-daeb7e6acc01" providerId="AD" clId="Web-{95281640-9A4B-2203-0698-3DD2EDBB46B5}" dt="2024-12-01T23:21:35.755" v="73"/>
          <ac:spMkLst>
            <pc:docMk/>
            <pc:sldMk cId="3069515048" sldId="267"/>
            <ac:spMk id="3" creationId="{D026B87C-0A86-EAE8-D54B-804CFDD0BA2D}"/>
          </ac:spMkLst>
        </pc:spChg>
        <pc:spChg chg="add mod">
          <ac:chgData name="Somak Das" userId="S::sdas@floridapoly.edu::98cebb13-2fc4-4808-95b9-daeb7e6acc01" providerId="AD" clId="Web-{95281640-9A4B-2203-0698-3DD2EDBB46B5}" dt="2024-12-01T23:21:35.755" v="73"/>
          <ac:spMkLst>
            <pc:docMk/>
            <pc:sldMk cId="3069515048" sldId="267"/>
            <ac:spMk id="5" creationId="{241B4551-3344-C3C4-F214-59B1D23CF912}"/>
          </ac:spMkLst>
        </pc:spChg>
        <pc:spChg chg="add mod">
          <ac:chgData name="Somak Das" userId="S::sdas@floridapoly.edu::98cebb13-2fc4-4808-95b9-daeb7e6acc01" providerId="AD" clId="Web-{95281640-9A4B-2203-0698-3DD2EDBB46B5}" dt="2024-12-01T23:21:35.755" v="74"/>
          <ac:spMkLst>
            <pc:docMk/>
            <pc:sldMk cId="3069515048" sldId="267"/>
            <ac:spMk id="7" creationId="{7D7F254E-FE88-172B-9939-5E4E5F28647B}"/>
          </ac:spMkLst>
        </pc:spChg>
      </pc:sldChg>
      <pc:sldChg chg="addSp delSp modSp new mod modClrScheme chgLayout">
        <pc:chgData name="Somak Das" userId="S::sdas@floridapoly.edu::98cebb13-2fc4-4808-95b9-daeb7e6acc01" providerId="AD" clId="Web-{95281640-9A4B-2203-0698-3DD2EDBB46B5}" dt="2024-12-01T23:28:58.288" v="96" actId="1076"/>
        <pc:sldMkLst>
          <pc:docMk/>
          <pc:sldMk cId="494005101" sldId="268"/>
        </pc:sldMkLst>
        <pc:spChg chg="del">
          <ac:chgData name="Somak Das" userId="S::sdas@floridapoly.edu::98cebb13-2fc4-4808-95b9-daeb7e6acc01" providerId="AD" clId="Web-{95281640-9A4B-2203-0698-3DD2EDBB46B5}" dt="2024-12-01T23:27:35.394" v="82"/>
          <ac:spMkLst>
            <pc:docMk/>
            <pc:sldMk cId="494005101" sldId="268"/>
            <ac:spMk id="2" creationId="{E68F39A0-64AD-EF92-B5F5-F85F64341E0D}"/>
          </ac:spMkLst>
        </pc:spChg>
        <pc:spChg chg="del">
          <ac:chgData name="Somak Das" userId="S::sdas@floridapoly.edu::98cebb13-2fc4-4808-95b9-daeb7e6acc01" providerId="AD" clId="Web-{95281640-9A4B-2203-0698-3DD2EDBB46B5}" dt="2024-12-01T23:27:35.394" v="82"/>
          <ac:spMkLst>
            <pc:docMk/>
            <pc:sldMk cId="494005101" sldId="268"/>
            <ac:spMk id="3" creationId="{26E114BA-B486-C32C-B3B9-A0822C02B937}"/>
          </ac:spMkLst>
        </pc:spChg>
        <pc:picChg chg="add mod">
          <ac:chgData name="Somak Das" userId="S::sdas@floridapoly.edu::98cebb13-2fc4-4808-95b9-daeb7e6acc01" providerId="AD" clId="Web-{95281640-9A4B-2203-0698-3DD2EDBB46B5}" dt="2024-12-01T23:28:50.569" v="93" actId="14100"/>
          <ac:picMkLst>
            <pc:docMk/>
            <pc:sldMk cId="494005101" sldId="268"/>
            <ac:picMk id="4" creationId="{4026E77E-2AA4-530B-F82A-CB1183E89397}"/>
          </ac:picMkLst>
        </pc:picChg>
        <pc:picChg chg="add mod">
          <ac:chgData name="Somak Das" userId="S::sdas@floridapoly.edu::98cebb13-2fc4-4808-95b9-daeb7e6acc01" providerId="AD" clId="Web-{95281640-9A4B-2203-0698-3DD2EDBB46B5}" dt="2024-12-01T23:28:56.288" v="95" actId="14100"/>
          <ac:picMkLst>
            <pc:docMk/>
            <pc:sldMk cId="494005101" sldId="268"/>
            <ac:picMk id="5" creationId="{A1357A6C-5AE3-7477-3669-8C2FBFA388EA}"/>
          </ac:picMkLst>
        </pc:picChg>
        <pc:picChg chg="add mod">
          <ac:chgData name="Somak Das" userId="S::sdas@floridapoly.edu::98cebb13-2fc4-4808-95b9-daeb7e6acc01" providerId="AD" clId="Web-{95281640-9A4B-2203-0698-3DD2EDBB46B5}" dt="2024-12-01T23:28:58.288" v="96" actId="1076"/>
          <ac:picMkLst>
            <pc:docMk/>
            <pc:sldMk cId="494005101" sldId="268"/>
            <ac:picMk id="6" creationId="{D1D33C49-1EA6-6E7E-0A66-B9AE4A8F94F4}"/>
          </ac:picMkLst>
        </pc:picChg>
      </pc:sldChg>
      <pc:sldChg chg="modSp new del">
        <pc:chgData name="Somak Das" userId="S::sdas@floridapoly.edu::98cebb13-2fc4-4808-95b9-daeb7e6acc01" providerId="AD" clId="Web-{95281640-9A4B-2203-0698-3DD2EDBB46B5}" dt="2024-12-01T23:20:34.050" v="63"/>
        <pc:sldMkLst>
          <pc:docMk/>
          <pc:sldMk cId="1938709944" sldId="268"/>
        </pc:sldMkLst>
        <pc:spChg chg="mod">
          <ac:chgData name="Somak Das" userId="S::sdas@floridapoly.edu::98cebb13-2fc4-4808-95b9-daeb7e6acc01" providerId="AD" clId="Web-{95281640-9A4B-2203-0698-3DD2EDBB46B5}" dt="2024-12-01T23:01:06.513" v="34" actId="20577"/>
          <ac:spMkLst>
            <pc:docMk/>
            <pc:sldMk cId="1938709944" sldId="268"/>
            <ac:spMk id="2" creationId="{6109D530-F170-D085-F38B-6916BBC7BD00}"/>
          </ac:spMkLst>
        </pc:spChg>
        <pc:spChg chg="mod">
          <ac:chgData name="Somak Das" userId="S::sdas@floridapoly.edu::98cebb13-2fc4-4808-95b9-daeb7e6acc01" providerId="AD" clId="Web-{95281640-9A4B-2203-0698-3DD2EDBB46B5}" dt="2024-12-01T23:20:32.222" v="62" actId="20577"/>
          <ac:spMkLst>
            <pc:docMk/>
            <pc:sldMk cId="1938709944" sldId="268"/>
            <ac:spMk id="3" creationId="{721ABCF7-A955-BF4E-9931-103EC9CA8229}"/>
          </ac:spMkLst>
        </pc:spChg>
      </pc:sldChg>
      <pc:sldChg chg="new">
        <pc:chgData name="Somak Das" userId="S::sdas@floridapoly.edu::98cebb13-2fc4-4808-95b9-daeb7e6acc01" providerId="AD" clId="Web-{95281640-9A4B-2203-0698-3DD2EDBB46B5}" dt="2024-12-02T03:12:16.422" v="97"/>
        <pc:sldMkLst>
          <pc:docMk/>
          <pc:sldMk cId="2159100338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FBE90-1C88-4D81-9C5C-5F3433E1089C}" type="datetimeFigureOut">
              <a:t>12/1/2024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0739AF-4A20-435C-8361-59E1749C8F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5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D2D350-243F-4AD4-99B8-F2BB4966E3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78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3A61C-9EA9-6B5C-168E-3649566903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C49E-495F-9BE5-982B-4EE28D8647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3A91DEA-A578-1C25-E401-D5C259262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logo with white text&#10;&#10;Description automatically generated">
            <a:extLst>
              <a:ext uri="{FF2B5EF4-FFF2-40B4-BE49-F238E27FC236}">
                <a16:creationId xmlns:a16="http://schemas.microsoft.com/office/drawing/2014/main" id="{48783612-A086-6017-2B13-66153B4401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353" y="4429919"/>
            <a:ext cx="2867668" cy="228898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6649F24-8FCC-CDEB-B4C7-3B4C1F0F6A52}"/>
              </a:ext>
            </a:extLst>
          </p:cNvPr>
          <p:cNvSpPr txBox="1">
            <a:spLocks/>
          </p:cNvSpPr>
          <p:nvPr/>
        </p:nvSpPr>
        <p:spPr>
          <a:xfrm>
            <a:off x="264978" y="0"/>
            <a:ext cx="7891955" cy="685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US" sz="7200" b="1" dirty="0"/>
              <a:t>IDS 1721 </a:t>
            </a:r>
          </a:p>
          <a:p>
            <a:pPr algn="l">
              <a:defRPr/>
            </a:pPr>
            <a:r>
              <a:rPr lang="en-US" sz="7200" b="1" dirty="0"/>
              <a:t>Computing and Problem Solving for STEM</a:t>
            </a:r>
            <a:br>
              <a:rPr lang="en-US" sz="7200" b="1" dirty="0"/>
            </a:br>
            <a:r>
              <a:rPr lang="en-US" sz="6500" b="1" dirty="0">
                <a:solidFill>
                  <a:srgbClr val="7030A0"/>
                </a:solidFill>
              </a:rPr>
              <a:t>Chapter 07</a:t>
            </a:r>
          </a:p>
          <a:p>
            <a:pPr algn="l">
              <a:defRPr/>
            </a:pPr>
            <a:r>
              <a:rPr lang="en-US" sz="6500" b="1" dirty="0">
                <a:solidFill>
                  <a:srgbClr val="7030A0"/>
                </a:solidFill>
              </a:rPr>
              <a:t>The second Dimension</a:t>
            </a:r>
          </a:p>
        </p:txBody>
      </p:sp>
    </p:spTree>
    <p:extLst>
      <p:ext uri="{BB962C8B-B14F-4D97-AF65-F5344CB8AC3E}">
        <p14:creationId xmlns:p14="http://schemas.microsoft.com/office/powerpoint/2010/main" val="783844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376C0-8082-F840-138C-1E15C1FC6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Population growth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03F44-CE98-6F67-B00F-621CF401D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/>
              <a:t>Introduction to Population Growth Models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Population growth models describe how populations evolve over time. A common approach is to represent the population as a vector, where each element corresponds to a specific group, such as age or stage. Changes in the population are governed by a </a:t>
            </a:r>
            <a:r>
              <a:rPr lang="en-US" b="1" dirty="0">
                <a:ea typeface="+mn-lt"/>
                <a:cs typeface="+mn-lt"/>
              </a:rPr>
              <a:t>transition matrix</a:t>
            </a:r>
            <a:r>
              <a:rPr lang="en-US" dirty="0">
                <a:ea typeface="+mn-lt"/>
                <a:cs typeface="+mn-lt"/>
              </a:rPr>
              <a:t> that describes how individuals move between groups.</a:t>
            </a:r>
          </a:p>
          <a:p>
            <a:r>
              <a:rPr lang="en-US" b="1" dirty="0"/>
              <a:t>Applications</a:t>
            </a:r>
            <a:r>
              <a:rPr lang="en-US" dirty="0"/>
              <a:t>:</a:t>
            </a:r>
          </a:p>
          <a:p>
            <a:r>
              <a:rPr lang="en-US" dirty="0">
                <a:ea typeface="+mn-lt"/>
                <a:cs typeface="+mn-lt"/>
              </a:rPr>
              <a:t>Ecology: Modeling species population dynamics.</a:t>
            </a:r>
          </a:p>
          <a:p>
            <a:r>
              <a:rPr lang="en-US" dirty="0">
                <a:ea typeface="+mn-lt"/>
                <a:cs typeface="+mn-lt"/>
              </a:rPr>
              <a:t>Economics: Studying workforce age distribution.</a:t>
            </a:r>
          </a:p>
          <a:p>
            <a:r>
              <a:rPr lang="en-US" dirty="0">
                <a:ea typeface="+mn-lt"/>
                <a:cs typeface="+mn-lt"/>
              </a:rPr>
              <a:t>Epidemiology: Tracking the spread of diseases across regions.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342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287E8-D5F6-A809-4D53-45979FF89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0E336-F75A-308E-8721-ECE60F06F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In a closed ecosystem, there are four species of animals, each influencing the population growth of the others. The population dynamics of the species are governed by the equation:</a:t>
            </a:r>
            <a:endParaRPr lang="en-US" dirty="0"/>
          </a:p>
          <a:p>
            <a:pPr marL="0" indent="0">
              <a:buNone/>
            </a:pPr>
            <a:r>
              <a:rPr lang="en-US" sz="3900" b="1" dirty="0">
                <a:ea typeface="+mn-lt"/>
                <a:cs typeface="+mn-lt"/>
              </a:rPr>
              <a:t>        P</a:t>
            </a:r>
            <a:r>
              <a:rPr lang="en-US" sz="3900" b="1" baseline="-25000" dirty="0">
                <a:ea typeface="+mn-lt"/>
                <a:cs typeface="+mn-lt"/>
              </a:rPr>
              <a:t>t+1</a:t>
            </a:r>
            <a:r>
              <a:rPr lang="en-US" sz="3900" b="1" dirty="0">
                <a:ea typeface="+mn-lt"/>
                <a:cs typeface="+mn-lt"/>
              </a:rPr>
              <a:t>=</a:t>
            </a:r>
            <a:r>
              <a:rPr lang="en-US" sz="3900" b="1" dirty="0" err="1">
                <a:ea typeface="+mn-lt"/>
                <a:cs typeface="+mn-lt"/>
              </a:rPr>
              <a:t>A⋅P</a:t>
            </a:r>
            <a:r>
              <a:rPr lang="en-US" sz="3900" b="1" baseline="-25000" dirty="0" err="1">
                <a:ea typeface="+mn-lt"/>
                <a:cs typeface="+mn-lt"/>
              </a:rPr>
              <a:t>t</a:t>
            </a:r>
            <a:endParaRPr lang="en-US" sz="3000" b="1" baseline="-25000" dirty="0" err="1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Where: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</a:t>
            </a:r>
            <a:r>
              <a:rPr lang="en-US" b="1" baseline="-25000" dirty="0">
                <a:ea typeface="+mn-lt"/>
                <a:cs typeface="+mn-lt"/>
              </a:rPr>
              <a:t>t</a:t>
            </a:r>
            <a:r>
              <a:rPr lang="en-US" dirty="0">
                <a:ea typeface="+mn-lt"/>
                <a:cs typeface="+mn-lt"/>
              </a:rPr>
              <a:t> is a column vector representing the populations of the four species at time 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A</a:t>
            </a:r>
            <a:r>
              <a:rPr lang="en-US" dirty="0">
                <a:ea typeface="+mn-lt"/>
                <a:cs typeface="+mn-lt"/>
              </a:rPr>
              <a:t> is a 4×4 </a:t>
            </a:r>
            <a:r>
              <a:rPr lang="en-US" b="1" dirty="0">
                <a:ea typeface="+mn-lt"/>
                <a:cs typeface="+mn-lt"/>
              </a:rPr>
              <a:t>transition matrix</a:t>
            </a:r>
            <a:r>
              <a:rPr lang="en-US" dirty="0">
                <a:ea typeface="+mn-lt"/>
                <a:cs typeface="+mn-lt"/>
              </a:rPr>
              <a:t> representing growth rates and interactions between species.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P</a:t>
            </a:r>
            <a:r>
              <a:rPr lang="en-US" b="1" baseline="-25000" dirty="0">
                <a:ea typeface="+mn-lt"/>
                <a:cs typeface="+mn-lt"/>
              </a:rPr>
              <a:t>t+1</a:t>
            </a:r>
            <a:r>
              <a:rPr lang="en-US" dirty="0">
                <a:ea typeface="+mn-lt"/>
                <a:cs typeface="+mn-lt"/>
              </a:rPr>
              <a:t> is the population vector at time t+1.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98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D994-9BA0-8C00-0EE8-CD1468439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158D3-7D71-45D8-955D-0C4974C8A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Let the initial population vector be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dirty="0"/>
              <a:t>Define the transition matrix A as: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C6F143-E7D4-75CC-42DF-CF24F46E5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969" y="709483"/>
            <a:ext cx="2551156" cy="2627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2BC06B-597A-3DDA-A35C-542A9ABC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9105" y="4210565"/>
            <a:ext cx="6096000" cy="1968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58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F297-8C2A-3895-8A41-A166D0C5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38" y="390868"/>
            <a:ext cx="4821195" cy="1325563"/>
          </a:xfrm>
        </p:spPr>
        <p:txBody>
          <a:bodyPr/>
          <a:lstStyle/>
          <a:p>
            <a:r>
              <a:rPr lang="en-US" dirty="0"/>
              <a:t>Understanding the </a:t>
            </a:r>
            <a:br>
              <a:rPr lang="en-US" dirty="0"/>
            </a:br>
            <a:r>
              <a:rPr lang="en-US" dirty="0"/>
              <a:t>Transition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B87C-DABD-A737-D311-F8DD7BE1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38" y="2252964"/>
            <a:ext cx="10670059" cy="43976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The transition matrix models the interactions and growth dynamics of four species in a closed ecosystem. </a:t>
            </a:r>
          </a:p>
          <a:p>
            <a:r>
              <a:rPr lang="en-US" dirty="0">
                <a:ea typeface="+mn-lt"/>
                <a:cs typeface="+mn-lt"/>
              </a:rPr>
              <a:t>Each element of the matrix A represents a specific interaction or growth rate between the species.</a:t>
            </a:r>
            <a:br>
              <a:rPr lang="en-US" dirty="0"/>
            </a:br>
            <a:endParaRPr lang="en-US" dirty="0">
              <a:ea typeface="+mn-lt"/>
              <a:cs typeface="+mn-lt"/>
            </a:endParaRPr>
          </a:p>
          <a:p>
            <a:r>
              <a:rPr lang="en-US" b="1" dirty="0"/>
              <a:t>Diagonal element </a:t>
            </a:r>
            <a:r>
              <a:rPr lang="en-US" sz="3600" b="1" dirty="0" err="1"/>
              <a:t>A</a:t>
            </a:r>
            <a:r>
              <a:rPr lang="en-US" sz="3600" b="1" baseline="-25000" dirty="0" err="1"/>
              <a:t>ii</a:t>
            </a:r>
            <a:r>
              <a:rPr lang="en-US" sz="3600" b="1" baseline="-25000" dirty="0"/>
              <a:t> </a:t>
            </a:r>
            <a:r>
              <a:rPr lang="en-US" dirty="0"/>
              <a:t>represent the intrinsic growth rate of each species.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</a:t>
            </a:r>
            <a:r>
              <a:rPr lang="en-US" baseline="-25000" dirty="0"/>
              <a:t>22</a:t>
            </a:r>
            <a:r>
              <a:rPr lang="en-US" dirty="0"/>
              <a:t> = 1.05 means species 2 grows at 5%.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93E7E-4F41-E219-B601-C6237D49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3217" y="35245"/>
            <a:ext cx="6476999" cy="213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2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F297-8C2A-3895-8A41-A166D0C5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38" y="390868"/>
            <a:ext cx="4821195" cy="1325563"/>
          </a:xfrm>
        </p:spPr>
        <p:txBody>
          <a:bodyPr/>
          <a:lstStyle/>
          <a:p>
            <a:r>
              <a:rPr lang="en-US" dirty="0"/>
              <a:t>Understanding the </a:t>
            </a:r>
            <a:br>
              <a:rPr lang="en-US" dirty="0"/>
            </a:br>
            <a:r>
              <a:rPr lang="en-US" dirty="0"/>
              <a:t>Transition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B87C-DABD-A737-D311-F8DD7BE1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38" y="2809019"/>
            <a:ext cx="10670059" cy="382617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ea typeface="+mn-lt"/>
                <a:cs typeface="+mn-lt"/>
              </a:rPr>
              <a:t>Off-diagonal elements Aij (</a:t>
            </a:r>
            <a:r>
              <a:rPr lang="en-US" b="1" dirty="0" err="1">
                <a:ea typeface="+mn-lt"/>
                <a:cs typeface="+mn-lt"/>
              </a:rPr>
              <a:t>i≠j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 represent </a:t>
            </a:r>
            <a:r>
              <a:rPr lang="en-US" b="1" dirty="0">
                <a:ea typeface="+mn-lt"/>
                <a:cs typeface="+mn-lt"/>
              </a:rPr>
              <a:t>interactions between species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positive value</a:t>
            </a:r>
            <a:r>
              <a:rPr lang="en-US" dirty="0">
                <a:ea typeface="+mn-lt"/>
                <a:cs typeface="+mn-lt"/>
              </a:rPr>
              <a:t> indicates that the species has a supportive or beneficial influence.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 </a:t>
            </a:r>
            <a:r>
              <a:rPr lang="en-US" b="1" dirty="0">
                <a:ea typeface="+mn-lt"/>
                <a:cs typeface="+mn-lt"/>
              </a:rPr>
              <a:t>negative value</a:t>
            </a:r>
            <a:r>
              <a:rPr lang="en-US" dirty="0">
                <a:ea typeface="+mn-lt"/>
                <a:cs typeface="+mn-lt"/>
              </a:rPr>
              <a:t> indicates that the species has a competitive or detrimental influence.</a:t>
            </a:r>
          </a:p>
          <a:p>
            <a:r>
              <a:rPr lang="en-US" dirty="0"/>
              <a:t>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</a:t>
            </a:r>
            <a:r>
              <a:rPr lang="en-US" baseline="-25000" dirty="0">
                <a:ea typeface="+mn-lt"/>
                <a:cs typeface="+mn-lt"/>
              </a:rPr>
              <a:t>14</a:t>
            </a:r>
            <a:r>
              <a:rPr lang="en-US" dirty="0">
                <a:ea typeface="+mn-lt"/>
                <a:cs typeface="+mn-lt"/>
              </a:rPr>
              <a:t> =−0.01: Species 4 inhibits the growth of Species 1.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</a:t>
            </a:r>
            <a:r>
              <a:rPr lang="en-US" baseline="-25000" dirty="0">
                <a:ea typeface="+mn-lt"/>
                <a:cs typeface="+mn-lt"/>
              </a:rPr>
              <a:t>31</a:t>
            </a:r>
            <a:r>
              <a:rPr lang="en-US" dirty="0">
                <a:ea typeface="+mn-lt"/>
                <a:cs typeface="+mn-lt"/>
              </a:rPr>
              <a:t> =0.03: Species 1 supports the growth of Species 3.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93E7E-4F41-E219-B601-C6237D49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582" y="390502"/>
            <a:ext cx="6476999" cy="213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328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F297-8C2A-3895-8A41-A166D0C5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038" y="390868"/>
            <a:ext cx="10495005" cy="1325563"/>
          </a:xfrm>
        </p:spPr>
        <p:txBody>
          <a:bodyPr/>
          <a:lstStyle/>
          <a:p>
            <a:r>
              <a:rPr lang="en-US" dirty="0"/>
              <a:t>Understanding the Population 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DB87C-DABD-A737-D311-F8DD7BE1B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038" y="1753546"/>
            <a:ext cx="10670059" cy="48147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/>
              <a:t>Structure of the Population Vector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</a:t>
            </a:r>
            <a:r>
              <a:rPr lang="en-US" baseline="-25000" dirty="0">
                <a:ea typeface="+mn-lt"/>
                <a:cs typeface="+mn-lt"/>
              </a:rPr>
              <a:t>1</a:t>
            </a:r>
            <a:r>
              <a:rPr lang="en-US" dirty="0">
                <a:ea typeface="+mn-lt"/>
                <a:cs typeface="+mn-lt"/>
              </a:rPr>
              <a:t>(t): Population of Species 1 at time 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</a:t>
            </a:r>
            <a:r>
              <a:rPr lang="en-US" baseline="-25000" dirty="0">
                <a:ea typeface="+mn-lt"/>
                <a:cs typeface="+mn-lt"/>
              </a:rPr>
              <a:t>2</a:t>
            </a:r>
            <a:r>
              <a:rPr lang="en-US" dirty="0">
                <a:ea typeface="+mn-lt"/>
                <a:cs typeface="+mn-lt"/>
              </a:rPr>
              <a:t>(t): Population of Species 2 at time 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P</a:t>
            </a:r>
            <a:r>
              <a:rPr lang="en-US" baseline="-25000" dirty="0">
                <a:ea typeface="+mn-lt"/>
                <a:cs typeface="+mn-lt"/>
              </a:rPr>
              <a:t>3</a:t>
            </a:r>
            <a:r>
              <a:rPr lang="en-US" dirty="0">
                <a:ea typeface="+mn-lt"/>
                <a:cs typeface="+mn-lt"/>
              </a:rPr>
              <a:t>(t): Population of Species 3 at time t.</a:t>
            </a:r>
          </a:p>
          <a:p>
            <a:r>
              <a:rPr lang="en-US" dirty="0">
                <a:ea typeface="+mn-lt"/>
                <a:cs typeface="+mn-lt"/>
              </a:rPr>
              <a:t>P</a:t>
            </a:r>
            <a:r>
              <a:rPr lang="en-US" baseline="-25000" dirty="0">
                <a:ea typeface="+mn-lt"/>
                <a:cs typeface="+mn-lt"/>
              </a:rPr>
              <a:t>4</a:t>
            </a:r>
            <a:r>
              <a:rPr lang="en-US" dirty="0">
                <a:ea typeface="+mn-lt"/>
                <a:cs typeface="+mn-lt"/>
              </a:rPr>
              <a:t>(t): Population of Species 4 at time t.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For example, at the initial time (t=0)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Species 1 starts with a population of 100,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Species 2 starts with a population of 200, … and so on ...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93E7E-4F41-E219-B601-C6237D497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5051" y="1754893"/>
            <a:ext cx="2555195" cy="2133132"/>
          </a:xfrm>
          <a:prstGeom prst="rect">
            <a:avLst/>
          </a:prstGeom>
        </p:spPr>
      </p:pic>
      <p:pic>
        <p:nvPicPr>
          <p:cNvPr id="6" name="Picture 5" descr="A black rectangular object with numbers and a white background&#10;&#10;Description automatically generated">
            <a:extLst>
              <a:ext uri="{FF2B5EF4-FFF2-40B4-BE49-F238E27FC236}">
                <a16:creationId xmlns:a16="http://schemas.microsoft.com/office/drawing/2014/main" id="{2E1E3EFF-1DE7-9E4F-5804-0F6282BC6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893" y="4459760"/>
            <a:ext cx="2151106" cy="2103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32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DFED5-FEA1-0A57-8397-F34E4ADC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970" y="117990"/>
            <a:ext cx="5526560" cy="1330711"/>
          </a:xfrm>
        </p:spPr>
        <p:txBody>
          <a:bodyPr/>
          <a:lstStyle/>
          <a:p>
            <a:r>
              <a:rPr lang="en-US" dirty="0"/>
              <a:t>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5D0DB-8445-D734-2F31-041761642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971" y="1418883"/>
            <a:ext cx="6206181" cy="5108188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>
                <a:ea typeface="+mn-lt"/>
                <a:cs typeface="+mn-lt"/>
              </a:rPr>
              <a:t>At each time step: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intrinsic growth</a:t>
            </a:r>
            <a:r>
              <a:rPr lang="en-US" dirty="0">
                <a:ea typeface="+mn-lt"/>
                <a:cs typeface="+mn-lt"/>
              </a:rPr>
              <a:t> of each species (determined by the diagonal elements of A) contributes to its new population.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</a:t>
            </a:r>
            <a:r>
              <a:rPr lang="en-US" b="1" dirty="0">
                <a:ea typeface="+mn-lt"/>
                <a:cs typeface="+mn-lt"/>
              </a:rPr>
              <a:t>interactions between species</a:t>
            </a:r>
            <a:r>
              <a:rPr lang="en-US" dirty="0">
                <a:ea typeface="+mn-lt"/>
                <a:cs typeface="+mn-lt"/>
              </a:rPr>
              <a:t> (off-diagonal elements of A) modify the population growth or decline by influence of other species.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first entry of P</a:t>
            </a:r>
            <a:r>
              <a:rPr lang="en-US" baseline="-25000" dirty="0">
                <a:ea typeface="+mn-lt"/>
                <a:cs typeface="+mn-lt"/>
              </a:rPr>
              <a:t>1</a:t>
            </a:r>
            <a:r>
              <a:rPr lang="en-US" dirty="0">
                <a:ea typeface="+mn-lt"/>
                <a:cs typeface="+mn-lt"/>
              </a:rPr>
              <a:t> is calculated as:</a:t>
            </a:r>
            <a:endParaRPr lang="en-US" dirty="0"/>
          </a:p>
          <a:p>
            <a:r>
              <a:rPr lang="en-US">
                <a:ea typeface="+mn-lt"/>
                <a:cs typeface="+mn-lt"/>
              </a:rPr>
              <a:t>P</a:t>
            </a:r>
            <a:r>
              <a:rPr lang="en-US" baseline="-25000">
                <a:ea typeface="+mn-lt"/>
                <a:cs typeface="+mn-lt"/>
              </a:rPr>
              <a:t>1</a:t>
            </a:r>
            <a:r>
              <a:rPr lang="en-US">
                <a:ea typeface="+mn-lt"/>
                <a:cs typeface="+mn-lt"/>
              </a:rPr>
              <a:t>(1)=(1.1)(100)+(0.02)(200)+(0.01)(150)+(−0.01)(50)=112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Similar calculations are performed for the other species.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 descr="A black and white symbol&#10;&#10;Description automatically generated">
            <a:extLst>
              <a:ext uri="{FF2B5EF4-FFF2-40B4-BE49-F238E27FC236}">
                <a16:creationId xmlns:a16="http://schemas.microsoft.com/office/drawing/2014/main" id="{E32079C8-FE06-469C-AF44-326E3D2FF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9700" y="293768"/>
            <a:ext cx="3413556" cy="6635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0BACE8-39BF-A836-3A90-CD74EEB98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232" y="1269914"/>
            <a:ext cx="2916196" cy="6523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D1A176-4208-B4EC-85D1-2386C2F11F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243" y="4900719"/>
            <a:ext cx="5833418" cy="1875700"/>
          </a:xfrm>
          <a:prstGeom prst="rect">
            <a:avLst/>
          </a:prstGeom>
        </p:spPr>
      </p:pic>
      <p:pic>
        <p:nvPicPr>
          <p:cNvPr id="7" name="Picture 6" descr="A black rectangular object with numbers and a white background&#10;&#10;Description automatically generated">
            <a:extLst>
              <a:ext uri="{FF2B5EF4-FFF2-40B4-BE49-F238E27FC236}">
                <a16:creationId xmlns:a16="http://schemas.microsoft.com/office/drawing/2014/main" id="{5545F312-AF24-7FCF-DEB4-3D60B1C25F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0703" y="2228569"/>
            <a:ext cx="2475471" cy="240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0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8C5C4-007E-3A86-77B5-97820BBB0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In MATLAB, the product of the transition matrix and the population vector is performed using the </a:t>
            </a:r>
            <a:r>
              <a:rPr lang="en-US" dirty="0">
                <a:latin typeface="Consolas"/>
              </a:rPr>
              <a:t>*</a:t>
            </a:r>
            <a:r>
              <a:rPr lang="en-US" dirty="0">
                <a:ea typeface="+mn-lt"/>
                <a:cs typeface="+mn-lt"/>
              </a:rPr>
              <a:t> operator.</a:t>
            </a:r>
          </a:p>
          <a:p>
            <a:pPr marL="0" indent="0">
              <a:buNone/>
            </a:pPr>
            <a:r>
              <a:rPr lang="en-US" dirty="0"/>
              <a:t>  i.e.,   P</a:t>
            </a:r>
            <a:r>
              <a:rPr lang="en-US" baseline="-25000" dirty="0"/>
              <a:t>1</a:t>
            </a:r>
            <a:r>
              <a:rPr lang="en-US" dirty="0"/>
              <a:t> = A * P</a:t>
            </a:r>
            <a:r>
              <a:rPr lang="en-US" baseline="-25000" dirty="0"/>
              <a:t>0</a:t>
            </a:r>
          </a:p>
          <a:p>
            <a:pPr marL="0" indent="0">
              <a:buNone/>
            </a:pPr>
            <a:r>
              <a:rPr lang="en-US" dirty="0"/>
              <a:t>  i.e.,   P</a:t>
            </a:r>
            <a:r>
              <a:rPr lang="en-US" baseline="-25000" dirty="0"/>
              <a:t>2</a:t>
            </a:r>
            <a:r>
              <a:rPr lang="en-US" dirty="0"/>
              <a:t> = A * P</a:t>
            </a:r>
            <a:r>
              <a:rPr lang="en-US" baseline="-25000" dirty="0"/>
              <a:t>1</a:t>
            </a:r>
          </a:p>
          <a:p>
            <a:pPr marL="0" indent="0">
              <a:buNone/>
            </a:pPr>
            <a:r>
              <a:rPr lang="en-US" dirty="0"/>
              <a:t>  i.e.,   P</a:t>
            </a:r>
            <a:r>
              <a:rPr lang="en-US" baseline="-25000" dirty="0"/>
              <a:t>3</a:t>
            </a:r>
            <a:r>
              <a:rPr lang="en-US" dirty="0"/>
              <a:t> = A * P</a:t>
            </a:r>
            <a:r>
              <a:rPr lang="en-US" baseline="-25000" dirty="0"/>
              <a:t>2</a:t>
            </a:r>
            <a:r>
              <a:rPr lang="en-US" dirty="0"/>
              <a:t> … and so on ...</a:t>
            </a:r>
          </a:p>
        </p:txBody>
      </p:sp>
      <p:pic>
        <p:nvPicPr>
          <p:cNvPr id="4" name="Picture 3" descr="A black and white symbol&#10;&#10;Description automatically generated">
            <a:extLst>
              <a:ext uri="{FF2B5EF4-FFF2-40B4-BE49-F238E27FC236}">
                <a16:creationId xmlns:a16="http://schemas.microsoft.com/office/drawing/2014/main" id="{32B27B0E-05FC-41F8-FC3C-96C56D22A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350402"/>
            <a:ext cx="6096000" cy="1132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583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D8BFA-7293-027E-76D6-961B7ADB4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I: Simulate Population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A5C05-C1A0-FF72-2882-95B870AC4C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2736"/>
            <a:ext cx="10515600" cy="18771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/>
            <a:r>
              <a:rPr lang="en-US" dirty="0">
                <a:ea typeface="+mn-lt"/>
                <a:cs typeface="+mn-lt"/>
              </a:rPr>
              <a:t>Write a MATLAB script to calculate and display the population vector P</a:t>
            </a:r>
            <a:r>
              <a:rPr lang="en-US" baseline="-25000" dirty="0">
                <a:ea typeface="+mn-lt"/>
                <a:cs typeface="+mn-lt"/>
              </a:rPr>
              <a:t>t</a:t>
            </a:r>
            <a:r>
              <a:rPr lang="en-US" dirty="0">
                <a:ea typeface="+mn-lt"/>
                <a:cs typeface="+mn-lt"/>
              </a:rPr>
              <a:t>  for t=1 to t=10.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Store the population of each species at each time step in a matrix.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B381DF4-13BA-E79E-A913-33E6C4B14822}"/>
              </a:ext>
            </a:extLst>
          </p:cNvPr>
          <p:cNvSpPr>
            <a:spLocks noGrp="1"/>
          </p:cNvSpPr>
          <p:nvPr/>
        </p:nvSpPr>
        <p:spPr>
          <a:xfrm>
            <a:off x="838200" y="358245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Task II: Visualize the results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026B87C-0A86-EAE8-D54B-804CFDD0BA2D}"/>
              </a:ext>
            </a:extLst>
          </p:cNvPr>
          <p:cNvSpPr>
            <a:spLocks noGrp="1"/>
          </p:cNvSpPr>
          <p:nvPr/>
        </p:nvSpPr>
        <p:spPr>
          <a:xfrm>
            <a:off x="838200" y="4911255"/>
            <a:ext cx="10515600" cy="126570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Plot the population of each species over time. Use a different color for each species and add appropriate labels, legends, and a title.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35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background with green text&#10;&#10;Description automatically generated">
            <a:extLst>
              <a:ext uri="{FF2B5EF4-FFF2-40B4-BE49-F238E27FC236}">
                <a16:creationId xmlns:a16="http://schemas.microsoft.com/office/drawing/2014/main" id="{4026E77E-2AA4-530B-F82A-CB1183E8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217" y="637268"/>
            <a:ext cx="3808620" cy="2805290"/>
          </a:xfrm>
          <a:prstGeom prst="rect">
            <a:avLst/>
          </a:prstGeom>
        </p:spPr>
      </p:pic>
      <p:pic>
        <p:nvPicPr>
          <p:cNvPr id="5" name="Picture 4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A1357A6C-5AE3-7477-3669-8C2FBFA388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456" y="637595"/>
            <a:ext cx="7137399" cy="35751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1C6DE52-1612-3952-7484-3D8ECB29A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26" y="4978923"/>
            <a:ext cx="11922636" cy="114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05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6B14AAA-87F9-E075-87EF-344BD1F8F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213" y="1300225"/>
            <a:ext cx="5096547" cy="4114800"/>
          </a:xfrm>
          <a:prstGeom prst="rect">
            <a:avLst/>
          </a:prstGeom>
        </p:spPr>
      </p:pic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228796D-00A9-A707-FC0E-A3A9897CF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09" y="1587643"/>
            <a:ext cx="6489031" cy="364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00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5E54-57CF-38EF-ED68-36B6AD1B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" y="-10795"/>
            <a:ext cx="10515600" cy="1325563"/>
          </a:xfrm>
        </p:spPr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F78F1-E8D3-8C87-85A3-78EE7B072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499" y="1325972"/>
            <a:ext cx="10639697" cy="5420131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Use a simplified dataset representing the population of three regions: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Region A</a:t>
            </a:r>
            <a:r>
              <a:rPr lang="en-US" dirty="0">
                <a:ea typeface="+mn-lt"/>
                <a:cs typeface="+mn-lt"/>
              </a:rPr>
              <a:t>: Urban area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Region B</a:t>
            </a:r>
            <a:r>
              <a:rPr lang="en-US" dirty="0">
                <a:ea typeface="+mn-lt"/>
                <a:cs typeface="+mn-lt"/>
              </a:rPr>
              <a:t>: Suburban area</a:t>
            </a:r>
            <a:endParaRPr lang="en-US" dirty="0"/>
          </a:p>
          <a:p>
            <a:pPr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Region C</a:t>
            </a:r>
            <a:r>
              <a:rPr lang="en-US" dirty="0">
                <a:ea typeface="+mn-lt"/>
                <a:cs typeface="+mn-lt"/>
              </a:rPr>
              <a:t>: Rural area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Initial population distribution </a:t>
            </a:r>
            <a:r>
              <a:rPr lang="en-US" b="1" dirty="0">
                <a:ea typeface="+mn-lt"/>
                <a:cs typeface="+mn-lt"/>
              </a:rPr>
              <a:t>(P</a:t>
            </a:r>
            <a:r>
              <a:rPr lang="en-US" b="1" baseline="-25000" dirty="0">
                <a:ea typeface="+mn-lt"/>
                <a:cs typeface="+mn-lt"/>
              </a:rPr>
              <a:t>0</a:t>
            </a:r>
            <a:r>
              <a:rPr lang="en-US" b="1" dirty="0">
                <a:ea typeface="+mn-lt"/>
                <a:cs typeface="+mn-lt"/>
              </a:rPr>
              <a:t>)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  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Transition probabilities </a:t>
            </a:r>
            <a:r>
              <a:rPr lang="en-US" b="1" dirty="0">
                <a:ea typeface="+mn-lt"/>
                <a:cs typeface="+mn-lt"/>
              </a:rPr>
              <a:t>(T)</a:t>
            </a:r>
            <a:r>
              <a:rPr lang="en-US" dirty="0">
                <a:ea typeface="+mn-lt"/>
                <a:cs typeface="+mn-lt"/>
              </a:rPr>
              <a:t>: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Each element </a:t>
            </a:r>
            <a:r>
              <a:rPr lang="en-US" b="1" dirty="0">
                <a:ea typeface="+mn-lt"/>
                <a:cs typeface="+mn-lt"/>
              </a:rPr>
              <a:t>T(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b="1" dirty="0">
                <a:ea typeface="+mn-lt"/>
                <a:cs typeface="+mn-lt"/>
              </a:rPr>
              <a:t>, j)</a:t>
            </a:r>
            <a:r>
              <a:rPr lang="en-US" dirty="0">
                <a:ea typeface="+mn-lt"/>
                <a:cs typeface="+mn-lt"/>
              </a:rPr>
              <a:t> represents the fraction of the population moving from region </a:t>
            </a:r>
            <a:r>
              <a:rPr lang="en-US" b="1" dirty="0">
                <a:ea typeface="+mn-lt"/>
                <a:cs typeface="+mn-lt"/>
              </a:rPr>
              <a:t>j</a:t>
            </a:r>
            <a:r>
              <a:rPr lang="en-US" dirty="0">
                <a:ea typeface="+mn-lt"/>
                <a:cs typeface="+mn-lt"/>
              </a:rPr>
              <a:t> to </a:t>
            </a:r>
            <a:r>
              <a:rPr lang="en-US" b="1" dirty="0" err="1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 in one year.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black numbers and a white background&#10;&#10;Description automatically generated">
            <a:extLst>
              <a:ext uri="{FF2B5EF4-FFF2-40B4-BE49-F238E27FC236}">
                <a16:creationId xmlns:a16="http://schemas.microsoft.com/office/drawing/2014/main" id="{92B7C225-BE14-EBB4-DF3B-BD1C4FAE0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8170" y="2315845"/>
            <a:ext cx="3213100" cy="17183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10017E-2823-8BD9-811B-2C4846B18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265" y="4041847"/>
            <a:ext cx="4988944" cy="185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33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068C1-98F4-C5BF-43AF-6867CF191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28" y="-15875"/>
            <a:ext cx="10715172" cy="1289277"/>
          </a:xfrm>
        </p:spPr>
        <p:txBody>
          <a:bodyPr/>
          <a:lstStyle/>
          <a:p>
            <a:r>
              <a:rPr lang="en-US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01FC3-A2FB-AE91-F62F-F7E884FD2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629" y="1272270"/>
            <a:ext cx="7086601" cy="555783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dirty="0">
                <a:ea typeface="+mn-lt"/>
                <a:cs typeface="+mn-lt"/>
              </a:rPr>
              <a:t>Predict Future Populations</a:t>
            </a:r>
            <a:r>
              <a:rPr lang="en-US" sz="3200" dirty="0">
                <a:ea typeface="+mn-lt"/>
                <a:cs typeface="+mn-lt"/>
              </a:rPr>
              <a:t>:</a:t>
            </a:r>
            <a:endParaRPr lang="en-US" sz="3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Use a loop to compute the population distribution for the next </a:t>
            </a:r>
            <a:r>
              <a:rPr lang="en-US" sz="2800" b="1" dirty="0">
                <a:ea typeface="+mn-lt"/>
                <a:cs typeface="+mn-lt"/>
              </a:rPr>
              <a:t>10 years</a:t>
            </a:r>
            <a:r>
              <a:rPr lang="en-US" sz="2800" dirty="0">
                <a:ea typeface="+mn-lt"/>
                <a:cs typeface="+mn-lt"/>
              </a:rPr>
              <a:t>.</a:t>
            </a:r>
            <a:endParaRPr lang="en-US" sz="2800"/>
          </a:p>
          <a:p>
            <a:r>
              <a:rPr lang="en-US" sz="3200" b="1" dirty="0">
                <a:ea typeface="+mn-lt"/>
                <a:cs typeface="+mn-lt"/>
              </a:rPr>
              <a:t>Visualize the Results</a:t>
            </a:r>
            <a:r>
              <a:rPr lang="en-US" sz="3200" dirty="0">
                <a:ea typeface="+mn-lt"/>
                <a:cs typeface="+mn-lt"/>
              </a:rPr>
              <a:t>:</a:t>
            </a:r>
            <a:endParaRPr lang="en-US" sz="3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Plot the population of each region over the 10 years. Use a line plot with different colors for each region.</a:t>
            </a:r>
            <a:endParaRPr lang="en-US" sz="2800"/>
          </a:p>
          <a:p>
            <a:r>
              <a:rPr lang="en-US" sz="3200" b="1" dirty="0">
                <a:ea typeface="+mn-lt"/>
                <a:cs typeface="+mn-lt"/>
              </a:rPr>
              <a:t>Calculate Total Population</a:t>
            </a:r>
            <a:r>
              <a:rPr lang="en-US" sz="3200" dirty="0">
                <a:ea typeface="+mn-lt"/>
                <a:cs typeface="+mn-lt"/>
              </a:rPr>
              <a:t>:</a:t>
            </a:r>
            <a:endParaRPr lang="en-US" sz="32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At each year, calculate the total population across all regions and display it.</a:t>
            </a:r>
            <a:endParaRPr lang="en-US" sz="2800"/>
          </a:p>
          <a:p>
            <a:endParaRPr lang="en-US" sz="3200" dirty="0"/>
          </a:p>
        </p:txBody>
      </p:sp>
      <p:pic>
        <p:nvPicPr>
          <p:cNvPr id="4" name="Picture 3" descr="A black numbers and a white background&#10;&#10;Description automatically generated">
            <a:extLst>
              <a:ext uri="{FF2B5EF4-FFF2-40B4-BE49-F238E27FC236}">
                <a16:creationId xmlns:a16="http://schemas.microsoft.com/office/drawing/2014/main" id="{0CE30458-D9AC-4B03-9E6B-95ACFFE3F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164" y="1270453"/>
            <a:ext cx="3104243" cy="16591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0C6C6E4-9868-39E1-CAEE-8B991D1DFF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521" y="3565525"/>
            <a:ext cx="4934858" cy="18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469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212F0179-79F6-CD54-C140-32316A95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905" y="689379"/>
            <a:ext cx="4740443" cy="2864381"/>
          </a:xfrm>
          <a:prstGeom prst="rect">
            <a:avLst/>
          </a:prstGeom>
        </p:spPr>
      </p:pic>
      <p:pic>
        <p:nvPicPr>
          <p:cNvPr id="5" name="Picture 4" descr="A white background with green and black text&#10;&#10;Description automatically generated">
            <a:extLst>
              <a:ext uri="{FF2B5EF4-FFF2-40B4-BE49-F238E27FC236}">
                <a16:creationId xmlns:a16="http://schemas.microsoft.com/office/drawing/2014/main" id="{92FDFABF-4CC6-2E4C-AD27-039161A0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" y="4465288"/>
            <a:ext cx="4740443" cy="1573173"/>
          </a:xfrm>
          <a:prstGeom prst="rect">
            <a:avLst/>
          </a:prstGeom>
        </p:spPr>
      </p:pic>
      <p:pic>
        <p:nvPicPr>
          <p:cNvPr id="6" name="Picture 5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D120C5D1-8993-7415-BA30-D84666EE9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1147" y="292336"/>
            <a:ext cx="6096000" cy="3661375"/>
          </a:xfrm>
          <a:prstGeom prst="rect">
            <a:avLst/>
          </a:prstGeom>
        </p:spPr>
      </p:pic>
      <p:pic>
        <p:nvPicPr>
          <p:cNvPr id="7" name="Picture 6" descr="A close-up of words&#10;&#10;Description automatically generated">
            <a:extLst>
              <a:ext uri="{FF2B5EF4-FFF2-40B4-BE49-F238E27FC236}">
                <a16:creationId xmlns:a16="http://schemas.microsoft.com/office/drawing/2014/main" id="{055F917B-49CD-9992-18EE-99511D313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141" y="4461278"/>
            <a:ext cx="4299285" cy="94186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D16DFCE-8E3A-E99A-B596-45B8A6ABCBE0}"/>
              </a:ext>
            </a:extLst>
          </p:cNvPr>
          <p:cNvCxnSpPr/>
          <p:nvPr/>
        </p:nvCxnSpPr>
        <p:spPr>
          <a:xfrm>
            <a:off x="5483678" y="244928"/>
            <a:ext cx="27214" cy="631371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22234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number of people with different colored lines&#10;&#10;Description automatically generated">
            <a:extLst>
              <a:ext uri="{FF2B5EF4-FFF2-40B4-BE49-F238E27FC236}">
                <a16:creationId xmlns:a16="http://schemas.microsoft.com/office/drawing/2014/main" id="{46790E28-5672-9DE0-1397-1BBDA240A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4837" y="514350"/>
            <a:ext cx="7422324" cy="606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35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Population growth model</vt:lpstr>
      <vt:lpstr>Problem Statement</vt:lpstr>
      <vt:lpstr>Initial State</vt:lpstr>
      <vt:lpstr>Understanding the  Transition Matrix</vt:lpstr>
      <vt:lpstr>Understanding the  Transition Matrix</vt:lpstr>
      <vt:lpstr>Understanding the Population vector</vt:lpstr>
      <vt:lpstr>Interpretation</vt:lpstr>
      <vt:lpstr>PowerPoint Presentation</vt:lpstr>
      <vt:lpstr>Task I: Simulate Population Growth</vt:lpstr>
      <vt:lpstr>PowerPoint Presentation</vt:lpstr>
      <vt:lpstr>PowerPoint Presentation</vt:lpstr>
      <vt:lpstr>Exercise</vt:lpstr>
      <vt:lpstr>Tasks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1046</cp:revision>
  <dcterms:created xsi:type="dcterms:W3CDTF">2024-11-19T21:55:28Z</dcterms:created>
  <dcterms:modified xsi:type="dcterms:W3CDTF">2024-12-02T04:24:23Z</dcterms:modified>
</cp:coreProperties>
</file>
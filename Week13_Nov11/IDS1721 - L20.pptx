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58" r:id="rId2"/>
    <p:sldId id="323" r:id="rId3"/>
    <p:sldId id="324" r:id="rId4"/>
    <p:sldId id="325" r:id="rId5"/>
    <p:sldId id="326" r:id="rId6"/>
    <p:sldId id="327" r:id="rId7"/>
    <p:sldId id="329" r:id="rId8"/>
    <p:sldId id="333" r:id="rId9"/>
    <p:sldId id="331" r:id="rId10"/>
    <p:sldId id="332" r:id="rId11"/>
    <p:sldId id="337" r:id="rId12"/>
    <p:sldId id="338" r:id="rId13"/>
    <p:sldId id="336" r:id="rId14"/>
    <p:sldId id="335" r:id="rId15"/>
    <p:sldId id="334" r:id="rId16"/>
    <p:sldId id="330" r:id="rId17"/>
    <p:sldId id="339" r:id="rId18"/>
    <p:sldId id="340" r:id="rId19"/>
    <p:sldId id="343" r:id="rId20"/>
    <p:sldId id="344" r:id="rId21"/>
    <p:sldId id="341" r:id="rId22"/>
    <p:sldId id="346" r:id="rId2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9FA7D-D263-1AEB-CB4B-A2FFD24E6FBA}" v="143" dt="2024-11-11T22:36:37.597"/>
    <p1510:client id="{6A8F18A6-F04E-BA76-0C68-D442D85D436B}" v="5" dt="2024-11-11T21:16:07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44"/>
    <p:restoredTop sz="90822"/>
  </p:normalViewPr>
  <p:slideViewPr>
    <p:cSldViewPr snapToGrid="0">
      <p:cViewPr varScale="1">
        <p:scale>
          <a:sx n="115" d="100"/>
          <a:sy n="115" d="100"/>
        </p:scale>
        <p:origin x="14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2" d="100"/>
          <a:sy n="132" d="100"/>
        </p:scale>
        <p:origin x="260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3BF5E0C-4949-7704-9838-71A0F8D1867D}"/>
    <pc:docChg chg="modSld sldOrd">
      <pc:chgData name="Somak Das" userId="S::sdas@floridapoly.edu::98cebb13-2fc4-4808-95b9-daeb7e6acc01" providerId="AD" clId="Web-{D3BF5E0C-4949-7704-9838-71A0F8D1867D}" dt="2024-11-04T04:22:22.171" v="97" actId="14100"/>
      <pc:docMkLst>
        <pc:docMk/>
      </pc:docMkLst>
      <pc:sldChg chg="delSp modSp ord">
        <pc:chgData name="Somak Das" userId="S::sdas@floridapoly.edu::98cebb13-2fc4-4808-95b9-daeb7e6acc01" providerId="AD" clId="Web-{D3BF5E0C-4949-7704-9838-71A0F8D1867D}" dt="2024-11-04T04:08:34.884" v="45" actId="20577"/>
        <pc:sldMkLst>
          <pc:docMk/>
          <pc:sldMk cId="663919914" sldId="342"/>
        </pc:sldMkLst>
        <pc:spChg chg="del">
          <ac:chgData name="Somak Das" userId="S::sdas@floridapoly.edu::98cebb13-2fc4-4808-95b9-daeb7e6acc01" providerId="AD" clId="Web-{D3BF5E0C-4949-7704-9838-71A0F8D1867D}" dt="2024-11-04T03:58:47.024" v="13"/>
          <ac:spMkLst>
            <pc:docMk/>
            <pc:sldMk cId="663919914" sldId="342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08:34.884" v="45" actId="20577"/>
          <ac:spMkLst>
            <pc:docMk/>
            <pc:sldMk cId="663919914" sldId="342"/>
            <ac:spMk id="9" creationId="{D55B97F1-1FFA-6676-B46D-87E151515003}"/>
          </ac:spMkLst>
        </pc:spChg>
        <pc:spChg chg="mod">
          <ac:chgData name="Somak Das" userId="S::sdas@floridapoly.edu::98cebb13-2fc4-4808-95b9-daeb7e6acc01" providerId="AD" clId="Web-{D3BF5E0C-4949-7704-9838-71A0F8D1867D}" dt="2024-11-04T03:58:42.414" v="12" actId="20577"/>
          <ac:spMkLst>
            <pc:docMk/>
            <pc:sldMk cId="663919914" sldId="342"/>
            <ac:spMk id="10" creationId="{C9996246-EF2D-EDEE-5D70-FF913E45C39E}"/>
          </ac:spMkLst>
        </pc:spChg>
      </pc:sldChg>
      <pc:sldChg chg="delSp modSp ord">
        <pc:chgData name="Somak Das" userId="S::sdas@floridapoly.edu::98cebb13-2fc4-4808-95b9-daeb7e6acc01" providerId="AD" clId="Web-{D3BF5E0C-4949-7704-9838-71A0F8D1867D}" dt="2024-11-04T04:22:04.061" v="90" actId="20577"/>
        <pc:sldMkLst>
          <pc:docMk/>
          <pc:sldMk cId="2667843203" sldId="345"/>
        </pc:sldMkLst>
        <pc:spChg chg="del">
          <ac:chgData name="Somak Das" userId="S::sdas@floridapoly.edu::98cebb13-2fc4-4808-95b9-daeb7e6acc01" providerId="AD" clId="Web-{D3BF5E0C-4949-7704-9838-71A0F8D1867D}" dt="2024-11-04T04:08:57.009" v="46"/>
          <ac:spMkLst>
            <pc:docMk/>
            <pc:sldMk cId="2667843203" sldId="345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22:04.061" v="90" actId="20577"/>
          <ac:spMkLst>
            <pc:docMk/>
            <pc:sldMk cId="2667843203" sldId="345"/>
            <ac:spMk id="3" creationId="{55C92028-7E3C-6FED-DE82-08123B87EDAC}"/>
          </ac:spMkLst>
        </pc:spChg>
        <pc:spChg chg="mod">
          <ac:chgData name="Somak Das" userId="S::sdas@floridapoly.edu::98cebb13-2fc4-4808-95b9-daeb7e6acc01" providerId="AD" clId="Web-{D3BF5E0C-4949-7704-9838-71A0F8D1867D}" dt="2024-11-04T04:09:04.213" v="49" actId="20577"/>
          <ac:spMkLst>
            <pc:docMk/>
            <pc:sldMk cId="2667843203" sldId="34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D3BF5E0C-4949-7704-9838-71A0F8D1867D}" dt="2024-11-04T04:10:16.183" v="88" actId="1076"/>
          <ac:picMkLst>
            <pc:docMk/>
            <pc:sldMk cId="2667843203" sldId="345"/>
            <ac:picMk id="6" creationId="{2D66FAE9-E9DF-C528-CB36-A78C9C60CCA3}"/>
          </ac:picMkLst>
        </pc:picChg>
      </pc:sldChg>
      <pc:sldChg chg="modSp ord">
        <pc:chgData name="Somak Das" userId="S::sdas@floridapoly.edu::98cebb13-2fc4-4808-95b9-daeb7e6acc01" providerId="AD" clId="Web-{D3BF5E0C-4949-7704-9838-71A0F8D1867D}" dt="2024-11-04T04:22:22.171" v="97" actId="14100"/>
        <pc:sldMkLst>
          <pc:docMk/>
          <pc:sldMk cId="1649386118" sldId="347"/>
        </pc:sldMkLst>
        <pc:spChg chg="mod">
          <ac:chgData name="Somak Das" userId="S::sdas@floridapoly.edu::98cebb13-2fc4-4808-95b9-daeb7e6acc01" providerId="AD" clId="Web-{D3BF5E0C-4949-7704-9838-71A0F8D1867D}" dt="2024-11-04T04:22:22.171" v="97" actId="14100"/>
          <ac:spMkLst>
            <pc:docMk/>
            <pc:sldMk cId="1649386118" sldId="347"/>
            <ac:spMk id="2" creationId="{F2EC64CF-226F-2DF1-31FB-CD42118B5CAB}"/>
          </ac:spMkLst>
        </pc:spChg>
      </pc:sldChg>
    </pc:docChg>
  </pc:docChgLst>
  <pc:docChgLst>
    <pc:chgData name="Somak Das" userId="S::sdas@floridapoly.edu::98cebb13-2fc4-4808-95b9-daeb7e6acc01" providerId="AD" clId="Web-{6A8F18A6-F04E-BA76-0C68-D442D85D436B}"/>
    <pc:docChg chg="addSld delSld modSld">
      <pc:chgData name="Somak Das" userId="S::sdas@floridapoly.edu::98cebb13-2fc4-4808-95b9-daeb7e6acc01" providerId="AD" clId="Web-{6A8F18A6-F04E-BA76-0C68-D442D85D436B}" dt="2024-11-11T21:16:07.941" v="4" actId="1076"/>
      <pc:docMkLst>
        <pc:docMk/>
      </pc:docMkLst>
      <pc:sldChg chg="del">
        <pc:chgData name="Somak Das" userId="S::sdas@floridapoly.edu::98cebb13-2fc4-4808-95b9-daeb7e6acc01" providerId="AD" clId="Web-{6A8F18A6-F04E-BA76-0C68-D442D85D436B}" dt="2024-11-11T21:07:58.036" v="3"/>
        <pc:sldMkLst>
          <pc:docMk/>
          <pc:sldMk cId="764644985" sldId="314"/>
        </pc:sldMkLst>
      </pc:sldChg>
      <pc:sldChg chg="add del">
        <pc:chgData name="Somak Das" userId="S::sdas@floridapoly.edu::98cebb13-2fc4-4808-95b9-daeb7e6acc01" providerId="AD" clId="Web-{6A8F18A6-F04E-BA76-0C68-D442D85D436B}" dt="2024-11-11T21:06:42.706" v="1"/>
        <pc:sldMkLst>
          <pc:docMk/>
          <pc:sldMk cId="434379999" sldId="327"/>
        </pc:sldMkLst>
      </pc:sldChg>
      <pc:sldChg chg="del">
        <pc:chgData name="Somak Das" userId="S::sdas@floridapoly.edu::98cebb13-2fc4-4808-95b9-daeb7e6acc01" providerId="AD" clId="Web-{6A8F18A6-F04E-BA76-0C68-D442D85D436B}" dt="2024-11-11T21:06:55.003" v="2"/>
        <pc:sldMkLst>
          <pc:docMk/>
          <pc:sldMk cId="62651809" sldId="328"/>
        </pc:sldMkLst>
      </pc:sldChg>
      <pc:sldChg chg="modSp">
        <pc:chgData name="Somak Das" userId="S::sdas@floridapoly.edu::98cebb13-2fc4-4808-95b9-daeb7e6acc01" providerId="AD" clId="Web-{6A8F18A6-F04E-BA76-0C68-D442D85D436B}" dt="2024-11-11T21:16:07.941" v="4" actId="1076"/>
        <pc:sldMkLst>
          <pc:docMk/>
          <pc:sldMk cId="3531787567" sldId="331"/>
        </pc:sldMkLst>
        <pc:picChg chg="mod">
          <ac:chgData name="Somak Das" userId="S::sdas@floridapoly.edu::98cebb13-2fc4-4808-95b9-daeb7e6acc01" providerId="AD" clId="Web-{6A8F18A6-F04E-BA76-0C68-D442D85D436B}" dt="2024-11-11T21:16:07.941" v="4" actId="1076"/>
          <ac:picMkLst>
            <pc:docMk/>
            <pc:sldMk cId="3531787567" sldId="331"/>
            <ac:picMk id="4" creationId="{1A63AB13-DABC-1082-6CCE-30C409192709}"/>
          </ac:picMkLst>
        </pc:picChg>
      </pc:sldChg>
    </pc:docChg>
  </pc:docChgLst>
  <pc:docChgLst>
    <pc:chgData name="Somak Das" userId="S::sdas@floridapoly.edu::98cebb13-2fc4-4808-95b9-daeb7e6acc01" providerId="AD" clId="Web-{A4424284-2B10-1872-B4C2-AA3B2528559B}"/>
    <pc:docChg chg="addSld modSld">
      <pc:chgData name="Somak Das" userId="S::sdas@floridapoly.edu::98cebb13-2fc4-4808-95b9-daeb7e6acc01" providerId="AD" clId="Web-{A4424284-2B10-1872-B4C2-AA3B2528559B}" dt="2024-11-04T03:29:56.994" v="1306" actId="20577"/>
      <pc:docMkLst>
        <pc:docMk/>
      </pc:docMkLst>
      <pc:sldChg chg="delSp">
        <pc:chgData name="Somak Das" userId="S::sdas@floridapoly.edu::98cebb13-2fc4-4808-95b9-daeb7e6acc01" providerId="AD" clId="Web-{A4424284-2B10-1872-B4C2-AA3B2528559B}" dt="2024-11-04T03:29:12.900" v="1302"/>
        <pc:sldMkLst>
          <pc:docMk/>
          <pc:sldMk cId="4224942758" sldId="319"/>
        </pc:sldMkLst>
        <pc:spChg chg="del">
          <ac:chgData name="Somak Das" userId="S::sdas@floridapoly.edu::98cebb13-2fc4-4808-95b9-daeb7e6acc01" providerId="AD" clId="Web-{A4424284-2B10-1872-B4C2-AA3B2528559B}" dt="2024-11-04T03:29:12.900" v="1302"/>
          <ac:spMkLst>
            <pc:docMk/>
            <pc:sldMk cId="4224942758" sldId="319"/>
            <ac:spMk id="10" creationId="{C9996246-EF2D-EDEE-5D70-FF913E45C39E}"/>
          </ac:spMkLst>
        </pc:spChg>
      </pc:sldChg>
      <pc:sldChg chg="delSp">
        <pc:chgData name="Somak Das" userId="S::sdas@floridapoly.edu::98cebb13-2fc4-4808-95b9-daeb7e6acc01" providerId="AD" clId="Web-{A4424284-2B10-1872-B4C2-AA3B2528559B}" dt="2024-11-04T03:29:20.915" v="1303"/>
        <pc:sldMkLst>
          <pc:docMk/>
          <pc:sldMk cId="3798611578" sldId="320"/>
        </pc:sldMkLst>
        <pc:spChg chg="del">
          <ac:chgData name="Somak Das" userId="S::sdas@floridapoly.edu::98cebb13-2fc4-4808-95b9-daeb7e6acc01" providerId="AD" clId="Web-{A4424284-2B10-1872-B4C2-AA3B2528559B}" dt="2024-11-04T03:29:20.915" v="1303"/>
          <ac:spMkLst>
            <pc:docMk/>
            <pc:sldMk cId="3798611578" sldId="320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9:28.541" v="1304"/>
        <pc:sldMkLst>
          <pc:docMk/>
          <pc:sldMk cId="741435782" sldId="321"/>
        </pc:sldMkLst>
        <pc:spChg chg="del mod">
          <ac:chgData name="Somak Das" userId="S::sdas@floridapoly.edu::98cebb13-2fc4-4808-95b9-daeb7e6acc01" providerId="AD" clId="Web-{A4424284-2B10-1872-B4C2-AA3B2528559B}" dt="2024-11-04T03:29:28.541" v="1304"/>
          <ac:spMkLst>
            <pc:docMk/>
            <pc:sldMk cId="741435782" sldId="321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8:52.623" v="1301"/>
        <pc:sldMkLst>
          <pc:docMk/>
          <pc:sldMk cId="1529449503" sldId="322"/>
        </pc:sldMkLst>
        <pc:spChg chg="del mod">
          <ac:chgData name="Somak Das" userId="S::sdas@floridapoly.edu::98cebb13-2fc4-4808-95b9-daeb7e6acc01" providerId="AD" clId="Web-{A4424284-2B10-1872-B4C2-AA3B2528559B}" dt="2024-11-04T03:28:52.623" v="1301"/>
          <ac:spMkLst>
            <pc:docMk/>
            <pc:sldMk cId="1529449503" sldId="322"/>
            <ac:spMk id="10" creationId="{C9996246-EF2D-EDEE-5D70-FF913E45C39E}"/>
          </ac:spMkLst>
        </pc:spChg>
      </pc:sldChg>
      <pc:sldChg chg="addSp delSp modSp new">
        <pc:chgData name="Somak Das" userId="S::sdas@floridapoly.edu::98cebb13-2fc4-4808-95b9-daeb7e6acc01" providerId="AD" clId="Web-{A4424284-2B10-1872-B4C2-AA3B2528559B}" dt="2024-11-03T20:02:04.132" v="10" actId="1076"/>
        <pc:sldMkLst>
          <pc:docMk/>
          <pc:sldMk cId="2144009421" sldId="350"/>
        </pc:sldMkLst>
        <pc:spChg chg="del">
          <ac:chgData name="Somak Das" userId="S::sdas@floridapoly.edu::98cebb13-2fc4-4808-95b9-daeb7e6acc01" providerId="AD" clId="Web-{A4424284-2B10-1872-B4C2-AA3B2528559B}" dt="2024-11-03T19:59:40.300" v="2"/>
          <ac:spMkLst>
            <pc:docMk/>
            <pc:sldMk cId="2144009421" sldId="350"/>
            <ac:spMk id="2" creationId="{C4D93B5E-9259-380C-957A-4E17B7806EAF}"/>
          </ac:spMkLst>
        </pc:spChg>
        <pc:spChg chg="del">
          <ac:chgData name="Somak Das" userId="S::sdas@floridapoly.edu::98cebb13-2fc4-4808-95b9-daeb7e6acc01" providerId="AD" clId="Web-{A4424284-2B10-1872-B4C2-AA3B2528559B}" dt="2024-11-03T19:59:40.300" v="1"/>
          <ac:spMkLst>
            <pc:docMk/>
            <pc:sldMk cId="2144009421" sldId="350"/>
            <ac:spMk id="3" creationId="{FB5AF127-C52E-0DDD-9EE4-72C6B24E8355}"/>
          </ac:spMkLst>
        </pc:spChg>
        <pc:picChg chg="add mod">
          <ac:chgData name="Somak Das" userId="S::sdas@floridapoly.edu::98cebb13-2fc4-4808-95b9-daeb7e6acc01" providerId="AD" clId="Web-{A4424284-2B10-1872-B4C2-AA3B2528559B}" dt="2024-11-03T20:02:04.132" v="10" actId="1076"/>
          <ac:picMkLst>
            <pc:docMk/>
            <pc:sldMk cId="2144009421" sldId="350"/>
            <ac:picMk id="4" creationId="{23CBDCFE-FE55-16B2-1175-838B2BC579A2}"/>
          </ac:picMkLst>
        </pc:picChg>
      </pc:sldChg>
      <pc:sldChg chg="addSp delSp modSp add replId addAnim">
        <pc:chgData name="Somak Das" userId="S::sdas@floridapoly.edu::98cebb13-2fc4-4808-95b9-daeb7e6acc01" providerId="AD" clId="Web-{A4424284-2B10-1872-B4C2-AA3B2528559B}" dt="2024-11-03T21:16:34.945" v="337" actId="20577"/>
        <pc:sldMkLst>
          <pc:docMk/>
          <pc:sldMk cId="163066799" sldId="351"/>
        </pc:sldMkLst>
        <pc:spChg chg="add del">
          <ac:chgData name="Somak Das" userId="S::sdas@floridapoly.edu::98cebb13-2fc4-4808-95b9-daeb7e6acc01" providerId="AD" clId="Web-{A4424284-2B10-1872-B4C2-AA3B2528559B}" dt="2024-11-03T20:21:49.374" v="17"/>
          <ac:spMkLst>
            <pc:docMk/>
            <pc:sldMk cId="163066799" sldId="351"/>
            <ac:spMk id="3" creationId="{D5A12378-531C-B121-A05F-0E6F3AEB8D53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6" actId="1076"/>
          <ac:spMkLst>
            <pc:docMk/>
            <pc:sldMk cId="163066799" sldId="351"/>
            <ac:spMk id="5" creationId="{A380D0DD-DF8A-0995-3084-8FCBA8B97B3C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7" actId="1076"/>
          <ac:spMkLst>
            <pc:docMk/>
            <pc:sldMk cId="163066799" sldId="351"/>
            <ac:spMk id="6" creationId="{F4248269-EC6F-F197-FDA5-5A165CC7ACCA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8" actId="1076"/>
          <ac:spMkLst>
            <pc:docMk/>
            <pc:sldMk cId="163066799" sldId="351"/>
            <ac:spMk id="7" creationId="{2A21333F-2876-DC1E-5F7A-462BAC2CA536}"/>
          </ac:spMkLst>
        </pc:spChg>
        <pc:spChg chg="add mod">
          <ac:chgData name="Somak Das" userId="S::sdas@floridapoly.edu::98cebb13-2fc4-4808-95b9-daeb7e6acc01" providerId="AD" clId="Web-{A4424284-2B10-1872-B4C2-AA3B2528559B}" dt="2024-11-03T20:37:33.761" v="171" actId="1076"/>
          <ac:spMkLst>
            <pc:docMk/>
            <pc:sldMk cId="163066799" sldId="351"/>
            <ac:spMk id="9" creationId="{2D28AA8D-CDF1-8A86-BEA1-B609CBBA3AB9}"/>
          </ac:spMkLst>
        </pc:spChg>
        <pc:spChg chg="add mod">
          <ac:chgData name="Somak Das" userId="S::sdas@floridapoly.edu::98cebb13-2fc4-4808-95b9-daeb7e6acc01" providerId="AD" clId="Web-{A4424284-2B10-1872-B4C2-AA3B2528559B}" dt="2024-11-03T20:37:44.277" v="173" actId="1076"/>
          <ac:spMkLst>
            <pc:docMk/>
            <pc:sldMk cId="163066799" sldId="351"/>
            <ac:spMk id="10" creationId="{87625387-5C4F-3355-DCEA-F5B0506DD940}"/>
          </ac:spMkLst>
        </pc:spChg>
        <pc:spChg chg="add mod">
          <ac:chgData name="Somak Das" userId="S::sdas@floridapoly.edu::98cebb13-2fc4-4808-95b9-daeb7e6acc01" providerId="AD" clId="Web-{A4424284-2B10-1872-B4C2-AA3B2528559B}" dt="2024-11-03T21:16:34.945" v="337" actId="20577"/>
          <ac:spMkLst>
            <pc:docMk/>
            <pc:sldMk cId="163066799" sldId="351"/>
            <ac:spMk id="11" creationId="{2C397E17-9689-0F59-D86F-69A33C005692}"/>
          </ac:spMkLst>
        </pc:spChg>
        <pc:spChg chg="add mod">
          <ac:chgData name="Somak Das" userId="S::sdas@floridapoly.edu::98cebb13-2fc4-4808-95b9-daeb7e6acc01" providerId="AD" clId="Web-{A4424284-2B10-1872-B4C2-AA3B2528559B}" dt="2024-11-03T20:43:51.820" v="188"/>
          <ac:spMkLst>
            <pc:docMk/>
            <pc:sldMk cId="163066799" sldId="351"/>
            <ac:spMk id="17" creationId="{0B516399-E094-90A1-B8FC-A562ABEC8D91}"/>
          </ac:spMkLst>
        </pc:spChg>
        <pc:spChg chg="add mod">
          <ac:chgData name="Somak Das" userId="S::sdas@floridapoly.edu::98cebb13-2fc4-4808-95b9-daeb7e6acc01" providerId="AD" clId="Web-{A4424284-2B10-1872-B4C2-AA3B2528559B}" dt="2024-11-03T21:16:21.413" v="335" actId="1076"/>
          <ac:spMkLst>
            <pc:docMk/>
            <pc:sldMk cId="163066799" sldId="351"/>
            <ac:spMk id="18" creationId="{9C0C1EED-789A-C2A8-3DB5-F822DB1637CF}"/>
          </ac:spMkLst>
        </pc:spChg>
        <pc:spChg chg="add mod">
          <ac:chgData name="Somak Das" userId="S::sdas@floridapoly.edu::98cebb13-2fc4-4808-95b9-daeb7e6acc01" providerId="AD" clId="Web-{A4424284-2B10-1872-B4C2-AA3B2528559B}" dt="2024-11-03T21:12:55.094" v="324" actId="20577"/>
          <ac:spMkLst>
            <pc:docMk/>
            <pc:sldMk cId="163066799" sldId="351"/>
            <ac:spMk id="19" creationId="{5A7C4788-5DB9-B8F5-A2A5-ADCC321F6390}"/>
          </ac:spMkLst>
        </pc:spChg>
        <pc:spChg chg="add mod">
          <ac:chgData name="Somak Das" userId="S::sdas@floridapoly.edu::98cebb13-2fc4-4808-95b9-daeb7e6acc01" providerId="AD" clId="Web-{A4424284-2B10-1872-B4C2-AA3B2528559B}" dt="2024-11-03T21:00:35.318" v="227" actId="14100"/>
          <ac:spMkLst>
            <pc:docMk/>
            <pc:sldMk cId="163066799" sldId="351"/>
            <ac:spMk id="20" creationId="{83DAAB71-64AA-95A7-E980-ACF91217792C}"/>
          </ac:spMkLst>
        </pc:spChg>
        <pc:picChg chg="add mod">
          <ac:chgData name="Somak Das" userId="S::sdas@floridapoly.edu::98cebb13-2fc4-4808-95b9-daeb7e6acc01" providerId="AD" clId="Web-{A4424284-2B10-1872-B4C2-AA3B2528559B}" dt="2024-11-03T21:00:17.443" v="215" actId="1076"/>
          <ac:picMkLst>
            <pc:docMk/>
            <pc:sldMk cId="163066799" sldId="351"/>
            <ac:picMk id="2" creationId="{E850A830-7C9F-00F8-BF35-658CED23CE29}"/>
          </ac:picMkLst>
        </pc:picChg>
        <pc:picChg chg="del">
          <ac:chgData name="Somak Das" userId="S::sdas@floridapoly.edu::98cebb13-2fc4-4808-95b9-daeb7e6acc01" providerId="AD" clId="Web-{A4424284-2B10-1872-B4C2-AA3B2528559B}" dt="2024-11-03T20:15:27.859" v="12"/>
          <ac:picMkLst>
            <pc:docMk/>
            <pc:sldMk cId="163066799" sldId="351"/>
            <ac:picMk id="4" creationId="{23CBDCFE-FE55-16B2-1175-838B2BC579A2}"/>
          </ac:picMkLst>
        </pc:picChg>
        <pc:picChg chg="add mod">
          <ac:chgData name="Somak Das" userId="S::sdas@floridapoly.edu::98cebb13-2fc4-4808-95b9-daeb7e6acc01" providerId="AD" clId="Web-{A4424284-2B10-1872-B4C2-AA3B2528559B}" dt="2024-11-03T20:26:33.445" v="45" actId="1076"/>
          <ac:picMkLst>
            <pc:docMk/>
            <pc:sldMk cId="163066799" sldId="351"/>
            <ac:picMk id="8" creationId="{19873A14-55B5-12EA-CC47-5B287D742342}"/>
          </ac:picMkLst>
        </pc:picChg>
        <pc:cxnChg chg="add mod">
          <ac:chgData name="Somak Das" userId="S::sdas@floridapoly.edu::98cebb13-2fc4-4808-95b9-daeb7e6acc01" providerId="AD" clId="Web-{A4424284-2B10-1872-B4C2-AA3B2528559B}" dt="2024-11-03T21:00:17.474" v="219" actId="1076"/>
          <ac:cxnSpMkLst>
            <pc:docMk/>
            <pc:sldMk cId="163066799" sldId="351"/>
            <ac:cxnSpMk id="12" creationId="{48356989-D1C7-C946-4A07-A1ED17F5A599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0" actId="1076"/>
          <ac:cxnSpMkLst>
            <pc:docMk/>
            <pc:sldMk cId="163066799" sldId="351"/>
            <ac:cxnSpMk id="13" creationId="{57EAFEA6-3B4B-4A68-4BC7-F6F259C272B6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1" actId="1076"/>
          <ac:cxnSpMkLst>
            <pc:docMk/>
            <pc:sldMk cId="163066799" sldId="351"/>
            <ac:cxnSpMk id="14" creationId="{9C08F450-A5EE-81D0-1569-BE02927411E1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7:37.480" v="172" actId="14100"/>
          <ac:cxnSpMkLst>
            <pc:docMk/>
            <pc:sldMk cId="163066799" sldId="351"/>
            <ac:cxnSpMk id="15" creationId="{34945C58-0C7E-9897-B9AB-CA66712C7A7B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8:01.840" v="175" actId="14100"/>
          <ac:cxnSpMkLst>
            <pc:docMk/>
            <pc:sldMk cId="163066799" sldId="351"/>
            <ac:cxnSpMk id="16" creationId="{DDA39C1A-B7FC-31DE-364A-02209E39C0D6}"/>
          </ac:cxnSpMkLst>
        </pc:cxnChg>
      </pc:sldChg>
      <pc:sldChg chg="addSp delSp modSp new">
        <pc:chgData name="Somak Das" userId="S::sdas@floridapoly.edu::98cebb13-2fc4-4808-95b9-daeb7e6acc01" providerId="AD" clId="Web-{A4424284-2B10-1872-B4C2-AA3B2528559B}" dt="2024-11-03T22:35:54.033" v="406" actId="1076"/>
        <pc:sldMkLst>
          <pc:docMk/>
          <pc:sldMk cId="1373058955" sldId="352"/>
        </pc:sldMkLst>
        <pc:spChg chg="del">
          <ac:chgData name="Somak Das" userId="S::sdas@floridapoly.edu::98cebb13-2fc4-4808-95b9-daeb7e6acc01" providerId="AD" clId="Web-{A4424284-2B10-1872-B4C2-AA3B2528559B}" dt="2024-11-03T21:21:20" v="339"/>
          <ac:spMkLst>
            <pc:docMk/>
            <pc:sldMk cId="1373058955" sldId="352"/>
            <ac:spMk id="2" creationId="{41A72246-145B-6BE1-EB5E-71C3F42AD683}"/>
          </ac:spMkLst>
        </pc:spChg>
        <pc:spChg chg="mod">
          <ac:chgData name="Somak Das" userId="S::sdas@floridapoly.edu::98cebb13-2fc4-4808-95b9-daeb7e6acc01" providerId="AD" clId="Web-{A4424284-2B10-1872-B4C2-AA3B2528559B}" dt="2024-11-03T22:31:21.445" v="401" actId="14100"/>
          <ac:spMkLst>
            <pc:docMk/>
            <pc:sldMk cId="1373058955" sldId="352"/>
            <ac:spMk id="3" creationId="{4D3E5242-19F9-F7D4-AAE9-EDA2DFB76466}"/>
          </ac:spMkLst>
        </pc:spChg>
        <pc:picChg chg="add mod">
          <ac:chgData name="Somak Das" userId="S::sdas@floridapoly.edu::98cebb13-2fc4-4808-95b9-daeb7e6acc01" providerId="AD" clId="Web-{A4424284-2B10-1872-B4C2-AA3B2528559B}" dt="2024-11-03T22:35:54.033" v="406" actId="1076"/>
          <ac:picMkLst>
            <pc:docMk/>
            <pc:sldMk cId="1373058955" sldId="352"/>
            <ac:picMk id="2" creationId="{44B51497-2B5B-415E-55CB-36ED7AF5D043}"/>
          </ac:picMkLst>
        </pc:picChg>
        <pc:picChg chg="add mod">
          <ac:chgData name="Somak Das" userId="S::sdas@floridapoly.edu::98cebb13-2fc4-4808-95b9-daeb7e6acc01" providerId="AD" clId="Web-{A4424284-2B10-1872-B4C2-AA3B2528559B}" dt="2024-11-03T22:35:37.860" v="404" actId="1076"/>
          <ac:picMkLst>
            <pc:docMk/>
            <pc:sldMk cId="1373058955" sldId="352"/>
            <ac:picMk id="4" creationId="{CF781133-2C95-87EB-B16A-2CE55D2EAD8F}"/>
          </ac:picMkLst>
        </pc:picChg>
      </pc:sldChg>
      <pc:sldChg chg="addSp delSp modSp new">
        <pc:chgData name="Somak Das" userId="S::sdas@floridapoly.edu::98cebb13-2fc4-4808-95b9-daeb7e6acc01" providerId="AD" clId="Web-{A4424284-2B10-1872-B4C2-AA3B2528559B}" dt="2024-11-03T22:45:15.364" v="632" actId="1076"/>
        <pc:sldMkLst>
          <pc:docMk/>
          <pc:sldMk cId="1367533697" sldId="353"/>
        </pc:sldMkLst>
        <pc:spChg chg="mod">
          <ac:chgData name="Somak Das" userId="S::sdas@floridapoly.edu::98cebb13-2fc4-4808-95b9-daeb7e6acc01" providerId="AD" clId="Web-{A4424284-2B10-1872-B4C2-AA3B2528559B}" dt="2024-11-03T22:45:15.364" v="632" actId="1076"/>
          <ac:spMkLst>
            <pc:docMk/>
            <pc:sldMk cId="1367533697" sldId="353"/>
            <ac:spMk id="2" creationId="{A0615E15-C9A6-CB47-D73F-0F35E71150AD}"/>
          </ac:spMkLst>
        </pc:spChg>
        <pc:spChg chg="del">
          <ac:chgData name="Somak Das" userId="S::sdas@floridapoly.edu::98cebb13-2fc4-4808-95b9-daeb7e6acc01" providerId="AD" clId="Web-{A4424284-2B10-1872-B4C2-AA3B2528559B}" dt="2024-11-03T22:36:28.206" v="410"/>
          <ac:spMkLst>
            <pc:docMk/>
            <pc:sldMk cId="1367533697" sldId="353"/>
            <ac:spMk id="3" creationId="{D3243611-30A7-45A7-E8D4-6AE713684384}"/>
          </ac:spMkLst>
        </pc:spChg>
        <pc:spChg chg="add mod">
          <ac:chgData name="Somak Das" userId="S::sdas@floridapoly.edu::98cebb13-2fc4-4808-95b9-daeb7e6acc01" providerId="AD" clId="Web-{A4424284-2B10-1872-B4C2-AA3B2528559B}" dt="2024-11-03T22:45:03.630" v="631" actId="1076"/>
          <ac:spMkLst>
            <pc:docMk/>
            <pc:sldMk cId="1367533697" sldId="353"/>
            <ac:spMk id="5" creationId="{CB5CDBCD-C828-052D-8394-63A54897A920}"/>
          </ac:spMkLst>
        </pc:spChg>
        <pc:picChg chg="add mod ord">
          <ac:chgData name="Somak Das" userId="S::sdas@floridapoly.edu::98cebb13-2fc4-4808-95b9-daeb7e6acc01" providerId="AD" clId="Web-{A4424284-2B10-1872-B4C2-AA3B2528559B}" dt="2024-11-03T22:36:58.160" v="423" actId="1076"/>
          <ac:picMkLst>
            <pc:docMk/>
            <pc:sldMk cId="1367533697" sldId="353"/>
            <ac:picMk id="4" creationId="{0EAD4212-0C72-7235-4822-DDE5D44ECA13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06:36.773" v="806" actId="20577"/>
        <pc:sldMkLst>
          <pc:docMk/>
          <pc:sldMk cId="891526949" sldId="354"/>
        </pc:sldMkLst>
        <pc:spChg chg="mod">
          <ac:chgData name="Somak Das" userId="S::sdas@floridapoly.edu::98cebb13-2fc4-4808-95b9-daeb7e6acc01" providerId="AD" clId="Web-{A4424284-2B10-1872-B4C2-AA3B2528559B}" dt="2024-11-03T22:54:58.979" v="791"/>
          <ac:spMkLst>
            <pc:docMk/>
            <pc:sldMk cId="891526949" sldId="354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06:36.773" v="806" actId="20577"/>
          <ac:spMkLst>
            <pc:docMk/>
            <pc:sldMk cId="891526949" sldId="354"/>
            <ac:spMk id="3" creationId="{492207F4-D75B-FFF7-DA98-CD429148C562}"/>
          </ac:spMkLst>
        </pc:spChg>
        <pc:picChg chg="add mod">
          <ac:chgData name="Somak Das" userId="S::sdas@floridapoly.edu::98cebb13-2fc4-4808-95b9-daeb7e6acc01" providerId="AD" clId="Web-{A4424284-2B10-1872-B4C2-AA3B2528559B}" dt="2024-11-03T23:04:25.096" v="798" actId="1076"/>
          <ac:picMkLst>
            <pc:docMk/>
            <pc:sldMk cId="891526949" sldId="354"/>
            <ac:picMk id="4" creationId="{DB72AB59-722D-E0C8-CB1D-DE60F695B5C8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52:58.960" v="1052" actId="14100"/>
        <pc:sldMkLst>
          <pc:docMk/>
          <pc:sldMk cId="251207861" sldId="355"/>
        </pc:sldMkLst>
        <pc:spChg chg="mod">
          <ac:chgData name="Somak Das" userId="S::sdas@floridapoly.edu::98cebb13-2fc4-4808-95b9-daeb7e6acc01" providerId="AD" clId="Web-{A4424284-2B10-1872-B4C2-AA3B2528559B}" dt="2024-11-03T23:51:06.269" v="1049" actId="1076"/>
          <ac:spMkLst>
            <pc:docMk/>
            <pc:sldMk cId="251207861" sldId="355"/>
            <ac:spMk id="2" creationId="{0EC82F58-1DCC-4412-3A27-7664B1977909}"/>
          </ac:spMkLst>
        </pc:spChg>
        <pc:spChg chg="mod">
          <ac:chgData name="Somak Das" userId="S::sdas@floridapoly.edu::98cebb13-2fc4-4808-95b9-daeb7e6acc01" providerId="AD" clId="Web-{A4424284-2B10-1872-B4C2-AA3B2528559B}" dt="2024-11-03T23:50:35.862" v="1047" actId="1076"/>
          <ac:spMkLst>
            <pc:docMk/>
            <pc:sldMk cId="251207861" sldId="355"/>
            <ac:spMk id="3" creationId="{33E5EE85-1759-15D3-605E-111AECFB2F62}"/>
          </ac:spMkLst>
        </pc:spChg>
        <pc:picChg chg="add mod">
          <ac:chgData name="Somak Das" userId="S::sdas@floridapoly.edu::98cebb13-2fc4-4808-95b9-daeb7e6acc01" providerId="AD" clId="Web-{A4424284-2B10-1872-B4C2-AA3B2528559B}" dt="2024-11-03T23:50:51.206" v="1048" actId="1076"/>
          <ac:picMkLst>
            <pc:docMk/>
            <pc:sldMk cId="251207861" sldId="355"/>
            <ac:picMk id="4" creationId="{6D5FFA92-291C-10B4-FB75-CB890B5DF28E}"/>
          </ac:picMkLst>
        </pc:picChg>
        <pc:picChg chg="add mod">
          <ac:chgData name="Somak Das" userId="S::sdas@floridapoly.edu::98cebb13-2fc4-4808-95b9-daeb7e6acc01" providerId="AD" clId="Web-{A4424284-2B10-1872-B4C2-AA3B2528559B}" dt="2024-11-03T23:52:58.960" v="1052" actId="14100"/>
          <ac:picMkLst>
            <pc:docMk/>
            <pc:sldMk cId="251207861" sldId="355"/>
            <ac:picMk id="5" creationId="{E3D02B4A-A313-B726-DA31-1EFE57A63264}"/>
          </ac:picMkLst>
        </pc:picChg>
      </pc:sldChg>
      <pc:sldChg chg="addSp delSp modSp add replId">
        <pc:chgData name="Somak Das" userId="S::sdas@floridapoly.edu::98cebb13-2fc4-4808-95b9-daeb7e6acc01" providerId="AD" clId="Web-{A4424284-2B10-1872-B4C2-AA3B2528559B}" dt="2024-11-03T23:26:47.049" v="900" actId="1076"/>
        <pc:sldMkLst>
          <pc:docMk/>
          <pc:sldMk cId="1164071190" sldId="356"/>
        </pc:sldMkLst>
        <pc:spChg chg="del">
          <ac:chgData name="Somak Das" userId="S::sdas@floridapoly.edu::98cebb13-2fc4-4808-95b9-daeb7e6acc01" providerId="AD" clId="Web-{A4424284-2B10-1872-B4C2-AA3B2528559B}" dt="2024-11-03T23:07:08.789" v="809"/>
          <ac:spMkLst>
            <pc:docMk/>
            <pc:sldMk cId="1164071190" sldId="356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26:47.049" v="900" actId="1076"/>
          <ac:spMkLst>
            <pc:docMk/>
            <pc:sldMk cId="1164071190" sldId="356"/>
            <ac:spMk id="3" creationId="{492207F4-D75B-FFF7-DA98-CD429148C562}"/>
          </ac:spMkLst>
        </pc:spChg>
        <pc:spChg chg="add del mod">
          <ac:chgData name="Somak Das" userId="S::sdas@floridapoly.edu::98cebb13-2fc4-4808-95b9-daeb7e6acc01" providerId="AD" clId="Web-{A4424284-2B10-1872-B4C2-AA3B2528559B}" dt="2024-11-03T23:07:12.743" v="810"/>
          <ac:spMkLst>
            <pc:docMk/>
            <pc:sldMk cId="1164071190" sldId="356"/>
            <ac:spMk id="6" creationId="{FFE45120-209A-5632-E76E-2BEBCFDCC7B9}"/>
          </ac:spMkLst>
        </pc:spChg>
        <pc:picChg chg="del">
          <ac:chgData name="Somak Das" userId="S::sdas@floridapoly.edu::98cebb13-2fc4-4808-95b9-daeb7e6acc01" providerId="AD" clId="Web-{A4424284-2B10-1872-B4C2-AA3B2528559B}" dt="2024-11-03T23:12:41.457" v="812"/>
          <ac:picMkLst>
            <pc:docMk/>
            <pc:sldMk cId="1164071190" sldId="356"/>
            <ac:picMk id="4" creationId="{DB72AB59-722D-E0C8-CB1D-DE60F695B5C8}"/>
          </ac:picMkLst>
        </pc:picChg>
      </pc:sldChg>
      <pc:sldChg chg="modSp new">
        <pc:chgData name="Somak Das" userId="S::sdas@floridapoly.edu::98cebb13-2fc4-4808-95b9-daeb7e6acc01" providerId="AD" clId="Web-{A4424284-2B10-1872-B4C2-AA3B2528559B}" dt="2024-11-04T03:29:56.994" v="1306" actId="20577"/>
        <pc:sldMkLst>
          <pc:docMk/>
          <pc:sldMk cId="1547111071" sldId="357"/>
        </pc:sldMkLst>
        <pc:spChg chg="mod">
          <ac:chgData name="Somak Das" userId="S::sdas@floridapoly.edu::98cebb13-2fc4-4808-95b9-daeb7e6acc01" providerId="AD" clId="Web-{A4424284-2B10-1872-B4C2-AA3B2528559B}" dt="2024-11-04T03:29:56.994" v="1306" actId="20577"/>
          <ac:spMkLst>
            <pc:docMk/>
            <pc:sldMk cId="1547111071" sldId="357"/>
            <ac:spMk id="2" creationId="{478760DF-DB77-FF14-9997-A534AB975CD5}"/>
          </ac:spMkLst>
        </pc:spChg>
        <pc:spChg chg="mod">
          <ac:chgData name="Somak Das" userId="S::sdas@floridapoly.edu::98cebb13-2fc4-4808-95b9-daeb7e6acc01" providerId="AD" clId="Web-{A4424284-2B10-1872-B4C2-AA3B2528559B}" dt="2024-11-04T00:04:54.462" v="1293" actId="20577"/>
          <ac:spMkLst>
            <pc:docMk/>
            <pc:sldMk cId="1547111071" sldId="357"/>
            <ac:spMk id="3" creationId="{DC2C9C26-DA03-A91F-8721-6F130B2FC56E}"/>
          </ac:spMkLst>
        </pc:spChg>
      </pc:sldChg>
    </pc:docChg>
  </pc:docChgLst>
  <pc:docChgLst>
    <pc:chgData name="Somak Das" userId="S::sdas@floridapoly.edu::98cebb13-2fc4-4808-95b9-daeb7e6acc01" providerId="AD" clId="Web-{32B84C7A-A3FA-5503-D458-ED86D52E0245}"/>
    <pc:docChg chg="addSld delSld modSld">
      <pc:chgData name="Somak Das" userId="S::sdas@floridapoly.edu::98cebb13-2fc4-4808-95b9-daeb7e6acc01" providerId="AD" clId="Web-{32B84C7A-A3FA-5503-D458-ED86D52E0245}" dt="2024-11-05T18:31:41.446" v="74" actId="1076"/>
      <pc:docMkLst>
        <pc:docMk/>
      </pc:docMkLst>
      <pc:sldChg chg="del">
        <pc:chgData name="Somak Das" userId="S::sdas@floridapoly.edu::98cebb13-2fc4-4808-95b9-daeb7e6acc01" providerId="AD" clId="Web-{32B84C7A-A3FA-5503-D458-ED86D52E0245}" dt="2024-11-05T16:55:49.935" v="33"/>
        <pc:sldMkLst>
          <pc:docMk/>
          <pc:sldMk cId="2977094656" sldId="256"/>
        </pc:sldMkLst>
      </pc:sldChg>
      <pc:sldChg chg="add del">
        <pc:chgData name="Somak Das" userId="S::sdas@floridapoly.edu::98cebb13-2fc4-4808-95b9-daeb7e6acc01" providerId="AD" clId="Web-{32B84C7A-A3FA-5503-D458-ED86D52E0245}" dt="2024-11-05T16:55:57.514" v="48"/>
        <pc:sldMkLst>
          <pc:docMk/>
          <pc:sldMk cId="4224942758" sldId="319"/>
        </pc:sldMkLst>
      </pc:sldChg>
      <pc:sldChg chg="add del">
        <pc:chgData name="Somak Das" userId="S::sdas@floridapoly.edu::98cebb13-2fc4-4808-95b9-daeb7e6acc01" providerId="AD" clId="Web-{32B84C7A-A3FA-5503-D458-ED86D52E0245}" dt="2024-11-05T16:55:57.514" v="47"/>
        <pc:sldMkLst>
          <pc:docMk/>
          <pc:sldMk cId="3798611578" sldId="320"/>
        </pc:sldMkLst>
      </pc:sldChg>
      <pc:sldChg chg="add del">
        <pc:chgData name="Somak Das" userId="S::sdas@floridapoly.edu::98cebb13-2fc4-4808-95b9-daeb7e6acc01" providerId="AD" clId="Web-{32B84C7A-A3FA-5503-D458-ED86D52E0245}" dt="2024-11-05T16:55:57.514" v="46"/>
        <pc:sldMkLst>
          <pc:docMk/>
          <pc:sldMk cId="741435782" sldId="321"/>
        </pc:sldMkLst>
      </pc:sldChg>
      <pc:sldChg chg="add del">
        <pc:chgData name="Somak Das" userId="S::sdas@floridapoly.edu::98cebb13-2fc4-4808-95b9-daeb7e6acc01" providerId="AD" clId="Web-{32B84C7A-A3FA-5503-D458-ED86D52E0245}" dt="2024-11-05T16:55:57.514" v="45"/>
        <pc:sldMkLst>
          <pc:docMk/>
          <pc:sldMk cId="1529449503" sldId="322"/>
        </pc:sldMkLst>
      </pc:sldChg>
      <pc:sldChg chg="modSp">
        <pc:chgData name="Somak Das" userId="S::sdas@floridapoly.edu::98cebb13-2fc4-4808-95b9-daeb7e6acc01" providerId="AD" clId="Web-{32B84C7A-A3FA-5503-D458-ED86D52E0245}" dt="2024-11-05T18:31:41.446" v="74" actId="1076"/>
        <pc:sldMkLst>
          <pc:docMk/>
          <pc:sldMk cId="1752436967" sldId="323"/>
        </pc:sldMkLst>
        <pc:spChg chg="mod">
          <ac:chgData name="Somak Das" userId="S::sdas@floridapoly.edu::98cebb13-2fc4-4808-95b9-daeb7e6acc01" providerId="AD" clId="Web-{32B84C7A-A3FA-5503-D458-ED86D52E0245}" dt="2024-11-05T18:31:41.446" v="74" actId="1076"/>
          <ac:spMkLst>
            <pc:docMk/>
            <pc:sldMk cId="1752436967" sldId="323"/>
            <ac:spMk id="3" creationId="{D9228D94-494C-F5C2-680D-C5AE57BE46CA}"/>
          </ac:spMkLst>
        </pc:spChg>
      </pc:sldChg>
      <pc:sldChg chg="add del">
        <pc:chgData name="Somak Das" userId="S::sdas@floridapoly.edu::98cebb13-2fc4-4808-95b9-daeb7e6acc01" providerId="AD" clId="Web-{32B84C7A-A3FA-5503-D458-ED86D52E0245}" dt="2024-11-05T16:55:57.498" v="36"/>
        <pc:sldMkLst>
          <pc:docMk/>
          <pc:sldMk cId="663919914" sldId="342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35"/>
        <pc:sldMkLst>
          <pc:docMk/>
          <pc:sldMk cId="2667843203" sldId="345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34"/>
        <pc:sldMkLst>
          <pc:docMk/>
          <pc:sldMk cId="1649386118" sldId="347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44"/>
        <pc:sldMkLst>
          <pc:docMk/>
          <pc:sldMk cId="2144009421" sldId="350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43"/>
        <pc:sldMkLst>
          <pc:docMk/>
          <pc:sldMk cId="163066799" sldId="351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42"/>
        <pc:sldMkLst>
          <pc:docMk/>
          <pc:sldMk cId="1373058955" sldId="352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41"/>
        <pc:sldMkLst>
          <pc:docMk/>
          <pc:sldMk cId="1367533697" sldId="353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40"/>
        <pc:sldMkLst>
          <pc:docMk/>
          <pc:sldMk cId="891526949" sldId="354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38"/>
        <pc:sldMkLst>
          <pc:docMk/>
          <pc:sldMk cId="251207861" sldId="355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39"/>
        <pc:sldMkLst>
          <pc:docMk/>
          <pc:sldMk cId="1164071190" sldId="356"/>
        </pc:sldMkLst>
      </pc:sldChg>
      <pc:sldChg chg="add del">
        <pc:chgData name="Somak Das" userId="S::sdas@floridapoly.edu::98cebb13-2fc4-4808-95b9-daeb7e6acc01" providerId="AD" clId="Web-{32B84C7A-A3FA-5503-D458-ED86D52E0245}" dt="2024-11-05T16:55:57.498" v="37"/>
        <pc:sldMkLst>
          <pc:docMk/>
          <pc:sldMk cId="1547111071" sldId="357"/>
        </pc:sldMkLst>
      </pc:sldChg>
      <pc:sldChg chg="add del">
        <pc:chgData name="Somak Das" userId="S::sdas@floridapoly.edu::98cebb13-2fc4-4808-95b9-daeb7e6acc01" providerId="AD" clId="Web-{32B84C7A-A3FA-5503-D458-ED86D52E0245}" dt="2024-11-05T16:55:46.076" v="32"/>
        <pc:sldMkLst>
          <pc:docMk/>
          <pc:sldMk cId="783844113" sldId="358"/>
        </pc:sldMkLst>
      </pc:sldChg>
    </pc:docChg>
  </pc:docChgLst>
  <pc:docChgLst>
    <pc:chgData name="Somak Das" userId="S::sdas@floridapoly.edu::98cebb13-2fc4-4808-95b9-daeb7e6acc01" providerId="AD" clId="Web-{5F19FA7D-D263-1AEB-CB4B-A2FFD24E6FBA}"/>
    <pc:docChg chg="delSld modSld">
      <pc:chgData name="Somak Das" userId="S::sdas@floridapoly.edu::98cebb13-2fc4-4808-95b9-daeb7e6acc01" providerId="AD" clId="Web-{5F19FA7D-D263-1AEB-CB4B-A2FFD24E6FBA}" dt="2024-11-11T22:36:37.597" v="138"/>
      <pc:docMkLst>
        <pc:docMk/>
      </pc:docMkLst>
      <pc:sldChg chg="addSp delSp">
        <pc:chgData name="Somak Das" userId="S::sdas@floridapoly.edu::98cebb13-2fc4-4808-95b9-daeb7e6acc01" providerId="AD" clId="Web-{5F19FA7D-D263-1AEB-CB4B-A2FFD24E6FBA}" dt="2024-11-11T22:21:21.117" v="39"/>
        <pc:sldMkLst>
          <pc:docMk/>
          <pc:sldMk cId="1104025941" sldId="326"/>
        </pc:sldMkLst>
        <pc:spChg chg="add">
          <ac:chgData name="Somak Das" userId="S::sdas@floridapoly.edu::98cebb13-2fc4-4808-95b9-daeb7e6acc01" providerId="AD" clId="Web-{5F19FA7D-D263-1AEB-CB4B-A2FFD24E6FBA}" dt="2024-11-11T22:21:17.148" v="38"/>
          <ac:spMkLst>
            <pc:docMk/>
            <pc:sldMk cId="1104025941" sldId="326"/>
            <ac:spMk id="4" creationId="{E8FE97F4-79C2-822A-CC59-4F6756D9F149}"/>
          </ac:spMkLst>
        </pc:spChg>
        <pc:spChg chg="del">
          <ac:chgData name="Somak Das" userId="S::sdas@floridapoly.edu::98cebb13-2fc4-4808-95b9-daeb7e6acc01" providerId="AD" clId="Web-{5F19FA7D-D263-1AEB-CB4B-A2FFD24E6FBA}" dt="2024-11-11T22:21:21.117" v="39"/>
          <ac:spMkLst>
            <pc:docMk/>
            <pc:sldMk cId="1104025941" sldId="326"/>
            <ac:spMk id="8" creationId="{48A01D73-FB14-3463-C717-48811B706C02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1:28.086" v="41"/>
        <pc:sldMkLst>
          <pc:docMk/>
          <pc:sldMk cId="434379999" sldId="327"/>
        </pc:sldMkLst>
        <pc:spChg chg="add">
          <ac:chgData name="Somak Das" userId="S::sdas@floridapoly.edu::98cebb13-2fc4-4808-95b9-daeb7e6acc01" providerId="AD" clId="Web-{5F19FA7D-D263-1AEB-CB4B-A2FFD24E6FBA}" dt="2024-11-11T22:21:28.086" v="41"/>
          <ac:spMkLst>
            <pc:docMk/>
            <pc:sldMk cId="434379999" sldId="327"/>
            <ac:spMk id="8" creationId="{1E342C52-DCB8-61E7-7E4A-0253E4A535EE}"/>
          </ac:spMkLst>
        </pc:spChg>
        <pc:spChg chg="del">
          <ac:chgData name="Somak Das" userId="S::sdas@floridapoly.edu::98cebb13-2fc4-4808-95b9-daeb7e6acc01" providerId="AD" clId="Web-{5F19FA7D-D263-1AEB-CB4B-A2FFD24E6FBA}" dt="2024-11-11T22:21:27.132" v="40"/>
          <ac:spMkLst>
            <pc:docMk/>
            <pc:sldMk cId="434379999" sldId="327"/>
            <ac:spMk id="12" creationId="{A1885BCC-9AE4-FFE1-3439-30550F398E6A}"/>
          </ac:spMkLst>
        </pc:spChg>
      </pc:sldChg>
      <pc:sldChg chg="delSp">
        <pc:chgData name="Somak Das" userId="S::sdas@floridapoly.edu::98cebb13-2fc4-4808-95b9-daeb7e6acc01" providerId="AD" clId="Web-{5F19FA7D-D263-1AEB-CB4B-A2FFD24E6FBA}" dt="2024-11-11T22:21:03.022" v="37"/>
        <pc:sldMkLst>
          <pc:docMk/>
          <pc:sldMk cId="1162832894" sldId="329"/>
        </pc:sldMkLst>
        <pc:spChg chg="del">
          <ac:chgData name="Somak Das" userId="S::sdas@floridapoly.edu::98cebb13-2fc4-4808-95b9-daeb7e6acc01" providerId="AD" clId="Web-{5F19FA7D-D263-1AEB-CB4B-A2FFD24E6FBA}" dt="2024-11-11T22:21:03.022" v="37"/>
          <ac:spMkLst>
            <pc:docMk/>
            <pc:sldMk cId="1162832894" sldId="329"/>
            <ac:spMk id="2" creationId="{F2EC64CF-226F-2DF1-31FB-CD42118B5CAB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2:59.718" v="59"/>
        <pc:sldMkLst>
          <pc:docMk/>
          <pc:sldMk cId="658780758" sldId="330"/>
        </pc:sldMkLst>
        <pc:spChg chg="del">
          <ac:chgData name="Somak Das" userId="S::sdas@floridapoly.edu::98cebb13-2fc4-4808-95b9-daeb7e6acc01" providerId="AD" clId="Web-{5F19FA7D-D263-1AEB-CB4B-A2FFD24E6FBA}" dt="2024-11-11T22:22:58.952" v="58"/>
          <ac:spMkLst>
            <pc:docMk/>
            <pc:sldMk cId="658780758" sldId="330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2:59.718" v="59"/>
          <ac:spMkLst>
            <pc:docMk/>
            <pc:sldMk cId="658780758" sldId="330"/>
            <ac:spMk id="6" creationId="{0DD7CE5B-111D-7B3B-6070-1B4CCCFDFCDC}"/>
          </ac:spMkLst>
        </pc:spChg>
      </pc:sldChg>
      <pc:sldChg chg="addSp delSp modSp">
        <pc:chgData name="Somak Das" userId="S::sdas@floridapoly.edu::98cebb13-2fc4-4808-95b9-daeb7e6acc01" providerId="AD" clId="Web-{5F19FA7D-D263-1AEB-CB4B-A2FFD24E6FBA}" dt="2024-11-11T22:21:48.027" v="45"/>
        <pc:sldMkLst>
          <pc:docMk/>
          <pc:sldMk cId="3531787567" sldId="331"/>
        </pc:sldMkLst>
        <pc:spChg chg="del">
          <ac:chgData name="Somak Das" userId="S::sdas@floridapoly.edu::98cebb13-2fc4-4808-95b9-daeb7e6acc01" providerId="AD" clId="Web-{5F19FA7D-D263-1AEB-CB4B-A2FFD24E6FBA}" dt="2024-11-11T22:21:45.980" v="44"/>
          <ac:spMkLst>
            <pc:docMk/>
            <pc:sldMk cId="3531787567" sldId="331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5F19FA7D-D263-1AEB-CB4B-A2FFD24E6FBA}" dt="2024-11-11T22:09:26.804" v="18" actId="20577"/>
          <ac:spMkLst>
            <pc:docMk/>
            <pc:sldMk cId="3531787567" sldId="331"/>
            <ac:spMk id="3" creationId="{FCF2467E-F9E8-2B5C-7AB3-93F0355AA7ED}"/>
          </ac:spMkLst>
        </pc:spChg>
        <pc:spChg chg="add">
          <ac:chgData name="Somak Das" userId="S::sdas@floridapoly.edu::98cebb13-2fc4-4808-95b9-daeb7e6acc01" providerId="AD" clId="Web-{5F19FA7D-D263-1AEB-CB4B-A2FFD24E6FBA}" dt="2024-11-11T22:21:48.027" v="45"/>
          <ac:spMkLst>
            <pc:docMk/>
            <pc:sldMk cId="3531787567" sldId="331"/>
            <ac:spMk id="8" creationId="{8E68D9AF-05F4-D704-A10D-2D2598DC531E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2:15.685" v="47"/>
        <pc:sldMkLst>
          <pc:docMk/>
          <pc:sldMk cId="1018740628" sldId="332"/>
        </pc:sldMkLst>
        <pc:spChg chg="del">
          <ac:chgData name="Somak Das" userId="S::sdas@floridapoly.edu::98cebb13-2fc4-4808-95b9-daeb7e6acc01" providerId="AD" clId="Web-{5F19FA7D-D263-1AEB-CB4B-A2FFD24E6FBA}" dt="2024-11-11T22:22:14.247" v="46"/>
          <ac:spMkLst>
            <pc:docMk/>
            <pc:sldMk cId="1018740628" sldId="332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2:15.685" v="47"/>
          <ac:spMkLst>
            <pc:docMk/>
            <pc:sldMk cId="1018740628" sldId="332"/>
            <ac:spMk id="11" creationId="{C981C5FC-A537-BCF7-7CB9-016BDEE9FFEB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1:36.761" v="43"/>
        <pc:sldMkLst>
          <pc:docMk/>
          <pc:sldMk cId="2380802752" sldId="333"/>
        </pc:sldMkLst>
        <pc:spChg chg="del">
          <ac:chgData name="Somak Das" userId="S::sdas@floridapoly.edu::98cebb13-2fc4-4808-95b9-daeb7e6acc01" providerId="AD" clId="Web-{5F19FA7D-D263-1AEB-CB4B-A2FFD24E6FBA}" dt="2024-11-11T22:21:35.558" v="42"/>
          <ac:spMkLst>
            <pc:docMk/>
            <pc:sldMk cId="2380802752" sldId="333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1:36.761" v="43"/>
          <ac:spMkLst>
            <pc:docMk/>
            <pc:sldMk cId="2380802752" sldId="333"/>
            <ac:spMk id="11" creationId="{80939F37-ED48-3EBF-2CE6-23B664AAE229}"/>
          </ac:spMkLst>
        </pc:spChg>
      </pc:sldChg>
      <pc:sldChg chg="addSp delSp modSp">
        <pc:chgData name="Somak Das" userId="S::sdas@floridapoly.edu::98cebb13-2fc4-4808-95b9-daeb7e6acc01" providerId="AD" clId="Web-{5F19FA7D-D263-1AEB-CB4B-A2FFD24E6FBA}" dt="2024-11-11T22:22:51.624" v="57"/>
        <pc:sldMkLst>
          <pc:docMk/>
          <pc:sldMk cId="1010867183" sldId="334"/>
        </pc:sldMkLst>
        <pc:spChg chg="del">
          <ac:chgData name="Somak Das" userId="S::sdas@floridapoly.edu::98cebb13-2fc4-4808-95b9-daeb7e6acc01" providerId="AD" clId="Web-{5F19FA7D-D263-1AEB-CB4B-A2FFD24E6FBA}" dt="2024-11-11T22:22:50.686" v="56"/>
          <ac:spMkLst>
            <pc:docMk/>
            <pc:sldMk cId="1010867183" sldId="334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5F19FA7D-D263-1AEB-CB4B-A2FFD24E6FBA}" dt="2024-11-11T22:12:02.421" v="36" actId="20577"/>
          <ac:spMkLst>
            <pc:docMk/>
            <pc:sldMk cId="1010867183" sldId="334"/>
            <ac:spMk id="3" creationId="{81AFB0E5-10D7-EC96-F2F0-A2687BE087AD}"/>
          </ac:spMkLst>
        </pc:spChg>
        <pc:spChg chg="add">
          <ac:chgData name="Somak Das" userId="S::sdas@floridapoly.edu::98cebb13-2fc4-4808-95b9-daeb7e6acc01" providerId="AD" clId="Web-{5F19FA7D-D263-1AEB-CB4B-A2FFD24E6FBA}" dt="2024-11-11T22:22:51.624" v="57"/>
          <ac:spMkLst>
            <pc:docMk/>
            <pc:sldMk cId="1010867183" sldId="334"/>
            <ac:spMk id="6" creationId="{205C4420-415D-DEEB-2B63-B4F1BF5A157B}"/>
          </ac:spMkLst>
        </pc:spChg>
      </pc:sldChg>
      <pc:sldChg chg="addSp delSp modSp">
        <pc:chgData name="Somak Das" userId="S::sdas@floridapoly.edu::98cebb13-2fc4-4808-95b9-daeb7e6acc01" providerId="AD" clId="Web-{5F19FA7D-D263-1AEB-CB4B-A2FFD24E6FBA}" dt="2024-11-11T22:32:59.119" v="133" actId="20577"/>
        <pc:sldMkLst>
          <pc:docMk/>
          <pc:sldMk cId="1208716202" sldId="335"/>
        </pc:sldMkLst>
        <pc:spChg chg="del">
          <ac:chgData name="Somak Das" userId="S::sdas@floridapoly.edu::98cebb13-2fc4-4808-95b9-daeb7e6acc01" providerId="AD" clId="Web-{5F19FA7D-D263-1AEB-CB4B-A2FFD24E6FBA}" dt="2024-11-11T22:22:44.780" v="54"/>
          <ac:spMkLst>
            <pc:docMk/>
            <pc:sldMk cId="1208716202" sldId="335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5F19FA7D-D263-1AEB-CB4B-A2FFD24E6FBA}" dt="2024-11-11T22:32:59.119" v="133" actId="20577"/>
          <ac:spMkLst>
            <pc:docMk/>
            <pc:sldMk cId="1208716202" sldId="335"/>
            <ac:spMk id="11" creationId="{DFFC0733-D96F-59EC-662B-A54AF4E5A021}"/>
          </ac:spMkLst>
        </pc:spChg>
        <pc:spChg chg="add">
          <ac:chgData name="Somak Das" userId="S::sdas@floridapoly.edu::98cebb13-2fc4-4808-95b9-daeb7e6acc01" providerId="AD" clId="Web-{5F19FA7D-D263-1AEB-CB4B-A2FFD24E6FBA}" dt="2024-11-11T22:22:45.452" v="55"/>
          <ac:spMkLst>
            <pc:docMk/>
            <pc:sldMk cId="1208716202" sldId="335"/>
            <ac:spMk id="16" creationId="{73F30979-A229-8FB9-FAB1-0B8824D8F015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2:37.764" v="53"/>
        <pc:sldMkLst>
          <pc:docMk/>
          <pc:sldMk cId="2294611957" sldId="336"/>
        </pc:sldMkLst>
        <pc:spChg chg="del">
          <ac:chgData name="Somak Das" userId="S::sdas@floridapoly.edu::98cebb13-2fc4-4808-95b9-daeb7e6acc01" providerId="AD" clId="Web-{5F19FA7D-D263-1AEB-CB4B-A2FFD24E6FBA}" dt="2024-11-11T22:22:35.592" v="52"/>
          <ac:spMkLst>
            <pc:docMk/>
            <pc:sldMk cId="2294611957" sldId="336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2:37.764" v="53"/>
          <ac:spMkLst>
            <pc:docMk/>
            <pc:sldMk cId="2294611957" sldId="336"/>
            <ac:spMk id="18" creationId="{B9CC1C8A-B2CE-6FDC-334F-443459F7DFDB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2:22.060" v="49"/>
        <pc:sldMkLst>
          <pc:docMk/>
          <pc:sldMk cId="3355388773" sldId="337"/>
        </pc:sldMkLst>
        <pc:spChg chg="del">
          <ac:chgData name="Somak Das" userId="S::sdas@floridapoly.edu::98cebb13-2fc4-4808-95b9-daeb7e6acc01" providerId="AD" clId="Web-{5F19FA7D-D263-1AEB-CB4B-A2FFD24E6FBA}" dt="2024-11-11T22:22:20.716" v="48"/>
          <ac:spMkLst>
            <pc:docMk/>
            <pc:sldMk cId="3355388773" sldId="337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2:22.060" v="49"/>
          <ac:spMkLst>
            <pc:docMk/>
            <pc:sldMk cId="3355388773" sldId="337"/>
            <ac:spMk id="6" creationId="{7824755C-0931-A513-2D8B-1B1454408AA2}"/>
          </ac:spMkLst>
        </pc:spChg>
      </pc:sldChg>
      <pc:sldChg chg="addSp delSp modSp">
        <pc:chgData name="Somak Das" userId="S::sdas@floridapoly.edu::98cebb13-2fc4-4808-95b9-daeb7e6acc01" providerId="AD" clId="Web-{5F19FA7D-D263-1AEB-CB4B-A2FFD24E6FBA}" dt="2024-11-11T22:22:29.326" v="51"/>
        <pc:sldMkLst>
          <pc:docMk/>
          <pc:sldMk cId="783768936" sldId="338"/>
        </pc:sldMkLst>
        <pc:spChg chg="del">
          <ac:chgData name="Somak Das" userId="S::sdas@floridapoly.edu::98cebb13-2fc4-4808-95b9-daeb7e6acc01" providerId="AD" clId="Web-{5F19FA7D-D263-1AEB-CB4B-A2FFD24E6FBA}" dt="2024-11-11T22:22:28.545" v="50"/>
          <ac:spMkLst>
            <pc:docMk/>
            <pc:sldMk cId="783768936" sldId="338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2:29.326" v="51"/>
          <ac:spMkLst>
            <pc:docMk/>
            <pc:sldMk cId="783768936" sldId="338"/>
            <ac:spMk id="4" creationId="{217FDA23-75CF-2DD6-500D-F8F4359A84F8}"/>
          </ac:spMkLst>
        </pc:spChg>
        <pc:spChg chg="mod">
          <ac:chgData name="Somak Das" userId="S::sdas@floridapoly.edu::98cebb13-2fc4-4808-95b9-daeb7e6acc01" providerId="AD" clId="Web-{5F19FA7D-D263-1AEB-CB4B-A2FFD24E6FBA}" dt="2024-11-11T22:10:38.995" v="34" actId="1076"/>
          <ac:spMkLst>
            <pc:docMk/>
            <pc:sldMk cId="783768936" sldId="338"/>
            <ac:spMk id="8" creationId="{3CAE0D92-4D57-C758-1DB4-C760F72522A4}"/>
          </ac:spMkLst>
        </pc:spChg>
        <pc:picChg chg="mod">
          <ac:chgData name="Somak Das" userId="S::sdas@floridapoly.edu::98cebb13-2fc4-4808-95b9-daeb7e6acc01" providerId="AD" clId="Web-{5F19FA7D-D263-1AEB-CB4B-A2FFD24E6FBA}" dt="2024-11-11T22:10:35.214" v="33" actId="1076"/>
          <ac:picMkLst>
            <pc:docMk/>
            <pc:sldMk cId="783768936" sldId="338"/>
            <ac:picMk id="9" creationId="{9BDACDC3-8432-0144-CB65-849F5BC5919D}"/>
          </ac:picMkLst>
        </pc:picChg>
      </pc:sldChg>
      <pc:sldChg chg="addSp delSp">
        <pc:chgData name="Somak Das" userId="S::sdas@floridapoly.edu::98cebb13-2fc4-4808-95b9-daeb7e6acc01" providerId="AD" clId="Web-{5F19FA7D-D263-1AEB-CB4B-A2FFD24E6FBA}" dt="2024-11-11T22:23:07.046" v="61"/>
        <pc:sldMkLst>
          <pc:docMk/>
          <pc:sldMk cId="640534042" sldId="339"/>
        </pc:sldMkLst>
        <pc:spChg chg="del">
          <ac:chgData name="Somak Das" userId="S::sdas@floridapoly.edu::98cebb13-2fc4-4808-95b9-daeb7e6acc01" providerId="AD" clId="Web-{5F19FA7D-D263-1AEB-CB4B-A2FFD24E6FBA}" dt="2024-11-11T22:23:06.265" v="60"/>
          <ac:spMkLst>
            <pc:docMk/>
            <pc:sldMk cId="640534042" sldId="339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3:07.046" v="61"/>
          <ac:spMkLst>
            <pc:docMk/>
            <pc:sldMk cId="640534042" sldId="339"/>
            <ac:spMk id="11" creationId="{8466DE46-7DA5-E0D2-0C06-C11EAF6EB5C7}"/>
          </ac:spMkLst>
        </pc:spChg>
      </pc:sldChg>
      <pc:sldChg chg="addSp delSp">
        <pc:chgData name="Somak Das" userId="S::sdas@floridapoly.edu::98cebb13-2fc4-4808-95b9-daeb7e6acc01" providerId="AD" clId="Web-{5F19FA7D-D263-1AEB-CB4B-A2FFD24E6FBA}" dt="2024-11-11T22:23:14.875" v="63"/>
        <pc:sldMkLst>
          <pc:docMk/>
          <pc:sldMk cId="884316625" sldId="340"/>
        </pc:sldMkLst>
        <pc:spChg chg="del">
          <ac:chgData name="Somak Das" userId="S::sdas@floridapoly.edu::98cebb13-2fc4-4808-95b9-daeb7e6acc01" providerId="AD" clId="Web-{5F19FA7D-D263-1AEB-CB4B-A2FFD24E6FBA}" dt="2024-11-11T22:23:14.031" v="62"/>
          <ac:spMkLst>
            <pc:docMk/>
            <pc:sldMk cId="884316625" sldId="340"/>
            <ac:spMk id="2" creationId="{F2EC64CF-226F-2DF1-31FB-CD42118B5CAB}"/>
          </ac:spMkLst>
        </pc:spChg>
        <pc:spChg chg="add">
          <ac:chgData name="Somak Das" userId="S::sdas@floridapoly.edu::98cebb13-2fc4-4808-95b9-daeb7e6acc01" providerId="AD" clId="Web-{5F19FA7D-D263-1AEB-CB4B-A2FFD24E6FBA}" dt="2024-11-11T22:23:14.875" v="63"/>
          <ac:spMkLst>
            <pc:docMk/>
            <pc:sldMk cId="884316625" sldId="340"/>
            <ac:spMk id="9" creationId="{76686D02-7ED4-B6F7-15C6-8DEF392A95C4}"/>
          </ac:spMkLst>
        </pc:spChg>
      </pc:sldChg>
      <pc:sldChg chg="modSp">
        <pc:chgData name="Somak Das" userId="S::sdas@floridapoly.edu::98cebb13-2fc4-4808-95b9-daeb7e6acc01" providerId="AD" clId="Web-{5F19FA7D-D263-1AEB-CB4B-A2FFD24E6FBA}" dt="2024-11-11T22:36:06.205" v="136" actId="20577"/>
        <pc:sldMkLst>
          <pc:docMk/>
          <pc:sldMk cId="3085934208" sldId="341"/>
        </pc:sldMkLst>
        <pc:spChg chg="mod">
          <ac:chgData name="Somak Das" userId="S::sdas@floridapoly.edu::98cebb13-2fc4-4808-95b9-daeb7e6acc01" providerId="AD" clId="Web-{5F19FA7D-D263-1AEB-CB4B-A2FFD24E6FBA}" dt="2024-11-11T22:36:06.205" v="136" actId="20577"/>
          <ac:spMkLst>
            <pc:docMk/>
            <pc:sldMk cId="3085934208" sldId="341"/>
            <ac:spMk id="8" creationId="{C011F52B-7C6A-2B8B-A162-6408D4A6B2BF}"/>
          </ac:spMkLst>
        </pc:spChg>
      </pc:sldChg>
      <pc:sldChg chg="del">
        <pc:chgData name="Somak Das" userId="S::sdas@floridapoly.edu::98cebb13-2fc4-4808-95b9-daeb7e6acc01" providerId="AD" clId="Web-{5F19FA7D-D263-1AEB-CB4B-A2FFD24E6FBA}" dt="2024-11-11T22:36:31.643" v="137"/>
        <pc:sldMkLst>
          <pc:docMk/>
          <pc:sldMk cId="1432404300" sldId="348"/>
        </pc:sldMkLst>
      </pc:sldChg>
      <pc:sldChg chg="del">
        <pc:chgData name="Somak Das" userId="S::sdas@floridapoly.edu::98cebb13-2fc4-4808-95b9-daeb7e6acc01" providerId="AD" clId="Web-{5F19FA7D-D263-1AEB-CB4B-A2FFD24E6FBA}" dt="2024-11-11T22:36:37.597" v="138"/>
        <pc:sldMkLst>
          <pc:docMk/>
          <pc:sldMk cId="3213946431" sldId="34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E381CD-7805-42AF-B629-52B01B008E2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A312E-9841-4995-8BC8-3B07BB9FC0F6}">
      <dgm:prSet/>
      <dgm:spPr/>
      <dgm:t>
        <a:bodyPr/>
        <a:lstStyle/>
        <a:p>
          <a:r>
            <a:rPr lang="en-US"/>
            <a:t>The inner workings of MySqrt become our responsibility and that is where we start.</a:t>
          </a:r>
        </a:p>
      </dgm:t>
    </dgm:pt>
    <dgm:pt modelId="{1DC8F202-7C16-42C3-ACE1-515A694596B4}" type="parTrans" cxnId="{DDB68AA0-B6E4-471E-8462-26A3D83F171B}">
      <dgm:prSet/>
      <dgm:spPr/>
      <dgm:t>
        <a:bodyPr/>
        <a:lstStyle/>
        <a:p>
          <a:endParaRPr lang="en-US"/>
        </a:p>
      </dgm:t>
    </dgm:pt>
    <dgm:pt modelId="{6E4853DE-9F08-4A90-87A6-0FAF730387FD}" type="sibTrans" cxnId="{DDB68AA0-B6E4-471E-8462-26A3D83F171B}">
      <dgm:prSet/>
      <dgm:spPr/>
      <dgm:t>
        <a:bodyPr/>
        <a:lstStyle/>
        <a:p>
          <a:endParaRPr lang="en-US"/>
        </a:p>
      </dgm:t>
    </dgm:pt>
    <dgm:pt modelId="{F56DEA5C-647D-448F-BABD-5B8B2424C1EB}">
      <dgm:prSet/>
      <dgm:spPr/>
      <dgm:t>
        <a:bodyPr/>
        <a:lstStyle/>
        <a:p>
          <a:r>
            <a:rPr lang="en-US"/>
            <a:t>After code is developed that implements the rectangle averaging process outlined above, we “package it up” as a function that can then be used just like sqrt.</a:t>
          </a:r>
        </a:p>
      </dgm:t>
    </dgm:pt>
    <dgm:pt modelId="{3B11D4B7-8C1F-4414-BCF4-281D832F40EB}" type="parTrans" cxnId="{7F914A5C-C3A2-4BE5-A3FF-710D13D74114}">
      <dgm:prSet/>
      <dgm:spPr/>
      <dgm:t>
        <a:bodyPr/>
        <a:lstStyle/>
        <a:p>
          <a:endParaRPr lang="en-US"/>
        </a:p>
      </dgm:t>
    </dgm:pt>
    <dgm:pt modelId="{FE1E66F6-9FC8-4C0F-BD66-3F2A42E7213C}" type="sibTrans" cxnId="{7F914A5C-C3A2-4BE5-A3FF-710D13D74114}">
      <dgm:prSet/>
      <dgm:spPr/>
      <dgm:t>
        <a:bodyPr/>
        <a:lstStyle/>
        <a:p>
          <a:endParaRPr lang="en-US"/>
        </a:p>
      </dgm:t>
    </dgm:pt>
    <dgm:pt modelId="{4B5AD395-219B-465D-981F-4BC1B321C020}">
      <dgm:prSet/>
      <dgm:spPr/>
      <dgm:t>
        <a:bodyPr/>
        <a:lstStyle/>
        <a:p>
          <a:r>
            <a:rPr lang="en-US"/>
            <a:t>We’ll deﬁne </a:t>
          </a:r>
          <a:r>
            <a:rPr lang="en-US" i="1"/>
            <a:t>L</a:t>
          </a:r>
          <a:r>
            <a:rPr lang="en-US" i="1" baseline="-25000"/>
            <a:t>i</a:t>
          </a:r>
          <a:r>
            <a:rPr lang="en-US"/>
            <a:t> and </a:t>
          </a:r>
          <a:r>
            <a:rPr lang="en-US" i="1"/>
            <a:t>W</a:t>
          </a:r>
          <a:r>
            <a:rPr lang="en-US" i="1" baseline="-25000"/>
            <a:t>i</a:t>
          </a:r>
          <a:r>
            <a:rPr lang="en-US"/>
            <a:t> to be the length and width of the rectangle after </a:t>
          </a:r>
          <a:r>
            <a:rPr lang="en-US" i="1"/>
            <a:t>i</a:t>
          </a:r>
          <a:r>
            <a:rPr lang="en-US"/>
            <a:t> averaging’s.</a:t>
          </a:r>
        </a:p>
      </dgm:t>
    </dgm:pt>
    <dgm:pt modelId="{2D1E1DF6-AACC-4A4D-8635-BF06D26DF299}" type="parTrans" cxnId="{E7CD6019-0CC5-46C6-A1C9-C7EA3D09F2D3}">
      <dgm:prSet/>
      <dgm:spPr/>
      <dgm:t>
        <a:bodyPr/>
        <a:lstStyle/>
        <a:p>
          <a:endParaRPr lang="en-US"/>
        </a:p>
      </dgm:t>
    </dgm:pt>
    <dgm:pt modelId="{79AB3FC4-490B-4914-A73D-8B9AC28F9DB3}" type="sibTrans" cxnId="{E7CD6019-0CC5-46C6-A1C9-C7EA3D09F2D3}">
      <dgm:prSet/>
      <dgm:spPr/>
      <dgm:t>
        <a:bodyPr/>
        <a:lstStyle/>
        <a:p>
          <a:endParaRPr lang="en-US"/>
        </a:p>
      </dgm:t>
    </dgm:pt>
    <dgm:pt modelId="{77C3F73E-8747-4B25-BEF4-51DE472E3925}">
      <dgm:prSet/>
      <dgm:spPr/>
      <dgm:t>
        <a:bodyPr/>
        <a:lstStyle/>
        <a:p>
          <a:r>
            <a:rPr lang="en-US" dirty="0"/>
            <a:t>We’ll examine the quality of the approximation after ten iterations.</a:t>
          </a:r>
        </a:p>
      </dgm:t>
    </dgm:pt>
    <dgm:pt modelId="{AC6217CF-7B4E-4289-8BE6-9AE339DC97D6}" type="parTrans" cxnId="{1D4B1B79-2E7F-4E43-8433-EA95C8D4BE93}">
      <dgm:prSet/>
      <dgm:spPr/>
      <dgm:t>
        <a:bodyPr/>
        <a:lstStyle/>
        <a:p>
          <a:endParaRPr lang="en-US"/>
        </a:p>
      </dgm:t>
    </dgm:pt>
    <dgm:pt modelId="{68FE9199-9795-4EB2-8B15-66BE467FA00C}" type="sibTrans" cxnId="{1D4B1B79-2E7F-4E43-8433-EA95C8D4BE93}">
      <dgm:prSet/>
      <dgm:spPr/>
      <dgm:t>
        <a:bodyPr/>
        <a:lstStyle/>
        <a:p>
          <a:endParaRPr lang="en-US"/>
        </a:p>
      </dgm:t>
    </dgm:pt>
    <dgm:pt modelId="{D9C3775D-336D-1345-96F7-F19461D131EE}" type="pres">
      <dgm:prSet presAssocID="{E0E381CD-7805-42AF-B629-52B01B008E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EA9A1C-258F-DD43-8CDD-B129675232CB}" type="pres">
      <dgm:prSet presAssocID="{657A312E-9841-4995-8BC8-3B07BB9FC0F6}" presName="hierRoot1" presStyleCnt="0"/>
      <dgm:spPr/>
    </dgm:pt>
    <dgm:pt modelId="{59D916B8-2A9D-F04F-A34C-7DD681379939}" type="pres">
      <dgm:prSet presAssocID="{657A312E-9841-4995-8BC8-3B07BB9FC0F6}" presName="composite" presStyleCnt="0"/>
      <dgm:spPr/>
    </dgm:pt>
    <dgm:pt modelId="{502F6BB9-234A-544F-B9A5-DA5CBDA348CB}" type="pres">
      <dgm:prSet presAssocID="{657A312E-9841-4995-8BC8-3B07BB9FC0F6}" presName="background" presStyleLbl="node0" presStyleIdx="0" presStyleCnt="4"/>
      <dgm:spPr/>
    </dgm:pt>
    <dgm:pt modelId="{2E8AD37E-1DBF-F949-A1FA-4C977E53C115}" type="pres">
      <dgm:prSet presAssocID="{657A312E-9841-4995-8BC8-3B07BB9FC0F6}" presName="text" presStyleLbl="fgAcc0" presStyleIdx="0" presStyleCnt="4">
        <dgm:presLayoutVars>
          <dgm:chPref val="3"/>
        </dgm:presLayoutVars>
      </dgm:prSet>
      <dgm:spPr/>
    </dgm:pt>
    <dgm:pt modelId="{7873AA31-80A8-3648-98FA-CFDF9F227935}" type="pres">
      <dgm:prSet presAssocID="{657A312E-9841-4995-8BC8-3B07BB9FC0F6}" presName="hierChild2" presStyleCnt="0"/>
      <dgm:spPr/>
    </dgm:pt>
    <dgm:pt modelId="{02281D7C-1350-834B-B8A1-6DE233ADE6BB}" type="pres">
      <dgm:prSet presAssocID="{F56DEA5C-647D-448F-BABD-5B8B2424C1EB}" presName="hierRoot1" presStyleCnt="0"/>
      <dgm:spPr/>
    </dgm:pt>
    <dgm:pt modelId="{A085395D-5872-4147-8704-2BE72198671F}" type="pres">
      <dgm:prSet presAssocID="{F56DEA5C-647D-448F-BABD-5B8B2424C1EB}" presName="composite" presStyleCnt="0"/>
      <dgm:spPr/>
    </dgm:pt>
    <dgm:pt modelId="{FCCB29A1-9F41-D940-A3AE-35999C3F97E4}" type="pres">
      <dgm:prSet presAssocID="{F56DEA5C-647D-448F-BABD-5B8B2424C1EB}" presName="background" presStyleLbl="node0" presStyleIdx="1" presStyleCnt="4"/>
      <dgm:spPr/>
    </dgm:pt>
    <dgm:pt modelId="{6BF27F7B-E1A0-2445-B64F-67C880ED7B47}" type="pres">
      <dgm:prSet presAssocID="{F56DEA5C-647D-448F-BABD-5B8B2424C1EB}" presName="text" presStyleLbl="fgAcc0" presStyleIdx="1" presStyleCnt="4">
        <dgm:presLayoutVars>
          <dgm:chPref val="3"/>
        </dgm:presLayoutVars>
      </dgm:prSet>
      <dgm:spPr/>
    </dgm:pt>
    <dgm:pt modelId="{C13E6523-D350-3146-9EE2-25C15831E65E}" type="pres">
      <dgm:prSet presAssocID="{F56DEA5C-647D-448F-BABD-5B8B2424C1EB}" presName="hierChild2" presStyleCnt="0"/>
      <dgm:spPr/>
    </dgm:pt>
    <dgm:pt modelId="{7F667E47-15DF-874F-A919-73EF56D60E4E}" type="pres">
      <dgm:prSet presAssocID="{4B5AD395-219B-465D-981F-4BC1B321C020}" presName="hierRoot1" presStyleCnt="0"/>
      <dgm:spPr/>
    </dgm:pt>
    <dgm:pt modelId="{13B19C73-4ADE-B047-88AA-7BF9B72CD714}" type="pres">
      <dgm:prSet presAssocID="{4B5AD395-219B-465D-981F-4BC1B321C020}" presName="composite" presStyleCnt="0"/>
      <dgm:spPr/>
    </dgm:pt>
    <dgm:pt modelId="{22EE9B59-F901-624B-9C35-6820EFB0E84D}" type="pres">
      <dgm:prSet presAssocID="{4B5AD395-219B-465D-981F-4BC1B321C020}" presName="background" presStyleLbl="node0" presStyleIdx="2" presStyleCnt="4"/>
      <dgm:spPr/>
    </dgm:pt>
    <dgm:pt modelId="{4106C525-0892-A149-B5EE-6697E56067FB}" type="pres">
      <dgm:prSet presAssocID="{4B5AD395-219B-465D-981F-4BC1B321C020}" presName="text" presStyleLbl="fgAcc0" presStyleIdx="2" presStyleCnt="4">
        <dgm:presLayoutVars>
          <dgm:chPref val="3"/>
        </dgm:presLayoutVars>
      </dgm:prSet>
      <dgm:spPr/>
    </dgm:pt>
    <dgm:pt modelId="{2817D8AA-5F18-F641-B0C7-313A700BC69E}" type="pres">
      <dgm:prSet presAssocID="{4B5AD395-219B-465D-981F-4BC1B321C020}" presName="hierChild2" presStyleCnt="0"/>
      <dgm:spPr/>
    </dgm:pt>
    <dgm:pt modelId="{D57CA1E1-F7A3-754C-8CBE-743CED843B25}" type="pres">
      <dgm:prSet presAssocID="{77C3F73E-8747-4B25-BEF4-51DE472E3925}" presName="hierRoot1" presStyleCnt="0"/>
      <dgm:spPr/>
    </dgm:pt>
    <dgm:pt modelId="{9A376667-96E0-7646-A096-A657160C7217}" type="pres">
      <dgm:prSet presAssocID="{77C3F73E-8747-4B25-BEF4-51DE472E3925}" presName="composite" presStyleCnt="0"/>
      <dgm:spPr/>
    </dgm:pt>
    <dgm:pt modelId="{4AEEC8D5-DF3A-0845-B67A-FD67772C2F15}" type="pres">
      <dgm:prSet presAssocID="{77C3F73E-8747-4B25-BEF4-51DE472E3925}" presName="background" presStyleLbl="node0" presStyleIdx="3" presStyleCnt="4"/>
      <dgm:spPr/>
    </dgm:pt>
    <dgm:pt modelId="{56784C78-BEB8-6F43-B7A4-1A6276DE1467}" type="pres">
      <dgm:prSet presAssocID="{77C3F73E-8747-4B25-BEF4-51DE472E3925}" presName="text" presStyleLbl="fgAcc0" presStyleIdx="3" presStyleCnt="4">
        <dgm:presLayoutVars>
          <dgm:chPref val="3"/>
        </dgm:presLayoutVars>
      </dgm:prSet>
      <dgm:spPr/>
    </dgm:pt>
    <dgm:pt modelId="{C3ED0562-ACA1-DB4B-8B09-9CD0223D7009}" type="pres">
      <dgm:prSet presAssocID="{77C3F73E-8747-4B25-BEF4-51DE472E3925}" presName="hierChild2" presStyleCnt="0"/>
      <dgm:spPr/>
    </dgm:pt>
  </dgm:ptLst>
  <dgm:cxnLst>
    <dgm:cxn modelId="{E7CD6019-0CC5-46C6-A1C9-C7EA3D09F2D3}" srcId="{E0E381CD-7805-42AF-B629-52B01B008E25}" destId="{4B5AD395-219B-465D-981F-4BC1B321C020}" srcOrd="2" destOrd="0" parTransId="{2D1E1DF6-AACC-4A4D-8635-BF06D26DF299}" sibTransId="{79AB3FC4-490B-4914-A73D-8B9AC28F9DB3}"/>
    <dgm:cxn modelId="{7F914A5C-C3A2-4BE5-A3FF-710D13D74114}" srcId="{E0E381CD-7805-42AF-B629-52B01B008E25}" destId="{F56DEA5C-647D-448F-BABD-5B8B2424C1EB}" srcOrd="1" destOrd="0" parTransId="{3B11D4B7-8C1F-4414-BCF4-281D832F40EB}" sibTransId="{FE1E66F6-9FC8-4C0F-BD66-3F2A42E7213C}"/>
    <dgm:cxn modelId="{1D4B1B79-2E7F-4E43-8433-EA95C8D4BE93}" srcId="{E0E381CD-7805-42AF-B629-52B01B008E25}" destId="{77C3F73E-8747-4B25-BEF4-51DE472E3925}" srcOrd="3" destOrd="0" parTransId="{AC6217CF-7B4E-4289-8BE6-9AE339DC97D6}" sibTransId="{68FE9199-9795-4EB2-8B15-66BE467FA00C}"/>
    <dgm:cxn modelId="{0BE27186-DD89-0F47-A798-A864A76FDDDE}" type="presOf" srcId="{4B5AD395-219B-465D-981F-4BC1B321C020}" destId="{4106C525-0892-A149-B5EE-6697E56067FB}" srcOrd="0" destOrd="0" presId="urn:microsoft.com/office/officeart/2005/8/layout/hierarchy1"/>
    <dgm:cxn modelId="{C7B1699E-7978-E242-8D6E-5652D762994D}" type="presOf" srcId="{F56DEA5C-647D-448F-BABD-5B8B2424C1EB}" destId="{6BF27F7B-E1A0-2445-B64F-67C880ED7B47}" srcOrd="0" destOrd="0" presId="urn:microsoft.com/office/officeart/2005/8/layout/hierarchy1"/>
    <dgm:cxn modelId="{DDB68AA0-B6E4-471E-8462-26A3D83F171B}" srcId="{E0E381CD-7805-42AF-B629-52B01B008E25}" destId="{657A312E-9841-4995-8BC8-3B07BB9FC0F6}" srcOrd="0" destOrd="0" parTransId="{1DC8F202-7C16-42C3-ACE1-515A694596B4}" sibTransId="{6E4853DE-9F08-4A90-87A6-0FAF730387FD}"/>
    <dgm:cxn modelId="{2D988FA0-EDFD-3943-8FAA-96471B805625}" type="presOf" srcId="{657A312E-9841-4995-8BC8-3B07BB9FC0F6}" destId="{2E8AD37E-1DBF-F949-A1FA-4C977E53C115}" srcOrd="0" destOrd="0" presId="urn:microsoft.com/office/officeart/2005/8/layout/hierarchy1"/>
    <dgm:cxn modelId="{8E7826A6-F29D-F244-9626-A74A0BADDA19}" type="presOf" srcId="{E0E381CD-7805-42AF-B629-52B01B008E25}" destId="{D9C3775D-336D-1345-96F7-F19461D131EE}" srcOrd="0" destOrd="0" presId="urn:microsoft.com/office/officeart/2005/8/layout/hierarchy1"/>
    <dgm:cxn modelId="{C5858ADC-A3A7-874B-A106-49B7D907B934}" type="presOf" srcId="{77C3F73E-8747-4B25-BEF4-51DE472E3925}" destId="{56784C78-BEB8-6F43-B7A4-1A6276DE1467}" srcOrd="0" destOrd="0" presId="urn:microsoft.com/office/officeart/2005/8/layout/hierarchy1"/>
    <dgm:cxn modelId="{F59A66CA-F0D2-3A4C-9972-7B16B6394697}" type="presParOf" srcId="{D9C3775D-336D-1345-96F7-F19461D131EE}" destId="{24EA9A1C-258F-DD43-8CDD-B129675232CB}" srcOrd="0" destOrd="0" presId="urn:microsoft.com/office/officeart/2005/8/layout/hierarchy1"/>
    <dgm:cxn modelId="{6B08272E-EE6A-C14C-A91A-03300ACD6B78}" type="presParOf" srcId="{24EA9A1C-258F-DD43-8CDD-B129675232CB}" destId="{59D916B8-2A9D-F04F-A34C-7DD681379939}" srcOrd="0" destOrd="0" presId="urn:microsoft.com/office/officeart/2005/8/layout/hierarchy1"/>
    <dgm:cxn modelId="{74287A16-B6F9-364D-BB91-931D8EBD690C}" type="presParOf" srcId="{59D916B8-2A9D-F04F-A34C-7DD681379939}" destId="{502F6BB9-234A-544F-B9A5-DA5CBDA348CB}" srcOrd="0" destOrd="0" presId="urn:microsoft.com/office/officeart/2005/8/layout/hierarchy1"/>
    <dgm:cxn modelId="{D515BEF2-ECF9-6443-B4D7-ADC319033CF6}" type="presParOf" srcId="{59D916B8-2A9D-F04F-A34C-7DD681379939}" destId="{2E8AD37E-1DBF-F949-A1FA-4C977E53C115}" srcOrd="1" destOrd="0" presId="urn:microsoft.com/office/officeart/2005/8/layout/hierarchy1"/>
    <dgm:cxn modelId="{9235C55F-CB40-BB4E-930E-7771B0256B53}" type="presParOf" srcId="{24EA9A1C-258F-DD43-8CDD-B129675232CB}" destId="{7873AA31-80A8-3648-98FA-CFDF9F227935}" srcOrd="1" destOrd="0" presId="urn:microsoft.com/office/officeart/2005/8/layout/hierarchy1"/>
    <dgm:cxn modelId="{CBF054BD-8A0F-CD4D-924F-7D5AF0F3888F}" type="presParOf" srcId="{D9C3775D-336D-1345-96F7-F19461D131EE}" destId="{02281D7C-1350-834B-B8A1-6DE233ADE6BB}" srcOrd="1" destOrd="0" presId="urn:microsoft.com/office/officeart/2005/8/layout/hierarchy1"/>
    <dgm:cxn modelId="{C08BA082-E010-C847-83E4-8A17C7C6A343}" type="presParOf" srcId="{02281D7C-1350-834B-B8A1-6DE233ADE6BB}" destId="{A085395D-5872-4147-8704-2BE72198671F}" srcOrd="0" destOrd="0" presId="urn:microsoft.com/office/officeart/2005/8/layout/hierarchy1"/>
    <dgm:cxn modelId="{2DA9ECD0-B982-E14C-B44D-1E3F46C8C5CE}" type="presParOf" srcId="{A085395D-5872-4147-8704-2BE72198671F}" destId="{FCCB29A1-9F41-D940-A3AE-35999C3F97E4}" srcOrd="0" destOrd="0" presId="urn:microsoft.com/office/officeart/2005/8/layout/hierarchy1"/>
    <dgm:cxn modelId="{AD1B9DD7-60D2-5D48-9CAC-14E32233B2CC}" type="presParOf" srcId="{A085395D-5872-4147-8704-2BE72198671F}" destId="{6BF27F7B-E1A0-2445-B64F-67C880ED7B47}" srcOrd="1" destOrd="0" presId="urn:microsoft.com/office/officeart/2005/8/layout/hierarchy1"/>
    <dgm:cxn modelId="{351CAD59-306D-9B43-8B46-60AB301AB80A}" type="presParOf" srcId="{02281D7C-1350-834B-B8A1-6DE233ADE6BB}" destId="{C13E6523-D350-3146-9EE2-25C15831E65E}" srcOrd="1" destOrd="0" presId="urn:microsoft.com/office/officeart/2005/8/layout/hierarchy1"/>
    <dgm:cxn modelId="{D61362C8-2205-7847-B899-B3826511BE4D}" type="presParOf" srcId="{D9C3775D-336D-1345-96F7-F19461D131EE}" destId="{7F667E47-15DF-874F-A919-73EF56D60E4E}" srcOrd="2" destOrd="0" presId="urn:microsoft.com/office/officeart/2005/8/layout/hierarchy1"/>
    <dgm:cxn modelId="{581CD963-0E5D-FA4F-8E10-53942BA16C34}" type="presParOf" srcId="{7F667E47-15DF-874F-A919-73EF56D60E4E}" destId="{13B19C73-4ADE-B047-88AA-7BF9B72CD714}" srcOrd="0" destOrd="0" presId="urn:microsoft.com/office/officeart/2005/8/layout/hierarchy1"/>
    <dgm:cxn modelId="{4A5EE79A-364C-F94E-A19E-1E2CB9B3DA42}" type="presParOf" srcId="{13B19C73-4ADE-B047-88AA-7BF9B72CD714}" destId="{22EE9B59-F901-624B-9C35-6820EFB0E84D}" srcOrd="0" destOrd="0" presId="urn:microsoft.com/office/officeart/2005/8/layout/hierarchy1"/>
    <dgm:cxn modelId="{B6667D61-C9BD-594D-9B71-1135AB6DE842}" type="presParOf" srcId="{13B19C73-4ADE-B047-88AA-7BF9B72CD714}" destId="{4106C525-0892-A149-B5EE-6697E56067FB}" srcOrd="1" destOrd="0" presId="urn:microsoft.com/office/officeart/2005/8/layout/hierarchy1"/>
    <dgm:cxn modelId="{04B72AF5-D0DC-634C-94A5-4DD9EEFD5505}" type="presParOf" srcId="{7F667E47-15DF-874F-A919-73EF56D60E4E}" destId="{2817D8AA-5F18-F641-B0C7-313A700BC69E}" srcOrd="1" destOrd="0" presId="urn:microsoft.com/office/officeart/2005/8/layout/hierarchy1"/>
    <dgm:cxn modelId="{DCE1B922-D5F0-C441-A0B3-D24C76A5F7C9}" type="presParOf" srcId="{D9C3775D-336D-1345-96F7-F19461D131EE}" destId="{D57CA1E1-F7A3-754C-8CBE-743CED843B25}" srcOrd="3" destOrd="0" presId="urn:microsoft.com/office/officeart/2005/8/layout/hierarchy1"/>
    <dgm:cxn modelId="{A3CFB7DE-85DC-3C45-85AF-D0D7E12A1B0A}" type="presParOf" srcId="{D57CA1E1-F7A3-754C-8CBE-743CED843B25}" destId="{9A376667-96E0-7646-A096-A657160C7217}" srcOrd="0" destOrd="0" presId="urn:microsoft.com/office/officeart/2005/8/layout/hierarchy1"/>
    <dgm:cxn modelId="{7AB28B5A-FDA5-5445-B03C-8E9C4862C61D}" type="presParOf" srcId="{9A376667-96E0-7646-A096-A657160C7217}" destId="{4AEEC8D5-DF3A-0845-B67A-FD67772C2F15}" srcOrd="0" destOrd="0" presId="urn:microsoft.com/office/officeart/2005/8/layout/hierarchy1"/>
    <dgm:cxn modelId="{5D6527E1-D9DC-BA4F-A007-CE1148D2F575}" type="presParOf" srcId="{9A376667-96E0-7646-A096-A657160C7217}" destId="{56784C78-BEB8-6F43-B7A4-1A6276DE1467}" srcOrd="1" destOrd="0" presId="urn:microsoft.com/office/officeart/2005/8/layout/hierarchy1"/>
    <dgm:cxn modelId="{8D84964B-FB83-0840-AACE-BF84B1244EDF}" type="presParOf" srcId="{D57CA1E1-F7A3-754C-8CBE-743CED843B25}" destId="{C3ED0562-ACA1-DB4B-8B09-9CD0223D700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F6BB9-234A-544F-B9A5-DA5CBDA348CB}">
      <dsp:nvSpPr>
        <dsp:cNvPr id="0" name=""/>
        <dsp:cNvSpPr/>
      </dsp:nvSpPr>
      <dsp:spPr>
        <a:xfrm>
          <a:off x="3439" y="214614"/>
          <a:ext cx="2456159" cy="15596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AD37E-1DBF-F949-A1FA-4C977E53C115}">
      <dsp:nvSpPr>
        <dsp:cNvPr id="0" name=""/>
        <dsp:cNvSpPr/>
      </dsp:nvSpPr>
      <dsp:spPr>
        <a:xfrm>
          <a:off x="276346" y="473875"/>
          <a:ext cx="2456159" cy="1559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inner workings of MySqrt become our responsibility and that is where we start.</a:t>
          </a:r>
        </a:p>
      </dsp:txBody>
      <dsp:txXfrm>
        <a:off x="322027" y="519556"/>
        <a:ext cx="2364797" cy="1468299"/>
      </dsp:txXfrm>
    </dsp:sp>
    <dsp:sp modelId="{FCCB29A1-9F41-D940-A3AE-35999C3F97E4}">
      <dsp:nvSpPr>
        <dsp:cNvPr id="0" name=""/>
        <dsp:cNvSpPr/>
      </dsp:nvSpPr>
      <dsp:spPr>
        <a:xfrm>
          <a:off x="3005412" y="214614"/>
          <a:ext cx="2456159" cy="15596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27F7B-E1A0-2445-B64F-67C880ED7B47}">
      <dsp:nvSpPr>
        <dsp:cNvPr id="0" name=""/>
        <dsp:cNvSpPr/>
      </dsp:nvSpPr>
      <dsp:spPr>
        <a:xfrm>
          <a:off x="3278319" y="473875"/>
          <a:ext cx="2456159" cy="1559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After code is developed that implements the rectangle averaging process outlined above, we “package it up” as a function that can then be used just like sqrt.</a:t>
          </a:r>
        </a:p>
      </dsp:txBody>
      <dsp:txXfrm>
        <a:off x="3324000" y="519556"/>
        <a:ext cx="2364797" cy="1468299"/>
      </dsp:txXfrm>
    </dsp:sp>
    <dsp:sp modelId="{22EE9B59-F901-624B-9C35-6820EFB0E84D}">
      <dsp:nvSpPr>
        <dsp:cNvPr id="0" name=""/>
        <dsp:cNvSpPr/>
      </dsp:nvSpPr>
      <dsp:spPr>
        <a:xfrm>
          <a:off x="6007385" y="214614"/>
          <a:ext cx="2456159" cy="15596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6C525-0892-A149-B5EE-6697E56067FB}">
      <dsp:nvSpPr>
        <dsp:cNvPr id="0" name=""/>
        <dsp:cNvSpPr/>
      </dsp:nvSpPr>
      <dsp:spPr>
        <a:xfrm>
          <a:off x="6280292" y="473875"/>
          <a:ext cx="2456159" cy="1559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We’ll deﬁne </a:t>
          </a:r>
          <a:r>
            <a:rPr lang="en-US" sz="1500" i="1" kern="1200"/>
            <a:t>L</a:t>
          </a:r>
          <a:r>
            <a:rPr lang="en-US" sz="1500" i="1" kern="1200" baseline="-25000"/>
            <a:t>i</a:t>
          </a:r>
          <a:r>
            <a:rPr lang="en-US" sz="1500" kern="1200"/>
            <a:t> and </a:t>
          </a:r>
          <a:r>
            <a:rPr lang="en-US" sz="1500" i="1" kern="1200"/>
            <a:t>W</a:t>
          </a:r>
          <a:r>
            <a:rPr lang="en-US" sz="1500" i="1" kern="1200" baseline="-25000"/>
            <a:t>i</a:t>
          </a:r>
          <a:r>
            <a:rPr lang="en-US" sz="1500" kern="1200"/>
            <a:t> to be the length and width of the rectangle after </a:t>
          </a:r>
          <a:r>
            <a:rPr lang="en-US" sz="1500" i="1" kern="1200"/>
            <a:t>i</a:t>
          </a:r>
          <a:r>
            <a:rPr lang="en-US" sz="1500" kern="1200"/>
            <a:t> averaging’s.</a:t>
          </a:r>
        </a:p>
      </dsp:txBody>
      <dsp:txXfrm>
        <a:off x="6325973" y="519556"/>
        <a:ext cx="2364797" cy="1468299"/>
      </dsp:txXfrm>
    </dsp:sp>
    <dsp:sp modelId="{4AEEC8D5-DF3A-0845-B67A-FD67772C2F15}">
      <dsp:nvSpPr>
        <dsp:cNvPr id="0" name=""/>
        <dsp:cNvSpPr/>
      </dsp:nvSpPr>
      <dsp:spPr>
        <a:xfrm>
          <a:off x="9009358" y="214614"/>
          <a:ext cx="2456159" cy="15596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84C78-BEB8-6F43-B7A4-1A6276DE1467}">
      <dsp:nvSpPr>
        <dsp:cNvPr id="0" name=""/>
        <dsp:cNvSpPr/>
      </dsp:nvSpPr>
      <dsp:spPr>
        <a:xfrm>
          <a:off x="9282265" y="473875"/>
          <a:ext cx="2456159" cy="1559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We’ll examine the quality of the approximation after ten iterations.</a:t>
          </a:r>
        </a:p>
      </dsp:txBody>
      <dsp:txXfrm>
        <a:off x="9327946" y="519556"/>
        <a:ext cx="2364797" cy="1468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7D9CCB-A394-9094-1163-6AF509BCAF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3208-5445-9722-6967-B6F3ECE20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E7F0-05F7-6E45-89F5-8B04C66A3E5C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75FEA-F7E5-E4E6-04DA-B904F6B50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191-319E-ABE2-0BB1-D9493DFE0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0BEE-C910-8548-9E0C-34483F4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14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C7543-1EB3-C04A-99C2-8887893B162A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0B692-A783-7241-A1B2-D2068B46D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98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1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5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5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08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2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57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8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86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08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37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57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86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14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99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75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10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01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64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AAA-BD95-4BEC-E532-F4E19F4A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6731-BF9F-165B-2CFE-D4957783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A60E-0882-F681-B26E-B669DBA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211F-A1FF-D02B-DC42-A9D44E26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AF8B-66CF-6FAA-A71E-BABC68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0B7E-4207-F3F3-2DCA-D6504B47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F10A-8ADB-7F67-BC66-3E62BA4D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9050-4B5F-F691-AD54-A6444CE5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59A0-AC2D-7898-0E17-B455CA1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DC8C-C785-2399-41AD-383B207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B8-046F-5DF9-A2CD-BAE172E6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B10FD-C5FB-2490-D5D8-247B2F9B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9633-2A7B-50BC-7C68-4F522232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860D-C672-F0C3-19C7-CF1DDC5A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C515-A547-E379-48A9-A66E60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D729-4A6F-8910-C05A-4ED746C3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AA7F-1C37-231B-3FB1-D2974FCE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BE0E-AF77-3DB1-B9C6-E9AD31BB6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9A2-96C5-E338-CA61-4267206C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CF17-DC97-2D2C-3B05-68C30A10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2C67-3FC6-1CAA-D550-C56158D2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EF30-EFAE-4401-6B75-4248E4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86C-095C-A7B8-78E9-10069FDB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5D2C8-94A4-B745-69C9-5DD740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2E82C-EAE2-B296-9796-4182B2C9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6CA8D-EB77-3397-D53C-4C4C56DF5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44A05-B05B-3CB1-D742-75B946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8780-8F1E-CD51-0912-C84A219A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C84C-276D-F5CD-CBA3-2248CF5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66B4-A90E-CDD4-53A5-36EE698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86C89-8347-3958-95E0-E6D50393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0938B-D0AB-F7A5-68B5-47F3367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94B-CC4A-317C-78E5-236A34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591C-EF10-439A-CCAC-BEBBC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FD623-714B-9026-00E4-A21CDC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71B6-E682-EE1D-5CB6-43AC51F1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699-0E01-F1C9-0EAC-60250CF4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C46-1B74-A7C0-2C65-C2DD1BA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D12-9F3B-39F6-F4AA-901A38C47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9EC4-14EC-09C2-94F2-6991938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B39E-4ED2-CA80-70DC-5C9830D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58DF-B3CB-A21B-72A7-0E38D9CF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4723-39A7-C73C-F7B8-09C71073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D11B-3E26-447C-57F6-680F41B9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9449E-905E-2B80-6C9C-2008D3028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BE1C-8DB6-5750-1F5E-6A334EE4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9E35-4DFE-A4AA-246B-829900EC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9EFC-DAA5-4158-7BD8-BEA6A63F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6F2C-2566-EC52-D858-9AD0BDDD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5DB37-27CF-FFB5-7106-96F5B963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512D-8C97-49AB-B6E9-F6662A0D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1074-DE21-1C91-48AC-E82863BD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F53-74E2-BD7E-F0F9-8BC7DA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CAE5A-CE08-B4BD-24C9-DD868425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476C-9497-812F-E05F-6983A4A9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B70F-D893-A96F-68A9-17AA2C78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F2656-7047-E75B-50C7-B0FAF94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67C9-703A-F37A-DEAE-0C942A9C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E30E4-436B-B5D4-3F22-C2F99A3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D504-3A35-F173-405A-698E5940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0D3-8034-A224-973B-444F01EC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658D-7BD5-9248-A5DA-D63B39C6767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5A8C-4F3B-E1B4-04B7-3FBEBA6C5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146C-325D-0D3A-FA95-DF33AE3C2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140419" y="-6720"/>
            <a:ext cx="8156934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05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Abstraction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8D94-494C-F5C2-680D-C5AE57BE46CA}"/>
              </a:ext>
            </a:extLst>
          </p:cNvPr>
          <p:cNvSpPr txBox="1">
            <a:spLocks/>
          </p:cNvSpPr>
          <p:nvPr/>
        </p:nvSpPr>
        <p:spPr>
          <a:xfrm>
            <a:off x="1313545" y="2050171"/>
            <a:ext cx="9563189" cy="2164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In this lecture we will design a function for computing square roots that is based on a rectangle averaging process. The fact that </a:t>
            </a:r>
            <a:r>
              <a:rPr lang="en-US" dirty="0">
                <a:latin typeface="Courier New"/>
                <a:cs typeface="Courier New"/>
              </a:rPr>
              <a:t>sqrt</a:t>
            </a:r>
            <a:r>
              <a:rPr lang="en-US" dirty="0"/>
              <a:t> is a built-in function gives us a standard against which we can measure the quality of our implementation.</a:t>
            </a:r>
            <a:endParaRPr lang="en-US"/>
          </a:p>
          <a:p>
            <a:pPr algn="l"/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52436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C68F80B-616B-8E69-633C-E557EB0BF5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503" y="1180848"/>
                <a:ext cx="11741865" cy="31012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0000"/>
                    </a:solidFill>
                  </a:rPr>
                  <a:t>Goal: </a:t>
                </a:r>
                <a:r>
                  <a:rPr lang="en-US" dirty="0">
                    <a:solidFill>
                      <a:schemeClr val="tx1"/>
                    </a:solidFill>
                  </a:rPr>
                  <a:t>Write a function </a:t>
                </a:r>
                <a:r>
                  <a:rPr lang="en-US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 = </a:t>
                </a:r>
                <a:r>
                  <a:rPr lang="en-US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MySqrt</a:t>
                </a:r>
                <a:r>
                  <a:rPr lang="en-US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  <a:r>
                  <a:rPr lang="en-US" dirty="0">
                    <a:solidFill>
                      <a:schemeClr val="tx1"/>
                    </a:solidFill>
                  </a:rPr>
                  <a:t>that produces an estimate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by repeating the rectangle averaging process a sufﬁcient number of times.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relative error in the value </a:t>
                </a:r>
                <a:r>
                  <a:rPr lang="en-US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MySqrt</a:t>
                </a:r>
                <a:r>
                  <a:rPr lang="en-US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  <a:r>
                  <a:rPr lang="en-US" dirty="0">
                    <a:solidFill>
                      <a:schemeClr val="tx1"/>
                    </a:solidFill>
                  </a:rPr>
                  <a:t>should be less than </a:t>
                </a:r>
                <a:r>
                  <a:rPr lang="en-US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10</a:t>
                </a:r>
                <a:r>
                  <a:rPr lang="en-US" baseline="30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−15</a:t>
                </a:r>
                <a:r>
                  <a:rPr lang="en-US" dirty="0">
                    <a:solidFill>
                      <a:schemeClr val="tx1"/>
                    </a:solidFill>
                  </a:rPr>
                  <a:t>, i.e., </a:t>
                </a:r>
                <a:r>
                  <a:rPr lang="en-US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MySqrt</a:t>
                </a:r>
                <a:r>
                  <a:rPr lang="en-US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(A) </a:t>
                </a:r>
                <a:r>
                  <a:rPr lang="en-US" dirty="0">
                    <a:solidFill>
                      <a:schemeClr val="tx1"/>
                    </a:solidFill>
                  </a:rPr>
                  <a:t>should have 15 correct signiﬁcant digits.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The act of computing the square root of a positive number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dirty="0"/>
                  <a:t> is the act of “building” a square with area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dirty="0"/>
                  <a:t>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Thinking along these geometric lines, we make a pair of observations.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C68F80B-616B-8E69-633C-E557EB0B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03" y="1180848"/>
                <a:ext cx="11741865" cy="3101216"/>
              </a:xfrm>
              <a:prstGeom prst="rect">
                <a:avLst/>
              </a:prstGeom>
              <a:blipFill>
                <a:blip r:embed="rId3"/>
                <a:stretch>
                  <a:fillRect l="-756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524A647-222A-93E8-C7CB-610D78F39BAE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32827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6735D-1DA2-6141-649C-B193BEFD9B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596" y="2162156"/>
                <a:ext cx="5489026" cy="355842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First, if a square with side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the same area as an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-by-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dirty="0"/>
                  <a:t> rectangle, then as illustrated, the square root of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/>
                  <a:t> is in between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 and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dirty="0"/>
                  <a:t>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 Second, we can make any given rectangle “more square”</a:t>
                </a:r>
              </a:p>
              <a:p>
                <a:pPr marL="800100" lvl="1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by replacing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 with </a:t>
                </a:r>
                <a:r>
                  <a:rPr lang="en-US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(L+W)/2 </a:t>
                </a:r>
              </a:p>
              <a:p>
                <a:pPr marL="800100" lvl="1" indent="-342900" algn="l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dirty="0"/>
                  <a:t> with </a:t>
                </a:r>
                <a:r>
                  <a:rPr lang="en-US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A/</a:t>
                </a:r>
                <a:r>
                  <a:rPr lang="en-US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</a:t>
                </a:r>
                <a:endParaRPr lang="en-US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The process can obviously be repeated: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6735D-1DA2-6141-649C-B193BEFD9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96" y="2162156"/>
                <a:ext cx="5489026" cy="3558420"/>
              </a:xfrm>
              <a:prstGeom prst="rect">
                <a:avLst/>
              </a:prstGeom>
              <a:blipFill>
                <a:blip r:embed="rId3"/>
                <a:stretch>
                  <a:fillRect l="-1379" t="-1060" r="-1609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2D469B-165C-0BBB-02E9-32F8B4CE4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418" y="2557940"/>
            <a:ext cx="5912581" cy="4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C206BB-6DA3-2CA2-BF1C-6A66DBE9B2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730"/>
          <a:stretch/>
        </p:blipFill>
        <p:spPr>
          <a:xfrm>
            <a:off x="6784685" y="1180847"/>
            <a:ext cx="4902046" cy="12436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A01D73-FB14-3463-C717-48811B706C02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352027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3B61AC-E8E4-30A8-8EB7-19880D81600A}"/>
              </a:ext>
            </a:extLst>
          </p:cNvPr>
          <p:cNvSpPr txBox="1">
            <a:spLocks/>
          </p:cNvSpPr>
          <p:nvPr/>
        </p:nvSpPr>
        <p:spPr>
          <a:xfrm>
            <a:off x="272503" y="1180848"/>
            <a:ext cx="11741865" cy="4595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Before we develop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/>
              <a:t>, let us think a little bit about the MATLAB built-in function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. It can be visualized as a “black box” with an input and an output: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nonnegative number arrives at the “front door,” mysterious things happen, and out pops the square root.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As users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, we do not have to worry about the mysterious inner workings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, i.e., it can be treated as a black box.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However, we do have to “read the manual” about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 so that we can use it properly. The MATLAB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en-US" dirty="0"/>
              <a:t> facility is designed  for this purpose.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C3A653-9155-9935-58DF-DAF98F5F1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394" y="2033815"/>
            <a:ext cx="4984081" cy="11952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FE97F4-79C2-822A-CC59-4F6756D9F149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110402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0F8E-F0C9-FBF0-6CC8-1D97801A865B}"/>
              </a:ext>
            </a:extLst>
          </p:cNvPr>
          <p:cNvSpPr txBox="1">
            <a:spLocks/>
          </p:cNvSpPr>
          <p:nvPr/>
        </p:nvSpPr>
        <p:spPr>
          <a:xfrm>
            <a:off x="272503" y="1180847"/>
            <a:ext cx="11741865" cy="554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From the command window we ﬁnd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language here is a little confusing because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 can accept a vector, a feature that we ignore for now.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But the message is important. Writing a description on how to use a function is as critical as designing the function itself.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Our plan is to write our own version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 and call 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/>
              <a:t>. To the user, it will look the same: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EB5C6-4832-EBB9-F79A-F03E12B3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9" y="1702728"/>
            <a:ext cx="8010328" cy="1082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1261E1-8ED6-D0F9-6E09-3EF2F8DE2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394" y="5398916"/>
            <a:ext cx="5208706" cy="13225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91A83-0B2C-DBB3-F5A1-29D15B0A1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100" y="5462593"/>
            <a:ext cx="4984081" cy="11952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342C52-DCB8-61E7-7E4A-0253E4A535EE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43437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group of black text&#10;&#10;Description automatically generated">
            <a:extLst>
              <a:ext uri="{FF2B5EF4-FFF2-40B4-BE49-F238E27FC236}">
                <a16:creationId xmlns:a16="http://schemas.microsoft.com/office/drawing/2014/main" id="{EEDB9FB4-49B2-813A-1056-93060FA35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257" y="4591495"/>
            <a:ext cx="5810195" cy="1995422"/>
          </a:xfrm>
          <a:prstGeom prst="rect">
            <a:avLst/>
          </a:pr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732369E-6526-8797-C77A-DE8A32C215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148691"/>
              </p:ext>
            </p:extLst>
          </p:nvPr>
        </p:nvGraphicFramePr>
        <p:xfrm>
          <a:off x="225067" y="946673"/>
          <a:ext cx="11741865" cy="224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9EFA990-6827-5247-C10E-3A7673A7E094}"/>
              </a:ext>
            </a:extLst>
          </p:cNvPr>
          <p:cNvSpPr/>
          <p:nvPr/>
        </p:nvSpPr>
        <p:spPr>
          <a:xfrm>
            <a:off x="0" y="3580652"/>
            <a:ext cx="120121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Our improvement sequence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116283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02F6BB9-234A-544F-B9A5-DA5CBDA348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E8AD37E-1DBF-F949-A1FA-4C977E53C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CCB29A1-9F41-D940-A3AE-35999C3F9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6BF27F7B-E1A0-2445-B64F-67C880ED7B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2EE9B59-F901-624B-9C35-6820EFB0E8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106C525-0892-A149-B5EE-6697E56067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AEEC8D5-DF3A-0845-B67A-FD67772C2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6784C78-BEB8-6F43-B7A4-1A6276DE14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F760-7A9F-F382-F265-AC9B17A3708E}"/>
              </a:ext>
            </a:extLst>
          </p:cNvPr>
          <p:cNvSpPr txBox="1">
            <a:spLocks/>
          </p:cNvSpPr>
          <p:nvPr/>
        </p:nvSpPr>
        <p:spPr>
          <a:xfrm>
            <a:off x="272504" y="1180847"/>
            <a:ext cx="6751384" cy="554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can be coded into a short loop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 are assuming that A is initialized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about if A =0?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Ten iterations might not be enough, let’s use a new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iMax</a:t>
            </a:r>
            <a:r>
              <a:rPr lang="en-US" dirty="0"/>
              <a:t> to adjust the limit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/>
              <a:t> is the length of the final rectangle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E53E6-EC8C-0400-53D0-D5E025EF2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69" y="1609958"/>
            <a:ext cx="5074131" cy="1856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6215D-0760-EBB2-D450-91AE271A2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653" y="3139711"/>
            <a:ext cx="5325347" cy="371829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14E8E983-3D40-4652-CBC8-BF0B86CE1AC1}"/>
              </a:ext>
            </a:extLst>
          </p:cNvPr>
          <p:cNvSpPr/>
          <p:nvPr/>
        </p:nvSpPr>
        <p:spPr>
          <a:xfrm>
            <a:off x="6504536" y="3139711"/>
            <a:ext cx="362117" cy="3452293"/>
          </a:xfrm>
          <a:prstGeom prst="leftBrace">
            <a:avLst/>
          </a:prstGeom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9F37-ED48-3EBF-2CE6-23B664AAE229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238080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467E-F9E8-2B5C-7AB3-93F0355AA7ED}"/>
              </a:ext>
            </a:extLst>
          </p:cNvPr>
          <p:cNvSpPr txBox="1">
            <a:spLocks/>
          </p:cNvSpPr>
          <p:nvPr/>
        </p:nvSpPr>
        <p:spPr>
          <a:xfrm>
            <a:off x="272503" y="1180847"/>
            <a:ext cx="3822067" cy="54384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Recall that the function header begins with the keyword </a:t>
            </a:r>
            <a:r>
              <a:rPr lang="en-US" dirty="0">
                <a:latin typeface="Courier New"/>
                <a:cs typeface="Courier New"/>
              </a:rPr>
              <a:t>function</a:t>
            </a:r>
            <a:r>
              <a:rPr lang="en-US" dirty="0"/>
              <a:t>.</a:t>
            </a:r>
            <a:endParaRPr lang="en-US" dirty="0">
              <a:cs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function must have a name, and the naming conventions are the same as for variables.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Admissible characters include letters (upper- or lowercase), digits, and the underscore, and the ﬁrst character must be a letter.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file name must match the function name…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3AB13-DABC-1082-6CCE-30C4091927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24" r="2067"/>
          <a:stretch/>
        </p:blipFill>
        <p:spPr>
          <a:xfrm>
            <a:off x="4175097" y="968591"/>
            <a:ext cx="8016903" cy="58587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68D9AF-05F4-D704-A10D-2D2598DC531E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353178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75F2-B0D0-B232-B086-E2975C333DDA}"/>
              </a:ext>
            </a:extLst>
          </p:cNvPr>
          <p:cNvSpPr txBox="1">
            <a:spLocks/>
          </p:cNvSpPr>
          <p:nvPr/>
        </p:nvSpPr>
        <p:spPr>
          <a:xfrm>
            <a:off x="96644" y="1058184"/>
            <a:ext cx="5493447" cy="3424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Next in the derivation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/>
              <a:t> comes the packaging part.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involves prefacing the above implementation 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header </a:t>
            </a:r>
            <a:r>
              <a:rPr lang="en-US" dirty="0"/>
              <a:t>and placing everything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MATLAB-ﬁle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MySqrt.m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as shown.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The various parts that make up a function are indicated…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D7ED2-6DC3-58D9-E509-B28AFAE73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091" y="902068"/>
            <a:ext cx="6601909" cy="5677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E67389-A3CA-C5F2-59F2-18177EE3B6C2}"/>
              </a:ext>
            </a:extLst>
          </p:cNvPr>
          <p:cNvSpPr/>
          <p:nvPr/>
        </p:nvSpPr>
        <p:spPr>
          <a:xfrm>
            <a:off x="323745" y="4146006"/>
            <a:ext cx="3337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Code it up!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DAC0CA-A51F-D070-791D-8E1E38AB34C2}"/>
              </a:ext>
            </a:extLst>
          </p:cNvPr>
          <p:cNvSpPr/>
          <p:nvPr/>
        </p:nvSpPr>
        <p:spPr>
          <a:xfrm>
            <a:off x="241043" y="5069336"/>
            <a:ext cx="3733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</a:t>
            </a:r>
            <a:r>
              <a:rPr lang="en-US" sz="280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MySqrt.mlx</a:t>
            </a:r>
            <a:endParaRPr lang="en-US" sz="2800" b="1" cap="none" spc="0" dirty="0">
              <a:ln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1C5FC-A537-BCF7-7CB9-016BDEE9FFEB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101874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7C36-D3E9-1913-B113-E85B9332310B}"/>
              </a:ext>
            </a:extLst>
          </p:cNvPr>
          <p:cNvSpPr txBox="1">
            <a:spLocks/>
          </p:cNvSpPr>
          <p:nvPr/>
        </p:nvSpPr>
        <p:spPr>
          <a:xfrm>
            <a:off x="0" y="855358"/>
            <a:ext cx="4946268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To understand how functions work, we consider the following script which compares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sqrt(a) </a:t>
            </a:r>
            <a:r>
              <a:rPr lang="en-US" dirty="0"/>
              <a:t>over a range of input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relative error is the “percent error”—the absolute error divided by the “true” value.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Notice, we are “calling” our customized function within the script…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This is analogous to calling a built-in function such 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sin(x)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sqrt(x) </a:t>
            </a:r>
            <a:r>
              <a:rPr lang="en-US" dirty="0"/>
              <a:t>– like shown here…</a:t>
            </a:r>
          </a:p>
        </p:txBody>
      </p:sp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F73DA32-B282-B41F-5B21-A8793AFFC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502" y="1489770"/>
            <a:ext cx="6928625" cy="34255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24755C-0931-A513-2D8B-1B1454408AA2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3355388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800BCA2-DF49-2255-413B-31EC499D404E}"/>
              </a:ext>
            </a:extLst>
          </p:cNvPr>
          <p:cNvSpPr/>
          <p:nvPr/>
        </p:nvSpPr>
        <p:spPr>
          <a:xfrm>
            <a:off x="326682" y="738717"/>
            <a:ext cx="4724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Let’s code it up!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AE0D92-4D57-C758-1DB4-C760F72522A4}"/>
              </a:ext>
            </a:extLst>
          </p:cNvPr>
          <p:cNvSpPr/>
          <p:nvPr/>
        </p:nvSpPr>
        <p:spPr>
          <a:xfrm>
            <a:off x="-502" y="2709848"/>
            <a:ext cx="5383205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/>
                <a:cs typeface="Consolas" panose="020B0609020204030204" pitchFamily="49" charset="0"/>
              </a:rPr>
              <a:t>&gt;&gt; edit </a:t>
            </a:r>
            <a:r>
              <a:rPr lang="en-US" sz="320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/>
                <a:cs typeface="Consolas" panose="020B0609020204030204" pitchFamily="49" charset="0"/>
              </a:rPr>
              <a:t>sqrtCompare</a:t>
            </a:r>
            <a:r>
              <a:rPr lang="en-US" sz="3200" b="0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/>
                <a:cs typeface="Consolas" panose="020B0609020204030204" pitchFamily="49" charset="0"/>
              </a:rPr>
              <a:t>.mlx</a:t>
            </a:r>
            <a:endParaRPr lang="en-US" sz="3200" b="0" cap="none" spc="0" dirty="0" err="1">
              <a:ln w="0"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onsolas"/>
              <a:cs typeface="Consolas" panose="020B0609020204030204" pitchFamily="49" charset="0"/>
            </a:endParaRPr>
          </a:p>
        </p:txBody>
      </p:sp>
      <p:pic>
        <p:nvPicPr>
          <p:cNvPr id="9" name="Picture 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BDACDC3-8432-0144-CB65-849F5BC59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005" y="1663649"/>
            <a:ext cx="6594088" cy="32601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7FDA23-75CF-2DD6-500D-F8F4359A84F8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78376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D355172-913C-7648-5E94-3BA4703B3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22" y="1021419"/>
            <a:ext cx="6928625" cy="3425533"/>
          </a:xfrm>
          <a:prstGeom prst="rect">
            <a:avLst/>
          </a:prstGeom>
        </p:spPr>
      </p:pic>
      <p:pic>
        <p:nvPicPr>
          <p:cNvPr id="6" name="Picture 5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9F510DB3-FF14-1975-2AEF-7F35D314F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14" y="914555"/>
            <a:ext cx="3924300" cy="4203700"/>
          </a:xfrm>
          <a:prstGeom prst="rect">
            <a:avLst/>
          </a:prstGeom>
        </p:spPr>
      </p:pic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F5D9C0D4-A297-2444-3F3A-EFC9C065FA55}"/>
              </a:ext>
            </a:extLst>
          </p:cNvPr>
          <p:cNvSpPr/>
          <p:nvPr/>
        </p:nvSpPr>
        <p:spPr>
          <a:xfrm>
            <a:off x="7500667" y="2487290"/>
            <a:ext cx="2524279" cy="1449089"/>
          </a:xfrm>
          <a:prstGeom prst="round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D3F4A-0A74-C8BB-6818-B97240FB3B9D}"/>
              </a:ext>
            </a:extLst>
          </p:cNvPr>
          <p:cNvSpPr txBox="1"/>
          <p:nvPr/>
        </p:nvSpPr>
        <p:spPr>
          <a:xfrm>
            <a:off x="10024946" y="2922504"/>
            <a:ext cx="119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No error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1CF34C-D50A-9952-BBBA-D81B277FE7DB}"/>
              </a:ext>
            </a:extLst>
          </p:cNvPr>
          <p:cNvGrpSpPr/>
          <p:nvPr/>
        </p:nvGrpSpPr>
        <p:grpSpPr>
          <a:xfrm>
            <a:off x="10113892" y="1749431"/>
            <a:ext cx="1355394" cy="737860"/>
            <a:chOff x="10113892" y="1749431"/>
            <a:chExt cx="1355394" cy="737860"/>
          </a:xfrm>
        </p:grpSpPr>
        <p:sp>
          <p:nvSpPr>
            <p:cNvPr id="11" name="Arrow: Up 8">
              <a:extLst>
                <a:ext uri="{FF2B5EF4-FFF2-40B4-BE49-F238E27FC236}">
                  <a16:creationId xmlns:a16="http://schemas.microsoft.com/office/drawing/2014/main" id="{62F2335B-BDBA-7DE0-7897-C14B916E09BD}"/>
                </a:ext>
              </a:extLst>
            </p:cNvPr>
            <p:cNvSpPr/>
            <p:nvPr/>
          </p:nvSpPr>
          <p:spPr>
            <a:xfrm>
              <a:off x="10113892" y="1759008"/>
              <a:ext cx="220869" cy="72828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B1D9F2-30CC-8449-0430-40B389AB6207}"/>
                </a:ext>
              </a:extLst>
            </p:cNvPr>
            <p:cNvSpPr txBox="1"/>
            <p:nvPr/>
          </p:nvSpPr>
          <p:spPr>
            <a:xfrm>
              <a:off x="10273680" y="1749431"/>
              <a:ext cx="119560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Increasing 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D150E2-B2AB-7EB5-D638-8A39735B801E}"/>
              </a:ext>
            </a:extLst>
          </p:cNvPr>
          <p:cNvGrpSpPr/>
          <p:nvPr/>
        </p:nvGrpSpPr>
        <p:grpSpPr>
          <a:xfrm>
            <a:off x="10097120" y="3881880"/>
            <a:ext cx="1446469" cy="776218"/>
            <a:chOff x="10097120" y="3881880"/>
            <a:chExt cx="1446469" cy="776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28438D-EFDF-A2FB-68E3-C33B34EC2D24}"/>
                </a:ext>
              </a:extLst>
            </p:cNvPr>
            <p:cNvSpPr txBox="1"/>
            <p:nvPr/>
          </p:nvSpPr>
          <p:spPr>
            <a:xfrm>
              <a:off x="10347983" y="3881880"/>
              <a:ext cx="119560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Increasing error</a:t>
              </a:r>
            </a:p>
          </p:txBody>
        </p:sp>
        <p:sp>
          <p:nvSpPr>
            <p:cNvPr id="14" name="Arrow: Up 11">
              <a:extLst>
                <a:ext uri="{FF2B5EF4-FFF2-40B4-BE49-F238E27FC236}">
                  <a16:creationId xmlns:a16="http://schemas.microsoft.com/office/drawing/2014/main" id="{8F4ECEF7-A156-0A4D-61A1-688B611E6984}"/>
                </a:ext>
              </a:extLst>
            </p:cNvPr>
            <p:cNvSpPr/>
            <p:nvPr/>
          </p:nvSpPr>
          <p:spPr>
            <a:xfrm rot="10800000">
              <a:off x="10097120" y="3929815"/>
              <a:ext cx="220869" cy="72828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2C2772D-CD4D-5C99-B548-4C677C6CB025}"/>
              </a:ext>
            </a:extLst>
          </p:cNvPr>
          <p:cNvSpPr txBox="1">
            <a:spLocks/>
          </p:cNvSpPr>
          <p:nvPr/>
        </p:nvSpPr>
        <p:spPr>
          <a:xfrm>
            <a:off x="-1" y="5488902"/>
            <a:ext cx="11741865" cy="534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Accuracy is not that good, yet, let’s explore why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CC1C8A-B2CE-6FDC-334F-443459F7DFDB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229461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3311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14A139-E8FA-43CF-A1F8-6EE8D60DBD73}"/>
              </a:ext>
            </a:extLst>
          </p:cNvPr>
          <p:cNvGrpSpPr/>
          <p:nvPr/>
        </p:nvGrpSpPr>
        <p:grpSpPr>
          <a:xfrm>
            <a:off x="-888" y="1002824"/>
            <a:ext cx="4115082" cy="5855176"/>
            <a:chOff x="-888" y="1002824"/>
            <a:chExt cx="4115082" cy="5855176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1A54E0D8-5904-B5F9-E34A-59AD8983C54A}"/>
                </a:ext>
              </a:extLst>
            </p:cNvPr>
            <p:cNvSpPr txBox="1">
              <a:spLocks/>
            </p:cNvSpPr>
            <p:nvPr/>
          </p:nvSpPr>
          <p:spPr>
            <a:xfrm>
              <a:off x="272503" y="1002824"/>
              <a:ext cx="3801315" cy="26206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rgbClr val="C00000"/>
                  </a:solidFill>
                </a:rPr>
                <a:t>Step 1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/>
                <a:t>Command window is cleared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/>
                <a:t>Table headings are shown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/>
                <a:t>For-loop starts: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=-6 </a:t>
              </a:r>
              <a:r>
                <a:rPr lang="en-US" sz="2000" dirty="0"/>
                <a:t>&amp;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a=10</a:t>
              </a:r>
              <a:r>
                <a:rPr lang="en-US" sz="2000" baseline="30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sz="2000" dirty="0"/>
                <a:t> = 0.001 and assigned to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4F60D8-DE59-63F4-37BF-4D7AC9FC1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88" y="3706919"/>
              <a:ext cx="4115082" cy="315108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A88F9A-E6F8-E031-78CE-11E8620C8F84}"/>
              </a:ext>
            </a:extLst>
          </p:cNvPr>
          <p:cNvGrpSpPr/>
          <p:nvPr/>
        </p:nvGrpSpPr>
        <p:grpSpPr>
          <a:xfrm>
            <a:off x="4114194" y="1002824"/>
            <a:ext cx="3997467" cy="5869318"/>
            <a:chOff x="4114194" y="1002824"/>
            <a:chExt cx="3997467" cy="58693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7CE510-02EE-1A2C-59D5-1196C6A6A9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314" r="827"/>
            <a:stretch/>
          </p:blipFill>
          <p:spPr>
            <a:xfrm>
              <a:off x="4114194" y="3739137"/>
              <a:ext cx="3997467" cy="3133005"/>
            </a:xfrm>
            <a:prstGeom prst="rect">
              <a:avLst/>
            </a:prstGeom>
          </p:spPr>
        </p:pic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1166E63C-DC07-6605-746E-D2F04979814A}"/>
                </a:ext>
              </a:extLst>
            </p:cNvPr>
            <p:cNvSpPr txBox="1">
              <a:spLocks/>
            </p:cNvSpPr>
            <p:nvPr/>
          </p:nvSpPr>
          <p:spPr>
            <a:xfrm>
              <a:off x="4154570" y="1002824"/>
              <a:ext cx="3801315" cy="24261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solidFill>
                    <a:srgbClr val="C00000"/>
                  </a:solidFill>
                </a:rPr>
                <a:t>Step 2</a:t>
              </a:r>
            </a:p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z =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(a) </a:t>
              </a:r>
              <a:r>
                <a:rPr lang="en-US" sz="2000" dirty="0"/>
                <a:t>calls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/>
                <a:t>the function</a:t>
              </a:r>
            </a:p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/>
                <a:t> function starts</a:t>
              </a:r>
            </a:p>
            <a:p>
              <a:r>
                <a:rPr lang="en-US" sz="2000" dirty="0"/>
                <a:t>The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sz="2000" dirty="0"/>
                <a:t> value is passed as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105CA8-07F9-2992-5D3A-B4AD35F9C8F2}"/>
              </a:ext>
            </a:extLst>
          </p:cNvPr>
          <p:cNvGrpSpPr/>
          <p:nvPr/>
        </p:nvGrpSpPr>
        <p:grpSpPr>
          <a:xfrm>
            <a:off x="8135739" y="1002824"/>
            <a:ext cx="4073817" cy="5853929"/>
            <a:chOff x="8135739" y="1002824"/>
            <a:chExt cx="4073817" cy="585392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3026F5-FB7A-C941-5DE4-2B795C313F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436" r="1" b="2281"/>
            <a:stretch/>
          </p:blipFill>
          <p:spPr>
            <a:xfrm>
              <a:off x="8135739" y="3706919"/>
              <a:ext cx="4073817" cy="3149834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DFFC0733-D96F-59EC-662B-A54AF4E5A021}"/>
                </a:ext>
              </a:extLst>
            </p:cNvPr>
            <p:cNvSpPr txBox="1">
              <a:spLocks/>
            </p:cNvSpPr>
            <p:nvPr/>
          </p:nvSpPr>
          <p:spPr>
            <a:xfrm>
              <a:off x="8198935" y="1002824"/>
              <a:ext cx="3801315" cy="253210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solidFill>
                    <a:srgbClr val="C00000"/>
                  </a:solidFill>
                </a:rPr>
                <a:t>Step 3</a:t>
              </a:r>
            </a:p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/>
                <a:t> function runs</a:t>
              </a:r>
            </a:p>
            <a:p>
              <a:r>
                <a:rPr lang="en-US" sz="2000" dirty="0"/>
                <a:t>Values are initialized</a:t>
              </a:r>
            </a:p>
            <a:p>
              <a:r>
                <a:rPr lang="en-US" sz="2000" dirty="0"/>
                <a:t>1</a:t>
              </a:r>
              <a:r>
                <a:rPr lang="en-US" sz="2000" baseline="30000" dirty="0"/>
                <a:t>st</a:t>
              </a:r>
              <a:r>
                <a:rPr lang="en-US" sz="2000" dirty="0"/>
                <a:t> run of the for-loop</a:t>
              </a:r>
            </a:p>
            <a:p>
              <a:r>
                <a:rPr lang="en-US" sz="2000" dirty="0">
                  <a:cs typeface="Calibri"/>
                </a:rPr>
                <a:t>The initialization W=1 gets the approximate value far from the actual square root</a:t>
              </a:r>
              <a:endParaRPr lang="en-US" sz="200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3F30979-A229-8FB9-FAB1-0B8824D8F015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120871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4EAD58-4736-7C04-5E98-657C8AE55805}"/>
              </a:ext>
            </a:extLst>
          </p:cNvPr>
          <p:cNvGrpSpPr/>
          <p:nvPr/>
        </p:nvGrpSpPr>
        <p:grpSpPr>
          <a:xfrm>
            <a:off x="4061017" y="1002824"/>
            <a:ext cx="4069966" cy="5921376"/>
            <a:chOff x="4061017" y="1002824"/>
            <a:chExt cx="4069966" cy="5921376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8EE8CCEE-BA3B-807E-F461-CB69EF81EB63}"/>
                </a:ext>
              </a:extLst>
            </p:cNvPr>
            <p:cNvSpPr txBox="1">
              <a:spLocks/>
            </p:cNvSpPr>
            <p:nvPr/>
          </p:nvSpPr>
          <p:spPr>
            <a:xfrm>
              <a:off x="4154570" y="1002824"/>
              <a:ext cx="3801315" cy="20834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dirty="0">
                  <a:solidFill>
                    <a:srgbClr val="C00000"/>
                  </a:solidFill>
                </a:rPr>
                <a:t>Step 5</a:t>
              </a:r>
            </a:p>
            <a:p>
              <a:r>
                <a:rPr lang="en-US" sz="2000" dirty="0"/>
                <a:t>The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s-</a:t>
              </a:r>
              <a:r>
                <a:rPr lang="en-US" sz="2000" dirty="0"/>
                <a:t>value, the output, is passed back to the script</a:t>
              </a:r>
            </a:p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z =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(a) </a:t>
              </a:r>
              <a:r>
                <a:rPr lang="en-US" sz="2000" dirty="0"/>
                <a:t>is complete</a:t>
              </a:r>
            </a:p>
            <a:p>
              <a:r>
                <a:rPr lang="en-US" sz="2000" dirty="0"/>
                <a:t>The function call is over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161B8F-CABB-79D5-3762-EF6386001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1017" y="3769520"/>
              <a:ext cx="4069966" cy="315468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0DE3A1-4537-31BC-C580-EAE5A6961FDB}"/>
              </a:ext>
            </a:extLst>
          </p:cNvPr>
          <p:cNvGrpSpPr/>
          <p:nvPr/>
        </p:nvGrpSpPr>
        <p:grpSpPr>
          <a:xfrm>
            <a:off x="8123646" y="1002824"/>
            <a:ext cx="4095445" cy="5904826"/>
            <a:chOff x="8123646" y="1002824"/>
            <a:chExt cx="4095445" cy="5904826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C159BCAA-937B-5784-6505-C6D2BF46BE81}"/>
                </a:ext>
              </a:extLst>
            </p:cNvPr>
            <p:cNvSpPr txBox="1">
              <a:spLocks/>
            </p:cNvSpPr>
            <p:nvPr/>
          </p:nvSpPr>
          <p:spPr>
            <a:xfrm>
              <a:off x="8123646" y="1002824"/>
              <a:ext cx="4052863" cy="211875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dirty="0">
                  <a:solidFill>
                    <a:srgbClr val="C00000"/>
                  </a:solidFill>
                </a:rPr>
                <a:t>Step 6</a:t>
              </a:r>
            </a:p>
            <a:p>
              <a:r>
                <a:rPr lang="en-US" sz="2000" dirty="0"/>
                <a:t>Content from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/>
                <a:t>disappears</a:t>
              </a:r>
            </a:p>
            <a:p>
              <a:r>
                <a:rPr lang="en-US" sz="2000" dirty="0"/>
                <a:t>The main script resumes</a:t>
              </a:r>
            </a:p>
            <a:p>
              <a:r>
                <a:rPr lang="en-US" sz="2000" dirty="0"/>
                <a:t>Error is calculated and printed</a:t>
              </a:r>
            </a:p>
            <a:p>
              <a:r>
                <a:rPr lang="en-US" sz="2000" dirty="0"/>
                <a:t>Second run starts at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=-5 </a:t>
              </a:r>
              <a:endParaRPr lang="en-US" sz="2000" dirty="0"/>
            </a:p>
            <a:p>
              <a:endParaRPr lang="en-US" sz="2000" dirty="0"/>
            </a:p>
            <a:p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0BFE84D-5986-330C-9712-973332845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3784" y="3752970"/>
              <a:ext cx="4075307" cy="315468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99C8E2-25E9-FB55-5480-0212EB09FDC0}"/>
              </a:ext>
            </a:extLst>
          </p:cNvPr>
          <p:cNvGrpSpPr/>
          <p:nvPr/>
        </p:nvGrpSpPr>
        <p:grpSpPr>
          <a:xfrm>
            <a:off x="25602" y="1002824"/>
            <a:ext cx="4057760" cy="5921376"/>
            <a:chOff x="25602" y="1002824"/>
            <a:chExt cx="4057760" cy="5921376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81AFB0E5-10D7-EC96-F2F0-A2687BE087AD}"/>
                </a:ext>
              </a:extLst>
            </p:cNvPr>
            <p:cNvSpPr txBox="1">
              <a:spLocks/>
            </p:cNvSpPr>
            <p:nvPr/>
          </p:nvSpPr>
          <p:spPr>
            <a:xfrm>
              <a:off x="272503" y="1002824"/>
              <a:ext cx="3801315" cy="197590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dirty="0">
                  <a:solidFill>
                    <a:srgbClr val="C00000"/>
                  </a:solidFill>
                </a:rPr>
                <a:t>Step 4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/>
                <a:t>The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MySqrt</a:t>
              </a:r>
              <a:r>
                <a:rPr lang="en-US" sz="2000" dirty="0"/>
                <a:t> function finishes and the final value of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  <a:r>
                <a:rPr lang="en-US" sz="2000" dirty="0"/>
                <a:t> is assigned to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FF0000"/>
                  </a:solidFill>
                  <a:latin typeface="Courier New"/>
                  <a:cs typeface="Courier New"/>
                </a:rPr>
                <a:t>L </a:t>
              </a:r>
              <a:r>
                <a:rPr lang="en-US" sz="2000" dirty="0">
                  <a:solidFill>
                    <a:srgbClr val="FF0000"/>
                  </a:solidFill>
                </a:rPr>
                <a:t>and</a:t>
              </a:r>
              <a:r>
                <a:rPr lang="en-US" sz="2000" dirty="0">
                  <a:solidFill>
                    <a:srgbClr val="FF0000"/>
                  </a:solidFill>
                  <a:latin typeface="Courier New"/>
                  <a:cs typeface="Courier New"/>
                </a:rPr>
                <a:t> W </a:t>
              </a:r>
              <a:r>
                <a:rPr lang="en-US" sz="2000" dirty="0">
                  <a:solidFill>
                    <a:srgbClr val="FF0000"/>
                  </a:solidFill>
                </a:rPr>
                <a:t>are not identical!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B11C7D6-9C8A-447C-A524-08CE36744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02" y="3769520"/>
              <a:ext cx="4057760" cy="315468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05C4420-415D-DEEB-2B63-B4F1BF5A157B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101086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8F6E-1107-C664-57D5-1854E44EB8A8}"/>
              </a:ext>
            </a:extLst>
          </p:cNvPr>
          <p:cNvSpPr txBox="1">
            <a:spLocks/>
          </p:cNvSpPr>
          <p:nvPr/>
        </p:nvSpPr>
        <p:spPr>
          <a:xfrm>
            <a:off x="272503" y="1180848"/>
            <a:ext cx="11741865" cy="395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main script calls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/>
              <a:t> thirteen times, meaning that control passes back and forth thirteen times. The communication takes place only through the input and output parameters. The computations inside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MySqrt</a:t>
            </a:r>
            <a:r>
              <a:rPr lang="en-US" dirty="0"/>
              <a:t> are “insulated” from the calling script.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about accuracy? One solution is to increase the value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iMax, </a:t>
            </a:r>
            <a:r>
              <a:rPr lang="en-US" dirty="0"/>
              <a:t>but there are two problems associated with a large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iMax</a:t>
            </a:r>
            <a:r>
              <a:rPr lang="en-US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ﬁrst concerns efﬁciency. Many more iterations than necessary will be carried out for “nice” input values that do not require a huge number of rectangle </a:t>
            </a:r>
            <a:r>
              <a:rPr lang="en-US" dirty="0" err="1"/>
              <a:t>averagings</a:t>
            </a:r>
            <a:r>
              <a:rPr lang="en-US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Second, no matter how large we make iMax, there will always be a range of input values upon which we will get poor results.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way out of this situation is to use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while-loop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CE5B-111D-7B3B-6070-1B4CCCFDFCDC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65878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7ED0B-41BD-8152-FDDA-7252715A41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503" y="1180848"/>
                <a:ext cx="11741865" cy="44839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The problem requires a relative error to be less than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</a:t>
                </a:r>
                <a:r>
                  <a:rPr lang="en-US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−15</a:t>
                </a:r>
                <a:r>
                  <a:rPr lang="en-US" dirty="0"/>
                  <a:t>, we know that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|√A − L| ≤ |L − W|, </a:t>
                </a:r>
                <a:r>
                  <a:rPr lang="en-US" dirty="0"/>
                  <a:t>then a change in the for-statement to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algn="l"/>
                <a:endParaRPr lang="en-US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then the relative error in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MySqrt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(A)</a:t>
                </a:r>
                <a:r>
                  <a:rPr lang="en-US" dirty="0"/>
                  <a:t>will be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</a:t>
                </a:r>
                <a:r>
                  <a:rPr lang="en-US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−15 </a:t>
                </a:r>
                <a:r>
                  <a:rPr lang="en-US" dirty="0"/>
                  <a:t>or less because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However, using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sqrt</a:t>
                </a:r>
                <a:r>
                  <a:rPr lang="en-US" dirty="0"/>
                  <a:t> in a function that wants to compare against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sqrt</a:t>
                </a:r>
                <a:r>
                  <a:rPr lang="en-US" dirty="0"/>
                  <a:t> does not make sense.  We remember that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 should ultimately be close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then this code should work</a:t>
                </a:r>
              </a:p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abs(L-W) &gt; 10^(-15)*L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7ED0B-41BD-8152-FDDA-7252715A4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03" y="1180848"/>
                <a:ext cx="11741865" cy="4483972"/>
              </a:xfrm>
              <a:prstGeom prst="rect">
                <a:avLst/>
              </a:prstGeom>
              <a:blipFill>
                <a:blip r:embed="rId3"/>
                <a:stretch>
                  <a:fillRect l="-756" t="-2550" r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C5D38CA-F76A-FFD9-71AC-0D9C2173E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2255548"/>
            <a:ext cx="6761813" cy="382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AA4945-5BE8-91AF-88C6-9B0EF7314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974" y="3295267"/>
            <a:ext cx="5278541" cy="9184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A480BE-9056-074E-2DCC-42CEB2D6EB53}"/>
              </a:ext>
            </a:extLst>
          </p:cNvPr>
          <p:cNvSpPr/>
          <p:nvPr/>
        </p:nvSpPr>
        <p:spPr>
          <a:xfrm>
            <a:off x="882314" y="5664820"/>
            <a:ext cx="101677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Let’s modify our </a:t>
            </a:r>
            <a:r>
              <a:rPr lang="en-US" sz="5400" b="1" cap="none" spc="0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mySqrt</a:t>
            </a:r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function…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66DE46-7DA5-E0D2-0C06-C11EAF6EB5C7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64053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4ACD500-0DD9-F8E2-798A-E1E3E23D6BC1}"/>
              </a:ext>
            </a:extLst>
          </p:cNvPr>
          <p:cNvSpPr/>
          <p:nvPr/>
        </p:nvSpPr>
        <p:spPr>
          <a:xfrm>
            <a:off x="0" y="915511"/>
            <a:ext cx="44791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mySqrt2.mlx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A09AD8-52D3-AC64-AB8E-7F57256C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5" y="1739934"/>
            <a:ext cx="10459843" cy="49735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6B00FF-0515-41FD-1F9F-B141F1980059}"/>
              </a:ext>
            </a:extLst>
          </p:cNvPr>
          <p:cNvSpPr/>
          <p:nvPr/>
        </p:nvSpPr>
        <p:spPr>
          <a:xfrm>
            <a:off x="-1" y="2676293"/>
            <a:ext cx="11363094" cy="4037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86D02-7ED4-B6F7-15C6-8DEF392A95C4}"/>
              </a:ext>
            </a:extLst>
          </p:cNvPr>
          <p:cNvSpPr/>
          <p:nvPr/>
        </p:nvSpPr>
        <p:spPr>
          <a:xfrm>
            <a:off x="8816781" y="-1182"/>
            <a:ext cx="33752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Reshaping Squares</a:t>
            </a:r>
          </a:p>
        </p:txBody>
      </p:sp>
    </p:spTree>
    <p:extLst>
      <p:ext uri="{BB962C8B-B14F-4D97-AF65-F5344CB8AC3E}">
        <p14:creationId xmlns:p14="http://schemas.microsoft.com/office/powerpoint/2010/main" val="884316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EC64CF-226F-2DF1-31FB-CD42118B5CAB}"/>
              </a:ext>
            </a:extLst>
          </p:cNvPr>
          <p:cNvSpPr/>
          <p:nvPr/>
        </p:nvSpPr>
        <p:spPr>
          <a:xfrm>
            <a:off x="8477522" y="0"/>
            <a:ext cx="37144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Designing a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CD500-0DD9-F8E2-798A-E1E3E23D6BC1}"/>
              </a:ext>
            </a:extLst>
          </p:cNvPr>
          <p:cNvSpPr/>
          <p:nvPr/>
        </p:nvSpPr>
        <p:spPr>
          <a:xfrm>
            <a:off x="0" y="915511"/>
            <a:ext cx="44791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mySqrt2.mlx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A09AD8-52D3-AC64-AB8E-7F57256C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5" y="1739934"/>
            <a:ext cx="10459843" cy="49735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6B00FF-0515-41FD-1F9F-B141F1980059}"/>
              </a:ext>
            </a:extLst>
          </p:cNvPr>
          <p:cNvSpPr/>
          <p:nvPr/>
        </p:nvSpPr>
        <p:spPr>
          <a:xfrm>
            <a:off x="-1" y="4795023"/>
            <a:ext cx="11363094" cy="1918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22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EC64CF-226F-2DF1-31FB-CD42118B5CAB}"/>
              </a:ext>
            </a:extLst>
          </p:cNvPr>
          <p:cNvSpPr/>
          <p:nvPr/>
        </p:nvSpPr>
        <p:spPr>
          <a:xfrm>
            <a:off x="8477522" y="0"/>
            <a:ext cx="37144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Designing a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CD500-0DD9-F8E2-798A-E1E3E23D6BC1}"/>
              </a:ext>
            </a:extLst>
          </p:cNvPr>
          <p:cNvSpPr/>
          <p:nvPr/>
        </p:nvSpPr>
        <p:spPr>
          <a:xfrm>
            <a:off x="0" y="915511"/>
            <a:ext cx="44791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mySqrt2.mlx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A09AD8-52D3-AC64-AB8E-7F57256C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5" y="1739934"/>
            <a:ext cx="10459843" cy="497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41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EC64CF-226F-2DF1-31FB-CD42118B5CAB}"/>
              </a:ext>
            </a:extLst>
          </p:cNvPr>
          <p:cNvSpPr/>
          <p:nvPr/>
        </p:nvSpPr>
        <p:spPr>
          <a:xfrm>
            <a:off x="8477522" y="0"/>
            <a:ext cx="37144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Designing a Function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93436D1-CD64-876D-FDEB-60426447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7" y="1214911"/>
            <a:ext cx="12225512" cy="38588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0E8643-F3D5-3186-85F9-E3866B9EE21A}"/>
              </a:ext>
            </a:extLst>
          </p:cNvPr>
          <p:cNvSpPr/>
          <p:nvPr/>
        </p:nvSpPr>
        <p:spPr>
          <a:xfrm>
            <a:off x="8787160" y="1125759"/>
            <a:ext cx="4348977" cy="4037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11F52B-7C6A-2B8B-A162-6408D4A6B2BF}"/>
              </a:ext>
            </a:extLst>
          </p:cNvPr>
          <p:cNvSpPr txBox="1">
            <a:spLocks/>
          </p:cNvSpPr>
          <p:nvPr/>
        </p:nvSpPr>
        <p:spPr>
          <a:xfrm>
            <a:off x="-1" y="5488901"/>
            <a:ext cx="11741865" cy="8561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Modify your </a:t>
            </a:r>
            <a:r>
              <a:rPr lang="en-US" sz="44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sqrtCompare.mlx</a:t>
            </a:r>
            <a:r>
              <a:rPr lang="en-US" sz="4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script and run!</a:t>
            </a:r>
          </a:p>
        </p:txBody>
      </p:sp>
    </p:spTree>
    <p:extLst>
      <p:ext uri="{BB962C8B-B14F-4D97-AF65-F5344CB8AC3E}">
        <p14:creationId xmlns:p14="http://schemas.microsoft.com/office/powerpoint/2010/main" val="308593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EC64CF-226F-2DF1-31FB-CD42118B5CAB}"/>
              </a:ext>
            </a:extLst>
          </p:cNvPr>
          <p:cNvSpPr/>
          <p:nvPr/>
        </p:nvSpPr>
        <p:spPr>
          <a:xfrm>
            <a:off x="8477522" y="0"/>
            <a:ext cx="37144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Designing a Function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93436D1-CD64-876D-FDEB-60426447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7" y="1214911"/>
            <a:ext cx="12225512" cy="385889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11F52B-7C6A-2B8B-A162-6408D4A6B2BF}"/>
              </a:ext>
            </a:extLst>
          </p:cNvPr>
          <p:cNvSpPr txBox="1">
            <a:spLocks/>
          </p:cNvSpPr>
          <p:nvPr/>
        </p:nvSpPr>
        <p:spPr>
          <a:xfrm>
            <a:off x="-1" y="5488901"/>
            <a:ext cx="11741865" cy="856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Error is a LOT better!</a:t>
            </a:r>
          </a:p>
        </p:txBody>
      </p:sp>
    </p:spTree>
    <p:extLst>
      <p:ext uri="{BB962C8B-B14F-4D97-AF65-F5344CB8AC3E}">
        <p14:creationId xmlns:p14="http://schemas.microsoft.com/office/powerpoint/2010/main" val="58013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17007</TotalTime>
  <Words>2094</Words>
  <Application>Microsoft Office PowerPoint</Application>
  <PresentationFormat>Widescreen</PresentationFormat>
  <Paragraphs>245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Omair Zubairi</dc:creator>
  <cp:lastModifiedBy>Omair Zubairi</cp:lastModifiedBy>
  <cp:revision>708</cp:revision>
  <cp:lastPrinted>2024-01-09T15:43:08Z</cp:lastPrinted>
  <dcterms:created xsi:type="dcterms:W3CDTF">2023-04-08T15:45:01Z</dcterms:created>
  <dcterms:modified xsi:type="dcterms:W3CDTF">2024-11-11T22:36:42Z</dcterms:modified>
</cp:coreProperties>
</file>
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60" r:id="rId5"/>
    <p:sldId id="268" r:id="rId6"/>
    <p:sldId id="259" r:id="rId7"/>
    <p:sldId id="269" r:id="rId8"/>
    <p:sldId id="261" r:id="rId9"/>
    <p:sldId id="270" r:id="rId10"/>
    <p:sldId id="271" r:id="rId11"/>
    <p:sldId id="262" r:id="rId12"/>
    <p:sldId id="263" r:id="rId13"/>
    <p:sldId id="265" r:id="rId14"/>
    <p:sldId id="266" r:id="rId15"/>
    <p:sldId id="267" r:id="rId16"/>
    <p:sldId id="264" r:id="rId17"/>
    <p:sldId id="272" r:id="rId1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FF7E79"/>
    <a:srgbClr val="FF8AD8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063C61-BF31-47E5-33C2-A4CFC22A5ABD}" v="12" dt="2024-11-04T04:57:11.077"/>
    <p1510:client id="{40A580A8-0F88-F01A-CC45-C1FE7C52E78B}" v="65" dt="2024-11-06T04:21:32.730"/>
    <p1510:client id="{78318B16-2A77-C91C-BE1C-87830C4C9A95}" v="25" dt="2024-11-04T04:30:44.038"/>
    <p1510:client id="{A8A62D41-3005-4916-8E15-D518368B488C}" v="5" dt="2024-11-05T18:54:16.357"/>
    <p1510:client id="{D3BF5E0C-4949-7704-9838-71A0F8D1867D}" v="185" dt="2024-11-04T04:22:22.171"/>
    <p1510:client id="{E251AD2B-7450-D389-EFAD-83160AB302D7}" v="952" dt="2024-11-06T04:15:39.4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44"/>
    <p:restoredTop sz="90822"/>
  </p:normalViewPr>
  <p:slideViewPr>
    <p:cSldViewPr snapToGrid="0">
      <p:cViewPr varScale="1">
        <p:scale>
          <a:sx n="115" d="100"/>
          <a:sy n="115" d="100"/>
        </p:scale>
        <p:origin x="14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32" d="100"/>
          <a:sy n="132" d="100"/>
        </p:scale>
        <p:origin x="260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D3BF5E0C-4949-7704-9838-71A0F8D1867D}"/>
    <pc:docChg chg="modSld sldOrd">
      <pc:chgData name="Somak Das" userId="S::sdas@floridapoly.edu::98cebb13-2fc4-4808-95b9-daeb7e6acc01" providerId="AD" clId="Web-{D3BF5E0C-4949-7704-9838-71A0F8D1867D}" dt="2024-11-04T04:22:22.171" v="97" actId="14100"/>
      <pc:docMkLst>
        <pc:docMk/>
      </pc:docMkLst>
      <pc:sldChg chg="delSp modSp ord">
        <pc:chgData name="Somak Das" userId="S::sdas@floridapoly.edu::98cebb13-2fc4-4808-95b9-daeb7e6acc01" providerId="AD" clId="Web-{D3BF5E0C-4949-7704-9838-71A0F8D1867D}" dt="2024-11-04T04:08:34.884" v="45" actId="20577"/>
        <pc:sldMkLst>
          <pc:docMk/>
          <pc:sldMk cId="663919914" sldId="342"/>
        </pc:sldMkLst>
        <pc:spChg chg="del">
          <ac:chgData name="Somak Das" userId="S::sdas@floridapoly.edu::98cebb13-2fc4-4808-95b9-daeb7e6acc01" providerId="AD" clId="Web-{D3BF5E0C-4949-7704-9838-71A0F8D1867D}" dt="2024-11-04T03:58:47.024" v="13"/>
          <ac:spMkLst>
            <pc:docMk/>
            <pc:sldMk cId="663919914" sldId="342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D3BF5E0C-4949-7704-9838-71A0F8D1867D}" dt="2024-11-04T04:08:34.884" v="45" actId="20577"/>
          <ac:spMkLst>
            <pc:docMk/>
            <pc:sldMk cId="663919914" sldId="342"/>
            <ac:spMk id="9" creationId="{D55B97F1-1FFA-6676-B46D-87E151515003}"/>
          </ac:spMkLst>
        </pc:spChg>
        <pc:spChg chg="mod">
          <ac:chgData name="Somak Das" userId="S::sdas@floridapoly.edu::98cebb13-2fc4-4808-95b9-daeb7e6acc01" providerId="AD" clId="Web-{D3BF5E0C-4949-7704-9838-71A0F8D1867D}" dt="2024-11-04T03:58:42.414" v="12" actId="20577"/>
          <ac:spMkLst>
            <pc:docMk/>
            <pc:sldMk cId="663919914" sldId="342"/>
            <ac:spMk id="10" creationId="{C9996246-EF2D-EDEE-5D70-FF913E45C39E}"/>
          </ac:spMkLst>
        </pc:spChg>
      </pc:sldChg>
      <pc:sldChg chg="delSp modSp ord">
        <pc:chgData name="Somak Das" userId="S::sdas@floridapoly.edu::98cebb13-2fc4-4808-95b9-daeb7e6acc01" providerId="AD" clId="Web-{D3BF5E0C-4949-7704-9838-71A0F8D1867D}" dt="2024-11-04T04:22:04.061" v="90" actId="20577"/>
        <pc:sldMkLst>
          <pc:docMk/>
          <pc:sldMk cId="2667843203" sldId="345"/>
        </pc:sldMkLst>
        <pc:spChg chg="del">
          <ac:chgData name="Somak Das" userId="S::sdas@floridapoly.edu::98cebb13-2fc4-4808-95b9-daeb7e6acc01" providerId="AD" clId="Web-{D3BF5E0C-4949-7704-9838-71A0F8D1867D}" dt="2024-11-04T04:08:57.009" v="46"/>
          <ac:spMkLst>
            <pc:docMk/>
            <pc:sldMk cId="2667843203" sldId="345"/>
            <ac:spMk id="2" creationId="{F2EC64CF-226F-2DF1-31FB-CD42118B5CAB}"/>
          </ac:spMkLst>
        </pc:spChg>
        <pc:spChg chg="mod">
          <ac:chgData name="Somak Das" userId="S::sdas@floridapoly.edu::98cebb13-2fc4-4808-95b9-daeb7e6acc01" providerId="AD" clId="Web-{D3BF5E0C-4949-7704-9838-71A0F8D1867D}" dt="2024-11-04T04:22:04.061" v="90" actId="20577"/>
          <ac:spMkLst>
            <pc:docMk/>
            <pc:sldMk cId="2667843203" sldId="345"/>
            <ac:spMk id="3" creationId="{55C92028-7E3C-6FED-DE82-08123B87EDAC}"/>
          </ac:spMkLst>
        </pc:spChg>
        <pc:spChg chg="mod">
          <ac:chgData name="Somak Das" userId="S::sdas@floridapoly.edu::98cebb13-2fc4-4808-95b9-daeb7e6acc01" providerId="AD" clId="Web-{D3BF5E0C-4949-7704-9838-71A0F8D1867D}" dt="2024-11-04T04:09:04.213" v="49" actId="20577"/>
          <ac:spMkLst>
            <pc:docMk/>
            <pc:sldMk cId="2667843203" sldId="345"/>
            <ac:spMk id="10" creationId="{C9996246-EF2D-EDEE-5D70-FF913E45C39E}"/>
          </ac:spMkLst>
        </pc:spChg>
        <pc:picChg chg="mod">
          <ac:chgData name="Somak Das" userId="S::sdas@floridapoly.edu::98cebb13-2fc4-4808-95b9-daeb7e6acc01" providerId="AD" clId="Web-{D3BF5E0C-4949-7704-9838-71A0F8D1867D}" dt="2024-11-04T04:10:16.183" v="88" actId="1076"/>
          <ac:picMkLst>
            <pc:docMk/>
            <pc:sldMk cId="2667843203" sldId="345"/>
            <ac:picMk id="6" creationId="{2D66FAE9-E9DF-C528-CB36-A78C9C60CCA3}"/>
          </ac:picMkLst>
        </pc:picChg>
      </pc:sldChg>
      <pc:sldChg chg="modSp ord">
        <pc:chgData name="Somak Das" userId="S::sdas@floridapoly.edu::98cebb13-2fc4-4808-95b9-daeb7e6acc01" providerId="AD" clId="Web-{D3BF5E0C-4949-7704-9838-71A0F8D1867D}" dt="2024-11-04T04:22:22.171" v="97" actId="14100"/>
        <pc:sldMkLst>
          <pc:docMk/>
          <pc:sldMk cId="1649386118" sldId="347"/>
        </pc:sldMkLst>
        <pc:spChg chg="mod">
          <ac:chgData name="Somak Das" userId="S::sdas@floridapoly.edu::98cebb13-2fc4-4808-95b9-daeb7e6acc01" providerId="AD" clId="Web-{D3BF5E0C-4949-7704-9838-71A0F8D1867D}" dt="2024-11-04T04:22:22.171" v="97" actId="14100"/>
          <ac:spMkLst>
            <pc:docMk/>
            <pc:sldMk cId="1649386118" sldId="347"/>
            <ac:spMk id="2" creationId="{F2EC64CF-226F-2DF1-31FB-CD42118B5CAB}"/>
          </ac:spMkLst>
        </pc:spChg>
      </pc:sldChg>
    </pc:docChg>
  </pc:docChgLst>
  <pc:docChgLst>
    <pc:chgData name="Somak Das" userId="S::sdas@floridapoly.edu::98cebb13-2fc4-4808-95b9-daeb7e6acc01" providerId="AD" clId="Web-{40A580A8-0F88-F01A-CC45-C1FE7C52E78B}"/>
    <pc:docChg chg="modSld">
      <pc:chgData name="Somak Das" userId="S::sdas@floridapoly.edu::98cebb13-2fc4-4808-95b9-daeb7e6acc01" providerId="AD" clId="Web-{40A580A8-0F88-F01A-CC45-C1FE7C52E78B}" dt="2024-11-06T04:21:32.730" v="36" actId="1076"/>
      <pc:docMkLst>
        <pc:docMk/>
      </pc:docMkLst>
      <pc:sldChg chg="modSp">
        <pc:chgData name="Somak Das" userId="S::sdas@floridapoly.edu::98cebb13-2fc4-4808-95b9-daeb7e6acc01" providerId="AD" clId="Web-{40A580A8-0F88-F01A-CC45-C1FE7C52E78B}" dt="2024-11-06T04:21:32.730" v="36" actId="1076"/>
        <pc:sldMkLst>
          <pc:docMk/>
          <pc:sldMk cId="3371180164" sldId="263"/>
        </pc:sldMkLst>
        <pc:spChg chg="mod">
          <ac:chgData name="Somak Das" userId="S::sdas@floridapoly.edu::98cebb13-2fc4-4808-95b9-daeb7e6acc01" providerId="AD" clId="Web-{40A580A8-0F88-F01A-CC45-C1FE7C52E78B}" dt="2024-11-06T04:21:28.323" v="35" actId="1076"/>
          <ac:spMkLst>
            <pc:docMk/>
            <pc:sldMk cId="3371180164" sldId="263"/>
            <ac:spMk id="2" creationId="{0CFD0803-BE95-E13C-CCA6-70A15B0F1FCD}"/>
          </ac:spMkLst>
        </pc:spChg>
        <pc:picChg chg="mod">
          <ac:chgData name="Somak Das" userId="S::sdas@floridapoly.edu::98cebb13-2fc4-4808-95b9-daeb7e6acc01" providerId="AD" clId="Web-{40A580A8-0F88-F01A-CC45-C1FE7C52E78B}" dt="2024-11-06T04:21:32.730" v="36" actId="1076"/>
          <ac:picMkLst>
            <pc:docMk/>
            <pc:sldMk cId="3371180164" sldId="263"/>
            <ac:picMk id="4" creationId="{DFF24D58-A9CB-AD4A-29E7-85A500831D4F}"/>
          </ac:picMkLst>
        </pc:picChg>
      </pc:sldChg>
      <pc:sldChg chg="addSp modSp">
        <pc:chgData name="Somak Das" userId="S::sdas@floridapoly.edu::98cebb13-2fc4-4808-95b9-daeb7e6acc01" providerId="AD" clId="Web-{40A580A8-0F88-F01A-CC45-C1FE7C52E78B}" dt="2024-11-06T04:21:01.057" v="34" actId="14100"/>
        <pc:sldMkLst>
          <pc:docMk/>
          <pc:sldMk cId="103698628" sldId="271"/>
        </pc:sldMkLst>
        <pc:spChg chg="add mod">
          <ac:chgData name="Somak Das" userId="S::sdas@floridapoly.edu::98cebb13-2fc4-4808-95b9-daeb7e6acc01" providerId="AD" clId="Web-{40A580A8-0F88-F01A-CC45-C1FE7C52E78B}" dt="2024-11-06T04:21:01.057" v="34" actId="14100"/>
          <ac:spMkLst>
            <pc:docMk/>
            <pc:sldMk cId="103698628" sldId="271"/>
            <ac:spMk id="2" creationId="{EDDC5312-78F9-B0E3-046A-4F3011F59695}"/>
          </ac:spMkLst>
        </pc:spChg>
      </pc:sldChg>
    </pc:docChg>
  </pc:docChgLst>
  <pc:docChgLst>
    <pc:chgData name="Somak Das" userId="S::sdas@floridapoly.edu::98cebb13-2fc4-4808-95b9-daeb7e6acc01" providerId="AD" clId="Web-{A4424284-2B10-1872-B4C2-AA3B2528559B}"/>
    <pc:docChg chg="addSld modSld">
      <pc:chgData name="Somak Das" userId="S::sdas@floridapoly.edu::98cebb13-2fc4-4808-95b9-daeb7e6acc01" providerId="AD" clId="Web-{A4424284-2B10-1872-B4C2-AA3B2528559B}" dt="2024-11-04T03:29:56.994" v="1306" actId="20577"/>
      <pc:docMkLst>
        <pc:docMk/>
      </pc:docMkLst>
      <pc:sldChg chg="delSp">
        <pc:chgData name="Somak Das" userId="S::sdas@floridapoly.edu::98cebb13-2fc4-4808-95b9-daeb7e6acc01" providerId="AD" clId="Web-{A4424284-2B10-1872-B4C2-AA3B2528559B}" dt="2024-11-04T03:29:12.900" v="1302"/>
        <pc:sldMkLst>
          <pc:docMk/>
          <pc:sldMk cId="4224942758" sldId="319"/>
        </pc:sldMkLst>
        <pc:spChg chg="del">
          <ac:chgData name="Somak Das" userId="S::sdas@floridapoly.edu::98cebb13-2fc4-4808-95b9-daeb7e6acc01" providerId="AD" clId="Web-{A4424284-2B10-1872-B4C2-AA3B2528559B}" dt="2024-11-04T03:29:12.900" v="1302"/>
          <ac:spMkLst>
            <pc:docMk/>
            <pc:sldMk cId="4224942758" sldId="319"/>
            <ac:spMk id="10" creationId="{C9996246-EF2D-EDEE-5D70-FF913E45C39E}"/>
          </ac:spMkLst>
        </pc:spChg>
      </pc:sldChg>
      <pc:sldChg chg="delSp">
        <pc:chgData name="Somak Das" userId="S::sdas@floridapoly.edu::98cebb13-2fc4-4808-95b9-daeb7e6acc01" providerId="AD" clId="Web-{A4424284-2B10-1872-B4C2-AA3B2528559B}" dt="2024-11-04T03:29:20.915" v="1303"/>
        <pc:sldMkLst>
          <pc:docMk/>
          <pc:sldMk cId="3798611578" sldId="320"/>
        </pc:sldMkLst>
        <pc:spChg chg="del">
          <ac:chgData name="Somak Das" userId="S::sdas@floridapoly.edu::98cebb13-2fc4-4808-95b9-daeb7e6acc01" providerId="AD" clId="Web-{A4424284-2B10-1872-B4C2-AA3B2528559B}" dt="2024-11-04T03:29:20.915" v="1303"/>
          <ac:spMkLst>
            <pc:docMk/>
            <pc:sldMk cId="3798611578" sldId="320"/>
            <ac:spMk id="10" creationId="{C9996246-EF2D-EDEE-5D70-FF913E45C39E}"/>
          </ac:spMkLst>
        </pc:spChg>
      </pc:sldChg>
      <pc:sldChg chg="delSp modSp">
        <pc:chgData name="Somak Das" userId="S::sdas@floridapoly.edu::98cebb13-2fc4-4808-95b9-daeb7e6acc01" providerId="AD" clId="Web-{A4424284-2B10-1872-B4C2-AA3B2528559B}" dt="2024-11-04T03:29:28.541" v="1304"/>
        <pc:sldMkLst>
          <pc:docMk/>
          <pc:sldMk cId="741435782" sldId="321"/>
        </pc:sldMkLst>
        <pc:spChg chg="del mod">
          <ac:chgData name="Somak Das" userId="S::sdas@floridapoly.edu::98cebb13-2fc4-4808-95b9-daeb7e6acc01" providerId="AD" clId="Web-{A4424284-2B10-1872-B4C2-AA3B2528559B}" dt="2024-11-04T03:29:28.541" v="1304"/>
          <ac:spMkLst>
            <pc:docMk/>
            <pc:sldMk cId="741435782" sldId="321"/>
            <ac:spMk id="10" creationId="{C9996246-EF2D-EDEE-5D70-FF913E45C39E}"/>
          </ac:spMkLst>
        </pc:spChg>
      </pc:sldChg>
      <pc:sldChg chg="delSp modSp">
        <pc:chgData name="Somak Das" userId="S::sdas@floridapoly.edu::98cebb13-2fc4-4808-95b9-daeb7e6acc01" providerId="AD" clId="Web-{A4424284-2B10-1872-B4C2-AA3B2528559B}" dt="2024-11-04T03:28:52.623" v="1301"/>
        <pc:sldMkLst>
          <pc:docMk/>
          <pc:sldMk cId="1529449503" sldId="322"/>
        </pc:sldMkLst>
        <pc:spChg chg="del mod">
          <ac:chgData name="Somak Das" userId="S::sdas@floridapoly.edu::98cebb13-2fc4-4808-95b9-daeb7e6acc01" providerId="AD" clId="Web-{A4424284-2B10-1872-B4C2-AA3B2528559B}" dt="2024-11-04T03:28:52.623" v="1301"/>
          <ac:spMkLst>
            <pc:docMk/>
            <pc:sldMk cId="1529449503" sldId="322"/>
            <ac:spMk id="10" creationId="{C9996246-EF2D-EDEE-5D70-FF913E45C39E}"/>
          </ac:spMkLst>
        </pc:spChg>
      </pc:sldChg>
      <pc:sldChg chg="addSp delSp modSp new">
        <pc:chgData name="Somak Das" userId="S::sdas@floridapoly.edu::98cebb13-2fc4-4808-95b9-daeb7e6acc01" providerId="AD" clId="Web-{A4424284-2B10-1872-B4C2-AA3B2528559B}" dt="2024-11-03T20:02:04.132" v="10" actId="1076"/>
        <pc:sldMkLst>
          <pc:docMk/>
          <pc:sldMk cId="2144009421" sldId="350"/>
        </pc:sldMkLst>
        <pc:spChg chg="del">
          <ac:chgData name="Somak Das" userId="S::sdas@floridapoly.edu::98cebb13-2fc4-4808-95b9-daeb7e6acc01" providerId="AD" clId="Web-{A4424284-2B10-1872-B4C2-AA3B2528559B}" dt="2024-11-03T19:59:40.300" v="2"/>
          <ac:spMkLst>
            <pc:docMk/>
            <pc:sldMk cId="2144009421" sldId="350"/>
            <ac:spMk id="2" creationId="{C4D93B5E-9259-380C-957A-4E17B7806EAF}"/>
          </ac:spMkLst>
        </pc:spChg>
        <pc:spChg chg="del">
          <ac:chgData name="Somak Das" userId="S::sdas@floridapoly.edu::98cebb13-2fc4-4808-95b9-daeb7e6acc01" providerId="AD" clId="Web-{A4424284-2B10-1872-B4C2-AA3B2528559B}" dt="2024-11-03T19:59:40.300" v="1"/>
          <ac:spMkLst>
            <pc:docMk/>
            <pc:sldMk cId="2144009421" sldId="350"/>
            <ac:spMk id="3" creationId="{FB5AF127-C52E-0DDD-9EE4-72C6B24E8355}"/>
          </ac:spMkLst>
        </pc:spChg>
        <pc:picChg chg="add mod">
          <ac:chgData name="Somak Das" userId="S::sdas@floridapoly.edu::98cebb13-2fc4-4808-95b9-daeb7e6acc01" providerId="AD" clId="Web-{A4424284-2B10-1872-B4C2-AA3B2528559B}" dt="2024-11-03T20:02:04.132" v="10" actId="1076"/>
          <ac:picMkLst>
            <pc:docMk/>
            <pc:sldMk cId="2144009421" sldId="350"/>
            <ac:picMk id="4" creationId="{23CBDCFE-FE55-16B2-1175-838B2BC579A2}"/>
          </ac:picMkLst>
        </pc:picChg>
      </pc:sldChg>
      <pc:sldChg chg="addSp delSp modSp add replId addAnim">
        <pc:chgData name="Somak Das" userId="S::sdas@floridapoly.edu::98cebb13-2fc4-4808-95b9-daeb7e6acc01" providerId="AD" clId="Web-{A4424284-2B10-1872-B4C2-AA3B2528559B}" dt="2024-11-03T21:16:34.945" v="337" actId="20577"/>
        <pc:sldMkLst>
          <pc:docMk/>
          <pc:sldMk cId="163066799" sldId="351"/>
        </pc:sldMkLst>
        <pc:spChg chg="add del">
          <ac:chgData name="Somak Das" userId="S::sdas@floridapoly.edu::98cebb13-2fc4-4808-95b9-daeb7e6acc01" providerId="AD" clId="Web-{A4424284-2B10-1872-B4C2-AA3B2528559B}" dt="2024-11-03T20:21:49.374" v="17"/>
          <ac:spMkLst>
            <pc:docMk/>
            <pc:sldMk cId="163066799" sldId="351"/>
            <ac:spMk id="3" creationId="{D5A12378-531C-B121-A05F-0E6F3AEB8D53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6" actId="1076"/>
          <ac:spMkLst>
            <pc:docMk/>
            <pc:sldMk cId="163066799" sldId="351"/>
            <ac:spMk id="5" creationId="{A380D0DD-DF8A-0995-3084-8FCBA8B97B3C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7" actId="1076"/>
          <ac:spMkLst>
            <pc:docMk/>
            <pc:sldMk cId="163066799" sldId="351"/>
            <ac:spMk id="6" creationId="{F4248269-EC6F-F197-FDA5-5A165CC7ACCA}"/>
          </ac:spMkLst>
        </pc:spChg>
        <pc:spChg chg="add mod">
          <ac:chgData name="Somak Das" userId="S::sdas@floridapoly.edu::98cebb13-2fc4-4808-95b9-daeb7e6acc01" providerId="AD" clId="Web-{A4424284-2B10-1872-B4C2-AA3B2528559B}" dt="2024-11-03T21:00:17.458" v="218" actId="1076"/>
          <ac:spMkLst>
            <pc:docMk/>
            <pc:sldMk cId="163066799" sldId="351"/>
            <ac:spMk id="7" creationId="{2A21333F-2876-DC1E-5F7A-462BAC2CA536}"/>
          </ac:spMkLst>
        </pc:spChg>
        <pc:spChg chg="add mod">
          <ac:chgData name="Somak Das" userId="S::sdas@floridapoly.edu::98cebb13-2fc4-4808-95b9-daeb7e6acc01" providerId="AD" clId="Web-{A4424284-2B10-1872-B4C2-AA3B2528559B}" dt="2024-11-03T20:37:33.761" v="171" actId="1076"/>
          <ac:spMkLst>
            <pc:docMk/>
            <pc:sldMk cId="163066799" sldId="351"/>
            <ac:spMk id="9" creationId="{2D28AA8D-CDF1-8A86-BEA1-B609CBBA3AB9}"/>
          </ac:spMkLst>
        </pc:spChg>
        <pc:spChg chg="add mod">
          <ac:chgData name="Somak Das" userId="S::sdas@floridapoly.edu::98cebb13-2fc4-4808-95b9-daeb7e6acc01" providerId="AD" clId="Web-{A4424284-2B10-1872-B4C2-AA3B2528559B}" dt="2024-11-03T20:37:44.277" v="173" actId="1076"/>
          <ac:spMkLst>
            <pc:docMk/>
            <pc:sldMk cId="163066799" sldId="351"/>
            <ac:spMk id="10" creationId="{87625387-5C4F-3355-DCEA-F5B0506DD940}"/>
          </ac:spMkLst>
        </pc:spChg>
        <pc:spChg chg="add mod">
          <ac:chgData name="Somak Das" userId="S::sdas@floridapoly.edu::98cebb13-2fc4-4808-95b9-daeb7e6acc01" providerId="AD" clId="Web-{A4424284-2B10-1872-B4C2-AA3B2528559B}" dt="2024-11-03T21:16:34.945" v="337" actId="20577"/>
          <ac:spMkLst>
            <pc:docMk/>
            <pc:sldMk cId="163066799" sldId="351"/>
            <ac:spMk id="11" creationId="{2C397E17-9689-0F59-D86F-69A33C005692}"/>
          </ac:spMkLst>
        </pc:spChg>
        <pc:spChg chg="add mod">
          <ac:chgData name="Somak Das" userId="S::sdas@floridapoly.edu::98cebb13-2fc4-4808-95b9-daeb7e6acc01" providerId="AD" clId="Web-{A4424284-2B10-1872-B4C2-AA3B2528559B}" dt="2024-11-03T20:43:51.820" v="188"/>
          <ac:spMkLst>
            <pc:docMk/>
            <pc:sldMk cId="163066799" sldId="351"/>
            <ac:spMk id="17" creationId="{0B516399-E094-90A1-B8FC-A562ABEC8D91}"/>
          </ac:spMkLst>
        </pc:spChg>
        <pc:spChg chg="add mod">
          <ac:chgData name="Somak Das" userId="S::sdas@floridapoly.edu::98cebb13-2fc4-4808-95b9-daeb7e6acc01" providerId="AD" clId="Web-{A4424284-2B10-1872-B4C2-AA3B2528559B}" dt="2024-11-03T21:16:21.413" v="335" actId="1076"/>
          <ac:spMkLst>
            <pc:docMk/>
            <pc:sldMk cId="163066799" sldId="351"/>
            <ac:spMk id="18" creationId="{9C0C1EED-789A-C2A8-3DB5-F822DB1637CF}"/>
          </ac:spMkLst>
        </pc:spChg>
        <pc:spChg chg="add mod">
          <ac:chgData name="Somak Das" userId="S::sdas@floridapoly.edu::98cebb13-2fc4-4808-95b9-daeb7e6acc01" providerId="AD" clId="Web-{A4424284-2B10-1872-B4C2-AA3B2528559B}" dt="2024-11-03T21:12:55.094" v="324" actId="20577"/>
          <ac:spMkLst>
            <pc:docMk/>
            <pc:sldMk cId="163066799" sldId="351"/>
            <ac:spMk id="19" creationId="{5A7C4788-5DB9-B8F5-A2A5-ADCC321F6390}"/>
          </ac:spMkLst>
        </pc:spChg>
        <pc:spChg chg="add mod">
          <ac:chgData name="Somak Das" userId="S::sdas@floridapoly.edu::98cebb13-2fc4-4808-95b9-daeb7e6acc01" providerId="AD" clId="Web-{A4424284-2B10-1872-B4C2-AA3B2528559B}" dt="2024-11-03T21:00:35.318" v="227" actId="14100"/>
          <ac:spMkLst>
            <pc:docMk/>
            <pc:sldMk cId="163066799" sldId="351"/>
            <ac:spMk id="20" creationId="{83DAAB71-64AA-95A7-E980-ACF91217792C}"/>
          </ac:spMkLst>
        </pc:spChg>
        <pc:picChg chg="add mod">
          <ac:chgData name="Somak Das" userId="S::sdas@floridapoly.edu::98cebb13-2fc4-4808-95b9-daeb7e6acc01" providerId="AD" clId="Web-{A4424284-2B10-1872-B4C2-AA3B2528559B}" dt="2024-11-03T21:00:17.443" v="215" actId="1076"/>
          <ac:picMkLst>
            <pc:docMk/>
            <pc:sldMk cId="163066799" sldId="351"/>
            <ac:picMk id="2" creationId="{E850A830-7C9F-00F8-BF35-658CED23CE29}"/>
          </ac:picMkLst>
        </pc:picChg>
        <pc:picChg chg="del">
          <ac:chgData name="Somak Das" userId="S::sdas@floridapoly.edu::98cebb13-2fc4-4808-95b9-daeb7e6acc01" providerId="AD" clId="Web-{A4424284-2B10-1872-B4C2-AA3B2528559B}" dt="2024-11-03T20:15:27.859" v="12"/>
          <ac:picMkLst>
            <pc:docMk/>
            <pc:sldMk cId="163066799" sldId="351"/>
            <ac:picMk id="4" creationId="{23CBDCFE-FE55-16B2-1175-838B2BC579A2}"/>
          </ac:picMkLst>
        </pc:picChg>
        <pc:picChg chg="add mod">
          <ac:chgData name="Somak Das" userId="S::sdas@floridapoly.edu::98cebb13-2fc4-4808-95b9-daeb7e6acc01" providerId="AD" clId="Web-{A4424284-2B10-1872-B4C2-AA3B2528559B}" dt="2024-11-03T20:26:33.445" v="45" actId="1076"/>
          <ac:picMkLst>
            <pc:docMk/>
            <pc:sldMk cId="163066799" sldId="351"/>
            <ac:picMk id="8" creationId="{19873A14-55B5-12EA-CC47-5B287D742342}"/>
          </ac:picMkLst>
        </pc:picChg>
        <pc:cxnChg chg="add mod">
          <ac:chgData name="Somak Das" userId="S::sdas@floridapoly.edu::98cebb13-2fc4-4808-95b9-daeb7e6acc01" providerId="AD" clId="Web-{A4424284-2B10-1872-B4C2-AA3B2528559B}" dt="2024-11-03T21:00:17.474" v="219" actId="1076"/>
          <ac:cxnSpMkLst>
            <pc:docMk/>
            <pc:sldMk cId="163066799" sldId="351"/>
            <ac:cxnSpMk id="12" creationId="{48356989-D1C7-C946-4A07-A1ED17F5A599}"/>
          </ac:cxnSpMkLst>
        </pc:cxnChg>
        <pc:cxnChg chg="add mod">
          <ac:chgData name="Somak Das" userId="S::sdas@floridapoly.edu::98cebb13-2fc4-4808-95b9-daeb7e6acc01" providerId="AD" clId="Web-{A4424284-2B10-1872-B4C2-AA3B2528559B}" dt="2024-11-03T21:00:17.474" v="220" actId="1076"/>
          <ac:cxnSpMkLst>
            <pc:docMk/>
            <pc:sldMk cId="163066799" sldId="351"/>
            <ac:cxnSpMk id="13" creationId="{57EAFEA6-3B4B-4A68-4BC7-F6F259C272B6}"/>
          </ac:cxnSpMkLst>
        </pc:cxnChg>
        <pc:cxnChg chg="add mod">
          <ac:chgData name="Somak Das" userId="S::sdas@floridapoly.edu::98cebb13-2fc4-4808-95b9-daeb7e6acc01" providerId="AD" clId="Web-{A4424284-2B10-1872-B4C2-AA3B2528559B}" dt="2024-11-03T21:00:17.474" v="221" actId="1076"/>
          <ac:cxnSpMkLst>
            <pc:docMk/>
            <pc:sldMk cId="163066799" sldId="351"/>
            <ac:cxnSpMk id="14" creationId="{9C08F450-A5EE-81D0-1569-BE02927411E1}"/>
          </ac:cxnSpMkLst>
        </pc:cxnChg>
        <pc:cxnChg chg="add mod">
          <ac:chgData name="Somak Das" userId="S::sdas@floridapoly.edu::98cebb13-2fc4-4808-95b9-daeb7e6acc01" providerId="AD" clId="Web-{A4424284-2B10-1872-B4C2-AA3B2528559B}" dt="2024-11-03T20:37:37.480" v="172" actId="14100"/>
          <ac:cxnSpMkLst>
            <pc:docMk/>
            <pc:sldMk cId="163066799" sldId="351"/>
            <ac:cxnSpMk id="15" creationId="{34945C58-0C7E-9897-B9AB-CA66712C7A7B}"/>
          </ac:cxnSpMkLst>
        </pc:cxnChg>
        <pc:cxnChg chg="add mod">
          <ac:chgData name="Somak Das" userId="S::sdas@floridapoly.edu::98cebb13-2fc4-4808-95b9-daeb7e6acc01" providerId="AD" clId="Web-{A4424284-2B10-1872-B4C2-AA3B2528559B}" dt="2024-11-03T20:38:01.840" v="175" actId="14100"/>
          <ac:cxnSpMkLst>
            <pc:docMk/>
            <pc:sldMk cId="163066799" sldId="351"/>
            <ac:cxnSpMk id="16" creationId="{DDA39C1A-B7FC-31DE-364A-02209E39C0D6}"/>
          </ac:cxnSpMkLst>
        </pc:cxnChg>
      </pc:sldChg>
      <pc:sldChg chg="addSp delSp modSp new">
        <pc:chgData name="Somak Das" userId="S::sdas@floridapoly.edu::98cebb13-2fc4-4808-95b9-daeb7e6acc01" providerId="AD" clId="Web-{A4424284-2B10-1872-B4C2-AA3B2528559B}" dt="2024-11-03T22:35:54.033" v="406" actId="1076"/>
        <pc:sldMkLst>
          <pc:docMk/>
          <pc:sldMk cId="1373058955" sldId="352"/>
        </pc:sldMkLst>
        <pc:spChg chg="del">
          <ac:chgData name="Somak Das" userId="S::sdas@floridapoly.edu::98cebb13-2fc4-4808-95b9-daeb7e6acc01" providerId="AD" clId="Web-{A4424284-2B10-1872-B4C2-AA3B2528559B}" dt="2024-11-03T21:21:20" v="339"/>
          <ac:spMkLst>
            <pc:docMk/>
            <pc:sldMk cId="1373058955" sldId="352"/>
            <ac:spMk id="2" creationId="{41A72246-145B-6BE1-EB5E-71C3F42AD683}"/>
          </ac:spMkLst>
        </pc:spChg>
        <pc:spChg chg="mod">
          <ac:chgData name="Somak Das" userId="S::sdas@floridapoly.edu::98cebb13-2fc4-4808-95b9-daeb7e6acc01" providerId="AD" clId="Web-{A4424284-2B10-1872-B4C2-AA3B2528559B}" dt="2024-11-03T22:31:21.445" v="401" actId="14100"/>
          <ac:spMkLst>
            <pc:docMk/>
            <pc:sldMk cId="1373058955" sldId="352"/>
            <ac:spMk id="3" creationId="{4D3E5242-19F9-F7D4-AAE9-EDA2DFB76466}"/>
          </ac:spMkLst>
        </pc:spChg>
        <pc:picChg chg="add mod">
          <ac:chgData name="Somak Das" userId="S::sdas@floridapoly.edu::98cebb13-2fc4-4808-95b9-daeb7e6acc01" providerId="AD" clId="Web-{A4424284-2B10-1872-B4C2-AA3B2528559B}" dt="2024-11-03T22:35:54.033" v="406" actId="1076"/>
          <ac:picMkLst>
            <pc:docMk/>
            <pc:sldMk cId="1373058955" sldId="352"/>
            <ac:picMk id="2" creationId="{44B51497-2B5B-415E-55CB-36ED7AF5D043}"/>
          </ac:picMkLst>
        </pc:picChg>
        <pc:picChg chg="add mod">
          <ac:chgData name="Somak Das" userId="S::sdas@floridapoly.edu::98cebb13-2fc4-4808-95b9-daeb7e6acc01" providerId="AD" clId="Web-{A4424284-2B10-1872-B4C2-AA3B2528559B}" dt="2024-11-03T22:35:37.860" v="404" actId="1076"/>
          <ac:picMkLst>
            <pc:docMk/>
            <pc:sldMk cId="1373058955" sldId="352"/>
            <ac:picMk id="4" creationId="{CF781133-2C95-87EB-B16A-2CE55D2EAD8F}"/>
          </ac:picMkLst>
        </pc:picChg>
      </pc:sldChg>
      <pc:sldChg chg="addSp delSp modSp new">
        <pc:chgData name="Somak Das" userId="S::sdas@floridapoly.edu::98cebb13-2fc4-4808-95b9-daeb7e6acc01" providerId="AD" clId="Web-{A4424284-2B10-1872-B4C2-AA3B2528559B}" dt="2024-11-03T22:45:15.364" v="632" actId="1076"/>
        <pc:sldMkLst>
          <pc:docMk/>
          <pc:sldMk cId="1367533697" sldId="353"/>
        </pc:sldMkLst>
        <pc:spChg chg="mod">
          <ac:chgData name="Somak Das" userId="S::sdas@floridapoly.edu::98cebb13-2fc4-4808-95b9-daeb7e6acc01" providerId="AD" clId="Web-{A4424284-2B10-1872-B4C2-AA3B2528559B}" dt="2024-11-03T22:45:15.364" v="632" actId="1076"/>
          <ac:spMkLst>
            <pc:docMk/>
            <pc:sldMk cId="1367533697" sldId="353"/>
            <ac:spMk id="2" creationId="{A0615E15-C9A6-CB47-D73F-0F35E71150AD}"/>
          </ac:spMkLst>
        </pc:spChg>
        <pc:spChg chg="del">
          <ac:chgData name="Somak Das" userId="S::sdas@floridapoly.edu::98cebb13-2fc4-4808-95b9-daeb7e6acc01" providerId="AD" clId="Web-{A4424284-2B10-1872-B4C2-AA3B2528559B}" dt="2024-11-03T22:36:28.206" v="410"/>
          <ac:spMkLst>
            <pc:docMk/>
            <pc:sldMk cId="1367533697" sldId="353"/>
            <ac:spMk id="3" creationId="{D3243611-30A7-45A7-E8D4-6AE713684384}"/>
          </ac:spMkLst>
        </pc:spChg>
        <pc:spChg chg="add mod">
          <ac:chgData name="Somak Das" userId="S::sdas@floridapoly.edu::98cebb13-2fc4-4808-95b9-daeb7e6acc01" providerId="AD" clId="Web-{A4424284-2B10-1872-B4C2-AA3B2528559B}" dt="2024-11-03T22:45:03.630" v="631" actId="1076"/>
          <ac:spMkLst>
            <pc:docMk/>
            <pc:sldMk cId="1367533697" sldId="353"/>
            <ac:spMk id="5" creationId="{CB5CDBCD-C828-052D-8394-63A54897A920}"/>
          </ac:spMkLst>
        </pc:spChg>
        <pc:picChg chg="add mod ord">
          <ac:chgData name="Somak Das" userId="S::sdas@floridapoly.edu::98cebb13-2fc4-4808-95b9-daeb7e6acc01" providerId="AD" clId="Web-{A4424284-2B10-1872-B4C2-AA3B2528559B}" dt="2024-11-03T22:36:58.160" v="423" actId="1076"/>
          <ac:picMkLst>
            <pc:docMk/>
            <pc:sldMk cId="1367533697" sldId="353"/>
            <ac:picMk id="4" creationId="{0EAD4212-0C72-7235-4822-DDE5D44ECA13}"/>
          </ac:picMkLst>
        </pc:picChg>
      </pc:sldChg>
      <pc:sldChg chg="addSp modSp new">
        <pc:chgData name="Somak Das" userId="S::sdas@floridapoly.edu::98cebb13-2fc4-4808-95b9-daeb7e6acc01" providerId="AD" clId="Web-{A4424284-2B10-1872-B4C2-AA3B2528559B}" dt="2024-11-03T23:06:36.773" v="806" actId="20577"/>
        <pc:sldMkLst>
          <pc:docMk/>
          <pc:sldMk cId="891526949" sldId="354"/>
        </pc:sldMkLst>
        <pc:spChg chg="mod">
          <ac:chgData name="Somak Das" userId="S::sdas@floridapoly.edu::98cebb13-2fc4-4808-95b9-daeb7e6acc01" providerId="AD" clId="Web-{A4424284-2B10-1872-B4C2-AA3B2528559B}" dt="2024-11-03T22:54:58.979" v="791"/>
          <ac:spMkLst>
            <pc:docMk/>
            <pc:sldMk cId="891526949" sldId="354"/>
            <ac:spMk id="2" creationId="{A05FA142-F39B-D3B4-A990-53EC8BFA77AB}"/>
          </ac:spMkLst>
        </pc:spChg>
        <pc:spChg chg="mod">
          <ac:chgData name="Somak Das" userId="S::sdas@floridapoly.edu::98cebb13-2fc4-4808-95b9-daeb7e6acc01" providerId="AD" clId="Web-{A4424284-2B10-1872-B4C2-AA3B2528559B}" dt="2024-11-03T23:06:36.773" v="806" actId="20577"/>
          <ac:spMkLst>
            <pc:docMk/>
            <pc:sldMk cId="891526949" sldId="354"/>
            <ac:spMk id="3" creationId="{492207F4-D75B-FFF7-DA98-CD429148C562}"/>
          </ac:spMkLst>
        </pc:spChg>
        <pc:picChg chg="add mod">
          <ac:chgData name="Somak Das" userId="S::sdas@floridapoly.edu::98cebb13-2fc4-4808-95b9-daeb7e6acc01" providerId="AD" clId="Web-{A4424284-2B10-1872-B4C2-AA3B2528559B}" dt="2024-11-03T23:04:25.096" v="798" actId="1076"/>
          <ac:picMkLst>
            <pc:docMk/>
            <pc:sldMk cId="891526949" sldId="354"/>
            <ac:picMk id="4" creationId="{DB72AB59-722D-E0C8-CB1D-DE60F695B5C8}"/>
          </ac:picMkLst>
        </pc:picChg>
      </pc:sldChg>
      <pc:sldChg chg="addSp modSp new">
        <pc:chgData name="Somak Das" userId="S::sdas@floridapoly.edu::98cebb13-2fc4-4808-95b9-daeb7e6acc01" providerId="AD" clId="Web-{A4424284-2B10-1872-B4C2-AA3B2528559B}" dt="2024-11-03T23:52:58.960" v="1052" actId="14100"/>
        <pc:sldMkLst>
          <pc:docMk/>
          <pc:sldMk cId="251207861" sldId="355"/>
        </pc:sldMkLst>
        <pc:spChg chg="mod">
          <ac:chgData name="Somak Das" userId="S::sdas@floridapoly.edu::98cebb13-2fc4-4808-95b9-daeb7e6acc01" providerId="AD" clId="Web-{A4424284-2B10-1872-B4C2-AA3B2528559B}" dt="2024-11-03T23:51:06.269" v="1049" actId="1076"/>
          <ac:spMkLst>
            <pc:docMk/>
            <pc:sldMk cId="251207861" sldId="355"/>
            <ac:spMk id="2" creationId="{0EC82F58-1DCC-4412-3A27-7664B1977909}"/>
          </ac:spMkLst>
        </pc:spChg>
        <pc:spChg chg="mod">
          <ac:chgData name="Somak Das" userId="S::sdas@floridapoly.edu::98cebb13-2fc4-4808-95b9-daeb7e6acc01" providerId="AD" clId="Web-{A4424284-2B10-1872-B4C2-AA3B2528559B}" dt="2024-11-03T23:50:35.862" v="1047" actId="1076"/>
          <ac:spMkLst>
            <pc:docMk/>
            <pc:sldMk cId="251207861" sldId="355"/>
            <ac:spMk id="3" creationId="{33E5EE85-1759-15D3-605E-111AECFB2F62}"/>
          </ac:spMkLst>
        </pc:spChg>
        <pc:picChg chg="add mod">
          <ac:chgData name="Somak Das" userId="S::sdas@floridapoly.edu::98cebb13-2fc4-4808-95b9-daeb7e6acc01" providerId="AD" clId="Web-{A4424284-2B10-1872-B4C2-AA3B2528559B}" dt="2024-11-03T23:50:51.206" v="1048" actId="1076"/>
          <ac:picMkLst>
            <pc:docMk/>
            <pc:sldMk cId="251207861" sldId="355"/>
            <ac:picMk id="4" creationId="{6D5FFA92-291C-10B4-FB75-CB890B5DF28E}"/>
          </ac:picMkLst>
        </pc:picChg>
        <pc:picChg chg="add mod">
          <ac:chgData name="Somak Das" userId="S::sdas@floridapoly.edu::98cebb13-2fc4-4808-95b9-daeb7e6acc01" providerId="AD" clId="Web-{A4424284-2B10-1872-B4C2-AA3B2528559B}" dt="2024-11-03T23:52:58.960" v="1052" actId="14100"/>
          <ac:picMkLst>
            <pc:docMk/>
            <pc:sldMk cId="251207861" sldId="355"/>
            <ac:picMk id="5" creationId="{E3D02B4A-A313-B726-DA31-1EFE57A63264}"/>
          </ac:picMkLst>
        </pc:picChg>
      </pc:sldChg>
      <pc:sldChg chg="addSp delSp modSp add replId">
        <pc:chgData name="Somak Das" userId="S::sdas@floridapoly.edu::98cebb13-2fc4-4808-95b9-daeb7e6acc01" providerId="AD" clId="Web-{A4424284-2B10-1872-B4C2-AA3B2528559B}" dt="2024-11-03T23:26:47.049" v="900" actId="1076"/>
        <pc:sldMkLst>
          <pc:docMk/>
          <pc:sldMk cId="1164071190" sldId="356"/>
        </pc:sldMkLst>
        <pc:spChg chg="del">
          <ac:chgData name="Somak Das" userId="S::sdas@floridapoly.edu::98cebb13-2fc4-4808-95b9-daeb7e6acc01" providerId="AD" clId="Web-{A4424284-2B10-1872-B4C2-AA3B2528559B}" dt="2024-11-03T23:07:08.789" v="809"/>
          <ac:spMkLst>
            <pc:docMk/>
            <pc:sldMk cId="1164071190" sldId="356"/>
            <ac:spMk id="2" creationId="{A05FA142-F39B-D3B4-A990-53EC8BFA77AB}"/>
          </ac:spMkLst>
        </pc:spChg>
        <pc:spChg chg="mod">
          <ac:chgData name="Somak Das" userId="S::sdas@floridapoly.edu::98cebb13-2fc4-4808-95b9-daeb7e6acc01" providerId="AD" clId="Web-{A4424284-2B10-1872-B4C2-AA3B2528559B}" dt="2024-11-03T23:26:47.049" v="900" actId="1076"/>
          <ac:spMkLst>
            <pc:docMk/>
            <pc:sldMk cId="1164071190" sldId="356"/>
            <ac:spMk id="3" creationId="{492207F4-D75B-FFF7-DA98-CD429148C562}"/>
          </ac:spMkLst>
        </pc:spChg>
        <pc:spChg chg="add del mod">
          <ac:chgData name="Somak Das" userId="S::sdas@floridapoly.edu::98cebb13-2fc4-4808-95b9-daeb7e6acc01" providerId="AD" clId="Web-{A4424284-2B10-1872-B4C2-AA3B2528559B}" dt="2024-11-03T23:07:12.743" v="810"/>
          <ac:spMkLst>
            <pc:docMk/>
            <pc:sldMk cId="1164071190" sldId="356"/>
            <ac:spMk id="6" creationId="{FFE45120-209A-5632-E76E-2BEBCFDCC7B9}"/>
          </ac:spMkLst>
        </pc:spChg>
        <pc:picChg chg="del">
          <ac:chgData name="Somak Das" userId="S::sdas@floridapoly.edu::98cebb13-2fc4-4808-95b9-daeb7e6acc01" providerId="AD" clId="Web-{A4424284-2B10-1872-B4C2-AA3B2528559B}" dt="2024-11-03T23:12:41.457" v="812"/>
          <ac:picMkLst>
            <pc:docMk/>
            <pc:sldMk cId="1164071190" sldId="356"/>
            <ac:picMk id="4" creationId="{DB72AB59-722D-E0C8-CB1D-DE60F695B5C8}"/>
          </ac:picMkLst>
        </pc:picChg>
      </pc:sldChg>
      <pc:sldChg chg="modSp new">
        <pc:chgData name="Somak Das" userId="S::sdas@floridapoly.edu::98cebb13-2fc4-4808-95b9-daeb7e6acc01" providerId="AD" clId="Web-{A4424284-2B10-1872-B4C2-AA3B2528559B}" dt="2024-11-04T03:29:56.994" v="1306" actId="20577"/>
        <pc:sldMkLst>
          <pc:docMk/>
          <pc:sldMk cId="1547111071" sldId="357"/>
        </pc:sldMkLst>
        <pc:spChg chg="mod">
          <ac:chgData name="Somak Das" userId="S::sdas@floridapoly.edu::98cebb13-2fc4-4808-95b9-daeb7e6acc01" providerId="AD" clId="Web-{A4424284-2B10-1872-B4C2-AA3B2528559B}" dt="2024-11-04T03:29:56.994" v="1306" actId="20577"/>
          <ac:spMkLst>
            <pc:docMk/>
            <pc:sldMk cId="1547111071" sldId="357"/>
            <ac:spMk id="2" creationId="{478760DF-DB77-FF14-9997-A534AB975CD5}"/>
          </ac:spMkLst>
        </pc:spChg>
        <pc:spChg chg="mod">
          <ac:chgData name="Somak Das" userId="S::sdas@floridapoly.edu::98cebb13-2fc4-4808-95b9-daeb7e6acc01" providerId="AD" clId="Web-{A4424284-2B10-1872-B4C2-AA3B2528559B}" dt="2024-11-04T00:04:54.462" v="1293" actId="20577"/>
          <ac:spMkLst>
            <pc:docMk/>
            <pc:sldMk cId="1547111071" sldId="357"/>
            <ac:spMk id="3" creationId="{DC2C9C26-DA03-A91F-8721-6F130B2FC56E}"/>
          </ac:spMkLst>
        </pc:spChg>
      </pc:sldChg>
    </pc:docChg>
  </pc:docChgLst>
  <pc:docChgLst>
    <pc:chgData name="Somak Das" userId="S::sdas@floridapoly.edu::98cebb13-2fc4-4808-95b9-daeb7e6acc01" providerId="AD" clId="Web-{22063C61-BF31-47E5-33C2-A4CFC22A5ABD}"/>
    <pc:docChg chg="addSld delSld modSld sldOrd">
      <pc:chgData name="Somak Das" userId="S::sdas@floridapoly.edu::98cebb13-2fc4-4808-95b9-daeb7e6acc01" providerId="AD" clId="Web-{22063C61-BF31-47E5-33C2-A4CFC22A5ABD}" dt="2024-11-04T04:57:08.859" v="7" actId="20577"/>
      <pc:docMkLst>
        <pc:docMk/>
      </pc:docMkLst>
      <pc:sldChg chg="modSp add ord">
        <pc:chgData name="Somak Das" userId="S::sdas@floridapoly.edu::98cebb13-2fc4-4808-95b9-daeb7e6acc01" providerId="AD" clId="Web-{22063C61-BF31-47E5-33C2-A4CFC22A5ABD}" dt="2024-11-04T04:57:08.859" v="7" actId="20577"/>
        <pc:sldMkLst>
          <pc:docMk/>
          <pc:sldMk cId="783844113" sldId="256"/>
        </pc:sldMkLst>
        <pc:spChg chg="mod">
          <ac:chgData name="Somak Das" userId="S::sdas@floridapoly.edu::98cebb13-2fc4-4808-95b9-daeb7e6acc01" providerId="AD" clId="Web-{22063C61-BF31-47E5-33C2-A4CFC22A5ABD}" dt="2024-11-04T04:57:08.859" v="7" actId="20577"/>
          <ac:spMkLst>
            <pc:docMk/>
            <pc:sldMk cId="783844113" sldId="256"/>
            <ac:spMk id="6" creationId="{86649F24-8FCC-CDEB-B4C7-3B4C1F0F6A52}"/>
          </ac:spMkLst>
        </pc:spChg>
      </pc:sldChg>
      <pc:sldChg chg="modSp del">
        <pc:chgData name="Somak Das" userId="S::sdas@floridapoly.edu::98cebb13-2fc4-4808-95b9-daeb7e6acc01" providerId="AD" clId="Web-{22063C61-BF31-47E5-33C2-A4CFC22A5ABD}" dt="2024-11-04T04:57:00.061" v="3"/>
        <pc:sldMkLst>
          <pc:docMk/>
          <pc:sldMk cId="2977094656" sldId="256"/>
        </pc:sldMkLst>
        <pc:spChg chg="mod">
          <ac:chgData name="Somak Das" userId="S::sdas@floridapoly.edu::98cebb13-2fc4-4808-95b9-daeb7e6acc01" providerId="AD" clId="Web-{22063C61-BF31-47E5-33C2-A4CFC22A5ABD}" dt="2024-11-04T04:56:55.030" v="2" actId="20577"/>
          <ac:spMkLst>
            <pc:docMk/>
            <pc:sldMk cId="2977094656" sldId="256"/>
            <ac:spMk id="10" creationId="{C9996246-EF2D-EDEE-5D70-FF913E45C39E}"/>
          </ac:spMkLst>
        </pc:spChg>
      </pc:sldChg>
    </pc:docChg>
  </pc:docChgLst>
  <pc:docChgLst>
    <pc:chgData name="Somak Das" userId="S::sdas@floridapoly.edu::98cebb13-2fc4-4808-95b9-daeb7e6acc01" providerId="AD" clId="Web-{E251AD2B-7450-D389-EFAD-83160AB302D7}"/>
    <pc:docChg chg="addSld delSld modSld sldOrd">
      <pc:chgData name="Somak Das" userId="S::sdas@floridapoly.edu::98cebb13-2fc4-4808-95b9-daeb7e6acc01" providerId="AD" clId="Web-{E251AD2B-7450-D389-EFAD-83160AB302D7}" dt="2024-11-06T04:15:39.430" v="895" actId="14100"/>
      <pc:docMkLst>
        <pc:docMk/>
      </pc:docMkLst>
      <pc:sldChg chg="addSp delSp modSp new">
        <pc:chgData name="Somak Das" userId="S::sdas@floridapoly.edu::98cebb13-2fc4-4808-95b9-daeb7e6acc01" providerId="AD" clId="Web-{E251AD2B-7450-D389-EFAD-83160AB302D7}" dt="2024-11-05T20:47:26.207" v="64" actId="1076"/>
        <pc:sldMkLst>
          <pc:docMk/>
          <pc:sldMk cId="1567763011" sldId="257"/>
        </pc:sldMkLst>
        <pc:spChg chg="mod">
          <ac:chgData name="Somak Das" userId="S::sdas@floridapoly.edu::98cebb13-2fc4-4808-95b9-daeb7e6acc01" providerId="AD" clId="Web-{E251AD2B-7450-D389-EFAD-83160AB302D7}" dt="2024-11-05T20:47:26.207" v="64" actId="1076"/>
          <ac:spMkLst>
            <pc:docMk/>
            <pc:sldMk cId="1567763011" sldId="257"/>
            <ac:spMk id="2" creationId="{3B429971-DE5B-E95C-5F64-E397E26B9411}"/>
          </ac:spMkLst>
        </pc:spChg>
        <pc:spChg chg="del mod">
          <ac:chgData name="Somak Das" userId="S::sdas@floridapoly.edu::98cebb13-2fc4-4808-95b9-daeb7e6acc01" providerId="AD" clId="Web-{E251AD2B-7450-D389-EFAD-83160AB302D7}" dt="2024-11-05T20:45:54.405" v="54"/>
          <ac:spMkLst>
            <pc:docMk/>
            <pc:sldMk cId="1567763011" sldId="257"/>
            <ac:spMk id="3" creationId="{56EE06B9-1023-9A0A-96DC-9306BC65CD10}"/>
          </ac:spMkLst>
        </pc:spChg>
        <pc:spChg chg="add mod">
          <ac:chgData name="Somak Das" userId="S::sdas@floridapoly.edu::98cebb13-2fc4-4808-95b9-daeb7e6acc01" providerId="AD" clId="Web-{E251AD2B-7450-D389-EFAD-83160AB302D7}" dt="2024-11-05T20:46:49.955" v="63" actId="1076"/>
          <ac:spMkLst>
            <pc:docMk/>
            <pc:sldMk cId="1567763011" sldId="257"/>
            <ac:spMk id="4" creationId="{8A46479F-53EB-8996-2739-739ABEF4EDED}"/>
          </ac:spMkLst>
        </pc:spChg>
        <pc:spChg chg="add del mod">
          <ac:chgData name="Somak Das" userId="S::sdas@floridapoly.edu::98cebb13-2fc4-4808-95b9-daeb7e6acc01" providerId="AD" clId="Web-{E251AD2B-7450-D389-EFAD-83160AB302D7}" dt="2024-11-05T20:46:10.828" v="57"/>
          <ac:spMkLst>
            <pc:docMk/>
            <pc:sldMk cId="1567763011" sldId="257"/>
            <ac:spMk id="6" creationId="{08FEB11A-5023-87BD-B9A7-982481D47E29}"/>
          </ac:spMkLst>
        </pc:spChg>
        <pc:picChg chg="add mod">
          <ac:chgData name="Somak Das" userId="S::sdas@floridapoly.edu::98cebb13-2fc4-4808-95b9-daeb7e6acc01" providerId="AD" clId="Web-{E251AD2B-7450-D389-EFAD-83160AB302D7}" dt="2024-11-05T20:46:46.752" v="62" actId="14100"/>
          <ac:picMkLst>
            <pc:docMk/>
            <pc:sldMk cId="1567763011" sldId="257"/>
            <ac:picMk id="7" creationId="{E6BF1A9D-2DFA-4037-4EC3-A96549547AAF}"/>
          </ac:picMkLst>
        </pc:picChg>
      </pc:sldChg>
      <pc:sldChg chg="modSp new">
        <pc:chgData name="Somak Das" userId="S::sdas@floridapoly.edu::98cebb13-2fc4-4808-95b9-daeb7e6acc01" providerId="AD" clId="Web-{E251AD2B-7450-D389-EFAD-83160AB302D7}" dt="2024-11-05T20:54:01.623" v="96" actId="20577"/>
        <pc:sldMkLst>
          <pc:docMk/>
          <pc:sldMk cId="3729887584" sldId="258"/>
        </pc:sldMkLst>
        <pc:spChg chg="mod">
          <ac:chgData name="Somak Das" userId="S::sdas@floridapoly.edu::98cebb13-2fc4-4808-95b9-daeb7e6acc01" providerId="AD" clId="Web-{E251AD2B-7450-D389-EFAD-83160AB302D7}" dt="2024-11-05T20:48:22.976" v="83" actId="20577"/>
          <ac:spMkLst>
            <pc:docMk/>
            <pc:sldMk cId="3729887584" sldId="258"/>
            <ac:spMk id="2" creationId="{B28BC0D7-1294-BCF8-B24B-0ECD44AEDA6E}"/>
          </ac:spMkLst>
        </pc:spChg>
        <pc:spChg chg="mod">
          <ac:chgData name="Somak Das" userId="S::sdas@floridapoly.edu::98cebb13-2fc4-4808-95b9-daeb7e6acc01" providerId="AD" clId="Web-{E251AD2B-7450-D389-EFAD-83160AB302D7}" dt="2024-11-05T20:54:01.623" v="96" actId="20577"/>
          <ac:spMkLst>
            <pc:docMk/>
            <pc:sldMk cId="3729887584" sldId="258"/>
            <ac:spMk id="3" creationId="{F22FA0DE-5B23-B8B6-BBD1-F510331473B5}"/>
          </ac:spMkLst>
        </pc:spChg>
      </pc:sldChg>
      <pc:sldChg chg="addSp modSp new">
        <pc:chgData name="Somak Das" userId="S::sdas@floridapoly.edu::98cebb13-2fc4-4808-95b9-daeb7e6acc01" providerId="AD" clId="Web-{E251AD2B-7450-D389-EFAD-83160AB302D7}" dt="2024-11-05T23:32:51.522" v="210" actId="20577"/>
        <pc:sldMkLst>
          <pc:docMk/>
          <pc:sldMk cId="1174443885" sldId="259"/>
        </pc:sldMkLst>
        <pc:spChg chg="mod">
          <ac:chgData name="Somak Das" userId="S::sdas@floridapoly.edu::98cebb13-2fc4-4808-95b9-daeb7e6acc01" providerId="AD" clId="Web-{E251AD2B-7450-D389-EFAD-83160AB302D7}" dt="2024-11-05T23:32:51.522" v="210" actId="20577"/>
          <ac:spMkLst>
            <pc:docMk/>
            <pc:sldMk cId="1174443885" sldId="259"/>
            <ac:spMk id="2" creationId="{4CD052DD-1D65-699D-48AB-6FEDDD11FCA9}"/>
          </ac:spMkLst>
        </pc:spChg>
        <pc:spChg chg="mod">
          <ac:chgData name="Somak Das" userId="S::sdas@floridapoly.edu::98cebb13-2fc4-4808-95b9-daeb7e6acc01" providerId="AD" clId="Web-{E251AD2B-7450-D389-EFAD-83160AB302D7}" dt="2024-11-05T21:00:05.223" v="123" actId="20577"/>
          <ac:spMkLst>
            <pc:docMk/>
            <pc:sldMk cId="1174443885" sldId="259"/>
            <ac:spMk id="3" creationId="{C65866E8-0E6D-EF94-78ED-6715C05151FD}"/>
          </ac:spMkLst>
        </pc:spChg>
        <pc:picChg chg="add mod">
          <ac:chgData name="Somak Das" userId="S::sdas@floridapoly.edu::98cebb13-2fc4-4808-95b9-daeb7e6acc01" providerId="AD" clId="Web-{E251AD2B-7450-D389-EFAD-83160AB302D7}" dt="2024-11-05T21:00:31.084" v="130" actId="1076"/>
          <ac:picMkLst>
            <pc:docMk/>
            <pc:sldMk cId="1174443885" sldId="259"/>
            <ac:picMk id="4" creationId="{BDA21E07-92D8-A212-B22B-0A8637CD4569}"/>
          </ac:picMkLst>
        </pc:picChg>
        <pc:picChg chg="add mod">
          <ac:chgData name="Somak Das" userId="S::sdas@floridapoly.edu::98cebb13-2fc4-4808-95b9-daeb7e6acc01" providerId="AD" clId="Web-{E251AD2B-7450-D389-EFAD-83160AB302D7}" dt="2024-11-05T21:00:24.490" v="129" actId="1076"/>
          <ac:picMkLst>
            <pc:docMk/>
            <pc:sldMk cId="1174443885" sldId="259"/>
            <ac:picMk id="5" creationId="{0795BCD2-4E3E-9671-ACE0-A8FBBE0ACAAC}"/>
          </ac:picMkLst>
        </pc:picChg>
      </pc:sldChg>
      <pc:sldChg chg="addSp modSp new ord">
        <pc:chgData name="Somak Das" userId="S::sdas@floridapoly.edu::98cebb13-2fc4-4808-95b9-daeb7e6acc01" providerId="AD" clId="Web-{E251AD2B-7450-D389-EFAD-83160AB302D7}" dt="2024-11-06T02:33:03.273" v="743" actId="14100"/>
        <pc:sldMkLst>
          <pc:docMk/>
          <pc:sldMk cId="626724103" sldId="260"/>
        </pc:sldMkLst>
        <pc:spChg chg="mod">
          <ac:chgData name="Somak Das" userId="S::sdas@floridapoly.edu::98cebb13-2fc4-4808-95b9-daeb7e6acc01" providerId="AD" clId="Web-{E251AD2B-7450-D389-EFAD-83160AB302D7}" dt="2024-11-05T23:32:46.116" v="209" actId="20577"/>
          <ac:spMkLst>
            <pc:docMk/>
            <pc:sldMk cId="626724103" sldId="260"/>
            <ac:spMk id="2" creationId="{371548A2-D0B3-0FD2-CA2D-657658157E5D}"/>
          </ac:spMkLst>
        </pc:spChg>
        <pc:spChg chg="mod">
          <ac:chgData name="Somak Das" userId="S::sdas@floridapoly.edu::98cebb13-2fc4-4808-95b9-daeb7e6acc01" providerId="AD" clId="Web-{E251AD2B-7450-D389-EFAD-83160AB302D7}" dt="2024-11-05T21:15:45.766" v="199" actId="1076"/>
          <ac:spMkLst>
            <pc:docMk/>
            <pc:sldMk cId="626724103" sldId="260"/>
            <ac:spMk id="3" creationId="{DCB45667-89A8-F0EB-33EA-69B36A6670E8}"/>
          </ac:spMkLst>
        </pc:spChg>
        <pc:picChg chg="add mod">
          <ac:chgData name="Somak Das" userId="S::sdas@floridapoly.edu::98cebb13-2fc4-4808-95b9-daeb7e6acc01" providerId="AD" clId="Web-{E251AD2B-7450-D389-EFAD-83160AB302D7}" dt="2024-11-06T02:33:03.273" v="743" actId="14100"/>
          <ac:picMkLst>
            <pc:docMk/>
            <pc:sldMk cId="626724103" sldId="260"/>
            <ac:picMk id="4" creationId="{66786AB4-6A1D-51BF-4342-CCE638F45A73}"/>
          </ac:picMkLst>
        </pc:picChg>
      </pc:sldChg>
      <pc:sldChg chg="addSp delSp modSp new">
        <pc:chgData name="Somak Das" userId="S::sdas@floridapoly.edu::98cebb13-2fc4-4808-95b9-daeb7e6acc01" providerId="AD" clId="Web-{E251AD2B-7450-D389-EFAD-83160AB302D7}" dt="2024-11-06T03:09:58.487" v="829" actId="1076"/>
        <pc:sldMkLst>
          <pc:docMk/>
          <pc:sldMk cId="4258548310" sldId="261"/>
        </pc:sldMkLst>
        <pc:spChg chg="mod">
          <ac:chgData name="Somak Das" userId="S::sdas@floridapoly.edu::98cebb13-2fc4-4808-95b9-daeb7e6acc01" providerId="AD" clId="Web-{E251AD2B-7450-D389-EFAD-83160AB302D7}" dt="2024-11-06T00:14:02.326" v="501" actId="20577"/>
          <ac:spMkLst>
            <pc:docMk/>
            <pc:sldMk cId="4258548310" sldId="261"/>
            <ac:spMk id="2" creationId="{2C813385-6A3F-12B2-1DB7-CA90796694ED}"/>
          </ac:spMkLst>
        </pc:spChg>
        <pc:spChg chg="mod">
          <ac:chgData name="Somak Das" userId="S::sdas@floridapoly.edu::98cebb13-2fc4-4808-95b9-daeb7e6acc01" providerId="AD" clId="Web-{E251AD2B-7450-D389-EFAD-83160AB302D7}" dt="2024-11-06T03:01:44" v="794" actId="20577"/>
          <ac:spMkLst>
            <pc:docMk/>
            <pc:sldMk cId="4258548310" sldId="261"/>
            <ac:spMk id="3" creationId="{A753A056-9C5E-5492-922C-3F4A8681A009}"/>
          </ac:spMkLst>
        </pc:spChg>
        <pc:picChg chg="add del mod">
          <ac:chgData name="Somak Das" userId="S::sdas@floridapoly.edu::98cebb13-2fc4-4808-95b9-daeb7e6acc01" providerId="AD" clId="Web-{E251AD2B-7450-D389-EFAD-83160AB302D7}" dt="2024-11-06T03:07:32.497" v="799"/>
          <ac:picMkLst>
            <pc:docMk/>
            <pc:sldMk cId="4258548310" sldId="261"/>
            <ac:picMk id="4" creationId="{936A3759-791B-8B6A-68BB-18DD552DAA96}"/>
          </ac:picMkLst>
        </pc:picChg>
        <pc:picChg chg="add del mod">
          <ac:chgData name="Somak Das" userId="S::sdas@floridapoly.edu::98cebb13-2fc4-4808-95b9-daeb7e6acc01" providerId="AD" clId="Web-{E251AD2B-7450-D389-EFAD-83160AB302D7}" dt="2024-11-06T03:07:32.497" v="798"/>
          <ac:picMkLst>
            <pc:docMk/>
            <pc:sldMk cId="4258548310" sldId="261"/>
            <ac:picMk id="5" creationId="{FCC2D665-7B8A-077A-F9AE-F17E1C0B82AF}"/>
          </ac:picMkLst>
        </pc:picChg>
        <pc:picChg chg="add del mod">
          <ac:chgData name="Somak Das" userId="S::sdas@floridapoly.edu::98cebb13-2fc4-4808-95b9-daeb7e6acc01" providerId="AD" clId="Web-{E251AD2B-7450-D389-EFAD-83160AB302D7}" dt="2024-11-06T03:07:32.497" v="797"/>
          <ac:picMkLst>
            <pc:docMk/>
            <pc:sldMk cId="4258548310" sldId="261"/>
            <ac:picMk id="6" creationId="{DE8EDC12-5BAE-9C22-2375-6935481583E6}"/>
          </ac:picMkLst>
        </pc:picChg>
        <pc:picChg chg="add del mod">
          <ac:chgData name="Somak Das" userId="S::sdas@floridapoly.edu::98cebb13-2fc4-4808-95b9-daeb7e6acc01" providerId="AD" clId="Web-{E251AD2B-7450-D389-EFAD-83160AB302D7}" dt="2024-11-06T03:07:32.497" v="796"/>
          <ac:picMkLst>
            <pc:docMk/>
            <pc:sldMk cId="4258548310" sldId="261"/>
            <ac:picMk id="7" creationId="{4803CD16-69BE-947A-2A7C-A4B8D4978682}"/>
          </ac:picMkLst>
        </pc:picChg>
        <pc:picChg chg="add del mod">
          <ac:chgData name="Somak Das" userId="S::sdas@floridapoly.edu::98cebb13-2fc4-4808-95b9-daeb7e6acc01" providerId="AD" clId="Web-{E251AD2B-7450-D389-EFAD-83160AB302D7}" dt="2024-11-06T03:07:32.497" v="795"/>
          <ac:picMkLst>
            <pc:docMk/>
            <pc:sldMk cId="4258548310" sldId="261"/>
            <ac:picMk id="8" creationId="{FC0AD2DC-7158-87AE-A050-B93C08B9D004}"/>
          </ac:picMkLst>
        </pc:picChg>
        <pc:picChg chg="add mod">
          <ac:chgData name="Somak Das" userId="S::sdas@floridapoly.edu::98cebb13-2fc4-4808-95b9-daeb7e6acc01" providerId="AD" clId="Web-{E251AD2B-7450-D389-EFAD-83160AB302D7}" dt="2024-11-06T03:09:58.487" v="829" actId="1076"/>
          <ac:picMkLst>
            <pc:docMk/>
            <pc:sldMk cId="4258548310" sldId="261"/>
            <ac:picMk id="9" creationId="{CCC8BB10-68F8-50D5-AFC8-E6D4A40BA8B5}"/>
          </ac:picMkLst>
        </pc:picChg>
        <pc:picChg chg="add mod">
          <ac:chgData name="Somak Das" userId="S::sdas@floridapoly.edu::98cebb13-2fc4-4808-95b9-daeb7e6acc01" providerId="AD" clId="Web-{E251AD2B-7450-D389-EFAD-83160AB302D7}" dt="2024-11-06T03:09:40.783" v="826" actId="1076"/>
          <ac:picMkLst>
            <pc:docMk/>
            <pc:sldMk cId="4258548310" sldId="261"/>
            <ac:picMk id="10" creationId="{B3FBB54B-9FFF-F831-D5F3-A53A24DF090F}"/>
          </ac:picMkLst>
        </pc:picChg>
        <pc:picChg chg="add mod">
          <ac:chgData name="Somak Das" userId="S::sdas@floridapoly.edu::98cebb13-2fc4-4808-95b9-daeb7e6acc01" providerId="AD" clId="Web-{E251AD2B-7450-D389-EFAD-83160AB302D7}" dt="2024-11-06T03:09:30.079" v="824" actId="1076"/>
          <ac:picMkLst>
            <pc:docMk/>
            <pc:sldMk cId="4258548310" sldId="261"/>
            <ac:picMk id="11" creationId="{FD896920-F4B5-E7C5-3453-2E3BE9FABB3B}"/>
          </ac:picMkLst>
        </pc:picChg>
        <pc:picChg chg="add mod">
          <ac:chgData name="Somak Das" userId="S::sdas@floridapoly.edu::98cebb13-2fc4-4808-95b9-daeb7e6acc01" providerId="AD" clId="Web-{E251AD2B-7450-D389-EFAD-83160AB302D7}" dt="2024-11-06T03:09:21.345" v="821" actId="1076"/>
          <ac:picMkLst>
            <pc:docMk/>
            <pc:sldMk cId="4258548310" sldId="261"/>
            <ac:picMk id="12" creationId="{5174A0BA-BFB3-A488-EE54-C2D4909CFEF4}"/>
          </ac:picMkLst>
        </pc:picChg>
        <pc:picChg chg="add mod">
          <ac:chgData name="Somak Das" userId="S::sdas@floridapoly.edu::98cebb13-2fc4-4808-95b9-daeb7e6acc01" providerId="AD" clId="Web-{E251AD2B-7450-D389-EFAD-83160AB302D7}" dt="2024-11-06T03:09:11.485" v="820" actId="1076"/>
          <ac:picMkLst>
            <pc:docMk/>
            <pc:sldMk cId="4258548310" sldId="261"/>
            <ac:picMk id="13" creationId="{0085C7A6-690A-67AC-563C-542BA3F591EC}"/>
          </ac:picMkLst>
        </pc:picChg>
      </pc:sldChg>
      <pc:sldChg chg="modSp new">
        <pc:chgData name="Somak Das" userId="S::sdas@floridapoly.edu::98cebb13-2fc4-4808-95b9-daeb7e6acc01" providerId="AD" clId="Web-{E251AD2B-7450-D389-EFAD-83160AB302D7}" dt="2024-11-06T00:46:15.193" v="560" actId="20577"/>
        <pc:sldMkLst>
          <pc:docMk/>
          <pc:sldMk cId="106433877" sldId="262"/>
        </pc:sldMkLst>
        <pc:spChg chg="mod">
          <ac:chgData name="Somak Das" userId="S::sdas@floridapoly.edu::98cebb13-2fc4-4808-95b9-daeb7e6acc01" providerId="AD" clId="Web-{E251AD2B-7450-D389-EFAD-83160AB302D7}" dt="2024-11-06T00:46:15.193" v="560" actId="20577"/>
          <ac:spMkLst>
            <pc:docMk/>
            <pc:sldMk cId="106433877" sldId="262"/>
            <ac:spMk id="2" creationId="{05CEE530-C9D2-80CA-A43A-A49042503073}"/>
          </ac:spMkLst>
        </pc:spChg>
        <pc:spChg chg="mod">
          <ac:chgData name="Somak Das" userId="S::sdas@floridapoly.edu::98cebb13-2fc4-4808-95b9-daeb7e6acc01" providerId="AD" clId="Web-{E251AD2B-7450-D389-EFAD-83160AB302D7}" dt="2024-11-06T00:32:44.858" v="516" actId="14100"/>
          <ac:spMkLst>
            <pc:docMk/>
            <pc:sldMk cId="106433877" sldId="262"/>
            <ac:spMk id="3" creationId="{B6B916B2-D539-4EAC-4220-1582665CF097}"/>
          </ac:spMkLst>
        </pc:spChg>
      </pc:sldChg>
      <pc:sldChg chg="addSp delSp modSp new">
        <pc:chgData name="Somak Das" userId="S::sdas@floridapoly.edu::98cebb13-2fc4-4808-95b9-daeb7e6acc01" providerId="AD" clId="Web-{E251AD2B-7450-D389-EFAD-83160AB302D7}" dt="2024-11-06T00:45:11.988" v="543" actId="1076"/>
        <pc:sldMkLst>
          <pc:docMk/>
          <pc:sldMk cId="3371180164" sldId="263"/>
        </pc:sldMkLst>
        <pc:spChg chg="mod">
          <ac:chgData name="Somak Das" userId="S::sdas@floridapoly.edu::98cebb13-2fc4-4808-95b9-daeb7e6acc01" providerId="AD" clId="Web-{E251AD2B-7450-D389-EFAD-83160AB302D7}" dt="2024-11-06T00:41:07.684" v="537" actId="20577"/>
          <ac:spMkLst>
            <pc:docMk/>
            <pc:sldMk cId="3371180164" sldId="263"/>
            <ac:spMk id="2" creationId="{0CFD0803-BE95-E13C-CCA6-70A15B0F1FCD}"/>
          </ac:spMkLst>
        </pc:spChg>
        <pc:spChg chg="del">
          <ac:chgData name="Somak Das" userId="S::sdas@floridapoly.edu::98cebb13-2fc4-4808-95b9-daeb7e6acc01" providerId="AD" clId="Web-{E251AD2B-7450-D389-EFAD-83160AB302D7}" dt="2024-11-06T00:39:36.072" v="518"/>
          <ac:spMkLst>
            <pc:docMk/>
            <pc:sldMk cId="3371180164" sldId="263"/>
            <ac:spMk id="3" creationId="{8009A8AF-B3ED-482F-8D02-28D29D98D9F8}"/>
          </ac:spMkLst>
        </pc:spChg>
        <pc:picChg chg="add mod ord">
          <ac:chgData name="Somak Das" userId="S::sdas@floridapoly.edu::98cebb13-2fc4-4808-95b9-daeb7e6acc01" providerId="AD" clId="Web-{E251AD2B-7450-D389-EFAD-83160AB302D7}" dt="2024-11-06T00:45:11.988" v="543" actId="1076"/>
          <ac:picMkLst>
            <pc:docMk/>
            <pc:sldMk cId="3371180164" sldId="263"/>
            <ac:picMk id="4" creationId="{DFF24D58-A9CB-AD4A-29E7-85A500831D4F}"/>
          </ac:picMkLst>
        </pc:picChg>
      </pc:sldChg>
      <pc:sldChg chg="addSp modSp new">
        <pc:chgData name="Somak Das" userId="S::sdas@floridapoly.edu::98cebb13-2fc4-4808-95b9-daeb7e6acc01" providerId="AD" clId="Web-{E251AD2B-7450-D389-EFAD-83160AB302D7}" dt="2024-11-06T04:12:24.955" v="859" actId="20577"/>
        <pc:sldMkLst>
          <pc:docMk/>
          <pc:sldMk cId="1699199586" sldId="264"/>
        </pc:sldMkLst>
        <pc:spChg chg="mod">
          <ac:chgData name="Somak Das" userId="S::sdas@floridapoly.edu::98cebb13-2fc4-4808-95b9-daeb7e6acc01" providerId="AD" clId="Web-{E251AD2B-7450-D389-EFAD-83160AB302D7}" dt="2024-11-06T00:46:58.991" v="570" actId="1076"/>
          <ac:spMkLst>
            <pc:docMk/>
            <pc:sldMk cId="1699199586" sldId="264"/>
            <ac:spMk id="2" creationId="{DBDDC7A9-53B9-1F42-2A36-7094250D60F3}"/>
          </ac:spMkLst>
        </pc:spChg>
        <pc:spChg chg="mod">
          <ac:chgData name="Somak Das" userId="S::sdas@floridapoly.edu::98cebb13-2fc4-4808-95b9-daeb7e6acc01" providerId="AD" clId="Web-{E251AD2B-7450-D389-EFAD-83160AB302D7}" dt="2024-11-06T04:12:24.955" v="859" actId="20577"/>
          <ac:spMkLst>
            <pc:docMk/>
            <pc:sldMk cId="1699199586" sldId="264"/>
            <ac:spMk id="3" creationId="{DFEEAFD9-496C-C6A1-753F-5CB3673A0D72}"/>
          </ac:spMkLst>
        </pc:spChg>
        <pc:picChg chg="add mod">
          <ac:chgData name="Somak Das" userId="S::sdas@floridapoly.edu::98cebb13-2fc4-4808-95b9-daeb7e6acc01" providerId="AD" clId="Web-{E251AD2B-7450-D389-EFAD-83160AB302D7}" dt="2024-11-06T02:25:36.647" v="741" actId="1076"/>
          <ac:picMkLst>
            <pc:docMk/>
            <pc:sldMk cId="1699199586" sldId="264"/>
            <ac:picMk id="4" creationId="{60AB202B-26BE-2D7C-DE98-7BF46BE10405}"/>
          </ac:picMkLst>
        </pc:picChg>
        <pc:picChg chg="add mod">
          <ac:chgData name="Somak Das" userId="S::sdas@floridapoly.edu::98cebb13-2fc4-4808-95b9-daeb7e6acc01" providerId="AD" clId="Web-{E251AD2B-7450-D389-EFAD-83160AB302D7}" dt="2024-11-06T02:25:34.303" v="740" actId="1076"/>
          <ac:picMkLst>
            <pc:docMk/>
            <pc:sldMk cId="1699199586" sldId="264"/>
            <ac:picMk id="5" creationId="{9D230056-9CDC-CF88-862A-63426DD974BF}"/>
          </ac:picMkLst>
        </pc:picChg>
        <pc:picChg chg="add mod">
          <ac:chgData name="Somak Das" userId="S::sdas@floridapoly.edu::98cebb13-2fc4-4808-95b9-daeb7e6acc01" providerId="AD" clId="Web-{E251AD2B-7450-D389-EFAD-83160AB302D7}" dt="2024-11-06T02:25:23.490" v="738" actId="1076"/>
          <ac:picMkLst>
            <pc:docMk/>
            <pc:sldMk cId="1699199586" sldId="264"/>
            <ac:picMk id="6" creationId="{1F075825-2000-FBA1-1186-1C9912054165}"/>
          </ac:picMkLst>
        </pc:picChg>
      </pc:sldChg>
      <pc:sldChg chg="addSp modSp new">
        <pc:chgData name="Somak Das" userId="S::sdas@floridapoly.edu::98cebb13-2fc4-4808-95b9-daeb7e6acc01" providerId="AD" clId="Web-{E251AD2B-7450-D389-EFAD-83160AB302D7}" dt="2024-11-06T01:50:46.165" v="618"/>
        <pc:sldMkLst>
          <pc:docMk/>
          <pc:sldMk cId="248315215" sldId="265"/>
        </pc:sldMkLst>
        <pc:spChg chg="mod">
          <ac:chgData name="Somak Das" userId="S::sdas@floridapoly.edu::98cebb13-2fc4-4808-95b9-daeb7e6acc01" providerId="AD" clId="Web-{E251AD2B-7450-D389-EFAD-83160AB302D7}" dt="2024-11-06T01:50:01.007" v="608" actId="20577"/>
          <ac:spMkLst>
            <pc:docMk/>
            <pc:sldMk cId="248315215" sldId="265"/>
            <ac:spMk id="2" creationId="{C289E29A-DA51-9D2E-A415-DFE6B3736F33}"/>
          </ac:spMkLst>
        </pc:spChg>
        <pc:spChg chg="mod">
          <ac:chgData name="Somak Das" userId="S::sdas@floridapoly.edu::98cebb13-2fc4-4808-95b9-daeb7e6acc01" providerId="AD" clId="Web-{E251AD2B-7450-D389-EFAD-83160AB302D7}" dt="2024-11-06T01:50:04.367" v="609" actId="1076"/>
          <ac:spMkLst>
            <pc:docMk/>
            <pc:sldMk cId="248315215" sldId="265"/>
            <ac:spMk id="3" creationId="{6FF6FD35-B990-E662-C4DA-FBA7B90B9ECE}"/>
          </ac:spMkLst>
        </pc:spChg>
        <pc:picChg chg="add mod">
          <ac:chgData name="Somak Das" userId="S::sdas@floridapoly.edu::98cebb13-2fc4-4808-95b9-daeb7e6acc01" providerId="AD" clId="Web-{E251AD2B-7450-D389-EFAD-83160AB302D7}" dt="2024-11-06T01:50:46.165" v="618"/>
          <ac:picMkLst>
            <pc:docMk/>
            <pc:sldMk cId="248315215" sldId="265"/>
            <ac:picMk id="4" creationId="{395BCFF4-221C-6EB5-A2A6-57885DE1F279}"/>
          </ac:picMkLst>
        </pc:picChg>
        <pc:picChg chg="add mod">
          <ac:chgData name="Somak Das" userId="S::sdas@floridapoly.edu::98cebb13-2fc4-4808-95b9-daeb7e6acc01" providerId="AD" clId="Web-{E251AD2B-7450-D389-EFAD-83160AB302D7}" dt="2024-11-06T01:50:34.414" v="616" actId="1076"/>
          <ac:picMkLst>
            <pc:docMk/>
            <pc:sldMk cId="248315215" sldId="265"/>
            <ac:picMk id="5" creationId="{F6FE3A3B-4475-9D25-2C32-F47F1609855C}"/>
          </ac:picMkLst>
        </pc:picChg>
      </pc:sldChg>
      <pc:sldChg chg="addSp delSp modSp new">
        <pc:chgData name="Somak Das" userId="S::sdas@floridapoly.edu::98cebb13-2fc4-4808-95b9-daeb7e6acc01" providerId="AD" clId="Web-{E251AD2B-7450-D389-EFAD-83160AB302D7}" dt="2024-11-06T02:14:54.031" v="715" actId="1076"/>
        <pc:sldMkLst>
          <pc:docMk/>
          <pc:sldMk cId="1127001651" sldId="266"/>
        </pc:sldMkLst>
        <pc:spChg chg="mod">
          <ac:chgData name="Somak Das" userId="S::sdas@floridapoly.edu::98cebb13-2fc4-4808-95b9-daeb7e6acc01" providerId="AD" clId="Web-{E251AD2B-7450-D389-EFAD-83160AB302D7}" dt="2024-11-06T02:14:04.467" v="708" actId="14100"/>
          <ac:spMkLst>
            <pc:docMk/>
            <pc:sldMk cId="1127001651" sldId="266"/>
            <ac:spMk id="2" creationId="{A928B24C-5348-85EB-F169-F28251E02599}"/>
          </ac:spMkLst>
        </pc:spChg>
        <pc:spChg chg="del">
          <ac:chgData name="Somak Das" userId="S::sdas@floridapoly.edu::98cebb13-2fc4-4808-95b9-daeb7e6acc01" providerId="AD" clId="Web-{E251AD2B-7450-D389-EFAD-83160AB302D7}" dt="2024-11-06T01:52:05.699" v="631"/>
          <ac:spMkLst>
            <pc:docMk/>
            <pc:sldMk cId="1127001651" sldId="266"/>
            <ac:spMk id="3" creationId="{D5523F9B-4201-6428-2644-B5F4EB6BC1D9}"/>
          </ac:spMkLst>
        </pc:spChg>
        <pc:spChg chg="add del mod">
          <ac:chgData name="Somak Das" userId="S::sdas@floridapoly.edu::98cebb13-2fc4-4808-95b9-daeb7e6acc01" providerId="AD" clId="Web-{E251AD2B-7450-D389-EFAD-83160AB302D7}" dt="2024-11-06T01:54:09.204" v="640"/>
          <ac:spMkLst>
            <pc:docMk/>
            <pc:sldMk cId="1127001651" sldId="266"/>
            <ac:spMk id="6" creationId="{D22700F2-A235-5017-3B3D-D394256AAA88}"/>
          </ac:spMkLst>
        </pc:spChg>
        <pc:spChg chg="add del mod">
          <ac:chgData name="Somak Das" userId="S::sdas@floridapoly.edu::98cebb13-2fc4-4808-95b9-daeb7e6acc01" providerId="AD" clId="Web-{E251AD2B-7450-D389-EFAD-83160AB302D7}" dt="2024-11-06T02:01:30.470" v="643"/>
          <ac:spMkLst>
            <pc:docMk/>
            <pc:sldMk cId="1127001651" sldId="266"/>
            <ac:spMk id="9" creationId="{D87E8831-37F2-1B83-C213-88D6F6128037}"/>
          </ac:spMkLst>
        </pc:spChg>
        <pc:spChg chg="add mod">
          <ac:chgData name="Somak Das" userId="S::sdas@floridapoly.edu::98cebb13-2fc4-4808-95b9-daeb7e6acc01" providerId="AD" clId="Web-{E251AD2B-7450-D389-EFAD-83160AB302D7}" dt="2024-11-06T02:14:14.077" v="710" actId="1076"/>
          <ac:spMkLst>
            <pc:docMk/>
            <pc:sldMk cId="1127001651" sldId="266"/>
            <ac:spMk id="13" creationId="{03D13F4B-C53E-D1F9-C3D0-9D9F24998EF6}"/>
          </ac:spMkLst>
        </pc:spChg>
        <pc:picChg chg="add del mod ord">
          <ac:chgData name="Somak Das" userId="S::sdas@floridapoly.edu::98cebb13-2fc4-4808-95b9-daeb7e6acc01" providerId="AD" clId="Web-{E251AD2B-7450-D389-EFAD-83160AB302D7}" dt="2024-11-06T01:53:52.469" v="639"/>
          <ac:picMkLst>
            <pc:docMk/>
            <pc:sldMk cId="1127001651" sldId="266"/>
            <ac:picMk id="4" creationId="{EAED1E2B-10A6-941E-D36E-1AED4BC98DAE}"/>
          </ac:picMkLst>
        </pc:picChg>
        <pc:picChg chg="add del mod ord">
          <ac:chgData name="Somak Das" userId="S::sdas@floridapoly.edu::98cebb13-2fc4-4808-95b9-daeb7e6acc01" providerId="AD" clId="Web-{E251AD2B-7450-D389-EFAD-83160AB302D7}" dt="2024-11-06T02:01:18.188" v="642"/>
          <ac:picMkLst>
            <pc:docMk/>
            <pc:sldMk cId="1127001651" sldId="266"/>
            <ac:picMk id="7" creationId="{F32A93E4-98A3-A063-3AD4-183CAF494D35}"/>
          </ac:picMkLst>
        </pc:picChg>
        <pc:picChg chg="add mod ord">
          <ac:chgData name="Somak Das" userId="S::sdas@floridapoly.edu::98cebb13-2fc4-4808-95b9-daeb7e6acc01" providerId="AD" clId="Web-{E251AD2B-7450-D389-EFAD-83160AB302D7}" dt="2024-11-06T02:13:38.356" v="705" actId="14100"/>
          <ac:picMkLst>
            <pc:docMk/>
            <pc:sldMk cId="1127001651" sldId="266"/>
            <ac:picMk id="10" creationId="{A5B83D6D-DB63-EB0F-C7F6-D321CBF64424}"/>
          </ac:picMkLst>
        </pc:picChg>
        <pc:picChg chg="add mod">
          <ac:chgData name="Somak Das" userId="S::sdas@floridapoly.edu::98cebb13-2fc4-4808-95b9-daeb7e6acc01" providerId="AD" clId="Web-{E251AD2B-7450-D389-EFAD-83160AB302D7}" dt="2024-11-06T02:14:09.654" v="709" actId="1076"/>
          <ac:picMkLst>
            <pc:docMk/>
            <pc:sldMk cId="1127001651" sldId="266"/>
            <ac:picMk id="11" creationId="{9436647C-6ED3-17B6-6CE0-B8389A9667FB}"/>
          </ac:picMkLst>
        </pc:picChg>
        <pc:picChg chg="add mod">
          <ac:chgData name="Somak Das" userId="S::sdas@floridapoly.edu::98cebb13-2fc4-4808-95b9-daeb7e6acc01" providerId="AD" clId="Web-{E251AD2B-7450-D389-EFAD-83160AB302D7}" dt="2024-11-06T02:05:55.964" v="658" actId="1076"/>
          <ac:picMkLst>
            <pc:docMk/>
            <pc:sldMk cId="1127001651" sldId="266"/>
            <ac:picMk id="12" creationId="{F9F9EB5B-BB78-3002-907B-902B1D41012A}"/>
          </ac:picMkLst>
        </pc:picChg>
        <pc:picChg chg="add mod">
          <ac:chgData name="Somak Das" userId="S::sdas@floridapoly.edu::98cebb13-2fc4-4808-95b9-daeb7e6acc01" providerId="AD" clId="Web-{E251AD2B-7450-D389-EFAD-83160AB302D7}" dt="2024-11-06T02:14:54.031" v="715" actId="1076"/>
          <ac:picMkLst>
            <pc:docMk/>
            <pc:sldMk cId="1127001651" sldId="266"/>
            <ac:picMk id="15" creationId="{FC34D459-ABB1-D8CE-32F1-42A75AA8B347}"/>
          </ac:picMkLst>
        </pc:picChg>
        <pc:cxnChg chg="add mod">
          <ac:chgData name="Somak Das" userId="S::sdas@floridapoly.edu::98cebb13-2fc4-4808-95b9-daeb7e6acc01" providerId="AD" clId="Web-{E251AD2B-7450-D389-EFAD-83160AB302D7}" dt="2024-11-06T02:14:22.405" v="711" actId="14100"/>
          <ac:cxnSpMkLst>
            <pc:docMk/>
            <pc:sldMk cId="1127001651" sldId="266"/>
            <ac:cxnSpMk id="14" creationId="{7504B1B7-4A13-ACF6-7858-C98C5E95ECAB}"/>
          </ac:cxnSpMkLst>
        </pc:cxnChg>
      </pc:sldChg>
      <pc:sldChg chg="addSp modSp add replId">
        <pc:chgData name="Somak Das" userId="S::sdas@floridapoly.edu::98cebb13-2fc4-4808-95b9-daeb7e6acc01" providerId="AD" clId="Web-{E251AD2B-7450-D389-EFAD-83160AB302D7}" dt="2024-11-06T02:15:26.845" v="721" actId="1076"/>
        <pc:sldMkLst>
          <pc:docMk/>
          <pc:sldMk cId="565776541" sldId="267"/>
        </pc:sldMkLst>
        <pc:picChg chg="add mod">
          <ac:chgData name="Somak Das" userId="S::sdas@floridapoly.edu::98cebb13-2fc4-4808-95b9-daeb7e6acc01" providerId="AD" clId="Web-{E251AD2B-7450-D389-EFAD-83160AB302D7}" dt="2024-11-06T02:06:13.590" v="660" actId="1076"/>
          <ac:picMkLst>
            <pc:docMk/>
            <pc:sldMk cId="565776541" sldId="267"/>
            <ac:picMk id="4" creationId="{F1CF2276-45D8-D620-48D6-EE9F6525CEEB}"/>
          </ac:picMkLst>
        </pc:picChg>
        <pc:picChg chg="add mod">
          <ac:chgData name="Somak Das" userId="S::sdas@floridapoly.edu::98cebb13-2fc4-4808-95b9-daeb7e6acc01" providerId="AD" clId="Web-{E251AD2B-7450-D389-EFAD-83160AB302D7}" dt="2024-11-06T02:15:26.845" v="721" actId="1076"/>
          <ac:picMkLst>
            <pc:docMk/>
            <pc:sldMk cId="565776541" sldId="267"/>
            <ac:picMk id="5" creationId="{638F7B12-1891-BE5C-8200-0F67DFD71DBC}"/>
          </ac:picMkLst>
        </pc:picChg>
        <pc:picChg chg="mod">
          <ac:chgData name="Somak Das" userId="S::sdas@floridapoly.edu::98cebb13-2fc4-4808-95b9-daeb7e6acc01" providerId="AD" clId="Web-{E251AD2B-7450-D389-EFAD-83160AB302D7}" dt="2024-11-06T02:03:24.896" v="651"/>
          <ac:picMkLst>
            <pc:docMk/>
            <pc:sldMk cId="565776541" sldId="267"/>
            <ac:picMk id="10" creationId="{A5B83D6D-DB63-EB0F-C7F6-D321CBF64424}"/>
          </ac:picMkLst>
        </pc:picChg>
        <pc:picChg chg="mod">
          <ac:chgData name="Somak Das" userId="S::sdas@floridapoly.edu::98cebb13-2fc4-4808-95b9-daeb7e6acc01" providerId="AD" clId="Web-{E251AD2B-7450-D389-EFAD-83160AB302D7}" dt="2024-11-06T02:15:00.594" v="716" actId="1076"/>
          <ac:picMkLst>
            <pc:docMk/>
            <pc:sldMk cId="565776541" sldId="267"/>
            <ac:picMk id="11" creationId="{9436647C-6ED3-17B6-6CE0-B8389A9667FB}"/>
          </ac:picMkLst>
        </pc:picChg>
      </pc:sldChg>
      <pc:sldChg chg="addSp delSp modSp new">
        <pc:chgData name="Somak Das" userId="S::sdas@floridapoly.edu::98cebb13-2fc4-4808-95b9-daeb7e6acc01" providerId="AD" clId="Web-{E251AD2B-7450-D389-EFAD-83160AB302D7}" dt="2024-11-06T02:43:26.374" v="783" actId="1076"/>
        <pc:sldMkLst>
          <pc:docMk/>
          <pc:sldMk cId="593711751" sldId="268"/>
        </pc:sldMkLst>
        <pc:spChg chg="del">
          <ac:chgData name="Somak Das" userId="S::sdas@floridapoly.edu::98cebb13-2fc4-4808-95b9-daeb7e6acc01" providerId="AD" clId="Web-{E251AD2B-7450-D389-EFAD-83160AB302D7}" dt="2024-11-06T02:39:25.475" v="745"/>
          <ac:spMkLst>
            <pc:docMk/>
            <pc:sldMk cId="593711751" sldId="268"/>
            <ac:spMk id="2" creationId="{37837ECA-AB25-6A00-DEFD-CDF19F3570F2}"/>
          </ac:spMkLst>
        </pc:spChg>
        <pc:spChg chg="del">
          <ac:chgData name="Somak Das" userId="S::sdas@floridapoly.edu::98cebb13-2fc4-4808-95b9-daeb7e6acc01" providerId="AD" clId="Web-{E251AD2B-7450-D389-EFAD-83160AB302D7}" dt="2024-11-06T02:39:31.522" v="746"/>
          <ac:spMkLst>
            <pc:docMk/>
            <pc:sldMk cId="593711751" sldId="268"/>
            <ac:spMk id="3" creationId="{BD64F36B-A1AE-E7BB-DA7A-7148FEE04A12}"/>
          </ac:spMkLst>
        </pc:spChg>
        <pc:picChg chg="add mod">
          <ac:chgData name="Somak Das" userId="S::sdas@floridapoly.edu::98cebb13-2fc4-4808-95b9-daeb7e6acc01" providerId="AD" clId="Web-{E251AD2B-7450-D389-EFAD-83160AB302D7}" dt="2024-11-06T02:42:33.310" v="769" actId="1076"/>
          <ac:picMkLst>
            <pc:docMk/>
            <pc:sldMk cId="593711751" sldId="268"/>
            <ac:picMk id="4" creationId="{75F99B78-E6A5-6B2E-C216-2F74A841F69F}"/>
          </ac:picMkLst>
        </pc:picChg>
        <pc:picChg chg="add mod">
          <ac:chgData name="Somak Das" userId="S::sdas@floridapoly.edu::98cebb13-2fc4-4808-95b9-daeb7e6acc01" providerId="AD" clId="Web-{E251AD2B-7450-D389-EFAD-83160AB302D7}" dt="2024-11-06T02:43:26.374" v="783" actId="1076"/>
          <ac:picMkLst>
            <pc:docMk/>
            <pc:sldMk cId="593711751" sldId="268"/>
            <ac:picMk id="5" creationId="{E35ACFD0-8C5E-13A1-C2F9-AB56861382FF}"/>
          </ac:picMkLst>
        </pc:picChg>
        <pc:picChg chg="add mod">
          <ac:chgData name="Somak Das" userId="S::sdas@floridapoly.edu::98cebb13-2fc4-4808-95b9-daeb7e6acc01" providerId="AD" clId="Web-{E251AD2B-7450-D389-EFAD-83160AB302D7}" dt="2024-11-06T02:43:26.343" v="781" actId="1076"/>
          <ac:picMkLst>
            <pc:docMk/>
            <pc:sldMk cId="593711751" sldId="268"/>
            <ac:picMk id="6" creationId="{A499395C-4E6A-BEB3-4BE7-3C8E2E5B3AEA}"/>
          </ac:picMkLst>
        </pc:picChg>
        <pc:picChg chg="add mod">
          <ac:chgData name="Somak Das" userId="S::sdas@floridapoly.edu::98cebb13-2fc4-4808-95b9-daeb7e6acc01" providerId="AD" clId="Web-{E251AD2B-7450-D389-EFAD-83160AB302D7}" dt="2024-11-06T02:43:26.359" v="782" actId="1076"/>
          <ac:picMkLst>
            <pc:docMk/>
            <pc:sldMk cId="593711751" sldId="268"/>
            <ac:picMk id="7" creationId="{BFB964AD-8210-2DC4-A9C2-29EB8AA054AD}"/>
          </ac:picMkLst>
        </pc:picChg>
      </pc:sldChg>
      <pc:sldChg chg="addSp delSp modSp new">
        <pc:chgData name="Somak Das" userId="S::sdas@floridapoly.edu::98cebb13-2fc4-4808-95b9-daeb7e6acc01" providerId="AD" clId="Web-{E251AD2B-7450-D389-EFAD-83160AB302D7}" dt="2024-11-06T03:00:16.184" v="792" actId="1076"/>
        <pc:sldMkLst>
          <pc:docMk/>
          <pc:sldMk cId="1161682276" sldId="269"/>
        </pc:sldMkLst>
        <pc:spChg chg="del">
          <ac:chgData name="Somak Das" userId="S::sdas@floridapoly.edu::98cebb13-2fc4-4808-95b9-daeb7e6acc01" providerId="AD" clId="Web-{E251AD2B-7450-D389-EFAD-83160AB302D7}" dt="2024-11-06T02:59:50.839" v="785"/>
          <ac:spMkLst>
            <pc:docMk/>
            <pc:sldMk cId="1161682276" sldId="269"/>
            <ac:spMk id="2" creationId="{31453615-D505-8A92-CDB1-A05B8807B5B8}"/>
          </ac:spMkLst>
        </pc:spChg>
        <pc:spChg chg="del">
          <ac:chgData name="Somak Das" userId="S::sdas@floridapoly.edu::98cebb13-2fc4-4808-95b9-daeb7e6acc01" providerId="AD" clId="Web-{E251AD2B-7450-D389-EFAD-83160AB302D7}" dt="2024-11-06T03:00:05.324" v="786"/>
          <ac:spMkLst>
            <pc:docMk/>
            <pc:sldMk cId="1161682276" sldId="269"/>
            <ac:spMk id="3" creationId="{910A6916-D013-8404-C502-4A360DCE3CF9}"/>
          </ac:spMkLst>
        </pc:spChg>
        <pc:picChg chg="add mod ord">
          <ac:chgData name="Somak Das" userId="S::sdas@floridapoly.edu::98cebb13-2fc4-4808-95b9-daeb7e6acc01" providerId="AD" clId="Web-{E251AD2B-7450-D389-EFAD-83160AB302D7}" dt="2024-11-06T03:00:16.184" v="792" actId="1076"/>
          <ac:picMkLst>
            <pc:docMk/>
            <pc:sldMk cId="1161682276" sldId="269"/>
            <ac:picMk id="4" creationId="{013B1B07-12AC-AB0A-D90B-C702F6016835}"/>
          </ac:picMkLst>
        </pc:picChg>
        <pc:picChg chg="add mod">
          <ac:chgData name="Somak Das" userId="S::sdas@floridapoly.edu::98cebb13-2fc4-4808-95b9-daeb7e6acc01" providerId="AD" clId="Web-{E251AD2B-7450-D389-EFAD-83160AB302D7}" dt="2024-11-06T03:00:09.903" v="789" actId="14100"/>
          <ac:picMkLst>
            <pc:docMk/>
            <pc:sldMk cId="1161682276" sldId="269"/>
            <ac:picMk id="5" creationId="{E0C9544C-86C3-DDCE-9C0F-08D9F332980D}"/>
          </ac:picMkLst>
        </pc:picChg>
      </pc:sldChg>
      <pc:sldChg chg="addSp delSp modSp new">
        <pc:chgData name="Somak Das" userId="S::sdas@floridapoly.edu::98cebb13-2fc4-4808-95b9-daeb7e6acc01" providerId="AD" clId="Web-{E251AD2B-7450-D389-EFAD-83160AB302D7}" dt="2024-11-06T03:26:51.255" v="836" actId="1076"/>
        <pc:sldMkLst>
          <pc:docMk/>
          <pc:sldMk cId="4570069" sldId="270"/>
        </pc:sldMkLst>
        <pc:spChg chg="del">
          <ac:chgData name="Somak Das" userId="S::sdas@floridapoly.edu::98cebb13-2fc4-4808-95b9-daeb7e6acc01" providerId="AD" clId="Web-{E251AD2B-7450-D389-EFAD-83160AB302D7}" dt="2024-11-06T03:26:27.770" v="831"/>
          <ac:spMkLst>
            <pc:docMk/>
            <pc:sldMk cId="4570069" sldId="270"/>
            <ac:spMk id="2" creationId="{5974475B-A0C7-E478-63A4-2BFD5FBA3328}"/>
          </ac:spMkLst>
        </pc:spChg>
        <pc:spChg chg="del">
          <ac:chgData name="Somak Das" userId="S::sdas@floridapoly.edu::98cebb13-2fc4-4808-95b9-daeb7e6acc01" providerId="AD" clId="Web-{E251AD2B-7450-D389-EFAD-83160AB302D7}" dt="2024-11-06T03:26:30.270" v="832"/>
          <ac:spMkLst>
            <pc:docMk/>
            <pc:sldMk cId="4570069" sldId="270"/>
            <ac:spMk id="3" creationId="{1792ACE6-9E50-1477-8438-134E6666E84F}"/>
          </ac:spMkLst>
        </pc:spChg>
        <pc:picChg chg="add mod">
          <ac:chgData name="Somak Das" userId="S::sdas@floridapoly.edu::98cebb13-2fc4-4808-95b9-daeb7e6acc01" providerId="AD" clId="Web-{E251AD2B-7450-D389-EFAD-83160AB302D7}" dt="2024-11-06T03:26:51.255" v="836" actId="1076"/>
          <ac:picMkLst>
            <pc:docMk/>
            <pc:sldMk cId="4570069" sldId="270"/>
            <ac:picMk id="4" creationId="{26568E11-CCF1-1156-035F-49F31BAC5D11}"/>
          </ac:picMkLst>
        </pc:picChg>
      </pc:sldChg>
      <pc:sldChg chg="addSp delSp modSp new">
        <pc:chgData name="Somak Das" userId="S::sdas@floridapoly.edu::98cebb13-2fc4-4808-95b9-daeb7e6acc01" providerId="AD" clId="Web-{E251AD2B-7450-D389-EFAD-83160AB302D7}" dt="2024-11-06T03:29:09.212" v="846"/>
        <pc:sldMkLst>
          <pc:docMk/>
          <pc:sldMk cId="103698628" sldId="271"/>
        </pc:sldMkLst>
        <pc:spChg chg="del">
          <ac:chgData name="Somak Das" userId="S::sdas@floridapoly.edu::98cebb13-2fc4-4808-95b9-daeb7e6acc01" providerId="AD" clId="Web-{E251AD2B-7450-D389-EFAD-83160AB302D7}" dt="2024-11-06T03:26:59.786" v="838"/>
          <ac:spMkLst>
            <pc:docMk/>
            <pc:sldMk cId="103698628" sldId="271"/>
            <ac:spMk id="2" creationId="{1C77A432-EC0E-7DD2-B329-0DE8EB6A819C}"/>
          </ac:spMkLst>
        </pc:spChg>
        <pc:spChg chg="del">
          <ac:chgData name="Somak Das" userId="S::sdas@floridapoly.edu::98cebb13-2fc4-4808-95b9-daeb7e6acc01" providerId="AD" clId="Web-{E251AD2B-7450-D389-EFAD-83160AB302D7}" dt="2024-11-06T03:27:03.021" v="839"/>
          <ac:spMkLst>
            <pc:docMk/>
            <pc:sldMk cId="103698628" sldId="271"/>
            <ac:spMk id="3" creationId="{A22A595F-0638-3C85-8106-A0DD11DA5758}"/>
          </ac:spMkLst>
        </pc:spChg>
        <pc:picChg chg="add mod">
          <ac:chgData name="Somak Das" userId="S::sdas@floridapoly.edu::98cebb13-2fc4-4808-95b9-daeb7e6acc01" providerId="AD" clId="Web-{E251AD2B-7450-D389-EFAD-83160AB302D7}" dt="2024-11-06T03:29:09.150" v="845"/>
          <ac:picMkLst>
            <pc:docMk/>
            <pc:sldMk cId="103698628" sldId="271"/>
            <ac:picMk id="4" creationId="{7F91E05D-AFF4-CFD7-26EC-0D2BBE103422}"/>
          </ac:picMkLst>
        </pc:picChg>
        <pc:picChg chg="add mod">
          <ac:chgData name="Somak Das" userId="S::sdas@floridapoly.edu::98cebb13-2fc4-4808-95b9-daeb7e6acc01" providerId="AD" clId="Web-{E251AD2B-7450-D389-EFAD-83160AB302D7}" dt="2024-11-06T03:29:09.212" v="846"/>
          <ac:picMkLst>
            <pc:docMk/>
            <pc:sldMk cId="103698628" sldId="271"/>
            <ac:picMk id="5" creationId="{703A8217-9FD8-6279-6621-1473F61DD055}"/>
          </ac:picMkLst>
        </pc:picChg>
      </pc:sldChg>
      <pc:sldChg chg="addSp delSp modSp new">
        <pc:chgData name="Somak Das" userId="S::sdas@floridapoly.edu::98cebb13-2fc4-4808-95b9-daeb7e6acc01" providerId="AD" clId="Web-{E251AD2B-7450-D389-EFAD-83160AB302D7}" dt="2024-11-06T04:15:39.430" v="895" actId="14100"/>
        <pc:sldMkLst>
          <pc:docMk/>
          <pc:sldMk cId="4239291759" sldId="272"/>
        </pc:sldMkLst>
        <pc:spChg chg="del">
          <ac:chgData name="Somak Das" userId="S::sdas@floridapoly.edu::98cebb13-2fc4-4808-95b9-daeb7e6acc01" providerId="AD" clId="Web-{E251AD2B-7450-D389-EFAD-83160AB302D7}" dt="2024-11-06T04:12:37.002" v="862"/>
          <ac:spMkLst>
            <pc:docMk/>
            <pc:sldMk cId="4239291759" sldId="272"/>
            <ac:spMk id="2" creationId="{611A0790-9C44-7249-FC51-F90534278F2F}"/>
          </ac:spMkLst>
        </pc:spChg>
        <pc:spChg chg="del">
          <ac:chgData name="Somak Das" userId="S::sdas@floridapoly.edu::98cebb13-2fc4-4808-95b9-daeb7e6acc01" providerId="AD" clId="Web-{E251AD2B-7450-D389-EFAD-83160AB302D7}" dt="2024-11-06T04:12:34.315" v="861"/>
          <ac:spMkLst>
            <pc:docMk/>
            <pc:sldMk cId="4239291759" sldId="272"/>
            <ac:spMk id="3" creationId="{F92E1328-FF85-FB79-D3D2-5DBCD3B2D356}"/>
          </ac:spMkLst>
        </pc:spChg>
        <pc:spChg chg="add mod">
          <ac:chgData name="Somak Das" userId="S::sdas@floridapoly.edu::98cebb13-2fc4-4808-95b9-daeb7e6acc01" providerId="AD" clId="Web-{E251AD2B-7450-D389-EFAD-83160AB302D7}" dt="2024-11-06T04:15:18.976" v="890" actId="1076"/>
          <ac:spMkLst>
            <pc:docMk/>
            <pc:sldMk cId="4239291759" sldId="272"/>
            <ac:spMk id="7" creationId="{87DE4DE2-0591-E502-AC52-0EA37C6DFB20}"/>
          </ac:spMkLst>
        </pc:spChg>
        <pc:picChg chg="add mod ord">
          <ac:chgData name="Somak Das" userId="S::sdas@floridapoly.edu::98cebb13-2fc4-4808-95b9-daeb7e6acc01" providerId="AD" clId="Web-{E251AD2B-7450-D389-EFAD-83160AB302D7}" dt="2024-11-06T04:14:12.411" v="867" actId="1076"/>
          <ac:picMkLst>
            <pc:docMk/>
            <pc:sldMk cId="4239291759" sldId="272"/>
            <ac:picMk id="4" creationId="{3EE16975-97F1-F92E-A4A0-2811907123F9}"/>
          </ac:picMkLst>
        </pc:picChg>
        <pc:picChg chg="add mod">
          <ac:chgData name="Somak Das" userId="S::sdas@floridapoly.edu::98cebb13-2fc4-4808-95b9-daeb7e6acc01" providerId="AD" clId="Web-{E251AD2B-7450-D389-EFAD-83160AB302D7}" dt="2024-11-06T04:15:33.055" v="893" actId="1076"/>
          <ac:picMkLst>
            <pc:docMk/>
            <pc:sldMk cId="4239291759" sldId="272"/>
            <ac:picMk id="5" creationId="{5BD5A409-FA56-E5EF-3E86-57ECF8E71C1B}"/>
          </ac:picMkLst>
        </pc:picChg>
        <pc:picChg chg="add mod">
          <ac:chgData name="Somak Das" userId="S::sdas@floridapoly.edu::98cebb13-2fc4-4808-95b9-daeb7e6acc01" providerId="AD" clId="Web-{E251AD2B-7450-D389-EFAD-83160AB302D7}" dt="2024-11-06T04:15:39.430" v="895" actId="14100"/>
          <ac:picMkLst>
            <pc:docMk/>
            <pc:sldMk cId="4239291759" sldId="272"/>
            <ac:picMk id="6" creationId="{02011A39-7778-B11E-6FDB-01FE0FA25212}"/>
          </ac:picMkLst>
        </pc:picChg>
      </pc:sldChg>
      <pc:sldChg chg="del">
        <pc:chgData name="Somak Das" userId="S::sdas@floridapoly.edu::98cebb13-2fc4-4808-95b9-daeb7e6acc01" providerId="AD" clId="Web-{E251AD2B-7450-D389-EFAD-83160AB302D7}" dt="2024-11-05T20:42:48.565" v="0"/>
        <pc:sldMkLst>
          <pc:docMk/>
          <pc:sldMk cId="1529449503" sldId="322"/>
        </pc:sldMkLst>
      </pc:sldChg>
      <pc:sldChg chg="del">
        <pc:chgData name="Somak Das" userId="S::sdas@floridapoly.edu::98cebb13-2fc4-4808-95b9-daeb7e6acc01" providerId="AD" clId="Web-{E251AD2B-7450-D389-EFAD-83160AB302D7}" dt="2024-11-05T20:43:03.472" v="7"/>
        <pc:sldMkLst>
          <pc:docMk/>
          <pc:sldMk cId="663919914" sldId="342"/>
        </pc:sldMkLst>
      </pc:sldChg>
      <pc:sldChg chg="del">
        <pc:chgData name="Somak Das" userId="S::sdas@floridapoly.edu::98cebb13-2fc4-4808-95b9-daeb7e6acc01" providerId="AD" clId="Web-{E251AD2B-7450-D389-EFAD-83160AB302D7}" dt="2024-11-05T20:43:03.472" v="6"/>
        <pc:sldMkLst>
          <pc:docMk/>
          <pc:sldMk cId="2667843203" sldId="345"/>
        </pc:sldMkLst>
      </pc:sldChg>
      <pc:sldChg chg="del">
        <pc:chgData name="Somak Das" userId="S::sdas@floridapoly.edu::98cebb13-2fc4-4808-95b9-daeb7e6acc01" providerId="AD" clId="Web-{E251AD2B-7450-D389-EFAD-83160AB302D7}" dt="2024-11-05T20:43:03.472" v="5"/>
        <pc:sldMkLst>
          <pc:docMk/>
          <pc:sldMk cId="1649386118" sldId="347"/>
        </pc:sldMkLst>
      </pc:sldChg>
      <pc:sldChg chg="del">
        <pc:chgData name="Somak Das" userId="S::sdas@floridapoly.edu::98cebb13-2fc4-4808-95b9-daeb7e6acc01" providerId="AD" clId="Web-{E251AD2B-7450-D389-EFAD-83160AB302D7}" dt="2024-11-05T20:42:51.159" v="1"/>
        <pc:sldMkLst>
          <pc:docMk/>
          <pc:sldMk cId="2144009421" sldId="350"/>
        </pc:sldMkLst>
      </pc:sldChg>
      <pc:sldChg chg="del">
        <pc:chgData name="Somak Das" userId="S::sdas@floridapoly.edu::98cebb13-2fc4-4808-95b9-daeb7e6acc01" providerId="AD" clId="Web-{E251AD2B-7450-D389-EFAD-83160AB302D7}" dt="2024-11-05T20:42:53.487" v="2"/>
        <pc:sldMkLst>
          <pc:docMk/>
          <pc:sldMk cId="163066799" sldId="351"/>
        </pc:sldMkLst>
      </pc:sldChg>
      <pc:sldChg chg="del">
        <pc:chgData name="Somak Das" userId="S::sdas@floridapoly.edu::98cebb13-2fc4-4808-95b9-daeb7e6acc01" providerId="AD" clId="Web-{E251AD2B-7450-D389-EFAD-83160AB302D7}" dt="2024-11-05T20:42:56.143" v="3"/>
        <pc:sldMkLst>
          <pc:docMk/>
          <pc:sldMk cId="1373058955" sldId="352"/>
        </pc:sldMkLst>
      </pc:sldChg>
      <pc:sldChg chg="del">
        <pc:chgData name="Somak Das" userId="S::sdas@floridapoly.edu::98cebb13-2fc4-4808-95b9-daeb7e6acc01" providerId="AD" clId="Web-{E251AD2B-7450-D389-EFAD-83160AB302D7}" dt="2024-11-05T20:42:56.815" v="4"/>
        <pc:sldMkLst>
          <pc:docMk/>
          <pc:sldMk cId="1367533697" sldId="353"/>
        </pc:sldMkLst>
      </pc:sldChg>
      <pc:sldChg chg="del">
        <pc:chgData name="Somak Das" userId="S::sdas@floridapoly.edu::98cebb13-2fc4-4808-95b9-daeb7e6acc01" providerId="AD" clId="Web-{E251AD2B-7450-D389-EFAD-83160AB302D7}" dt="2024-11-05T20:43:03.472" v="11"/>
        <pc:sldMkLst>
          <pc:docMk/>
          <pc:sldMk cId="891526949" sldId="354"/>
        </pc:sldMkLst>
      </pc:sldChg>
      <pc:sldChg chg="del">
        <pc:chgData name="Somak Das" userId="S::sdas@floridapoly.edu::98cebb13-2fc4-4808-95b9-daeb7e6acc01" providerId="AD" clId="Web-{E251AD2B-7450-D389-EFAD-83160AB302D7}" dt="2024-11-05T20:43:03.472" v="9"/>
        <pc:sldMkLst>
          <pc:docMk/>
          <pc:sldMk cId="251207861" sldId="355"/>
        </pc:sldMkLst>
      </pc:sldChg>
      <pc:sldChg chg="del">
        <pc:chgData name="Somak Das" userId="S::sdas@floridapoly.edu::98cebb13-2fc4-4808-95b9-daeb7e6acc01" providerId="AD" clId="Web-{E251AD2B-7450-D389-EFAD-83160AB302D7}" dt="2024-11-05T20:43:03.472" v="10"/>
        <pc:sldMkLst>
          <pc:docMk/>
          <pc:sldMk cId="1164071190" sldId="356"/>
        </pc:sldMkLst>
      </pc:sldChg>
      <pc:sldChg chg="del">
        <pc:chgData name="Somak Das" userId="S::sdas@floridapoly.edu::98cebb13-2fc4-4808-95b9-daeb7e6acc01" providerId="AD" clId="Web-{E251AD2B-7450-D389-EFAD-83160AB302D7}" dt="2024-11-05T20:43:03.472" v="8"/>
        <pc:sldMkLst>
          <pc:docMk/>
          <pc:sldMk cId="1547111071" sldId="357"/>
        </pc:sldMkLst>
      </pc:sldChg>
    </pc:docChg>
  </pc:docChgLst>
  <pc:docChgLst>
    <pc:chgData name="Somak Das" userId="S::sdas@floridapoly.edu::98cebb13-2fc4-4808-95b9-daeb7e6acc01" providerId="AD" clId="Web-{78318B16-2A77-C91C-BE1C-87830C4C9A95}"/>
    <pc:docChg chg="delSld">
      <pc:chgData name="Somak Das" userId="S::sdas@floridapoly.edu::98cebb13-2fc4-4808-95b9-daeb7e6acc01" providerId="AD" clId="Web-{78318B16-2A77-C91C-BE1C-87830C4C9A95}" dt="2024-11-04T04:30:44.038" v="24"/>
      <pc:docMkLst>
        <pc:docMk/>
      </pc:docMkLst>
      <pc:sldChg chg="del">
        <pc:chgData name="Somak Das" userId="S::sdas@floridapoly.edu::98cebb13-2fc4-4808-95b9-daeb7e6acc01" providerId="AD" clId="Web-{78318B16-2A77-C91C-BE1C-87830C4C9A95}" dt="2024-11-04T04:30:43.820" v="0"/>
        <pc:sldMkLst>
          <pc:docMk/>
          <pc:sldMk cId="764644985" sldId="314"/>
        </pc:sldMkLst>
      </pc:sldChg>
      <pc:sldChg chg="del">
        <pc:chgData name="Somak Das" userId="S::sdas@floridapoly.edu::98cebb13-2fc4-4808-95b9-daeb7e6acc01" providerId="AD" clId="Web-{78318B16-2A77-C91C-BE1C-87830C4C9A95}" dt="2024-11-04T04:30:44.038" v="24"/>
        <pc:sldMkLst>
          <pc:docMk/>
          <pc:sldMk cId="1752436967" sldId="323"/>
        </pc:sldMkLst>
      </pc:sldChg>
      <pc:sldChg chg="del">
        <pc:chgData name="Somak Das" userId="S::sdas@floridapoly.edu::98cebb13-2fc4-4808-95b9-daeb7e6acc01" providerId="AD" clId="Web-{78318B16-2A77-C91C-BE1C-87830C4C9A95}" dt="2024-11-04T04:30:44.038" v="23"/>
        <pc:sldMkLst>
          <pc:docMk/>
          <pc:sldMk cId="3282769951" sldId="324"/>
        </pc:sldMkLst>
      </pc:sldChg>
      <pc:sldChg chg="del">
        <pc:chgData name="Somak Das" userId="S::sdas@floridapoly.edu::98cebb13-2fc4-4808-95b9-daeb7e6acc01" providerId="AD" clId="Web-{78318B16-2A77-C91C-BE1C-87830C4C9A95}" dt="2024-11-04T04:30:44.007" v="22"/>
        <pc:sldMkLst>
          <pc:docMk/>
          <pc:sldMk cId="3520278791" sldId="325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21"/>
        <pc:sldMkLst>
          <pc:docMk/>
          <pc:sldMk cId="1104025941" sldId="326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20"/>
        <pc:sldMkLst>
          <pc:docMk/>
          <pc:sldMk cId="434379999" sldId="327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19"/>
        <pc:sldMkLst>
          <pc:docMk/>
          <pc:sldMk cId="62651809" sldId="328"/>
        </pc:sldMkLst>
      </pc:sldChg>
      <pc:sldChg chg="del">
        <pc:chgData name="Somak Das" userId="S::sdas@floridapoly.edu::98cebb13-2fc4-4808-95b9-daeb7e6acc01" providerId="AD" clId="Web-{78318B16-2A77-C91C-BE1C-87830C4C9A95}" dt="2024-11-04T04:30:43.960" v="18"/>
        <pc:sldMkLst>
          <pc:docMk/>
          <pc:sldMk cId="1162832894" sldId="329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9"/>
        <pc:sldMkLst>
          <pc:docMk/>
          <pc:sldMk cId="658780758" sldId="330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6"/>
        <pc:sldMkLst>
          <pc:docMk/>
          <pc:sldMk cId="3531787567" sldId="331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5"/>
        <pc:sldMkLst>
          <pc:docMk/>
          <pc:sldMk cId="1018740628" sldId="332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7"/>
        <pc:sldMkLst>
          <pc:docMk/>
          <pc:sldMk cId="2380802752" sldId="333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10"/>
        <pc:sldMkLst>
          <pc:docMk/>
          <pc:sldMk cId="1010867183" sldId="334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11"/>
        <pc:sldMkLst>
          <pc:docMk/>
          <pc:sldMk cId="1208716202" sldId="335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2"/>
        <pc:sldMkLst>
          <pc:docMk/>
          <pc:sldMk cId="2294611957" sldId="336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4"/>
        <pc:sldMkLst>
          <pc:docMk/>
          <pc:sldMk cId="3355388773" sldId="337"/>
        </pc:sldMkLst>
      </pc:sldChg>
      <pc:sldChg chg="del">
        <pc:chgData name="Somak Das" userId="S::sdas@floridapoly.edu::98cebb13-2fc4-4808-95b9-daeb7e6acc01" providerId="AD" clId="Web-{78318B16-2A77-C91C-BE1C-87830C4C9A95}" dt="2024-11-04T04:30:43.945" v="13"/>
        <pc:sldMkLst>
          <pc:docMk/>
          <pc:sldMk cId="783768936" sldId="338"/>
        </pc:sldMkLst>
      </pc:sldChg>
      <pc:sldChg chg="del">
        <pc:chgData name="Somak Das" userId="S::sdas@floridapoly.edu::98cebb13-2fc4-4808-95b9-daeb7e6acc01" providerId="AD" clId="Web-{78318B16-2A77-C91C-BE1C-87830C4C9A95}" dt="2024-11-04T04:30:43.929" v="8"/>
        <pc:sldMkLst>
          <pc:docMk/>
          <pc:sldMk cId="640534042" sldId="339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7"/>
        <pc:sldMkLst>
          <pc:docMk/>
          <pc:sldMk cId="884316625" sldId="340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4"/>
        <pc:sldMkLst>
          <pc:docMk/>
          <pc:sldMk cId="3085934208" sldId="341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6"/>
        <pc:sldMkLst>
          <pc:docMk/>
          <pc:sldMk cId="1077922694" sldId="343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5"/>
        <pc:sldMkLst>
          <pc:docMk/>
          <pc:sldMk cId="953141273" sldId="344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3"/>
        <pc:sldMkLst>
          <pc:docMk/>
          <pc:sldMk cId="580134560" sldId="346"/>
        </pc:sldMkLst>
      </pc:sldChg>
      <pc:sldChg chg="del">
        <pc:chgData name="Somak Das" userId="S::sdas@floridapoly.edu::98cebb13-2fc4-4808-95b9-daeb7e6acc01" providerId="AD" clId="Web-{78318B16-2A77-C91C-BE1C-87830C4C9A95}" dt="2024-11-04T04:30:43.835" v="2"/>
        <pc:sldMkLst>
          <pc:docMk/>
          <pc:sldMk cId="1432404300" sldId="348"/>
        </pc:sldMkLst>
      </pc:sldChg>
      <pc:sldChg chg="del">
        <pc:chgData name="Somak Das" userId="S::sdas@floridapoly.edu::98cebb13-2fc4-4808-95b9-daeb7e6acc01" providerId="AD" clId="Web-{78318B16-2A77-C91C-BE1C-87830C4C9A95}" dt="2024-11-04T04:30:43.820" v="1"/>
        <pc:sldMkLst>
          <pc:docMk/>
          <pc:sldMk cId="3213946431" sldId="349"/>
        </pc:sldMkLst>
      </pc:sldChg>
    </pc:docChg>
  </pc:docChgLst>
  <pc:docChgLst>
    <pc:chgData name="Somak Das" userId="S::sdas@floridapoly.edu::98cebb13-2fc4-4808-95b9-daeb7e6acc01" providerId="AD" clId="Web-{A8A62D41-3005-4916-8E15-D518368B488C}"/>
    <pc:docChg chg="addSld delSld">
      <pc:chgData name="Somak Das" userId="S::sdas@floridapoly.edu::98cebb13-2fc4-4808-95b9-daeb7e6acc01" providerId="AD" clId="Web-{A8A62D41-3005-4916-8E15-D518368B488C}" dt="2024-11-05T18:54:16.326" v="4"/>
      <pc:docMkLst>
        <pc:docMk/>
      </pc:docMkLst>
      <pc:sldChg chg="del">
        <pc:chgData name="Somak Das" userId="S::sdas@floridapoly.edu::98cebb13-2fc4-4808-95b9-daeb7e6acc01" providerId="AD" clId="Web-{A8A62D41-3005-4916-8E15-D518368B488C}" dt="2024-11-05T18:53:59.778" v="0"/>
        <pc:sldMkLst>
          <pc:docMk/>
          <pc:sldMk cId="4224942758" sldId="319"/>
        </pc:sldMkLst>
      </pc:sldChg>
      <pc:sldChg chg="del">
        <pc:chgData name="Somak Das" userId="S::sdas@floridapoly.edu::98cebb13-2fc4-4808-95b9-daeb7e6acc01" providerId="AD" clId="Web-{A8A62D41-3005-4916-8E15-D518368B488C}" dt="2024-11-05T18:54:00.903" v="1"/>
        <pc:sldMkLst>
          <pc:docMk/>
          <pc:sldMk cId="3798611578" sldId="320"/>
        </pc:sldMkLst>
      </pc:sldChg>
      <pc:sldChg chg="del">
        <pc:chgData name="Somak Das" userId="S::sdas@floridapoly.edu::98cebb13-2fc4-4808-95b9-daeb7e6acc01" providerId="AD" clId="Web-{A8A62D41-3005-4916-8E15-D518368B488C}" dt="2024-11-05T18:54:02.091" v="2"/>
        <pc:sldMkLst>
          <pc:docMk/>
          <pc:sldMk cId="741435782" sldId="321"/>
        </pc:sldMkLst>
      </pc:sldChg>
      <pc:sldChg chg="add del">
        <pc:chgData name="Somak Das" userId="S::sdas@floridapoly.edu::98cebb13-2fc4-4808-95b9-daeb7e6acc01" providerId="AD" clId="Web-{A8A62D41-3005-4916-8E15-D518368B488C}" dt="2024-11-05T18:54:16.326" v="4"/>
        <pc:sldMkLst>
          <pc:docMk/>
          <pc:sldMk cId="1529449503" sldId="3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7D9CCB-A394-9094-1163-6AF509BCAF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F73208-5445-9722-6967-B6F3ECE209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3E7F0-05F7-6E45-89F5-8B04C66A3E5C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75FEA-F7E5-E4E6-04DA-B904F6B50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96191-319E-ABE2-0BB1-D9493DFE0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A0BEE-C910-8548-9E0C-34483F424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14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C7543-1EB3-C04A-99C2-8887893B162A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C0B692-A783-7241-A1B2-D2068B46D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78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4AAA-BD95-4BEC-E532-F4E19F4A7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AC6731-BF9F-165B-2CFE-D4957783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DA60E-0882-F681-B26E-B669DBAF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C211F-A1FF-D02B-DC42-A9D44E26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2AF8B-66CF-6FAA-A71E-BABC68CA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21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0B7E-4207-F3F3-2DCA-D6504B47B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0F10A-8ADB-7F67-BC66-3E62BA4D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B9050-4B5F-F691-AD54-A6444CE5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59A0-AC2D-7898-0E17-B455CA158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DC8C-C785-2399-41AD-383B207C1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2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82B8-046F-5DF9-A2CD-BAE172E67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B10FD-C5FB-2490-D5D8-247B2F9B6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19633-2A7B-50BC-7C68-4F522232E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5860D-C672-F0C3-19C7-CF1DDC5AD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C515-A547-E379-48A9-A66E60EA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D729-4A6F-8910-C05A-4ED746C3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DAA7F-1C37-231B-3FB1-D2974FCE0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FBE0E-AF77-3DB1-B9C6-E9AD31BB6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BC9A2-96C5-E338-CA61-4267206C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3CF17-DC97-2D2C-3B05-68C30A10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12C67-3FC6-1CAA-D550-C56158D2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0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EF30-EFAE-4401-6B75-4248E4DB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E486C-095C-A7B8-78E9-10069FDB0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5D2C8-94A4-B745-69C9-5DD740C1C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2E82C-EAE2-B296-9796-4182B2C96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26CA8D-EB77-3397-D53C-4C4C56DF5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444A05-B05B-3CB1-D742-75B946D58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2A8780-8F1E-CD51-0912-C84A219A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EEC84C-276D-F5CD-CBA3-2248CF58E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43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266B4-A90E-CDD4-53A5-36EE6989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486C89-8347-3958-95E0-E6D50393A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0938B-D0AB-F7A5-68B5-47F3367B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7194B-CC4A-317C-78E5-236A3488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B591C-EF10-439A-CCAC-BEBBCE3B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FD623-714B-9026-00E4-A21CDC59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571B6-E682-EE1D-5CB6-43AC51F1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8699-0E01-F1C9-0EAC-60250CF4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35C46-1B74-A7C0-2C65-C2DD1BA7A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A8D12-9F3B-39F6-F4AA-901A38C47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C9EC4-14EC-09C2-94F2-6991938A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2B39E-4ED2-CA80-70DC-5C9830DDF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F58DF-B3CB-A21B-72A7-0E38D9CF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55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4723-39A7-C73C-F7B8-09C71073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4D11B-3E26-447C-57F6-680F41B965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9449E-905E-2B80-6C9C-2008D3028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BE1C-8DB6-5750-1F5E-6A334EE4A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F9E35-4DFE-A4AA-246B-829900EC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09EFC-DAA5-4158-7BD8-BEA6A63FD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6F2C-2566-EC52-D858-9AD0BDDD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15DB37-27CF-FFB5-7106-96F5B9639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A512D-8C97-49AB-B6E9-F6662A0D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41074-DE21-1C91-48AC-E82863BD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57F53-74E2-BD7E-F0F9-8BC7DA4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1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CAE5A-CE08-B4BD-24C9-DD8684254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C476C-9497-812F-E05F-6983A4A9C4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B70F-D893-A96F-68A9-17AA2C789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F2656-7047-E75B-50C7-B0FAF9454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C67C9-703A-F37A-DEAE-0C942A9CB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8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8E30E4-436B-B5D4-3F22-C2F99A3E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5D504-3A35-F173-405A-698E59409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600D3-8034-A224-973B-444F01EC2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658D-7BD5-9248-A5DA-D63B39C67671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35A8C-4F3B-E1B4-04B7-3FBEBA6C5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146C-325D-0D3A-FA95-DF33AE3C23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F73BB-E66F-7D44-B565-115F15DD1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140419" y="-6720"/>
            <a:ext cx="8156934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05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Abstraction</a:t>
            </a:r>
            <a:endParaRPr lang="en-US" sz="6500" b="1" dirty="0">
              <a:solidFill>
                <a:srgbClr val="7030A0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29971-DE5B-E95C-5F64-E397E26B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38" y="64618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Recall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6479F-53EB-8996-2739-739ABEF4EDED}"/>
              </a:ext>
            </a:extLst>
          </p:cNvPr>
          <p:cNvSpPr txBox="1"/>
          <p:nvPr/>
        </p:nvSpPr>
        <p:spPr>
          <a:xfrm>
            <a:off x="841191" y="4766972"/>
            <a:ext cx="1023441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 MATLAB, functions are written in a file with the </a:t>
            </a:r>
            <a:r>
              <a:rPr lang="en-US" dirty="0">
                <a:latin typeface="Consolas"/>
              </a:rPr>
              <a:t>.m</a:t>
            </a:r>
            <a:r>
              <a:rPr lang="en-US" dirty="0">
                <a:ea typeface="+mn-lt"/>
                <a:cs typeface="+mn-lt"/>
              </a:rPr>
              <a:t> extension and have a specific syntax. 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Each function file typically begins with the </a:t>
            </a:r>
            <a:r>
              <a:rPr lang="en-US" dirty="0">
                <a:latin typeface="Consolas"/>
              </a:rPr>
              <a:t>function</a:t>
            </a:r>
            <a:r>
              <a:rPr lang="en-US" dirty="0">
                <a:ea typeface="+mn-lt"/>
                <a:cs typeface="+mn-lt"/>
              </a:rPr>
              <a:t> keyword, followed by the output variable(s), the function name, and the input variable(s).</a:t>
            </a:r>
            <a:endParaRPr lang="en-US" dirty="0">
              <a:cs typeface="Calibri" panose="020F0502020204030204"/>
            </a:endParaRPr>
          </a:p>
        </p:txBody>
      </p:sp>
      <p:pic>
        <p:nvPicPr>
          <p:cNvPr id="7" name="Picture 6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6BF1A9D-2DFA-4037-4EC3-A96549547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492" y="1397089"/>
            <a:ext cx="9300960" cy="271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6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BC0D7-1294-BCF8-B24B-0ECD44AE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/>
                <a:cs typeface="Calibri"/>
              </a:rPr>
              <a:t>Steps to Create a Function</a:t>
            </a:r>
            <a:endParaRPr lang="en-US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A0DE-5B23-B8B6-BBD1-F51033147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/>
              <a:t>Define</a:t>
            </a:r>
            <a:r>
              <a:rPr lang="en-US" b="1" dirty="0">
                <a:ea typeface="+mn-lt"/>
                <a:cs typeface="+mn-lt"/>
              </a:rPr>
              <a:t> the Function Signature</a:t>
            </a:r>
            <a:r>
              <a:rPr lang="en-US" dirty="0">
                <a:ea typeface="+mn-lt"/>
                <a:cs typeface="+mn-lt"/>
              </a:rPr>
              <a:t>: Start with the </a:t>
            </a:r>
            <a:r>
              <a:rPr lang="en-US" dirty="0">
                <a:latin typeface="Consolas"/>
              </a:rPr>
              <a:t>function</a:t>
            </a:r>
            <a:r>
              <a:rPr lang="en-US" dirty="0">
                <a:ea typeface="+mn-lt"/>
                <a:cs typeface="+mn-lt"/>
              </a:rPr>
              <a:t> keyword.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Specify Outputs</a:t>
            </a:r>
            <a:r>
              <a:rPr lang="en-US" dirty="0">
                <a:ea typeface="+mn-lt"/>
                <a:cs typeface="+mn-lt"/>
              </a:rPr>
              <a:t>: Put any output variables in square brackets </a:t>
            </a:r>
            <a:r>
              <a:rPr lang="en-US" dirty="0">
                <a:latin typeface="Consolas"/>
              </a:rPr>
              <a:t>[ ]</a:t>
            </a:r>
            <a:r>
              <a:rPr lang="en-US" dirty="0">
                <a:ea typeface="+mn-lt"/>
                <a:cs typeface="+mn-lt"/>
              </a:rPr>
              <a:t> before the equals sign.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Name the Function</a:t>
            </a:r>
            <a:r>
              <a:rPr lang="en-US" dirty="0">
                <a:ea typeface="+mn-lt"/>
                <a:cs typeface="+mn-lt"/>
              </a:rPr>
              <a:t>: This must match the filename for MATLAB to recognize it.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Specify Inputs</a:t>
            </a:r>
            <a:r>
              <a:rPr lang="en-US" dirty="0">
                <a:ea typeface="+mn-lt"/>
                <a:cs typeface="+mn-lt"/>
              </a:rPr>
              <a:t>: List any input variables in parentheses </a:t>
            </a:r>
            <a:r>
              <a:rPr lang="en-US" dirty="0">
                <a:latin typeface="Consolas"/>
              </a:rPr>
              <a:t>( )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Write the Function Code</a:t>
            </a:r>
            <a:r>
              <a:rPr lang="en-US" dirty="0">
                <a:ea typeface="+mn-lt"/>
                <a:cs typeface="+mn-lt"/>
              </a:rPr>
              <a:t>: Add the calculations or operations the function should perform. 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Assign values to output variables.</a:t>
            </a:r>
          </a:p>
          <a:p>
            <a:r>
              <a:rPr lang="en-US" b="1" dirty="0">
                <a:ea typeface="+mn-lt"/>
                <a:cs typeface="+mn-lt"/>
              </a:rPr>
              <a:t>End the Function</a:t>
            </a:r>
            <a:r>
              <a:rPr lang="en-US" dirty="0">
                <a:ea typeface="+mn-lt"/>
                <a:cs typeface="+mn-lt"/>
              </a:rPr>
              <a:t>: MATLAB automatically terminates functions at the end of the file, but you can use </a:t>
            </a:r>
            <a:r>
              <a:rPr lang="en-US" dirty="0">
                <a:latin typeface="Consolas"/>
              </a:rPr>
              <a:t>end</a:t>
            </a:r>
            <a:r>
              <a:rPr lang="en-US" dirty="0">
                <a:ea typeface="+mn-lt"/>
                <a:cs typeface="+mn-lt"/>
              </a:rPr>
              <a:t> for readability.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88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48A2-D0B3-0FD2-CA2D-657658157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"/>
            <a:ext cx="10515600" cy="992859"/>
          </a:xfrm>
        </p:spPr>
        <p:txBody>
          <a:bodyPr/>
          <a:lstStyle/>
          <a:p>
            <a:r>
              <a:rPr lang="en-US" dirty="0">
                <a:cs typeface="Calibri Light"/>
              </a:rPr>
              <a:t>Exercise 1: Calculate distance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45667-89A8-F0EB-33EA-69B36A66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9231"/>
            <a:ext cx="10515600" cy="53494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Task</a:t>
            </a:r>
            <a:r>
              <a:rPr lang="en-US" dirty="0">
                <a:ea typeface="+mn-lt"/>
                <a:cs typeface="+mn-lt"/>
              </a:rPr>
              <a:t>: Write a function called </a:t>
            </a:r>
            <a:r>
              <a:rPr lang="en-US" err="1">
                <a:latin typeface="Courier New"/>
                <a:cs typeface="Courier New"/>
              </a:rPr>
              <a:t>distanceBetweenPoints</a:t>
            </a:r>
            <a:r>
              <a:rPr lang="en-US" dirty="0">
                <a:ea typeface="+mn-lt"/>
                <a:cs typeface="+mn-lt"/>
              </a:rPr>
              <a:t> that calculates the Euclidean distance between two points.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Inputs</a:t>
            </a:r>
            <a:r>
              <a:rPr lang="en-US">
                <a:ea typeface="+mn-lt"/>
                <a:cs typeface="+mn-lt"/>
              </a:rPr>
              <a:t>: Two vectors representing coordinates of two points in either 1D, 2D </a:t>
            </a:r>
            <a:r>
              <a:rPr lang="en-US" dirty="0">
                <a:ea typeface="+mn-lt"/>
                <a:cs typeface="+mn-lt"/>
              </a:rPr>
              <a:t>or 3D space.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Output</a:t>
            </a:r>
            <a:r>
              <a:rPr lang="en-US" dirty="0">
                <a:ea typeface="+mn-lt"/>
                <a:cs typeface="+mn-lt"/>
              </a:rPr>
              <a:t>: Distance between the two points.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Formula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</p:txBody>
      </p:sp>
      <p:pic>
        <p:nvPicPr>
          <p:cNvPr id="4" name="Picture 3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66786AB4-6A1D-51BF-4342-CCE638F45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212" y="3403396"/>
            <a:ext cx="7133833" cy="314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24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5F99B78-E6A5-6B2E-C216-2F74A841F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57" y="2076333"/>
            <a:ext cx="6437463" cy="2697503"/>
          </a:xfrm>
          <a:prstGeom prst="rect">
            <a:avLst/>
          </a:prstGeom>
        </p:spPr>
      </p:pic>
      <p:pic>
        <p:nvPicPr>
          <p:cNvPr id="5" name="Picture 4" descr="A black and white text&#10;&#10;Description automatically generated">
            <a:extLst>
              <a:ext uri="{FF2B5EF4-FFF2-40B4-BE49-F238E27FC236}">
                <a16:creationId xmlns:a16="http://schemas.microsoft.com/office/drawing/2014/main" id="{E35ACFD0-8C5E-13A1-C2F9-AB568613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697" y="707900"/>
            <a:ext cx="3878035" cy="1516538"/>
          </a:xfrm>
          <a:prstGeom prst="rect">
            <a:avLst/>
          </a:prstGeom>
        </p:spPr>
      </p:pic>
      <p:pic>
        <p:nvPicPr>
          <p:cNvPr id="6" name="Picture 5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A499395C-4E6A-BEB3-4BE7-3C8E2E5B3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2905453"/>
            <a:ext cx="4844143" cy="1358952"/>
          </a:xfrm>
          <a:prstGeom prst="rect">
            <a:avLst/>
          </a:prstGeom>
        </p:spPr>
      </p:pic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FB964AD-8210-2DC4-A9C2-29EB8AA054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1695" y="5089400"/>
            <a:ext cx="4850947" cy="121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71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052DD-1D65-699D-48AB-6FEDDD11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Exercise 2: Quadratic Equation Solver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866E8-0E6D-EF94-78ED-6715C0515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Task</a:t>
            </a:r>
            <a:r>
              <a:rPr lang="en-US" dirty="0">
                <a:ea typeface="+mn-lt"/>
                <a:cs typeface="+mn-lt"/>
              </a:rPr>
              <a:t>: Write a function called </a:t>
            </a:r>
            <a:r>
              <a:rPr lang="en-US" dirty="0" err="1">
                <a:latin typeface="Courier New"/>
                <a:cs typeface="Courier New"/>
              </a:rPr>
              <a:t>quadraticSolver</a:t>
            </a:r>
            <a:r>
              <a:rPr lang="en-US" dirty="0">
                <a:ea typeface="+mn-lt"/>
                <a:cs typeface="+mn-lt"/>
              </a:rPr>
              <a:t> that solves a quadratic equation of the form 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Inputs</a:t>
            </a:r>
            <a:r>
              <a:rPr lang="en-US" dirty="0">
                <a:ea typeface="+mn-lt"/>
                <a:cs typeface="+mn-lt"/>
              </a:rPr>
              <a:t>: Coefficients a, b, and 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Outputs</a:t>
            </a:r>
            <a:r>
              <a:rPr lang="en-US" dirty="0">
                <a:ea typeface="+mn-lt"/>
                <a:cs typeface="+mn-lt"/>
              </a:rPr>
              <a:t>: The roots of the equation (real or complex).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Formula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pic>
        <p:nvPicPr>
          <p:cNvPr id="4" name="Picture 3" descr="A black symbols with a plus and x&#10;&#10;Description automatically generated">
            <a:extLst>
              <a:ext uri="{FF2B5EF4-FFF2-40B4-BE49-F238E27FC236}">
                <a16:creationId xmlns:a16="http://schemas.microsoft.com/office/drawing/2014/main" id="{BDA21E07-92D8-A212-B22B-0A8637CD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395" y="2835767"/>
            <a:ext cx="4638675" cy="800100"/>
          </a:xfrm>
          <a:prstGeom prst="rect">
            <a:avLst/>
          </a:prstGeom>
        </p:spPr>
      </p:pic>
      <p:pic>
        <p:nvPicPr>
          <p:cNvPr id="5" name="Picture 4" descr="A black and white math symbol&#10;&#10;Description automatically generated">
            <a:extLst>
              <a:ext uri="{FF2B5EF4-FFF2-40B4-BE49-F238E27FC236}">
                <a16:creationId xmlns:a16="http://schemas.microsoft.com/office/drawing/2014/main" id="{0795BCD2-4E3E-9671-ACE0-A8FBBE0AC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712" y="5269337"/>
            <a:ext cx="4615869" cy="123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43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13B1B07-12AC-AB0A-D90B-C702F6016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0316" y="3428834"/>
            <a:ext cx="4331369" cy="2879474"/>
          </a:xfrm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0C9544C-86C3-DDCE-9C0F-08D9F3329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237" y="310650"/>
            <a:ext cx="9404684" cy="257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8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13385-6A3F-12B2-1DB7-CA9079669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78" y="-70304"/>
            <a:ext cx="10515600" cy="77965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Exercise 3: Financial Calculator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3A056-9C5E-5492-922C-3F4A8681A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379" y="685874"/>
            <a:ext cx="10978242" cy="6077616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Write a function named </a:t>
            </a:r>
            <a:r>
              <a:rPr lang="en-US" dirty="0" err="1">
                <a:latin typeface="Courier New"/>
                <a:cs typeface="Calibri" panose="020F0502020204030204"/>
              </a:rPr>
              <a:t>loanCalculator</a:t>
            </a:r>
            <a:r>
              <a:rPr lang="en-US" dirty="0">
                <a:ea typeface="+mn-lt"/>
                <a:cs typeface="+mn-lt"/>
              </a:rPr>
              <a:t> that calculates the following: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Monthly Payment</a:t>
            </a:r>
            <a:r>
              <a:rPr lang="en-US" dirty="0">
                <a:ea typeface="+mn-lt"/>
                <a:cs typeface="+mn-lt"/>
              </a:rPr>
              <a:t>: The amount to be paid each month.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Payment</a:t>
            </a:r>
            <a:r>
              <a:rPr lang="en-US" dirty="0">
                <a:ea typeface="+mn-lt"/>
                <a:cs typeface="+mn-lt"/>
              </a:rPr>
              <a:t>: The overall payment over the loan period.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Interest Paid</a:t>
            </a:r>
            <a:r>
              <a:rPr lang="en-US" dirty="0">
                <a:ea typeface="+mn-lt"/>
                <a:cs typeface="+mn-lt"/>
              </a:rPr>
              <a:t>: The amount of interest paid over the loan period.</a:t>
            </a:r>
            <a:endParaRPr lang="en-US" dirty="0"/>
          </a:p>
          <a:p>
            <a:pPr indent="0">
              <a:buNone/>
            </a:pPr>
            <a:endParaRPr lang="en-US" b="1" dirty="0"/>
          </a:p>
          <a:p>
            <a:pPr indent="0">
              <a:buNone/>
            </a:pPr>
            <a:r>
              <a:rPr lang="en-US" b="1" dirty="0"/>
              <a:t>Inputs : </a:t>
            </a:r>
            <a:r>
              <a:rPr lang="en-US" dirty="0" err="1">
                <a:latin typeface="Courier New"/>
                <a:cs typeface="Calibri"/>
              </a:rPr>
              <a:t>l</a:t>
            </a:r>
            <a:r>
              <a:rPr lang="en-US" dirty="0" err="1">
                <a:latin typeface="Courier New"/>
                <a:cs typeface="Courier New"/>
              </a:rPr>
              <a:t>oanAmount</a:t>
            </a:r>
            <a:r>
              <a:rPr lang="en-US" dirty="0">
                <a:latin typeface="Courier New"/>
                <a:ea typeface="+mn-lt"/>
                <a:cs typeface="+mn-lt"/>
              </a:rPr>
              <a:t>, </a:t>
            </a:r>
            <a:r>
              <a:rPr lang="en-US" dirty="0" err="1">
                <a:latin typeface="Courier New"/>
                <a:ea typeface="+mn-lt"/>
                <a:cs typeface="+mn-lt"/>
              </a:rPr>
              <a:t>annualRate</a:t>
            </a:r>
            <a:r>
              <a:rPr lang="en-US" dirty="0">
                <a:latin typeface="Courier New"/>
                <a:ea typeface="+mn-lt"/>
                <a:cs typeface="+mn-lt"/>
              </a:rPr>
              <a:t>, years</a:t>
            </a:r>
            <a:endParaRPr lang="en-US" dirty="0">
              <a:latin typeface="Courier New"/>
              <a:cs typeface="Calibri" panose="020F0502020204030204"/>
            </a:endParaRPr>
          </a:p>
          <a:p>
            <a:pPr indent="0">
              <a:buNone/>
            </a:pPr>
            <a:r>
              <a:rPr lang="en-US" b="1" dirty="0"/>
              <a:t>Outputs </a:t>
            </a:r>
            <a:r>
              <a:rPr lang="en-US" b="1" dirty="0">
                <a:latin typeface="Calibri"/>
                <a:cs typeface="Calibri"/>
              </a:rPr>
              <a:t>: </a:t>
            </a:r>
            <a:r>
              <a:rPr lang="en-US" dirty="0" err="1">
                <a:latin typeface="Courier New"/>
                <a:cs typeface="Calibri"/>
              </a:rPr>
              <a:t>monthlyPayment</a:t>
            </a:r>
            <a:r>
              <a:rPr lang="en-US" dirty="0">
                <a:latin typeface="Courier New"/>
                <a:ea typeface="+mn-lt"/>
                <a:cs typeface="+mn-lt"/>
              </a:rPr>
              <a:t>, </a:t>
            </a:r>
            <a:r>
              <a:rPr lang="en-US" dirty="0" err="1">
                <a:latin typeface="Courier New"/>
                <a:ea typeface="+mn-lt"/>
                <a:cs typeface="+mn-lt"/>
              </a:rPr>
              <a:t>totalPayment</a:t>
            </a:r>
            <a:r>
              <a:rPr lang="en-US" dirty="0">
                <a:latin typeface="Courier New"/>
                <a:cs typeface="Calibri" panose="020F0502020204030204"/>
              </a:rPr>
              <a:t>,</a:t>
            </a:r>
            <a:r>
              <a:rPr lang="en-US" dirty="0">
                <a:latin typeface="Courier New"/>
                <a:ea typeface="+mn-lt"/>
                <a:cs typeface="+mn-lt"/>
              </a:rPr>
              <a:t> </a:t>
            </a:r>
            <a:r>
              <a:rPr lang="en-US" dirty="0" err="1">
                <a:latin typeface="Courier New"/>
                <a:ea typeface="+mn-lt"/>
                <a:cs typeface="+mn-lt"/>
              </a:rPr>
              <a:t>totalInterest</a:t>
            </a:r>
            <a:endParaRPr lang="en-US" dirty="0">
              <a:latin typeface="Courier New"/>
              <a:cs typeface="Calibri" panose="020F0502020204030204"/>
            </a:endParaRPr>
          </a:p>
          <a:p>
            <a:pPr indent="0">
              <a:buNone/>
            </a:pPr>
            <a:endParaRPr lang="en-US" b="1" dirty="0"/>
          </a:p>
          <a:p>
            <a:pPr indent="0">
              <a:buNone/>
            </a:pPr>
            <a:r>
              <a:rPr lang="en-US" b="1" u="sng" dirty="0"/>
              <a:t>Formulae</a:t>
            </a:r>
            <a:endParaRPr lang="en-US" u="sng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Monthly Interest Rate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Number of Monthly Payments</a:t>
            </a:r>
            <a:r>
              <a:rPr lang="en-US" dirty="0">
                <a:ea typeface="+mn-lt"/>
                <a:cs typeface="+mn-lt"/>
              </a:rPr>
              <a:t>: 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Monthly Payment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Payment</a:t>
            </a:r>
            <a:r>
              <a:rPr lang="en-US" dirty="0">
                <a:ea typeface="+mn-lt"/>
                <a:cs typeface="+mn-lt"/>
              </a:rPr>
              <a:t>: 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Interest</a:t>
            </a:r>
            <a:r>
              <a:rPr lang="en-US" dirty="0">
                <a:ea typeface="+mn-lt"/>
                <a:cs typeface="+mn-lt"/>
              </a:rPr>
              <a:t>: </a:t>
            </a:r>
            <a:endParaRPr lang="en-US" dirty="0">
              <a:cs typeface="Calibri" panose="020F0502020204030204"/>
            </a:endParaRPr>
          </a:p>
        </p:txBody>
      </p:sp>
      <p:pic>
        <p:nvPicPr>
          <p:cNvPr id="9" name="Picture 8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CC8BB10-68F8-50D5-AFC8-E6D4A40BA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71" y="3344635"/>
            <a:ext cx="2271033" cy="624568"/>
          </a:xfrm>
          <a:prstGeom prst="rect">
            <a:avLst/>
          </a:prstGeom>
        </p:spPr>
      </p:pic>
      <p:pic>
        <p:nvPicPr>
          <p:cNvPr id="10" name="Picture 9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B3FBB54B-9FFF-F831-D5F3-A53A24DF0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4283528"/>
            <a:ext cx="2057401" cy="3075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896920-F4B5-E7C5-3453-2E3BE9FAB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653" y="4807404"/>
            <a:ext cx="4653643" cy="766427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174A0BA-BFB3-A488-EE54-C2D4909CF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5422" y="5800724"/>
            <a:ext cx="4544786" cy="309385"/>
          </a:xfrm>
          <a:prstGeom prst="rect">
            <a:avLst/>
          </a:prstGeom>
        </p:spPr>
      </p:pic>
      <p:pic>
        <p:nvPicPr>
          <p:cNvPr id="13" name="Picture 12" descr="A black and white text&#10;&#10;Description automatically generated">
            <a:extLst>
              <a:ext uri="{FF2B5EF4-FFF2-40B4-BE49-F238E27FC236}">
                <a16:creationId xmlns:a16="http://schemas.microsoft.com/office/drawing/2014/main" id="{0085C7A6-690A-67AC-563C-542BA3F59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5743" y="6283779"/>
            <a:ext cx="5368018" cy="3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548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26568E11-CCF1-1156-035F-49F31BAC5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254" y="575788"/>
            <a:ext cx="8609462" cy="52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F91E05D-AFF4-CFD7-26EC-0D2BBE103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47" y="1371600"/>
            <a:ext cx="4493172" cy="41148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703A8217-9FD8-6279-6621-1473F61DD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183" y="1357384"/>
            <a:ext cx="4467497" cy="41148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DC5312-78F9-B0E3-046A-4F3011F59695}"/>
              </a:ext>
            </a:extLst>
          </p:cNvPr>
          <p:cNvSpPr txBox="1"/>
          <p:nvPr/>
        </p:nvSpPr>
        <p:spPr>
          <a:xfrm>
            <a:off x="1214784" y="519043"/>
            <a:ext cx="92809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cs typeface="Calibri"/>
              </a:rPr>
              <a:t>Check the loan calculator</a:t>
            </a:r>
          </a:p>
        </p:txBody>
      </p:sp>
    </p:spTree>
    <p:extLst>
      <p:ext uri="{BB962C8B-B14F-4D97-AF65-F5344CB8AC3E}">
        <p14:creationId xmlns:p14="http://schemas.microsoft.com/office/powerpoint/2010/main" val="10369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E530-C9D2-80CA-A43A-A49042503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485"/>
            <a:ext cx="10515600" cy="1325563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Subfunctions</a:t>
            </a:r>
            <a:endParaRPr lang="en-US" b="1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916B2-D539-4EAC-4220-1582665C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345"/>
            <a:ext cx="10515600" cy="489997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subfunction</a:t>
            </a:r>
            <a:r>
              <a:rPr lang="en-US" dirty="0">
                <a:ea typeface="+mn-lt"/>
                <a:cs typeface="+mn-lt"/>
              </a:rPr>
              <a:t> is a secondary function defined in the same file as a primary (or main) function. Subfunctions allow you to organize and modularize code, making it more readable and reusable. The key points about subfunctions are:</a:t>
            </a:r>
            <a:endParaRPr lang="en-US" dirty="0">
              <a:cs typeface="Calibri" panose="020F0502020204030204"/>
            </a:endParaRPr>
          </a:p>
          <a:p>
            <a:r>
              <a:rPr lang="en-US" b="1">
                <a:ea typeface="+mn-lt"/>
                <a:cs typeface="+mn-lt"/>
              </a:rPr>
              <a:t>File Structure</a:t>
            </a:r>
            <a:r>
              <a:rPr lang="en-US">
                <a:ea typeface="+mn-lt"/>
                <a:cs typeface="+mn-lt"/>
              </a:rPr>
              <a:t>: The primary function is the first function in the file, and all subsequent functions are subfunctions.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Visibility</a:t>
            </a:r>
            <a:r>
              <a:rPr lang="en-US">
                <a:ea typeface="+mn-lt"/>
                <a:cs typeface="+mn-lt"/>
              </a:rPr>
              <a:t>: Subfunctions are only accessible within the file they are defined in. Other scripts or functions cannot directly call a subfunction.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Usage</a:t>
            </a:r>
            <a:r>
              <a:rPr lang="en-US">
                <a:ea typeface="+mn-lt"/>
                <a:cs typeface="+mn-lt"/>
              </a:rPr>
              <a:t>: Subfunctions are useful for breaking down a complex task handled by the main function. Each subfunction can perform a specific part of the computation.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Syntax</a:t>
            </a:r>
            <a:r>
              <a:rPr lang="en-US">
                <a:ea typeface="+mn-lt"/>
                <a:cs typeface="+mn-lt"/>
              </a:rPr>
              <a:t>: The syntax for creating a subfunction is the same as for a main function, but it must be placed after the main function in the same file.</a:t>
            </a:r>
            <a:endParaRPr lang="en-US"/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433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D0803-BE95-E13C-CCA6-70A15B0F1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553"/>
            <a:ext cx="10515600" cy="726850"/>
          </a:xfrm>
        </p:spPr>
        <p:txBody>
          <a:bodyPr/>
          <a:lstStyle/>
          <a:p>
            <a:r>
              <a:rPr lang="en-US" b="1" err="1">
                <a:cs typeface="Calibri Light"/>
              </a:rPr>
              <a:t>mainFunction.m</a:t>
            </a:r>
            <a:endParaRPr lang="en-US" b="1">
              <a:cs typeface="Calibri Light"/>
            </a:endParaRPr>
          </a:p>
        </p:txBody>
      </p:sp>
      <p:pic>
        <p:nvPicPr>
          <p:cNvPr id="4" name="Content Placeholder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FF24D58-A9CB-AD4A-29E7-85A500831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2536" y="1080152"/>
            <a:ext cx="8633731" cy="5449648"/>
          </a:xfrm>
        </p:spPr>
      </p:pic>
    </p:spTree>
    <p:extLst>
      <p:ext uri="{BB962C8B-B14F-4D97-AF65-F5344CB8AC3E}">
        <p14:creationId xmlns:p14="http://schemas.microsoft.com/office/powerpoint/2010/main" val="3371180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E29A-DA51-9D2E-A415-DFE6B3736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"/>
            <a:ext cx="10515600" cy="971394"/>
          </a:xfrm>
        </p:spPr>
        <p:txBody>
          <a:bodyPr/>
          <a:lstStyle/>
          <a:p>
            <a:r>
              <a:rPr lang="en-US" b="1" dirty="0">
                <a:cs typeface="Calibri Light"/>
              </a:rPr>
              <a:t>Circuit Resistance</a:t>
            </a:r>
            <a:endParaRPr lang="en-US" b="1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6FD35-B990-E662-C4DA-FBA7B90B9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7766"/>
            <a:ext cx="10515600" cy="36644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electrical circuits, </a:t>
            </a:r>
            <a:r>
              <a:rPr lang="en-US" b="1" dirty="0">
                <a:ea typeface="+mn-lt"/>
                <a:cs typeface="+mn-lt"/>
              </a:rPr>
              <a:t>resistance</a:t>
            </a:r>
            <a:r>
              <a:rPr lang="en-US" dirty="0">
                <a:ea typeface="+mn-lt"/>
                <a:cs typeface="+mn-lt"/>
              </a:rPr>
              <a:t> is the property that opposes the flow of electric current.</a:t>
            </a:r>
          </a:p>
          <a:p>
            <a:r>
              <a:rPr lang="en-US" dirty="0">
                <a:ea typeface="+mn-lt"/>
                <a:cs typeface="+mn-lt"/>
              </a:rPr>
              <a:t>Resistance depends on the material, dimensions, and temperature of the conductor. </a:t>
            </a:r>
          </a:p>
          <a:p>
            <a:r>
              <a:rPr lang="en-US" dirty="0">
                <a:ea typeface="+mn-lt"/>
                <a:cs typeface="+mn-lt"/>
              </a:rPr>
              <a:t>Different configurations of resistors, like those in series and parallel, affect the total resistance of the circuit.</a:t>
            </a:r>
          </a:p>
          <a:p>
            <a:r>
              <a:rPr lang="en-US" dirty="0">
                <a:ea typeface="+mn-lt"/>
                <a:cs typeface="+mn-lt"/>
              </a:rPr>
              <a:t>It is a crucial factor in determining how much current flows for a given applied voltage, as described by </a:t>
            </a:r>
            <a:r>
              <a:rPr lang="en-US" b="1" dirty="0">
                <a:ea typeface="+mn-lt"/>
                <a:cs typeface="+mn-lt"/>
              </a:rPr>
              <a:t>Ohm’s Law</a:t>
            </a:r>
            <a:endParaRPr lang="en-US" dirty="0"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BCFF4-221C-6EB5-A2A6-57885DE1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70" y="5224529"/>
            <a:ext cx="3182155" cy="80922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 descr="A close up of black text&#10;&#10;Description automatically generated">
            <a:extLst>
              <a:ext uri="{FF2B5EF4-FFF2-40B4-BE49-F238E27FC236}">
                <a16:creationId xmlns:a16="http://schemas.microsoft.com/office/drawing/2014/main" id="{F6FE3A3B-4475-9D25-2C32-F47F16098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239" y="4653030"/>
            <a:ext cx="5323268" cy="194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15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B24C-5348-85EB-F169-F28251E0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46" y="140433"/>
            <a:ext cx="10515600" cy="817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Types of resistance configurations</a:t>
            </a:r>
            <a:endParaRPr lang="en-US" dirty="0"/>
          </a:p>
        </p:txBody>
      </p:sp>
      <p:pic>
        <p:nvPicPr>
          <p:cNvPr id="10" name="Content Placeholder 9" descr="A diagram of a circuit&#10;&#10;Description automatically generated">
            <a:extLst>
              <a:ext uri="{FF2B5EF4-FFF2-40B4-BE49-F238E27FC236}">
                <a16:creationId xmlns:a16="http://schemas.microsoft.com/office/drawing/2014/main" id="{A5B83D6D-DB63-EB0F-C7F6-D321CBF64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545" y="2017340"/>
            <a:ext cx="5075921" cy="4114800"/>
          </a:xfrm>
        </p:spPr>
      </p:pic>
      <p:pic>
        <p:nvPicPr>
          <p:cNvPr id="11" name="Picture 10" descr="A white text with black text&#10;&#10;Description automatically generated">
            <a:extLst>
              <a:ext uri="{FF2B5EF4-FFF2-40B4-BE49-F238E27FC236}">
                <a16:creationId xmlns:a16="http://schemas.microsoft.com/office/drawing/2014/main" id="{9436647C-6ED3-17B6-6CE0-B8389A96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04072"/>
            <a:ext cx="5810250" cy="2719198"/>
          </a:xfrm>
          <a:prstGeom prst="rect">
            <a:avLst/>
          </a:prstGeom>
        </p:spPr>
      </p:pic>
      <p:pic>
        <p:nvPicPr>
          <p:cNvPr id="12" name="Picture 1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9F9EB5B-BB78-3002-907B-902B1D410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327" y="3894479"/>
            <a:ext cx="759509" cy="2948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D13F4B-C53E-D1F9-C3D0-9D9F24998EF6}"/>
              </a:ext>
            </a:extLst>
          </p:cNvPr>
          <p:cNvSpPr txBox="1"/>
          <p:nvPr/>
        </p:nvSpPr>
        <p:spPr>
          <a:xfrm>
            <a:off x="6190727" y="3616708"/>
            <a:ext cx="581841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</a:rPr>
              <a:t>Most circuits have more than one resistor. </a:t>
            </a:r>
            <a:endParaRPr lang="en-US" sz="2000">
              <a:solidFill>
                <a:srgbClr val="FF0000"/>
              </a:solidFill>
              <a:latin typeface="Calibri" panose="020F0502020204030204"/>
              <a:ea typeface="Tahoma"/>
              <a:cs typeface="Calibri"/>
            </a:endParaRPr>
          </a:p>
          <a:p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</a:rPr>
              <a:t>If several resistors are connected together and connected to a battery, the current supplied by the battery depends on the </a:t>
            </a:r>
            <a:r>
              <a:rPr lang="en-US" sz="2000" b="1" dirty="0">
                <a:solidFill>
                  <a:srgbClr val="FF0000"/>
                </a:solidFill>
                <a:latin typeface="Tahoma"/>
                <a:ea typeface="Tahoma"/>
                <a:cs typeface="Tahoma"/>
              </a:rPr>
              <a:t>total or</a:t>
            </a:r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Tahoma"/>
                <a:ea typeface="Tahoma"/>
                <a:cs typeface="Tahoma"/>
              </a:rPr>
              <a:t>equivalent resistance </a:t>
            </a:r>
            <a:r>
              <a:rPr lang="en-US" sz="2000" dirty="0">
                <a:solidFill>
                  <a:srgbClr val="FF0000"/>
                </a:solidFill>
                <a:latin typeface="Tahoma"/>
                <a:ea typeface="Tahoma"/>
                <a:cs typeface="Tahoma"/>
              </a:rPr>
              <a:t>of the circuit.</a:t>
            </a:r>
            <a:endParaRPr lang="en-US" sz="2000">
              <a:solidFill>
                <a:srgbClr val="FF0000"/>
              </a:solidFill>
              <a:cs typeface="Calibri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504B1B7-4A13-ACF6-7858-C98C5E95ECAB}"/>
              </a:ext>
            </a:extLst>
          </p:cNvPr>
          <p:cNvCxnSpPr/>
          <p:nvPr/>
        </p:nvCxnSpPr>
        <p:spPr>
          <a:xfrm flipH="1">
            <a:off x="5642395" y="4156144"/>
            <a:ext cx="549587" cy="691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math equation with numbers and symbols&#10;&#10;Description automatically generated">
            <a:extLst>
              <a:ext uri="{FF2B5EF4-FFF2-40B4-BE49-F238E27FC236}">
                <a16:creationId xmlns:a16="http://schemas.microsoft.com/office/drawing/2014/main" id="{FC34D459-ABB1-D8CE-32F1-42A75AA8B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7076" y="5481253"/>
            <a:ext cx="4122616" cy="130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01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B24C-5348-85EB-F169-F28251E0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Types of resistance configurations</a:t>
            </a:r>
            <a:endParaRPr lang="en-US" dirty="0"/>
          </a:p>
        </p:txBody>
      </p:sp>
      <p:pic>
        <p:nvPicPr>
          <p:cNvPr id="10" name="Content Placeholder 9" descr="A diagram of a circuit&#10;&#10;Description automatically generated">
            <a:extLst>
              <a:ext uri="{FF2B5EF4-FFF2-40B4-BE49-F238E27FC236}">
                <a16:creationId xmlns:a16="http://schemas.microsoft.com/office/drawing/2014/main" id="{A5B83D6D-DB63-EB0F-C7F6-D321CBF64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545" y="2399064"/>
            <a:ext cx="5075921" cy="3351352"/>
          </a:xfrm>
        </p:spPr>
      </p:pic>
      <p:pic>
        <p:nvPicPr>
          <p:cNvPr id="11" name="Picture 10" descr="A black and white text&#10;&#10;Description automatically generated">
            <a:extLst>
              <a:ext uri="{FF2B5EF4-FFF2-40B4-BE49-F238E27FC236}">
                <a16:creationId xmlns:a16="http://schemas.microsoft.com/office/drawing/2014/main" id="{9436647C-6ED3-17B6-6CE0-B8389A96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644" y="1717360"/>
            <a:ext cx="5022962" cy="2719198"/>
          </a:xfrm>
          <a:prstGeom prst="rect">
            <a:avLst/>
          </a:prstGeom>
        </p:spPr>
      </p:pic>
      <p:pic>
        <p:nvPicPr>
          <p:cNvPr id="4" name="Picture 3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F1CF2276-45D8-D620-48D6-EE9F6525C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398" y="3731193"/>
            <a:ext cx="759509" cy="294834"/>
          </a:xfrm>
          <a:prstGeom prst="rect">
            <a:avLst/>
          </a:prstGeom>
        </p:spPr>
      </p:pic>
      <p:pic>
        <p:nvPicPr>
          <p:cNvPr id="5" name="Picture 4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638F7B12-1891-BE5C-8200-0F67DFD71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2153" y="5006485"/>
            <a:ext cx="4630616" cy="148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7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C7A9-53B9-1F42-2A36-7094250D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Exercise 4: Electrical Circuit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EAFD9-496C-C6A1-753F-5CB3673A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519"/>
            <a:ext cx="10522403" cy="556917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Write a main function </a:t>
            </a:r>
            <a:r>
              <a:rPr lang="en-US" dirty="0" err="1">
                <a:latin typeface="Consolas"/>
              </a:rPr>
              <a:t>circuitAnalysis</a:t>
            </a:r>
            <a:r>
              <a:rPr lang="en-US" dirty="0">
                <a:ea typeface="+mn-lt"/>
                <a:cs typeface="+mn-lt"/>
              </a:rPr>
              <a:t> that calculates the total resistance, total current, and power for a circuit using the voltage as input. Users specify if resistors are connected in series or parallel.</a:t>
            </a:r>
            <a:endParaRPr lang="en-US" dirty="0">
              <a:cs typeface="Calibri" panose="020F0502020204030204"/>
            </a:endParaRPr>
          </a:p>
          <a:p>
            <a:r>
              <a:rPr lang="en-US" b="1" dirty="0">
                <a:ea typeface="+mn-lt"/>
                <a:cs typeface="+mn-lt"/>
              </a:rPr>
              <a:t>Details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Main Function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latin typeface="Consolas"/>
              </a:rPr>
              <a:t>circuitAnalysis</a:t>
            </a:r>
            <a:endParaRPr lang="en-US" dirty="0" err="1"/>
          </a:p>
          <a:p>
            <a:pPr lvl="1"/>
            <a:r>
              <a:rPr lang="en-US" dirty="0">
                <a:ea typeface="+mn-lt"/>
                <a:cs typeface="+mn-lt"/>
              </a:rPr>
              <a:t>Prompt the user to enter the number of resistors and their values.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Ask if the resistors are in series or parallel.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Call appropriate subfunctions based on the configuration.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Subfunctions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Series Resistance Calculation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Subfunction name: </a:t>
            </a:r>
            <a:r>
              <a:rPr lang="en-US" dirty="0" err="1">
                <a:latin typeface="Consolas"/>
              </a:rPr>
              <a:t>seriesResistance</a:t>
            </a:r>
            <a:endParaRPr lang="en-US" dirty="0" err="1"/>
          </a:p>
          <a:p>
            <a:pPr lvl="1"/>
            <a:r>
              <a:rPr lang="en-US" dirty="0">
                <a:ea typeface="+mn-lt"/>
                <a:cs typeface="+mn-lt"/>
              </a:rPr>
              <a:t>Input: Array of resistor values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Output: Total resistance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Parallel Resistance Calculation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Subfunction name: </a:t>
            </a:r>
            <a:r>
              <a:rPr lang="en-US" dirty="0" err="1">
                <a:latin typeface="Consolas"/>
              </a:rPr>
              <a:t>parallelResistance</a:t>
            </a:r>
            <a:endParaRPr lang="en-US" dirty="0" err="1"/>
          </a:p>
          <a:p>
            <a:pPr lvl="1"/>
            <a:r>
              <a:rPr lang="en-US" dirty="0">
                <a:ea typeface="+mn-lt"/>
                <a:cs typeface="+mn-lt"/>
              </a:rPr>
              <a:t>Input: Array of resistor values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Output: Total resistance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Power Calculation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Subfunction name: </a:t>
            </a:r>
            <a:r>
              <a:rPr lang="en-US" dirty="0" err="1">
                <a:latin typeface="Consolas"/>
              </a:rPr>
              <a:t>calculatePower</a:t>
            </a:r>
            <a:endParaRPr lang="en-US" dirty="0" err="1"/>
          </a:p>
          <a:p>
            <a:pPr lvl="1"/>
            <a:r>
              <a:rPr lang="en-US" dirty="0">
                <a:ea typeface="+mn-lt"/>
                <a:cs typeface="+mn-lt"/>
              </a:rPr>
              <a:t>Inputs: Total resistance and voltage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Output: Power consumed</a:t>
            </a:r>
            <a:endParaRPr lang="en-US" dirty="0"/>
          </a:p>
          <a:p>
            <a:endParaRPr lang="en-US" dirty="0"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B202B-26BE-2D7C-DE98-7BF46BE1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685" y="5800725"/>
            <a:ext cx="1504951" cy="747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230056-9CDC-CF88-862A-63426DD97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632" y="3643991"/>
            <a:ext cx="4762501" cy="387008"/>
          </a:xfrm>
          <a:prstGeom prst="rect">
            <a:avLst/>
          </a:prstGeom>
        </p:spPr>
      </p:pic>
      <p:pic>
        <p:nvPicPr>
          <p:cNvPr id="6" name="Picture 5" descr="A math equations with numbers and symbols&#10;&#10;Description automatically generated">
            <a:extLst>
              <a:ext uri="{FF2B5EF4-FFF2-40B4-BE49-F238E27FC236}">
                <a16:creationId xmlns:a16="http://schemas.microsoft.com/office/drawing/2014/main" id="{1F075825-2000-FBA1-1186-1C9912054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950" y="4508298"/>
            <a:ext cx="4327072" cy="82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99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EE16975-97F1-F92E-A4A0-281190712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51" y="329267"/>
            <a:ext cx="6262681" cy="6193867"/>
          </a:xfrm>
        </p:spPr>
      </p:pic>
      <p:pic>
        <p:nvPicPr>
          <p:cNvPr id="5" name="Picture 4" descr="A close-up of a computer&#10;&#10;Description automatically generated">
            <a:extLst>
              <a:ext uri="{FF2B5EF4-FFF2-40B4-BE49-F238E27FC236}">
                <a16:creationId xmlns:a16="http://schemas.microsoft.com/office/drawing/2014/main" id="{5BD5A409-FA56-E5EF-3E86-57ECF8E7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356" y="3776566"/>
            <a:ext cx="5129893" cy="1427581"/>
          </a:xfrm>
          <a:prstGeom prst="rect">
            <a:avLst/>
          </a:prstGeom>
        </p:spPr>
      </p:pic>
      <p:pic>
        <p:nvPicPr>
          <p:cNvPr id="6" name="Picture 5" descr="A close-up of black text&#10;&#10;Description automatically generated">
            <a:extLst>
              <a:ext uri="{FF2B5EF4-FFF2-40B4-BE49-F238E27FC236}">
                <a16:creationId xmlns:a16="http://schemas.microsoft.com/office/drawing/2014/main" id="{02011A39-7778-B11E-6FDB-01FE0FA25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357" y="1932799"/>
            <a:ext cx="5129892" cy="1284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DE4DE2-0591-E502-AC52-0EA37C6DFB20}"/>
              </a:ext>
            </a:extLst>
          </p:cNvPr>
          <p:cNvSpPr txBox="1"/>
          <p:nvPr/>
        </p:nvSpPr>
        <p:spPr>
          <a:xfrm>
            <a:off x="7796892" y="87085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Try the following cases</a:t>
            </a:r>
          </a:p>
        </p:txBody>
      </p:sp>
    </p:spTree>
    <p:extLst>
      <p:ext uri="{BB962C8B-B14F-4D97-AF65-F5344CB8AC3E}">
        <p14:creationId xmlns:p14="http://schemas.microsoft.com/office/powerpoint/2010/main" val="423929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17007</TotalTime>
  <Words>2094</Words>
  <Application>Microsoft Office PowerPoint</Application>
  <PresentationFormat>Widescreen</PresentationFormat>
  <Paragraphs>245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Recall</vt:lpstr>
      <vt:lpstr>Steps to Create a Function</vt:lpstr>
      <vt:lpstr>Exercise 1: Calculate distance</vt:lpstr>
      <vt:lpstr>PowerPoint Presentation</vt:lpstr>
      <vt:lpstr>Exercise 2: Quadratic Equation Solver</vt:lpstr>
      <vt:lpstr>PowerPoint Presentation</vt:lpstr>
      <vt:lpstr>Exercise 3: Financial Calculator</vt:lpstr>
      <vt:lpstr>PowerPoint Presentation</vt:lpstr>
      <vt:lpstr>PowerPoint Presentation</vt:lpstr>
      <vt:lpstr>Subfunctions</vt:lpstr>
      <vt:lpstr>mainFunction.m</vt:lpstr>
      <vt:lpstr>Circuit Resistance</vt:lpstr>
      <vt:lpstr>Types of resistance configurations</vt:lpstr>
      <vt:lpstr>Types of resistance configurations</vt:lpstr>
      <vt:lpstr>Exercise 4: Electrical Circuit Analysis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Omair Zubairi</dc:creator>
  <cp:lastModifiedBy>Omair Zubairi</cp:lastModifiedBy>
  <cp:revision>1061</cp:revision>
  <cp:lastPrinted>2024-01-09T15:43:08Z</cp:lastPrinted>
  <dcterms:created xsi:type="dcterms:W3CDTF">2023-04-08T15:45:01Z</dcterms:created>
  <dcterms:modified xsi:type="dcterms:W3CDTF">2024-11-06T04:21:38Z</dcterms:modified>
</cp:coreProperties>
</file>
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319" r:id="rId3"/>
    <p:sldId id="320" r:id="rId4"/>
    <p:sldId id="321" r:id="rId5"/>
    <p:sldId id="322" r:id="rId6"/>
    <p:sldId id="350" r:id="rId7"/>
    <p:sldId id="351" r:id="rId8"/>
    <p:sldId id="352" r:id="rId9"/>
    <p:sldId id="353" r:id="rId10"/>
    <p:sldId id="354" r:id="rId11"/>
    <p:sldId id="356" r:id="rId12"/>
    <p:sldId id="355" r:id="rId13"/>
    <p:sldId id="357" r:id="rId14"/>
    <p:sldId id="342" r:id="rId15"/>
    <p:sldId id="345" r:id="rId16"/>
    <p:sldId id="347" r:id="rId1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7E79"/>
    <a:srgbClr val="FF8AD8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63C61-BF31-47E5-33C2-A4CFC22A5ABD}" v="12" dt="2024-11-04T04:57:11.077"/>
    <p1510:client id="{78318B16-2A77-C91C-BE1C-87830C4C9A95}" v="25" dt="2024-11-04T04:30:44.038"/>
    <p1510:client id="{A4424284-2B10-1872-B4C2-AA3B2528559B}" v="1702" dt="2024-11-04T03:29:57.260"/>
    <p1510:client id="{D3BF5E0C-4949-7704-9838-71A0F8D1867D}" v="185" dt="2024-11-04T04:22:22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44"/>
    <p:restoredTop sz="90822"/>
  </p:normalViewPr>
  <p:slideViewPr>
    <p:cSldViewPr snapToGrid="0">
      <p:cViewPr varScale="1">
        <p:scale>
          <a:sx n="115" d="100"/>
          <a:sy n="115" d="100"/>
        </p:scale>
        <p:origin x="148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32" d="100"/>
          <a:sy n="132" d="100"/>
        </p:scale>
        <p:origin x="260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D3BF5E0C-4949-7704-9838-71A0F8D1867D}"/>
    <pc:docChg chg="modSld sldOrd">
      <pc:chgData name="Somak Das" userId="S::sdas@floridapoly.edu::98cebb13-2fc4-4808-95b9-daeb7e6acc01" providerId="AD" clId="Web-{D3BF5E0C-4949-7704-9838-71A0F8D1867D}" dt="2024-11-04T04:22:22.171" v="97" actId="14100"/>
      <pc:docMkLst>
        <pc:docMk/>
      </pc:docMkLst>
      <pc:sldChg chg="delSp modSp ord">
        <pc:chgData name="Somak Das" userId="S::sdas@floridapoly.edu::98cebb13-2fc4-4808-95b9-daeb7e6acc01" providerId="AD" clId="Web-{D3BF5E0C-4949-7704-9838-71A0F8D1867D}" dt="2024-11-04T04:08:34.884" v="45" actId="20577"/>
        <pc:sldMkLst>
          <pc:docMk/>
          <pc:sldMk cId="663919914" sldId="342"/>
        </pc:sldMkLst>
        <pc:spChg chg="del">
          <ac:chgData name="Somak Das" userId="S::sdas@floridapoly.edu::98cebb13-2fc4-4808-95b9-daeb7e6acc01" providerId="AD" clId="Web-{D3BF5E0C-4949-7704-9838-71A0F8D1867D}" dt="2024-11-04T03:58:47.024" v="13"/>
          <ac:spMkLst>
            <pc:docMk/>
            <pc:sldMk cId="663919914" sldId="342"/>
            <ac:spMk id="2" creationId="{F2EC64CF-226F-2DF1-31FB-CD42118B5CAB}"/>
          </ac:spMkLst>
        </pc:spChg>
        <pc:spChg chg="mod">
          <ac:chgData name="Somak Das" userId="S::sdas@floridapoly.edu::98cebb13-2fc4-4808-95b9-daeb7e6acc01" providerId="AD" clId="Web-{D3BF5E0C-4949-7704-9838-71A0F8D1867D}" dt="2024-11-04T04:08:34.884" v="45" actId="20577"/>
          <ac:spMkLst>
            <pc:docMk/>
            <pc:sldMk cId="663919914" sldId="342"/>
            <ac:spMk id="9" creationId="{D55B97F1-1FFA-6676-B46D-87E151515003}"/>
          </ac:spMkLst>
        </pc:spChg>
        <pc:spChg chg="mod">
          <ac:chgData name="Somak Das" userId="S::sdas@floridapoly.edu::98cebb13-2fc4-4808-95b9-daeb7e6acc01" providerId="AD" clId="Web-{D3BF5E0C-4949-7704-9838-71A0F8D1867D}" dt="2024-11-04T03:58:42.414" v="12" actId="20577"/>
          <ac:spMkLst>
            <pc:docMk/>
            <pc:sldMk cId="663919914" sldId="342"/>
            <ac:spMk id="10" creationId="{C9996246-EF2D-EDEE-5D70-FF913E45C39E}"/>
          </ac:spMkLst>
        </pc:spChg>
      </pc:sldChg>
      <pc:sldChg chg="delSp modSp ord">
        <pc:chgData name="Somak Das" userId="S::sdas@floridapoly.edu::98cebb13-2fc4-4808-95b9-daeb7e6acc01" providerId="AD" clId="Web-{D3BF5E0C-4949-7704-9838-71A0F8D1867D}" dt="2024-11-04T04:22:04.061" v="90" actId="20577"/>
        <pc:sldMkLst>
          <pc:docMk/>
          <pc:sldMk cId="2667843203" sldId="345"/>
        </pc:sldMkLst>
        <pc:spChg chg="del">
          <ac:chgData name="Somak Das" userId="S::sdas@floridapoly.edu::98cebb13-2fc4-4808-95b9-daeb7e6acc01" providerId="AD" clId="Web-{D3BF5E0C-4949-7704-9838-71A0F8D1867D}" dt="2024-11-04T04:08:57.009" v="46"/>
          <ac:spMkLst>
            <pc:docMk/>
            <pc:sldMk cId="2667843203" sldId="345"/>
            <ac:spMk id="2" creationId="{F2EC64CF-226F-2DF1-31FB-CD42118B5CAB}"/>
          </ac:spMkLst>
        </pc:spChg>
        <pc:spChg chg="mod">
          <ac:chgData name="Somak Das" userId="S::sdas@floridapoly.edu::98cebb13-2fc4-4808-95b9-daeb7e6acc01" providerId="AD" clId="Web-{D3BF5E0C-4949-7704-9838-71A0F8D1867D}" dt="2024-11-04T04:22:04.061" v="90" actId="20577"/>
          <ac:spMkLst>
            <pc:docMk/>
            <pc:sldMk cId="2667843203" sldId="345"/>
            <ac:spMk id="3" creationId="{55C92028-7E3C-6FED-DE82-08123B87EDAC}"/>
          </ac:spMkLst>
        </pc:spChg>
        <pc:spChg chg="mod">
          <ac:chgData name="Somak Das" userId="S::sdas@floridapoly.edu::98cebb13-2fc4-4808-95b9-daeb7e6acc01" providerId="AD" clId="Web-{D3BF5E0C-4949-7704-9838-71A0F8D1867D}" dt="2024-11-04T04:09:04.213" v="49" actId="20577"/>
          <ac:spMkLst>
            <pc:docMk/>
            <pc:sldMk cId="2667843203" sldId="345"/>
            <ac:spMk id="10" creationId="{C9996246-EF2D-EDEE-5D70-FF913E45C39E}"/>
          </ac:spMkLst>
        </pc:spChg>
        <pc:picChg chg="mod">
          <ac:chgData name="Somak Das" userId="S::sdas@floridapoly.edu::98cebb13-2fc4-4808-95b9-daeb7e6acc01" providerId="AD" clId="Web-{D3BF5E0C-4949-7704-9838-71A0F8D1867D}" dt="2024-11-04T04:10:16.183" v="88" actId="1076"/>
          <ac:picMkLst>
            <pc:docMk/>
            <pc:sldMk cId="2667843203" sldId="345"/>
            <ac:picMk id="6" creationId="{2D66FAE9-E9DF-C528-CB36-A78C9C60CCA3}"/>
          </ac:picMkLst>
        </pc:picChg>
      </pc:sldChg>
      <pc:sldChg chg="modSp ord">
        <pc:chgData name="Somak Das" userId="S::sdas@floridapoly.edu::98cebb13-2fc4-4808-95b9-daeb7e6acc01" providerId="AD" clId="Web-{D3BF5E0C-4949-7704-9838-71A0F8D1867D}" dt="2024-11-04T04:22:22.171" v="97" actId="14100"/>
        <pc:sldMkLst>
          <pc:docMk/>
          <pc:sldMk cId="1649386118" sldId="347"/>
        </pc:sldMkLst>
        <pc:spChg chg="mod">
          <ac:chgData name="Somak Das" userId="S::sdas@floridapoly.edu::98cebb13-2fc4-4808-95b9-daeb7e6acc01" providerId="AD" clId="Web-{D3BF5E0C-4949-7704-9838-71A0F8D1867D}" dt="2024-11-04T04:22:22.171" v="97" actId="14100"/>
          <ac:spMkLst>
            <pc:docMk/>
            <pc:sldMk cId="1649386118" sldId="347"/>
            <ac:spMk id="2" creationId="{F2EC64CF-226F-2DF1-31FB-CD42118B5CAB}"/>
          </ac:spMkLst>
        </pc:spChg>
      </pc:sldChg>
    </pc:docChg>
  </pc:docChgLst>
  <pc:docChgLst>
    <pc:chgData name="Somak Das" userId="S::sdas@floridapoly.edu::98cebb13-2fc4-4808-95b9-daeb7e6acc01" providerId="AD" clId="Web-{A4424284-2B10-1872-B4C2-AA3B2528559B}"/>
    <pc:docChg chg="addSld modSld">
      <pc:chgData name="Somak Das" userId="S::sdas@floridapoly.edu::98cebb13-2fc4-4808-95b9-daeb7e6acc01" providerId="AD" clId="Web-{A4424284-2B10-1872-B4C2-AA3B2528559B}" dt="2024-11-04T03:29:56.994" v="1306" actId="20577"/>
      <pc:docMkLst>
        <pc:docMk/>
      </pc:docMkLst>
      <pc:sldChg chg="delSp">
        <pc:chgData name="Somak Das" userId="S::sdas@floridapoly.edu::98cebb13-2fc4-4808-95b9-daeb7e6acc01" providerId="AD" clId="Web-{A4424284-2B10-1872-B4C2-AA3B2528559B}" dt="2024-11-04T03:29:12.900" v="1302"/>
        <pc:sldMkLst>
          <pc:docMk/>
          <pc:sldMk cId="4224942758" sldId="319"/>
        </pc:sldMkLst>
        <pc:spChg chg="del">
          <ac:chgData name="Somak Das" userId="S::sdas@floridapoly.edu::98cebb13-2fc4-4808-95b9-daeb7e6acc01" providerId="AD" clId="Web-{A4424284-2B10-1872-B4C2-AA3B2528559B}" dt="2024-11-04T03:29:12.900" v="1302"/>
          <ac:spMkLst>
            <pc:docMk/>
            <pc:sldMk cId="4224942758" sldId="319"/>
            <ac:spMk id="10" creationId="{C9996246-EF2D-EDEE-5D70-FF913E45C39E}"/>
          </ac:spMkLst>
        </pc:spChg>
      </pc:sldChg>
      <pc:sldChg chg="delSp">
        <pc:chgData name="Somak Das" userId="S::sdas@floridapoly.edu::98cebb13-2fc4-4808-95b9-daeb7e6acc01" providerId="AD" clId="Web-{A4424284-2B10-1872-B4C2-AA3B2528559B}" dt="2024-11-04T03:29:20.915" v="1303"/>
        <pc:sldMkLst>
          <pc:docMk/>
          <pc:sldMk cId="3798611578" sldId="320"/>
        </pc:sldMkLst>
        <pc:spChg chg="del">
          <ac:chgData name="Somak Das" userId="S::sdas@floridapoly.edu::98cebb13-2fc4-4808-95b9-daeb7e6acc01" providerId="AD" clId="Web-{A4424284-2B10-1872-B4C2-AA3B2528559B}" dt="2024-11-04T03:29:20.915" v="1303"/>
          <ac:spMkLst>
            <pc:docMk/>
            <pc:sldMk cId="3798611578" sldId="320"/>
            <ac:spMk id="10" creationId="{C9996246-EF2D-EDEE-5D70-FF913E45C39E}"/>
          </ac:spMkLst>
        </pc:spChg>
      </pc:sldChg>
      <pc:sldChg chg="delSp modSp">
        <pc:chgData name="Somak Das" userId="S::sdas@floridapoly.edu::98cebb13-2fc4-4808-95b9-daeb7e6acc01" providerId="AD" clId="Web-{A4424284-2B10-1872-B4C2-AA3B2528559B}" dt="2024-11-04T03:29:28.541" v="1304"/>
        <pc:sldMkLst>
          <pc:docMk/>
          <pc:sldMk cId="741435782" sldId="321"/>
        </pc:sldMkLst>
        <pc:spChg chg="del mod">
          <ac:chgData name="Somak Das" userId="S::sdas@floridapoly.edu::98cebb13-2fc4-4808-95b9-daeb7e6acc01" providerId="AD" clId="Web-{A4424284-2B10-1872-B4C2-AA3B2528559B}" dt="2024-11-04T03:29:28.541" v="1304"/>
          <ac:spMkLst>
            <pc:docMk/>
            <pc:sldMk cId="741435782" sldId="321"/>
            <ac:spMk id="10" creationId="{C9996246-EF2D-EDEE-5D70-FF913E45C39E}"/>
          </ac:spMkLst>
        </pc:spChg>
      </pc:sldChg>
      <pc:sldChg chg="delSp modSp">
        <pc:chgData name="Somak Das" userId="S::sdas@floridapoly.edu::98cebb13-2fc4-4808-95b9-daeb7e6acc01" providerId="AD" clId="Web-{A4424284-2B10-1872-B4C2-AA3B2528559B}" dt="2024-11-04T03:28:52.623" v="1301"/>
        <pc:sldMkLst>
          <pc:docMk/>
          <pc:sldMk cId="1529449503" sldId="322"/>
        </pc:sldMkLst>
        <pc:spChg chg="del mod">
          <ac:chgData name="Somak Das" userId="S::sdas@floridapoly.edu::98cebb13-2fc4-4808-95b9-daeb7e6acc01" providerId="AD" clId="Web-{A4424284-2B10-1872-B4C2-AA3B2528559B}" dt="2024-11-04T03:28:52.623" v="1301"/>
          <ac:spMkLst>
            <pc:docMk/>
            <pc:sldMk cId="1529449503" sldId="322"/>
            <ac:spMk id="10" creationId="{C9996246-EF2D-EDEE-5D70-FF913E45C39E}"/>
          </ac:spMkLst>
        </pc:spChg>
      </pc:sldChg>
      <pc:sldChg chg="addSp delSp modSp new">
        <pc:chgData name="Somak Das" userId="S::sdas@floridapoly.edu::98cebb13-2fc4-4808-95b9-daeb7e6acc01" providerId="AD" clId="Web-{A4424284-2B10-1872-B4C2-AA3B2528559B}" dt="2024-11-03T20:02:04.132" v="10" actId="1076"/>
        <pc:sldMkLst>
          <pc:docMk/>
          <pc:sldMk cId="2144009421" sldId="350"/>
        </pc:sldMkLst>
        <pc:spChg chg="del">
          <ac:chgData name="Somak Das" userId="S::sdas@floridapoly.edu::98cebb13-2fc4-4808-95b9-daeb7e6acc01" providerId="AD" clId="Web-{A4424284-2B10-1872-B4C2-AA3B2528559B}" dt="2024-11-03T19:59:40.300" v="2"/>
          <ac:spMkLst>
            <pc:docMk/>
            <pc:sldMk cId="2144009421" sldId="350"/>
            <ac:spMk id="2" creationId="{C4D93B5E-9259-380C-957A-4E17B7806EAF}"/>
          </ac:spMkLst>
        </pc:spChg>
        <pc:spChg chg="del">
          <ac:chgData name="Somak Das" userId="S::sdas@floridapoly.edu::98cebb13-2fc4-4808-95b9-daeb7e6acc01" providerId="AD" clId="Web-{A4424284-2B10-1872-B4C2-AA3B2528559B}" dt="2024-11-03T19:59:40.300" v="1"/>
          <ac:spMkLst>
            <pc:docMk/>
            <pc:sldMk cId="2144009421" sldId="350"/>
            <ac:spMk id="3" creationId="{FB5AF127-C52E-0DDD-9EE4-72C6B24E8355}"/>
          </ac:spMkLst>
        </pc:spChg>
        <pc:picChg chg="add mod">
          <ac:chgData name="Somak Das" userId="S::sdas@floridapoly.edu::98cebb13-2fc4-4808-95b9-daeb7e6acc01" providerId="AD" clId="Web-{A4424284-2B10-1872-B4C2-AA3B2528559B}" dt="2024-11-03T20:02:04.132" v="10" actId="1076"/>
          <ac:picMkLst>
            <pc:docMk/>
            <pc:sldMk cId="2144009421" sldId="350"/>
            <ac:picMk id="4" creationId="{23CBDCFE-FE55-16B2-1175-838B2BC579A2}"/>
          </ac:picMkLst>
        </pc:picChg>
      </pc:sldChg>
      <pc:sldChg chg="addSp delSp modSp add replId addAnim">
        <pc:chgData name="Somak Das" userId="S::sdas@floridapoly.edu::98cebb13-2fc4-4808-95b9-daeb7e6acc01" providerId="AD" clId="Web-{A4424284-2B10-1872-B4C2-AA3B2528559B}" dt="2024-11-03T21:16:34.945" v="337" actId="20577"/>
        <pc:sldMkLst>
          <pc:docMk/>
          <pc:sldMk cId="163066799" sldId="351"/>
        </pc:sldMkLst>
        <pc:spChg chg="add del">
          <ac:chgData name="Somak Das" userId="S::sdas@floridapoly.edu::98cebb13-2fc4-4808-95b9-daeb7e6acc01" providerId="AD" clId="Web-{A4424284-2B10-1872-B4C2-AA3B2528559B}" dt="2024-11-03T20:21:49.374" v="17"/>
          <ac:spMkLst>
            <pc:docMk/>
            <pc:sldMk cId="163066799" sldId="351"/>
            <ac:spMk id="3" creationId="{D5A12378-531C-B121-A05F-0E6F3AEB8D53}"/>
          </ac:spMkLst>
        </pc:spChg>
        <pc:spChg chg="add mod">
          <ac:chgData name="Somak Das" userId="S::sdas@floridapoly.edu::98cebb13-2fc4-4808-95b9-daeb7e6acc01" providerId="AD" clId="Web-{A4424284-2B10-1872-B4C2-AA3B2528559B}" dt="2024-11-03T21:00:17.458" v="216" actId="1076"/>
          <ac:spMkLst>
            <pc:docMk/>
            <pc:sldMk cId="163066799" sldId="351"/>
            <ac:spMk id="5" creationId="{A380D0DD-DF8A-0995-3084-8FCBA8B97B3C}"/>
          </ac:spMkLst>
        </pc:spChg>
        <pc:spChg chg="add mod">
          <ac:chgData name="Somak Das" userId="S::sdas@floridapoly.edu::98cebb13-2fc4-4808-95b9-daeb7e6acc01" providerId="AD" clId="Web-{A4424284-2B10-1872-B4C2-AA3B2528559B}" dt="2024-11-03T21:00:17.458" v="217" actId="1076"/>
          <ac:spMkLst>
            <pc:docMk/>
            <pc:sldMk cId="163066799" sldId="351"/>
            <ac:spMk id="6" creationId="{F4248269-EC6F-F197-FDA5-5A165CC7ACCA}"/>
          </ac:spMkLst>
        </pc:spChg>
        <pc:spChg chg="add mod">
          <ac:chgData name="Somak Das" userId="S::sdas@floridapoly.edu::98cebb13-2fc4-4808-95b9-daeb7e6acc01" providerId="AD" clId="Web-{A4424284-2B10-1872-B4C2-AA3B2528559B}" dt="2024-11-03T21:00:17.458" v="218" actId="1076"/>
          <ac:spMkLst>
            <pc:docMk/>
            <pc:sldMk cId="163066799" sldId="351"/>
            <ac:spMk id="7" creationId="{2A21333F-2876-DC1E-5F7A-462BAC2CA536}"/>
          </ac:spMkLst>
        </pc:spChg>
        <pc:spChg chg="add mod">
          <ac:chgData name="Somak Das" userId="S::sdas@floridapoly.edu::98cebb13-2fc4-4808-95b9-daeb7e6acc01" providerId="AD" clId="Web-{A4424284-2B10-1872-B4C2-AA3B2528559B}" dt="2024-11-03T20:37:33.761" v="171" actId="1076"/>
          <ac:spMkLst>
            <pc:docMk/>
            <pc:sldMk cId="163066799" sldId="351"/>
            <ac:spMk id="9" creationId="{2D28AA8D-CDF1-8A86-BEA1-B609CBBA3AB9}"/>
          </ac:spMkLst>
        </pc:spChg>
        <pc:spChg chg="add mod">
          <ac:chgData name="Somak Das" userId="S::sdas@floridapoly.edu::98cebb13-2fc4-4808-95b9-daeb7e6acc01" providerId="AD" clId="Web-{A4424284-2B10-1872-B4C2-AA3B2528559B}" dt="2024-11-03T20:37:44.277" v="173" actId="1076"/>
          <ac:spMkLst>
            <pc:docMk/>
            <pc:sldMk cId="163066799" sldId="351"/>
            <ac:spMk id="10" creationId="{87625387-5C4F-3355-DCEA-F5B0506DD940}"/>
          </ac:spMkLst>
        </pc:spChg>
        <pc:spChg chg="add mod">
          <ac:chgData name="Somak Das" userId="S::sdas@floridapoly.edu::98cebb13-2fc4-4808-95b9-daeb7e6acc01" providerId="AD" clId="Web-{A4424284-2B10-1872-B4C2-AA3B2528559B}" dt="2024-11-03T21:16:34.945" v="337" actId="20577"/>
          <ac:spMkLst>
            <pc:docMk/>
            <pc:sldMk cId="163066799" sldId="351"/>
            <ac:spMk id="11" creationId="{2C397E17-9689-0F59-D86F-69A33C005692}"/>
          </ac:spMkLst>
        </pc:spChg>
        <pc:spChg chg="add mod">
          <ac:chgData name="Somak Das" userId="S::sdas@floridapoly.edu::98cebb13-2fc4-4808-95b9-daeb7e6acc01" providerId="AD" clId="Web-{A4424284-2B10-1872-B4C2-AA3B2528559B}" dt="2024-11-03T20:43:51.820" v="188"/>
          <ac:spMkLst>
            <pc:docMk/>
            <pc:sldMk cId="163066799" sldId="351"/>
            <ac:spMk id="17" creationId="{0B516399-E094-90A1-B8FC-A562ABEC8D91}"/>
          </ac:spMkLst>
        </pc:spChg>
        <pc:spChg chg="add mod">
          <ac:chgData name="Somak Das" userId="S::sdas@floridapoly.edu::98cebb13-2fc4-4808-95b9-daeb7e6acc01" providerId="AD" clId="Web-{A4424284-2B10-1872-B4C2-AA3B2528559B}" dt="2024-11-03T21:16:21.413" v="335" actId="1076"/>
          <ac:spMkLst>
            <pc:docMk/>
            <pc:sldMk cId="163066799" sldId="351"/>
            <ac:spMk id="18" creationId="{9C0C1EED-789A-C2A8-3DB5-F822DB1637CF}"/>
          </ac:spMkLst>
        </pc:spChg>
        <pc:spChg chg="add mod">
          <ac:chgData name="Somak Das" userId="S::sdas@floridapoly.edu::98cebb13-2fc4-4808-95b9-daeb7e6acc01" providerId="AD" clId="Web-{A4424284-2B10-1872-B4C2-AA3B2528559B}" dt="2024-11-03T21:12:55.094" v="324" actId="20577"/>
          <ac:spMkLst>
            <pc:docMk/>
            <pc:sldMk cId="163066799" sldId="351"/>
            <ac:spMk id="19" creationId="{5A7C4788-5DB9-B8F5-A2A5-ADCC321F6390}"/>
          </ac:spMkLst>
        </pc:spChg>
        <pc:spChg chg="add mod">
          <ac:chgData name="Somak Das" userId="S::sdas@floridapoly.edu::98cebb13-2fc4-4808-95b9-daeb7e6acc01" providerId="AD" clId="Web-{A4424284-2B10-1872-B4C2-AA3B2528559B}" dt="2024-11-03T21:00:35.318" v="227" actId="14100"/>
          <ac:spMkLst>
            <pc:docMk/>
            <pc:sldMk cId="163066799" sldId="351"/>
            <ac:spMk id="20" creationId="{83DAAB71-64AA-95A7-E980-ACF91217792C}"/>
          </ac:spMkLst>
        </pc:spChg>
        <pc:picChg chg="add mod">
          <ac:chgData name="Somak Das" userId="S::sdas@floridapoly.edu::98cebb13-2fc4-4808-95b9-daeb7e6acc01" providerId="AD" clId="Web-{A4424284-2B10-1872-B4C2-AA3B2528559B}" dt="2024-11-03T21:00:17.443" v="215" actId="1076"/>
          <ac:picMkLst>
            <pc:docMk/>
            <pc:sldMk cId="163066799" sldId="351"/>
            <ac:picMk id="2" creationId="{E850A830-7C9F-00F8-BF35-658CED23CE29}"/>
          </ac:picMkLst>
        </pc:picChg>
        <pc:picChg chg="del">
          <ac:chgData name="Somak Das" userId="S::sdas@floridapoly.edu::98cebb13-2fc4-4808-95b9-daeb7e6acc01" providerId="AD" clId="Web-{A4424284-2B10-1872-B4C2-AA3B2528559B}" dt="2024-11-03T20:15:27.859" v="12"/>
          <ac:picMkLst>
            <pc:docMk/>
            <pc:sldMk cId="163066799" sldId="351"/>
            <ac:picMk id="4" creationId="{23CBDCFE-FE55-16B2-1175-838B2BC579A2}"/>
          </ac:picMkLst>
        </pc:picChg>
        <pc:picChg chg="add mod">
          <ac:chgData name="Somak Das" userId="S::sdas@floridapoly.edu::98cebb13-2fc4-4808-95b9-daeb7e6acc01" providerId="AD" clId="Web-{A4424284-2B10-1872-B4C2-AA3B2528559B}" dt="2024-11-03T20:26:33.445" v="45" actId="1076"/>
          <ac:picMkLst>
            <pc:docMk/>
            <pc:sldMk cId="163066799" sldId="351"/>
            <ac:picMk id="8" creationId="{19873A14-55B5-12EA-CC47-5B287D742342}"/>
          </ac:picMkLst>
        </pc:picChg>
        <pc:cxnChg chg="add mod">
          <ac:chgData name="Somak Das" userId="S::sdas@floridapoly.edu::98cebb13-2fc4-4808-95b9-daeb7e6acc01" providerId="AD" clId="Web-{A4424284-2B10-1872-B4C2-AA3B2528559B}" dt="2024-11-03T21:00:17.474" v="219" actId="1076"/>
          <ac:cxnSpMkLst>
            <pc:docMk/>
            <pc:sldMk cId="163066799" sldId="351"/>
            <ac:cxnSpMk id="12" creationId="{48356989-D1C7-C946-4A07-A1ED17F5A599}"/>
          </ac:cxnSpMkLst>
        </pc:cxnChg>
        <pc:cxnChg chg="add mod">
          <ac:chgData name="Somak Das" userId="S::sdas@floridapoly.edu::98cebb13-2fc4-4808-95b9-daeb7e6acc01" providerId="AD" clId="Web-{A4424284-2B10-1872-B4C2-AA3B2528559B}" dt="2024-11-03T21:00:17.474" v="220" actId="1076"/>
          <ac:cxnSpMkLst>
            <pc:docMk/>
            <pc:sldMk cId="163066799" sldId="351"/>
            <ac:cxnSpMk id="13" creationId="{57EAFEA6-3B4B-4A68-4BC7-F6F259C272B6}"/>
          </ac:cxnSpMkLst>
        </pc:cxnChg>
        <pc:cxnChg chg="add mod">
          <ac:chgData name="Somak Das" userId="S::sdas@floridapoly.edu::98cebb13-2fc4-4808-95b9-daeb7e6acc01" providerId="AD" clId="Web-{A4424284-2B10-1872-B4C2-AA3B2528559B}" dt="2024-11-03T21:00:17.474" v="221" actId="1076"/>
          <ac:cxnSpMkLst>
            <pc:docMk/>
            <pc:sldMk cId="163066799" sldId="351"/>
            <ac:cxnSpMk id="14" creationId="{9C08F450-A5EE-81D0-1569-BE02927411E1}"/>
          </ac:cxnSpMkLst>
        </pc:cxnChg>
        <pc:cxnChg chg="add mod">
          <ac:chgData name="Somak Das" userId="S::sdas@floridapoly.edu::98cebb13-2fc4-4808-95b9-daeb7e6acc01" providerId="AD" clId="Web-{A4424284-2B10-1872-B4C2-AA3B2528559B}" dt="2024-11-03T20:37:37.480" v="172" actId="14100"/>
          <ac:cxnSpMkLst>
            <pc:docMk/>
            <pc:sldMk cId="163066799" sldId="351"/>
            <ac:cxnSpMk id="15" creationId="{34945C58-0C7E-9897-B9AB-CA66712C7A7B}"/>
          </ac:cxnSpMkLst>
        </pc:cxnChg>
        <pc:cxnChg chg="add mod">
          <ac:chgData name="Somak Das" userId="S::sdas@floridapoly.edu::98cebb13-2fc4-4808-95b9-daeb7e6acc01" providerId="AD" clId="Web-{A4424284-2B10-1872-B4C2-AA3B2528559B}" dt="2024-11-03T20:38:01.840" v="175" actId="14100"/>
          <ac:cxnSpMkLst>
            <pc:docMk/>
            <pc:sldMk cId="163066799" sldId="351"/>
            <ac:cxnSpMk id="16" creationId="{DDA39C1A-B7FC-31DE-364A-02209E39C0D6}"/>
          </ac:cxnSpMkLst>
        </pc:cxnChg>
      </pc:sldChg>
      <pc:sldChg chg="addSp delSp modSp new">
        <pc:chgData name="Somak Das" userId="S::sdas@floridapoly.edu::98cebb13-2fc4-4808-95b9-daeb7e6acc01" providerId="AD" clId="Web-{A4424284-2B10-1872-B4C2-AA3B2528559B}" dt="2024-11-03T22:35:54.033" v="406" actId="1076"/>
        <pc:sldMkLst>
          <pc:docMk/>
          <pc:sldMk cId="1373058955" sldId="352"/>
        </pc:sldMkLst>
        <pc:spChg chg="del">
          <ac:chgData name="Somak Das" userId="S::sdas@floridapoly.edu::98cebb13-2fc4-4808-95b9-daeb7e6acc01" providerId="AD" clId="Web-{A4424284-2B10-1872-B4C2-AA3B2528559B}" dt="2024-11-03T21:21:20" v="339"/>
          <ac:spMkLst>
            <pc:docMk/>
            <pc:sldMk cId="1373058955" sldId="352"/>
            <ac:spMk id="2" creationId="{41A72246-145B-6BE1-EB5E-71C3F42AD683}"/>
          </ac:spMkLst>
        </pc:spChg>
        <pc:spChg chg="mod">
          <ac:chgData name="Somak Das" userId="S::sdas@floridapoly.edu::98cebb13-2fc4-4808-95b9-daeb7e6acc01" providerId="AD" clId="Web-{A4424284-2B10-1872-B4C2-AA3B2528559B}" dt="2024-11-03T22:31:21.445" v="401" actId="14100"/>
          <ac:spMkLst>
            <pc:docMk/>
            <pc:sldMk cId="1373058955" sldId="352"/>
            <ac:spMk id="3" creationId="{4D3E5242-19F9-F7D4-AAE9-EDA2DFB76466}"/>
          </ac:spMkLst>
        </pc:spChg>
        <pc:picChg chg="add mod">
          <ac:chgData name="Somak Das" userId="S::sdas@floridapoly.edu::98cebb13-2fc4-4808-95b9-daeb7e6acc01" providerId="AD" clId="Web-{A4424284-2B10-1872-B4C2-AA3B2528559B}" dt="2024-11-03T22:35:54.033" v="406" actId="1076"/>
          <ac:picMkLst>
            <pc:docMk/>
            <pc:sldMk cId="1373058955" sldId="352"/>
            <ac:picMk id="2" creationId="{44B51497-2B5B-415E-55CB-36ED7AF5D043}"/>
          </ac:picMkLst>
        </pc:picChg>
        <pc:picChg chg="add mod">
          <ac:chgData name="Somak Das" userId="S::sdas@floridapoly.edu::98cebb13-2fc4-4808-95b9-daeb7e6acc01" providerId="AD" clId="Web-{A4424284-2B10-1872-B4C2-AA3B2528559B}" dt="2024-11-03T22:35:37.860" v="404" actId="1076"/>
          <ac:picMkLst>
            <pc:docMk/>
            <pc:sldMk cId="1373058955" sldId="352"/>
            <ac:picMk id="4" creationId="{CF781133-2C95-87EB-B16A-2CE55D2EAD8F}"/>
          </ac:picMkLst>
        </pc:picChg>
      </pc:sldChg>
      <pc:sldChg chg="addSp delSp modSp new">
        <pc:chgData name="Somak Das" userId="S::sdas@floridapoly.edu::98cebb13-2fc4-4808-95b9-daeb7e6acc01" providerId="AD" clId="Web-{A4424284-2B10-1872-B4C2-AA3B2528559B}" dt="2024-11-03T22:45:15.364" v="632" actId="1076"/>
        <pc:sldMkLst>
          <pc:docMk/>
          <pc:sldMk cId="1367533697" sldId="353"/>
        </pc:sldMkLst>
        <pc:spChg chg="mod">
          <ac:chgData name="Somak Das" userId="S::sdas@floridapoly.edu::98cebb13-2fc4-4808-95b9-daeb7e6acc01" providerId="AD" clId="Web-{A4424284-2B10-1872-B4C2-AA3B2528559B}" dt="2024-11-03T22:45:15.364" v="632" actId="1076"/>
          <ac:spMkLst>
            <pc:docMk/>
            <pc:sldMk cId="1367533697" sldId="353"/>
            <ac:spMk id="2" creationId="{A0615E15-C9A6-CB47-D73F-0F35E71150AD}"/>
          </ac:spMkLst>
        </pc:spChg>
        <pc:spChg chg="del">
          <ac:chgData name="Somak Das" userId="S::sdas@floridapoly.edu::98cebb13-2fc4-4808-95b9-daeb7e6acc01" providerId="AD" clId="Web-{A4424284-2B10-1872-B4C2-AA3B2528559B}" dt="2024-11-03T22:36:28.206" v="410"/>
          <ac:spMkLst>
            <pc:docMk/>
            <pc:sldMk cId="1367533697" sldId="353"/>
            <ac:spMk id="3" creationId="{D3243611-30A7-45A7-E8D4-6AE713684384}"/>
          </ac:spMkLst>
        </pc:spChg>
        <pc:spChg chg="add mod">
          <ac:chgData name="Somak Das" userId="S::sdas@floridapoly.edu::98cebb13-2fc4-4808-95b9-daeb7e6acc01" providerId="AD" clId="Web-{A4424284-2B10-1872-B4C2-AA3B2528559B}" dt="2024-11-03T22:45:03.630" v="631" actId="1076"/>
          <ac:spMkLst>
            <pc:docMk/>
            <pc:sldMk cId="1367533697" sldId="353"/>
            <ac:spMk id="5" creationId="{CB5CDBCD-C828-052D-8394-63A54897A920}"/>
          </ac:spMkLst>
        </pc:spChg>
        <pc:picChg chg="add mod ord">
          <ac:chgData name="Somak Das" userId="S::sdas@floridapoly.edu::98cebb13-2fc4-4808-95b9-daeb7e6acc01" providerId="AD" clId="Web-{A4424284-2B10-1872-B4C2-AA3B2528559B}" dt="2024-11-03T22:36:58.160" v="423" actId="1076"/>
          <ac:picMkLst>
            <pc:docMk/>
            <pc:sldMk cId="1367533697" sldId="353"/>
            <ac:picMk id="4" creationId="{0EAD4212-0C72-7235-4822-DDE5D44ECA13}"/>
          </ac:picMkLst>
        </pc:picChg>
      </pc:sldChg>
      <pc:sldChg chg="addSp modSp new">
        <pc:chgData name="Somak Das" userId="S::sdas@floridapoly.edu::98cebb13-2fc4-4808-95b9-daeb7e6acc01" providerId="AD" clId="Web-{A4424284-2B10-1872-B4C2-AA3B2528559B}" dt="2024-11-03T23:06:36.773" v="806" actId="20577"/>
        <pc:sldMkLst>
          <pc:docMk/>
          <pc:sldMk cId="891526949" sldId="354"/>
        </pc:sldMkLst>
        <pc:spChg chg="mod">
          <ac:chgData name="Somak Das" userId="S::sdas@floridapoly.edu::98cebb13-2fc4-4808-95b9-daeb7e6acc01" providerId="AD" clId="Web-{A4424284-2B10-1872-B4C2-AA3B2528559B}" dt="2024-11-03T22:54:58.979" v="791"/>
          <ac:spMkLst>
            <pc:docMk/>
            <pc:sldMk cId="891526949" sldId="354"/>
            <ac:spMk id="2" creationId="{A05FA142-F39B-D3B4-A990-53EC8BFA77AB}"/>
          </ac:spMkLst>
        </pc:spChg>
        <pc:spChg chg="mod">
          <ac:chgData name="Somak Das" userId="S::sdas@floridapoly.edu::98cebb13-2fc4-4808-95b9-daeb7e6acc01" providerId="AD" clId="Web-{A4424284-2B10-1872-B4C2-AA3B2528559B}" dt="2024-11-03T23:06:36.773" v="806" actId="20577"/>
          <ac:spMkLst>
            <pc:docMk/>
            <pc:sldMk cId="891526949" sldId="354"/>
            <ac:spMk id="3" creationId="{492207F4-D75B-FFF7-DA98-CD429148C562}"/>
          </ac:spMkLst>
        </pc:spChg>
        <pc:picChg chg="add mod">
          <ac:chgData name="Somak Das" userId="S::sdas@floridapoly.edu::98cebb13-2fc4-4808-95b9-daeb7e6acc01" providerId="AD" clId="Web-{A4424284-2B10-1872-B4C2-AA3B2528559B}" dt="2024-11-03T23:04:25.096" v="798" actId="1076"/>
          <ac:picMkLst>
            <pc:docMk/>
            <pc:sldMk cId="891526949" sldId="354"/>
            <ac:picMk id="4" creationId="{DB72AB59-722D-E0C8-CB1D-DE60F695B5C8}"/>
          </ac:picMkLst>
        </pc:picChg>
      </pc:sldChg>
      <pc:sldChg chg="addSp modSp new">
        <pc:chgData name="Somak Das" userId="S::sdas@floridapoly.edu::98cebb13-2fc4-4808-95b9-daeb7e6acc01" providerId="AD" clId="Web-{A4424284-2B10-1872-B4C2-AA3B2528559B}" dt="2024-11-03T23:52:58.960" v="1052" actId="14100"/>
        <pc:sldMkLst>
          <pc:docMk/>
          <pc:sldMk cId="251207861" sldId="355"/>
        </pc:sldMkLst>
        <pc:spChg chg="mod">
          <ac:chgData name="Somak Das" userId="S::sdas@floridapoly.edu::98cebb13-2fc4-4808-95b9-daeb7e6acc01" providerId="AD" clId="Web-{A4424284-2B10-1872-B4C2-AA3B2528559B}" dt="2024-11-03T23:51:06.269" v="1049" actId="1076"/>
          <ac:spMkLst>
            <pc:docMk/>
            <pc:sldMk cId="251207861" sldId="355"/>
            <ac:spMk id="2" creationId="{0EC82F58-1DCC-4412-3A27-7664B1977909}"/>
          </ac:spMkLst>
        </pc:spChg>
        <pc:spChg chg="mod">
          <ac:chgData name="Somak Das" userId="S::sdas@floridapoly.edu::98cebb13-2fc4-4808-95b9-daeb7e6acc01" providerId="AD" clId="Web-{A4424284-2B10-1872-B4C2-AA3B2528559B}" dt="2024-11-03T23:50:35.862" v="1047" actId="1076"/>
          <ac:spMkLst>
            <pc:docMk/>
            <pc:sldMk cId="251207861" sldId="355"/>
            <ac:spMk id="3" creationId="{33E5EE85-1759-15D3-605E-111AECFB2F62}"/>
          </ac:spMkLst>
        </pc:spChg>
        <pc:picChg chg="add mod">
          <ac:chgData name="Somak Das" userId="S::sdas@floridapoly.edu::98cebb13-2fc4-4808-95b9-daeb7e6acc01" providerId="AD" clId="Web-{A4424284-2B10-1872-B4C2-AA3B2528559B}" dt="2024-11-03T23:50:51.206" v="1048" actId="1076"/>
          <ac:picMkLst>
            <pc:docMk/>
            <pc:sldMk cId="251207861" sldId="355"/>
            <ac:picMk id="4" creationId="{6D5FFA92-291C-10B4-FB75-CB890B5DF28E}"/>
          </ac:picMkLst>
        </pc:picChg>
        <pc:picChg chg="add mod">
          <ac:chgData name="Somak Das" userId="S::sdas@floridapoly.edu::98cebb13-2fc4-4808-95b9-daeb7e6acc01" providerId="AD" clId="Web-{A4424284-2B10-1872-B4C2-AA3B2528559B}" dt="2024-11-03T23:52:58.960" v="1052" actId="14100"/>
          <ac:picMkLst>
            <pc:docMk/>
            <pc:sldMk cId="251207861" sldId="355"/>
            <ac:picMk id="5" creationId="{E3D02B4A-A313-B726-DA31-1EFE57A63264}"/>
          </ac:picMkLst>
        </pc:picChg>
      </pc:sldChg>
      <pc:sldChg chg="addSp delSp modSp add replId">
        <pc:chgData name="Somak Das" userId="S::sdas@floridapoly.edu::98cebb13-2fc4-4808-95b9-daeb7e6acc01" providerId="AD" clId="Web-{A4424284-2B10-1872-B4C2-AA3B2528559B}" dt="2024-11-03T23:26:47.049" v="900" actId="1076"/>
        <pc:sldMkLst>
          <pc:docMk/>
          <pc:sldMk cId="1164071190" sldId="356"/>
        </pc:sldMkLst>
        <pc:spChg chg="del">
          <ac:chgData name="Somak Das" userId="S::sdas@floridapoly.edu::98cebb13-2fc4-4808-95b9-daeb7e6acc01" providerId="AD" clId="Web-{A4424284-2B10-1872-B4C2-AA3B2528559B}" dt="2024-11-03T23:07:08.789" v="809"/>
          <ac:spMkLst>
            <pc:docMk/>
            <pc:sldMk cId="1164071190" sldId="356"/>
            <ac:spMk id="2" creationId="{A05FA142-F39B-D3B4-A990-53EC8BFA77AB}"/>
          </ac:spMkLst>
        </pc:spChg>
        <pc:spChg chg="mod">
          <ac:chgData name="Somak Das" userId="S::sdas@floridapoly.edu::98cebb13-2fc4-4808-95b9-daeb7e6acc01" providerId="AD" clId="Web-{A4424284-2B10-1872-B4C2-AA3B2528559B}" dt="2024-11-03T23:26:47.049" v="900" actId="1076"/>
          <ac:spMkLst>
            <pc:docMk/>
            <pc:sldMk cId="1164071190" sldId="356"/>
            <ac:spMk id="3" creationId="{492207F4-D75B-FFF7-DA98-CD429148C562}"/>
          </ac:spMkLst>
        </pc:spChg>
        <pc:spChg chg="add del mod">
          <ac:chgData name="Somak Das" userId="S::sdas@floridapoly.edu::98cebb13-2fc4-4808-95b9-daeb7e6acc01" providerId="AD" clId="Web-{A4424284-2B10-1872-B4C2-AA3B2528559B}" dt="2024-11-03T23:07:12.743" v="810"/>
          <ac:spMkLst>
            <pc:docMk/>
            <pc:sldMk cId="1164071190" sldId="356"/>
            <ac:spMk id="6" creationId="{FFE45120-209A-5632-E76E-2BEBCFDCC7B9}"/>
          </ac:spMkLst>
        </pc:spChg>
        <pc:picChg chg="del">
          <ac:chgData name="Somak Das" userId="S::sdas@floridapoly.edu::98cebb13-2fc4-4808-95b9-daeb7e6acc01" providerId="AD" clId="Web-{A4424284-2B10-1872-B4C2-AA3B2528559B}" dt="2024-11-03T23:12:41.457" v="812"/>
          <ac:picMkLst>
            <pc:docMk/>
            <pc:sldMk cId="1164071190" sldId="356"/>
            <ac:picMk id="4" creationId="{DB72AB59-722D-E0C8-CB1D-DE60F695B5C8}"/>
          </ac:picMkLst>
        </pc:picChg>
      </pc:sldChg>
      <pc:sldChg chg="modSp new">
        <pc:chgData name="Somak Das" userId="S::sdas@floridapoly.edu::98cebb13-2fc4-4808-95b9-daeb7e6acc01" providerId="AD" clId="Web-{A4424284-2B10-1872-B4C2-AA3B2528559B}" dt="2024-11-04T03:29:56.994" v="1306" actId="20577"/>
        <pc:sldMkLst>
          <pc:docMk/>
          <pc:sldMk cId="1547111071" sldId="357"/>
        </pc:sldMkLst>
        <pc:spChg chg="mod">
          <ac:chgData name="Somak Das" userId="S::sdas@floridapoly.edu::98cebb13-2fc4-4808-95b9-daeb7e6acc01" providerId="AD" clId="Web-{A4424284-2B10-1872-B4C2-AA3B2528559B}" dt="2024-11-04T03:29:56.994" v="1306" actId="20577"/>
          <ac:spMkLst>
            <pc:docMk/>
            <pc:sldMk cId="1547111071" sldId="357"/>
            <ac:spMk id="2" creationId="{478760DF-DB77-FF14-9997-A534AB975CD5}"/>
          </ac:spMkLst>
        </pc:spChg>
        <pc:spChg chg="mod">
          <ac:chgData name="Somak Das" userId="S::sdas@floridapoly.edu::98cebb13-2fc4-4808-95b9-daeb7e6acc01" providerId="AD" clId="Web-{A4424284-2B10-1872-B4C2-AA3B2528559B}" dt="2024-11-04T00:04:54.462" v="1293" actId="20577"/>
          <ac:spMkLst>
            <pc:docMk/>
            <pc:sldMk cId="1547111071" sldId="357"/>
            <ac:spMk id="3" creationId="{DC2C9C26-DA03-A91F-8721-6F130B2FC56E}"/>
          </ac:spMkLst>
        </pc:spChg>
      </pc:sldChg>
    </pc:docChg>
  </pc:docChgLst>
  <pc:docChgLst>
    <pc:chgData name="Somak Das" userId="S::sdas@floridapoly.edu::98cebb13-2fc4-4808-95b9-daeb7e6acc01" providerId="AD" clId="Web-{22063C61-BF31-47E5-33C2-A4CFC22A5ABD}"/>
    <pc:docChg chg="addSld delSld modSld sldOrd">
      <pc:chgData name="Somak Das" userId="S::sdas@floridapoly.edu::98cebb13-2fc4-4808-95b9-daeb7e6acc01" providerId="AD" clId="Web-{22063C61-BF31-47E5-33C2-A4CFC22A5ABD}" dt="2024-11-04T04:57:08.859" v="7" actId="20577"/>
      <pc:docMkLst>
        <pc:docMk/>
      </pc:docMkLst>
      <pc:sldChg chg="modSp add ord">
        <pc:chgData name="Somak Das" userId="S::sdas@floridapoly.edu::98cebb13-2fc4-4808-95b9-daeb7e6acc01" providerId="AD" clId="Web-{22063C61-BF31-47E5-33C2-A4CFC22A5ABD}" dt="2024-11-04T04:57:08.859" v="7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22063C61-BF31-47E5-33C2-A4CFC22A5ABD}" dt="2024-11-04T04:57:08.859" v="7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 del">
        <pc:chgData name="Somak Das" userId="S::sdas@floridapoly.edu::98cebb13-2fc4-4808-95b9-daeb7e6acc01" providerId="AD" clId="Web-{22063C61-BF31-47E5-33C2-A4CFC22A5ABD}" dt="2024-11-04T04:57:00.061" v="3"/>
        <pc:sldMkLst>
          <pc:docMk/>
          <pc:sldMk cId="2977094656" sldId="256"/>
        </pc:sldMkLst>
        <pc:spChg chg="mod">
          <ac:chgData name="Somak Das" userId="S::sdas@floridapoly.edu::98cebb13-2fc4-4808-95b9-daeb7e6acc01" providerId="AD" clId="Web-{22063C61-BF31-47E5-33C2-A4CFC22A5ABD}" dt="2024-11-04T04:56:55.030" v="2" actId="20577"/>
          <ac:spMkLst>
            <pc:docMk/>
            <pc:sldMk cId="2977094656" sldId="256"/>
            <ac:spMk id="10" creationId="{C9996246-EF2D-EDEE-5D70-FF913E45C39E}"/>
          </ac:spMkLst>
        </pc:spChg>
      </pc:sldChg>
    </pc:docChg>
  </pc:docChgLst>
  <pc:docChgLst>
    <pc:chgData name="Somak Das" userId="S::sdas@floridapoly.edu::98cebb13-2fc4-4808-95b9-daeb7e6acc01" providerId="AD" clId="Web-{78318B16-2A77-C91C-BE1C-87830C4C9A95}"/>
    <pc:docChg chg="delSld">
      <pc:chgData name="Somak Das" userId="S::sdas@floridapoly.edu::98cebb13-2fc4-4808-95b9-daeb7e6acc01" providerId="AD" clId="Web-{78318B16-2A77-C91C-BE1C-87830C4C9A95}" dt="2024-11-04T04:30:44.038" v="24"/>
      <pc:docMkLst>
        <pc:docMk/>
      </pc:docMkLst>
      <pc:sldChg chg="del">
        <pc:chgData name="Somak Das" userId="S::sdas@floridapoly.edu::98cebb13-2fc4-4808-95b9-daeb7e6acc01" providerId="AD" clId="Web-{78318B16-2A77-C91C-BE1C-87830C4C9A95}" dt="2024-11-04T04:30:43.820" v="0"/>
        <pc:sldMkLst>
          <pc:docMk/>
          <pc:sldMk cId="764644985" sldId="314"/>
        </pc:sldMkLst>
      </pc:sldChg>
      <pc:sldChg chg="del">
        <pc:chgData name="Somak Das" userId="S::sdas@floridapoly.edu::98cebb13-2fc4-4808-95b9-daeb7e6acc01" providerId="AD" clId="Web-{78318B16-2A77-C91C-BE1C-87830C4C9A95}" dt="2024-11-04T04:30:44.038" v="24"/>
        <pc:sldMkLst>
          <pc:docMk/>
          <pc:sldMk cId="1752436967" sldId="323"/>
        </pc:sldMkLst>
      </pc:sldChg>
      <pc:sldChg chg="del">
        <pc:chgData name="Somak Das" userId="S::sdas@floridapoly.edu::98cebb13-2fc4-4808-95b9-daeb7e6acc01" providerId="AD" clId="Web-{78318B16-2A77-C91C-BE1C-87830C4C9A95}" dt="2024-11-04T04:30:44.038" v="23"/>
        <pc:sldMkLst>
          <pc:docMk/>
          <pc:sldMk cId="3282769951" sldId="324"/>
        </pc:sldMkLst>
      </pc:sldChg>
      <pc:sldChg chg="del">
        <pc:chgData name="Somak Das" userId="S::sdas@floridapoly.edu::98cebb13-2fc4-4808-95b9-daeb7e6acc01" providerId="AD" clId="Web-{78318B16-2A77-C91C-BE1C-87830C4C9A95}" dt="2024-11-04T04:30:44.007" v="22"/>
        <pc:sldMkLst>
          <pc:docMk/>
          <pc:sldMk cId="3520278791" sldId="325"/>
        </pc:sldMkLst>
      </pc:sldChg>
      <pc:sldChg chg="del">
        <pc:chgData name="Somak Das" userId="S::sdas@floridapoly.edu::98cebb13-2fc4-4808-95b9-daeb7e6acc01" providerId="AD" clId="Web-{78318B16-2A77-C91C-BE1C-87830C4C9A95}" dt="2024-11-04T04:30:43.960" v="21"/>
        <pc:sldMkLst>
          <pc:docMk/>
          <pc:sldMk cId="1104025941" sldId="326"/>
        </pc:sldMkLst>
      </pc:sldChg>
      <pc:sldChg chg="del">
        <pc:chgData name="Somak Das" userId="S::sdas@floridapoly.edu::98cebb13-2fc4-4808-95b9-daeb7e6acc01" providerId="AD" clId="Web-{78318B16-2A77-C91C-BE1C-87830C4C9A95}" dt="2024-11-04T04:30:43.960" v="20"/>
        <pc:sldMkLst>
          <pc:docMk/>
          <pc:sldMk cId="434379999" sldId="327"/>
        </pc:sldMkLst>
      </pc:sldChg>
      <pc:sldChg chg="del">
        <pc:chgData name="Somak Das" userId="S::sdas@floridapoly.edu::98cebb13-2fc4-4808-95b9-daeb7e6acc01" providerId="AD" clId="Web-{78318B16-2A77-C91C-BE1C-87830C4C9A95}" dt="2024-11-04T04:30:43.960" v="19"/>
        <pc:sldMkLst>
          <pc:docMk/>
          <pc:sldMk cId="62651809" sldId="328"/>
        </pc:sldMkLst>
      </pc:sldChg>
      <pc:sldChg chg="del">
        <pc:chgData name="Somak Das" userId="S::sdas@floridapoly.edu::98cebb13-2fc4-4808-95b9-daeb7e6acc01" providerId="AD" clId="Web-{78318B16-2A77-C91C-BE1C-87830C4C9A95}" dt="2024-11-04T04:30:43.960" v="18"/>
        <pc:sldMkLst>
          <pc:docMk/>
          <pc:sldMk cId="1162832894" sldId="329"/>
        </pc:sldMkLst>
      </pc:sldChg>
      <pc:sldChg chg="del">
        <pc:chgData name="Somak Das" userId="S::sdas@floridapoly.edu::98cebb13-2fc4-4808-95b9-daeb7e6acc01" providerId="AD" clId="Web-{78318B16-2A77-C91C-BE1C-87830C4C9A95}" dt="2024-11-04T04:30:43.929" v="9"/>
        <pc:sldMkLst>
          <pc:docMk/>
          <pc:sldMk cId="658780758" sldId="330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6"/>
        <pc:sldMkLst>
          <pc:docMk/>
          <pc:sldMk cId="3531787567" sldId="331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5"/>
        <pc:sldMkLst>
          <pc:docMk/>
          <pc:sldMk cId="1018740628" sldId="332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7"/>
        <pc:sldMkLst>
          <pc:docMk/>
          <pc:sldMk cId="2380802752" sldId="333"/>
        </pc:sldMkLst>
      </pc:sldChg>
      <pc:sldChg chg="del">
        <pc:chgData name="Somak Das" userId="S::sdas@floridapoly.edu::98cebb13-2fc4-4808-95b9-daeb7e6acc01" providerId="AD" clId="Web-{78318B16-2A77-C91C-BE1C-87830C4C9A95}" dt="2024-11-04T04:30:43.929" v="10"/>
        <pc:sldMkLst>
          <pc:docMk/>
          <pc:sldMk cId="1010867183" sldId="334"/>
        </pc:sldMkLst>
      </pc:sldChg>
      <pc:sldChg chg="del">
        <pc:chgData name="Somak Das" userId="S::sdas@floridapoly.edu::98cebb13-2fc4-4808-95b9-daeb7e6acc01" providerId="AD" clId="Web-{78318B16-2A77-C91C-BE1C-87830C4C9A95}" dt="2024-11-04T04:30:43.929" v="11"/>
        <pc:sldMkLst>
          <pc:docMk/>
          <pc:sldMk cId="1208716202" sldId="335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2"/>
        <pc:sldMkLst>
          <pc:docMk/>
          <pc:sldMk cId="2294611957" sldId="336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4"/>
        <pc:sldMkLst>
          <pc:docMk/>
          <pc:sldMk cId="3355388773" sldId="337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3"/>
        <pc:sldMkLst>
          <pc:docMk/>
          <pc:sldMk cId="783768936" sldId="338"/>
        </pc:sldMkLst>
      </pc:sldChg>
      <pc:sldChg chg="del">
        <pc:chgData name="Somak Das" userId="S::sdas@floridapoly.edu::98cebb13-2fc4-4808-95b9-daeb7e6acc01" providerId="AD" clId="Web-{78318B16-2A77-C91C-BE1C-87830C4C9A95}" dt="2024-11-04T04:30:43.929" v="8"/>
        <pc:sldMkLst>
          <pc:docMk/>
          <pc:sldMk cId="640534042" sldId="339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7"/>
        <pc:sldMkLst>
          <pc:docMk/>
          <pc:sldMk cId="884316625" sldId="340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4"/>
        <pc:sldMkLst>
          <pc:docMk/>
          <pc:sldMk cId="3085934208" sldId="341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6"/>
        <pc:sldMkLst>
          <pc:docMk/>
          <pc:sldMk cId="1077922694" sldId="343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5"/>
        <pc:sldMkLst>
          <pc:docMk/>
          <pc:sldMk cId="953141273" sldId="344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3"/>
        <pc:sldMkLst>
          <pc:docMk/>
          <pc:sldMk cId="580134560" sldId="346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2"/>
        <pc:sldMkLst>
          <pc:docMk/>
          <pc:sldMk cId="1432404300" sldId="348"/>
        </pc:sldMkLst>
      </pc:sldChg>
      <pc:sldChg chg="del">
        <pc:chgData name="Somak Das" userId="S::sdas@floridapoly.edu::98cebb13-2fc4-4808-95b9-daeb7e6acc01" providerId="AD" clId="Web-{78318B16-2A77-C91C-BE1C-87830C4C9A95}" dt="2024-11-04T04:30:43.820" v="1"/>
        <pc:sldMkLst>
          <pc:docMk/>
          <pc:sldMk cId="3213946431" sldId="3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7D9CCB-A394-9094-1163-6AF509BCAF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73208-5445-9722-6967-B6F3ECE209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3E7F0-05F7-6E45-89F5-8B04C66A3E5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75FEA-F7E5-E4E6-04DA-B904F6B50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96191-319E-ABE2-0BB1-D9493DFE0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A0BEE-C910-8548-9E0C-34483F4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14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C7543-1EB3-C04A-99C2-8887893B162A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0B692-A783-7241-A1B2-D2068B46D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7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5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43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36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06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7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01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75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48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4AAA-BD95-4BEC-E532-F4E19F4A7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C6731-BF9F-165B-2CFE-D49577836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DA60E-0882-F681-B26E-B669DBAF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C211F-A1FF-D02B-DC42-A9D44E26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AF8B-66CF-6FAA-A71E-BABC68CA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0B7E-4207-F3F3-2DCA-D6504B47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0F10A-8ADB-7F67-BC66-3E62BA4DA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B9050-4B5F-F691-AD54-A6444CE5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59A0-AC2D-7898-0E17-B455CA15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CDC8C-C785-2399-41AD-383B207C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2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82B8-046F-5DF9-A2CD-BAE172E67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B10FD-C5FB-2490-D5D8-247B2F9B6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9633-2A7B-50BC-7C68-4F522232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5860D-C672-F0C3-19C7-CF1DDC5A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C515-A547-E379-48A9-A66E60EA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D729-4A6F-8910-C05A-4ED746C3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DAA7F-1C37-231B-3FB1-D2974FCE0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FBE0E-AF77-3DB1-B9C6-E9AD31BB6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BC9A2-96C5-E338-CA61-4267206C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3CF17-DC97-2D2C-3B05-68C30A10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12C67-3FC6-1CAA-D550-C56158D2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0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EF30-EFAE-4401-6B75-4248E4DB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E486C-095C-A7B8-78E9-10069FDB0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5D2C8-94A4-B745-69C9-5DD740C1C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C2E82C-EAE2-B296-9796-4182B2C96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6CA8D-EB77-3397-D53C-4C4C56DF5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44A05-B05B-3CB1-D742-75B946D5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2A8780-8F1E-CD51-0912-C84A219A8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EC84C-276D-F5CD-CBA3-2248CF58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4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66B4-A90E-CDD4-53A5-36EE6989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86C89-8347-3958-95E0-E6D50393A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0938B-D0AB-F7A5-68B5-47F3367B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7194B-CC4A-317C-78E5-236A3488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B591C-EF10-439A-CCAC-BEBBCE3B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FD623-714B-9026-00E4-A21CDC59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571B6-E682-EE1D-5CB6-43AC51F1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9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8699-0E01-F1C9-0EAC-60250CF4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35C46-1B74-A7C0-2C65-C2DD1BA7A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A8D12-9F3B-39F6-F4AA-901A38C47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C9EC4-14EC-09C2-94F2-6991938A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2B39E-4ED2-CA80-70DC-5C9830DD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F58DF-B3CB-A21B-72A7-0E38D9CF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5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4723-39A7-C73C-F7B8-09C71073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4D11B-3E26-447C-57F6-680F41B96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9449E-905E-2B80-6C9C-2008D3028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BE1C-8DB6-5750-1F5E-6A334EE4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F9E35-4DFE-A4AA-246B-829900EC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09EFC-DAA5-4158-7BD8-BEA6A63F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1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6F2C-2566-EC52-D858-9AD0BDDD7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5DB37-27CF-FFB5-7106-96F5B9639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A512D-8C97-49AB-B6E9-F6662A0D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41074-DE21-1C91-48AC-E82863BD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57F53-74E2-BD7E-F0F9-8BC7DA42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1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CAE5A-CE08-B4BD-24C9-DD8684254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C476C-9497-812F-E05F-6983A4A9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B70F-D893-A96F-68A9-17AA2C789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F2656-7047-E75B-50C7-B0FAF945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C67C9-703A-F37A-DEAE-0C942A9C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5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E30E4-436B-B5D4-3F22-C2F99A3E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5D504-3A35-F173-405A-698E59409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600D3-8034-A224-973B-444F01EC2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8658D-7BD5-9248-A5DA-D63B39C67671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35A8C-4F3B-E1B4-04B7-3FBEBA6C5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E146C-325D-0D3A-FA95-DF33AE3C2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0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140419" y="-6720"/>
            <a:ext cx="8156934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r>
              <a:rPr lang="en-US" sz="6500" b="1" dirty="0">
                <a:solidFill>
                  <a:srgbClr val="7030A0"/>
                </a:solidFill>
              </a:rPr>
              <a:t>Chapter 05</a:t>
            </a:r>
          </a:p>
          <a:p>
            <a:pPr algn="l">
              <a:defRPr/>
            </a:pPr>
            <a:r>
              <a:rPr lang="en-US" sz="6500" b="1" dirty="0">
                <a:solidFill>
                  <a:srgbClr val="7030A0"/>
                </a:solidFill>
              </a:rPr>
              <a:t>Abstraction</a:t>
            </a:r>
            <a:endParaRPr lang="en-US" sz="6500" b="1" dirty="0">
              <a:solidFill>
                <a:srgbClr val="7030A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7838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4EF4134-3899-D3A2-B437-4CBE60B47600}"/>
              </a:ext>
            </a:extLst>
          </p:cNvPr>
          <p:cNvSpPr txBox="1">
            <a:spLocks/>
          </p:cNvSpPr>
          <p:nvPr/>
        </p:nvSpPr>
        <p:spPr>
          <a:xfrm>
            <a:off x="119270" y="1180847"/>
            <a:ext cx="12072729" cy="54107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1" dirty="0"/>
              <a:t>Learn the concepts for: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en-US" sz="3600" dirty="0"/>
              <a:t>Functions, specification,  implementation, local variables, parameters, output parameters, call-by-value, efficiency, level of abstraction, subfunctions, in-line code</a:t>
            </a:r>
            <a:endParaRPr lang="en-US" sz="4000" dirty="0"/>
          </a:p>
          <a:p>
            <a:pPr marL="800100" lvl="1" indent="-57150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000" b="1" dirty="0"/>
              <a:t>Learn language features:</a:t>
            </a:r>
          </a:p>
          <a:p>
            <a:pPr marL="1257300" lvl="2" indent="-57150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600" b="1" dirty="0"/>
              <a:t>Function</a:t>
            </a:r>
            <a:r>
              <a:rPr lang="en-US" sz="3600" dirty="0"/>
              <a:t>: A named set of statements stored in a MATLAB-file. A function may have any number of input parameters and output parameters.</a:t>
            </a:r>
          </a:p>
          <a:p>
            <a:pPr marL="1257300" lvl="2" indent="-57150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600" b="1" dirty="0"/>
              <a:t>Subfunction</a:t>
            </a:r>
            <a:r>
              <a:rPr lang="en-US" sz="3600" dirty="0"/>
              <a:t>: A function MATLAB-file may contain more than one function. The top function is the main function and is accessible by scripts and other functions </a:t>
            </a:r>
          </a:p>
          <a:p>
            <a:pPr marL="1257300" lvl="2" indent="-571500" algn="l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24942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14B21D-E811-1F0D-B5AA-77C6B729A238}"/>
              </a:ext>
            </a:extLst>
          </p:cNvPr>
          <p:cNvSpPr txBox="1"/>
          <p:nvPr/>
        </p:nvSpPr>
        <p:spPr>
          <a:xfrm>
            <a:off x="390293" y="959005"/>
            <a:ext cx="8341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 we know, MATLAB has a plethora of built-in functions…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F641AB2-FD97-2F64-0B24-3B20627EE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73" y="1520878"/>
            <a:ext cx="9623503" cy="526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11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14B21D-E811-1F0D-B5AA-77C6B729A238}"/>
              </a:ext>
            </a:extLst>
          </p:cNvPr>
          <p:cNvSpPr txBox="1"/>
          <p:nvPr/>
        </p:nvSpPr>
        <p:spPr>
          <a:xfrm>
            <a:off x="390293" y="959005"/>
            <a:ext cx="8341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 we know, MATLAB has a plethora of built-in functions…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76C9018-47E5-216A-B522-1F078F74D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34" y="1420670"/>
            <a:ext cx="8571387" cy="53481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24CE04-7F45-13AC-F72A-D67C15ABD8C3}"/>
              </a:ext>
            </a:extLst>
          </p:cNvPr>
          <p:cNvSpPr txBox="1"/>
          <p:nvPr/>
        </p:nvSpPr>
        <p:spPr>
          <a:xfrm>
            <a:off x="8991599" y="5076026"/>
            <a:ext cx="320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And many more…</a:t>
            </a:r>
          </a:p>
        </p:txBody>
      </p:sp>
    </p:spTree>
    <p:extLst>
      <p:ext uri="{BB962C8B-B14F-4D97-AF65-F5344CB8AC3E}">
        <p14:creationId xmlns:p14="http://schemas.microsoft.com/office/powerpoint/2010/main" val="74143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19CF1BF-B0FD-EFEB-C304-1731383BD543}"/>
              </a:ext>
            </a:extLst>
          </p:cNvPr>
          <p:cNvSpPr txBox="1">
            <a:spLocks/>
          </p:cNvSpPr>
          <p:nvPr/>
        </p:nvSpPr>
        <p:spPr>
          <a:xfrm>
            <a:off x="225067" y="1024731"/>
            <a:ext cx="11741865" cy="3848347"/>
          </a:xfrm>
          <a:prstGeom prst="rect">
            <a:avLst/>
          </a:prstGeom>
          <a:solidFill>
            <a:schemeClr val="bg2"/>
          </a:solidFill>
          <a:ln w="28575">
            <a:solidFill>
              <a:srgbClr val="C0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en-US" dirty="0"/>
              <a:t> function is so handy that we don’t know how it works; it just works, so it’s like a “</a:t>
            </a:r>
            <a:r>
              <a:rPr lang="en-US" dirty="0">
                <a:solidFill>
                  <a:srgbClr val="0432FF"/>
                </a:solidFill>
              </a:rPr>
              <a:t>black box</a:t>
            </a:r>
            <a:r>
              <a:rPr lang="en-US" dirty="0"/>
              <a:t>”.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All we need to know is that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en-US" dirty="0"/>
              <a:t> expects a real </a:t>
            </a:r>
            <a:r>
              <a:rPr lang="en-US" dirty="0">
                <a:solidFill>
                  <a:srgbClr val="0432FF"/>
                </a:solidFill>
              </a:rPr>
              <a:t>input value </a:t>
            </a:r>
            <a:r>
              <a:rPr lang="en-US" dirty="0"/>
              <a:t>and that it </a:t>
            </a:r>
            <a:r>
              <a:rPr lang="en-US" dirty="0">
                <a:solidFill>
                  <a:srgbClr val="0432FF"/>
                </a:solidFill>
              </a:rPr>
              <a:t>outputs</a:t>
            </a:r>
            <a:r>
              <a:rPr lang="en-US" dirty="0"/>
              <a:t> the sine of that value interpreted in radians.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code is shorter since it uses a built-in function rather than creating the code for it.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resulting program is shorter and harmonizes better with our mathematical thinking.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Being able to write effective functions is central to the problem-solving process.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supports the top-down methodology, enabling us to hide lower-level details while we address higher-level design issues.</a:t>
            </a:r>
          </a:p>
        </p:txBody>
      </p:sp>
    </p:spTree>
    <p:extLst>
      <p:ext uri="{BB962C8B-B14F-4D97-AF65-F5344CB8AC3E}">
        <p14:creationId xmlns:p14="http://schemas.microsoft.com/office/powerpoint/2010/main" val="152944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3CBDCFE-FE55-16B2-1175-838B2BC57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240791"/>
            <a:ext cx="11093531" cy="637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09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E850A830-7C9F-00F8-BF35-658CED23C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314" y="1096638"/>
            <a:ext cx="6738308" cy="28582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80D0DD-DF8A-0995-3084-8FCBA8B97B3C}"/>
              </a:ext>
            </a:extLst>
          </p:cNvPr>
          <p:cNvSpPr txBox="1"/>
          <p:nvPr/>
        </p:nvSpPr>
        <p:spPr>
          <a:xfrm>
            <a:off x="197921" y="277091"/>
            <a:ext cx="24542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Calibri"/>
                <a:cs typeface="Calibri"/>
              </a:rPr>
              <a:t>Output variable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48269-EC6F-F197-FDA5-5A165CC7ACCA}"/>
              </a:ext>
            </a:extLst>
          </p:cNvPr>
          <p:cNvSpPr txBox="1"/>
          <p:nvPr/>
        </p:nvSpPr>
        <p:spPr>
          <a:xfrm>
            <a:off x="4453246" y="277091"/>
            <a:ext cx="277090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Calibri"/>
                <a:cs typeface="Calibri"/>
              </a:rPr>
              <a:t>Function Name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1333F-2876-DC1E-5F7A-462BAC2CA536}"/>
              </a:ext>
            </a:extLst>
          </p:cNvPr>
          <p:cNvSpPr txBox="1"/>
          <p:nvPr/>
        </p:nvSpPr>
        <p:spPr>
          <a:xfrm>
            <a:off x="7877297" y="277090"/>
            <a:ext cx="25037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Calibri"/>
                <a:cs typeface="Calibri"/>
              </a:rPr>
              <a:t>Input Variable</a:t>
            </a:r>
          </a:p>
        </p:txBody>
      </p:sp>
      <p:pic>
        <p:nvPicPr>
          <p:cNvPr id="8" name="Picture 7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19873A14-55B5-12EA-CC47-5B287D742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078" y="4542065"/>
            <a:ext cx="5344390" cy="19401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28AA8D-CDF1-8A86-BEA1-B609CBBA3AB9}"/>
              </a:ext>
            </a:extLst>
          </p:cNvPr>
          <p:cNvSpPr txBox="1"/>
          <p:nvPr/>
        </p:nvSpPr>
        <p:spPr>
          <a:xfrm>
            <a:off x="336467" y="4275117"/>
            <a:ext cx="204849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Calibri"/>
                <a:cs typeface="Calibri"/>
              </a:rPr>
              <a:t>Input value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625387-5C4F-3355-DCEA-F5B0506DD940}"/>
              </a:ext>
            </a:extLst>
          </p:cNvPr>
          <p:cNvSpPr txBox="1"/>
          <p:nvPr/>
        </p:nvSpPr>
        <p:spPr>
          <a:xfrm>
            <a:off x="306777" y="6204857"/>
            <a:ext cx="27214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Calibri"/>
                <a:cs typeface="Calibri"/>
              </a:rPr>
              <a:t>Call function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97E17-9689-0F59-D86F-69A33C005692}"/>
              </a:ext>
            </a:extLst>
          </p:cNvPr>
          <p:cNvSpPr txBox="1"/>
          <p:nvPr/>
        </p:nvSpPr>
        <p:spPr>
          <a:xfrm>
            <a:off x="8837221" y="4344390"/>
            <a:ext cx="3137064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Calibri"/>
                <a:cs typeface="Calibri"/>
              </a:rPr>
              <a:t>Command Window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OR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separate Script file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356989-D1C7-C946-4A07-A1ED17F5A599}"/>
              </a:ext>
            </a:extLst>
          </p:cNvPr>
          <p:cNvCxnSpPr/>
          <p:nvPr/>
        </p:nvCxnSpPr>
        <p:spPr>
          <a:xfrm>
            <a:off x="2684195" y="571375"/>
            <a:ext cx="1290452" cy="9836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EAFEA6-3B4B-4A68-4BC7-F6F259C272B6}"/>
              </a:ext>
            </a:extLst>
          </p:cNvPr>
          <p:cNvCxnSpPr>
            <a:cxnSpLocks/>
          </p:cNvCxnSpPr>
          <p:nvPr/>
        </p:nvCxnSpPr>
        <p:spPr>
          <a:xfrm flipH="1">
            <a:off x="5508542" y="779192"/>
            <a:ext cx="15834" cy="7758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08F450-A5EE-81D0-1569-BE02927411E1}"/>
              </a:ext>
            </a:extLst>
          </p:cNvPr>
          <p:cNvCxnSpPr>
            <a:cxnSpLocks/>
          </p:cNvCxnSpPr>
          <p:nvPr/>
        </p:nvCxnSpPr>
        <p:spPr>
          <a:xfrm flipH="1">
            <a:off x="7339322" y="759400"/>
            <a:ext cx="629391" cy="7857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945C58-0C7E-9897-B9AB-CA66712C7A7B}"/>
              </a:ext>
            </a:extLst>
          </p:cNvPr>
          <p:cNvCxnSpPr>
            <a:cxnSpLocks/>
          </p:cNvCxnSpPr>
          <p:nvPr/>
        </p:nvCxnSpPr>
        <p:spPr>
          <a:xfrm>
            <a:off x="1407596" y="4826699"/>
            <a:ext cx="1676400" cy="4294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A39C1A-B7FC-31DE-364A-02209E39C0D6}"/>
              </a:ext>
            </a:extLst>
          </p:cNvPr>
          <p:cNvCxnSpPr>
            <a:cxnSpLocks/>
          </p:cNvCxnSpPr>
          <p:nvPr/>
        </p:nvCxnSpPr>
        <p:spPr>
          <a:xfrm flipV="1">
            <a:off x="1209675" y="5879645"/>
            <a:ext cx="1874321" cy="3720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B516399-E094-90A1-B8FC-A562ABEC8D91}"/>
              </a:ext>
            </a:extLst>
          </p:cNvPr>
          <p:cNvSpPr/>
          <p:nvPr/>
        </p:nvSpPr>
        <p:spPr>
          <a:xfrm>
            <a:off x="8273143" y="4730337"/>
            <a:ext cx="455220" cy="1563584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0C1EED-789A-C2A8-3DB5-F822DB1637CF}"/>
              </a:ext>
            </a:extLst>
          </p:cNvPr>
          <p:cNvSpPr txBox="1"/>
          <p:nvPr/>
        </p:nvSpPr>
        <p:spPr>
          <a:xfrm>
            <a:off x="8837221" y="5779326"/>
            <a:ext cx="366155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  <a:ea typeface="Calibri"/>
                <a:cs typeface="Calibri"/>
              </a:rPr>
              <a:t>Let's try that in the Command Window!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7C4788-5DB9-B8F5-A2A5-ADCC321F6390}"/>
              </a:ext>
            </a:extLst>
          </p:cNvPr>
          <p:cNvSpPr txBox="1"/>
          <p:nvPr/>
        </p:nvSpPr>
        <p:spPr>
          <a:xfrm>
            <a:off x="9054935" y="1276597"/>
            <a:ext cx="3137064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ea typeface="Calibri"/>
                <a:cs typeface="Calibri"/>
              </a:rPr>
              <a:t>Functions are created as m-file where the file name must match the function name.</a:t>
            </a:r>
            <a:br>
              <a:rPr lang="en-US" sz="2800" b="1" dirty="0">
                <a:solidFill>
                  <a:schemeClr val="accent1"/>
                </a:solidFill>
                <a:ea typeface="Calibri"/>
                <a:cs typeface="Calibri"/>
              </a:rPr>
            </a:br>
            <a:r>
              <a:rPr lang="en-US" sz="2800" b="1" dirty="0">
                <a:solidFill>
                  <a:schemeClr val="accent1"/>
                </a:solidFill>
                <a:ea typeface="Calibri"/>
                <a:cs typeface="Calibri"/>
              </a:rPr>
              <a:t>---&gt; </a:t>
            </a:r>
            <a:r>
              <a:rPr lang="en-US" sz="2800" b="1" err="1">
                <a:solidFill>
                  <a:srgbClr val="C00000"/>
                </a:solidFill>
                <a:ea typeface="Calibri"/>
                <a:cs typeface="Calibri"/>
              </a:rPr>
              <a:t>areaCircle.m</a:t>
            </a:r>
            <a:endParaRPr lang="en-US" sz="2800" b="1">
              <a:solidFill>
                <a:srgbClr val="C00000"/>
              </a:solidFill>
              <a:ea typeface="Calibri"/>
              <a:cs typeface="Calibri"/>
            </a:endParaRP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83DAAB71-64AA-95A7-E980-ACF91217792C}"/>
              </a:ext>
            </a:extLst>
          </p:cNvPr>
          <p:cNvSpPr/>
          <p:nvPr/>
        </p:nvSpPr>
        <p:spPr>
          <a:xfrm>
            <a:off x="8431480" y="1246908"/>
            <a:ext cx="455220" cy="2553194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5242-19F9-F7D4-AAE9-EDA2DFB76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7470"/>
            <a:ext cx="10515600" cy="8694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Notice that the way we designed the function, input variable can be an array of numbers too.</a:t>
            </a:r>
            <a:endParaRPr lang="en-US" dirty="0"/>
          </a:p>
        </p:txBody>
      </p:sp>
      <p:pic>
        <p:nvPicPr>
          <p:cNvPr id="2" name="Picture 1" descr="A white background with black numbers and symbols&#10;&#10;Description automatically generated">
            <a:extLst>
              <a:ext uri="{FF2B5EF4-FFF2-40B4-BE49-F238E27FC236}">
                <a16:creationId xmlns:a16="http://schemas.microsoft.com/office/drawing/2014/main" id="{44B51497-2B5B-415E-55CB-36ED7AF5D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342" y="1880222"/>
            <a:ext cx="5290457" cy="4114800"/>
          </a:xfrm>
          <a:prstGeom prst="rect">
            <a:avLst/>
          </a:prstGeom>
        </p:spPr>
      </p:pic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CF781133-2C95-87EB-B16A-2CE55D2EA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48" y="1879174"/>
            <a:ext cx="352433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58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15E15-C9A6-CB47-D73F-0F35E7115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60" y="-1031"/>
            <a:ext cx="10515600" cy="801070"/>
          </a:xfrm>
        </p:spPr>
        <p:txBody>
          <a:bodyPr/>
          <a:lstStyle/>
          <a:p>
            <a:r>
              <a:rPr lang="en-US" dirty="0">
                <a:cs typeface="Calibri Light"/>
              </a:rPr>
              <a:t>Observe the workspace</a:t>
            </a:r>
            <a:endParaRPr lang="en-US" dirty="0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0EAD4212-0C72-7235-4822-DDE5D44EC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6909" y="1107372"/>
            <a:ext cx="9698181" cy="338309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5CDBCD-C828-052D-8394-63A54897A920}"/>
              </a:ext>
            </a:extLst>
          </p:cNvPr>
          <p:cNvSpPr txBox="1"/>
          <p:nvPr/>
        </p:nvSpPr>
        <p:spPr>
          <a:xfrm>
            <a:off x="435430" y="4868884"/>
            <a:ext cx="1131322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cs typeface="Calibri" panose="020F0502020204030204"/>
              </a:rPr>
              <a:t>Notice that the variables used for the function does not show up in the workspace.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cs typeface="Calibri" panose="020F0502020204030204"/>
              </a:rPr>
              <a:t>The variables used for the function are local to the function.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cs typeface="Calibri" panose="020F0502020204030204"/>
              </a:rPr>
              <a:t>Variables defined in the command window, or the main script file, show up in the workspace.</a:t>
            </a:r>
          </a:p>
        </p:txBody>
      </p:sp>
    </p:spTree>
    <p:extLst>
      <p:ext uri="{BB962C8B-B14F-4D97-AF65-F5344CB8AC3E}">
        <p14:creationId xmlns:p14="http://schemas.microsoft.com/office/powerpoint/2010/main" val="136753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A142-F39B-D3B4-A990-53EC8BFA7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797" y="216683"/>
            <a:ext cx="10515600" cy="74169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cs typeface="Calibri Light"/>
              </a:rPr>
              <a:t>Call a function in your program (script file)</a:t>
            </a:r>
            <a:endParaRPr lang="en-US" b="1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207F4-D75B-FFF7-DA98-CD429148C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97" y="954769"/>
            <a:ext cx="11010406" cy="268879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 dirty="0">
                <a:cs typeface="Calibri"/>
              </a:rPr>
              <a:t>Create your own code in another m-file.</a:t>
            </a:r>
          </a:p>
          <a:p>
            <a:r>
              <a:rPr lang="en-US" sz="3600" dirty="0">
                <a:cs typeface="Calibri"/>
              </a:rPr>
              <a:t>Call the function inside this file like a built-in function.</a:t>
            </a:r>
          </a:p>
          <a:p>
            <a:r>
              <a:rPr lang="en-US" sz="3600" dirty="0">
                <a:cs typeface="Calibri"/>
              </a:rPr>
              <a:t>Run this main script.</a:t>
            </a:r>
          </a:p>
          <a:p>
            <a:pPr marL="0" indent="0">
              <a:buNone/>
            </a:pPr>
            <a:r>
              <a:rPr lang="en-US" sz="4400" dirty="0">
                <a:solidFill>
                  <a:srgbClr val="C00000"/>
                </a:solidFill>
                <a:cs typeface="Calibri"/>
              </a:rPr>
              <a:t>Let's create and run the script...       </a:t>
            </a:r>
            <a:br>
              <a:rPr lang="en-US" sz="4400" dirty="0">
                <a:solidFill>
                  <a:srgbClr val="C00000"/>
                </a:solidFill>
                <a:cs typeface="Calibri"/>
              </a:rPr>
            </a:br>
            <a:r>
              <a:rPr lang="en-US" sz="4400" b="1" dirty="0" err="1">
                <a:solidFill>
                  <a:srgbClr val="C00000"/>
                </a:solidFill>
                <a:cs typeface="Calibri"/>
              </a:rPr>
              <a:t>areaCal.m</a:t>
            </a:r>
            <a:endParaRPr lang="en-US" sz="4400" b="1" dirty="0">
              <a:solidFill>
                <a:srgbClr val="C00000"/>
              </a:solidFill>
              <a:cs typeface="Calibri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B72AB59-722D-E0C8-CB1D-DE60F695B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6" y="4648355"/>
            <a:ext cx="11024419" cy="182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26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207F4-D75B-FFF7-DA98-CD429148C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97" y="1163536"/>
            <a:ext cx="11010406" cy="45259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/>
            <a:r>
              <a:rPr lang="en-US" dirty="0">
                <a:latin typeface="Roboto"/>
                <a:ea typeface="Roboto"/>
                <a:cs typeface="Roboto"/>
              </a:rPr>
              <a:t>Functions are useful in MATLAB because they allow programmers to create repeatable code that can be used in multiple places.</a:t>
            </a:r>
            <a:br>
              <a:rPr lang="en-US" dirty="0"/>
            </a:br>
            <a:endParaRPr lang="en-US">
              <a:cs typeface="Calibri" panose="020F0502020204030204"/>
            </a:endParaRPr>
          </a:p>
          <a:p>
            <a:r>
              <a:rPr lang="en-US" dirty="0">
                <a:latin typeface="Roboto"/>
                <a:ea typeface="Roboto"/>
                <a:cs typeface="Roboto"/>
              </a:rPr>
              <a:t>Divide programs into smaller tasks.</a:t>
            </a:r>
            <a:br>
              <a:rPr lang="en-US" dirty="0">
                <a:latin typeface="Roboto"/>
                <a:ea typeface="Roboto"/>
                <a:cs typeface="Roboto"/>
              </a:rPr>
            </a:br>
            <a:endParaRPr lang="en-US" dirty="0">
              <a:latin typeface="Roboto"/>
              <a:ea typeface="Roboto"/>
              <a:cs typeface="Roboto"/>
            </a:endParaRPr>
          </a:p>
          <a:p>
            <a:pPr marL="285750" indent="-285750"/>
            <a:r>
              <a:rPr lang="en-US" dirty="0">
                <a:latin typeface="Roboto"/>
                <a:ea typeface="Roboto"/>
                <a:cs typeface="Roboto"/>
              </a:rPr>
              <a:t>Each function has its own scope, which helps prevent confusion about which variable is being used. </a:t>
            </a:r>
            <a:endParaRPr lang="en-US">
              <a:cs typeface="Calibri"/>
            </a:endParaRPr>
          </a:p>
          <a:p>
            <a:pPr marL="285750" indent="-285750"/>
            <a:endParaRPr lang="en-US" dirty="0">
              <a:latin typeface="Roboto"/>
              <a:ea typeface="Roboto"/>
              <a:cs typeface="Roboto"/>
            </a:endParaRPr>
          </a:p>
          <a:p>
            <a:pPr marL="285750" indent="-285750"/>
            <a:r>
              <a:rPr lang="en-US" dirty="0">
                <a:latin typeface="Roboto"/>
                <a:ea typeface="Roboto"/>
                <a:cs typeface="Roboto"/>
              </a:rPr>
              <a:t>Functions are flexible multiple inputs and return multiple outputs. </a:t>
            </a:r>
          </a:p>
          <a:p>
            <a:pPr marL="0" indent="0">
              <a:buNone/>
            </a:pPr>
            <a:endParaRPr lang="en-US" dirty="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64071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82F58-1DCC-4412-3A27-7664B1977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28" y="416265"/>
            <a:ext cx="10515600" cy="681188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 Light"/>
              </a:rPr>
              <a:t>Function: Area of square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5EE85-1759-15D3-605E-111AECFB2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2" y="1476817"/>
            <a:ext cx="4243270" cy="24141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We can add a feature using a new function.</a:t>
            </a:r>
          </a:p>
          <a:p>
            <a:r>
              <a:rPr lang="en-US" dirty="0">
                <a:cs typeface="Calibri"/>
              </a:rPr>
              <a:t>Modify the main script to include </a:t>
            </a:r>
            <a:r>
              <a:rPr lang="en-US">
                <a:cs typeface="Calibri"/>
              </a:rPr>
              <a:t>this function.</a:t>
            </a:r>
          </a:p>
        </p:txBody>
      </p:sp>
      <p:pic>
        <p:nvPicPr>
          <p:cNvPr id="4" name="Picture 3" descr="A black text with black text&#10;&#10;Description automatically generated">
            <a:extLst>
              <a:ext uri="{FF2B5EF4-FFF2-40B4-BE49-F238E27FC236}">
                <a16:creationId xmlns:a16="http://schemas.microsoft.com/office/drawing/2014/main" id="{6D5FFA92-291C-10B4-FB75-CB890B5DF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7" y="3505008"/>
            <a:ext cx="4313611" cy="1095824"/>
          </a:xfrm>
          <a:prstGeom prst="rect">
            <a:avLst/>
          </a:prstGeom>
        </p:spPr>
      </p:pic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3D02B4A-A313-B726-DA31-1EFE57A63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355" y="1102662"/>
            <a:ext cx="7694223" cy="54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7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60DF-DB77-FF14-9997-A534AB975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Exercise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C9C26-DA03-A91F-8721-6F130B2FC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Modify the above script to add options for finding area of rectangle and area of triangle.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Construct functions with appropriate inputs and outputs to achieve the above.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NOTE: We can define a function with multiple inputs as,</a:t>
            </a:r>
          </a:p>
          <a:p>
            <a:pPr marL="0" indent="0" algn="ctr">
              <a:buNone/>
            </a:pPr>
            <a:r>
              <a:rPr lang="en-US" dirty="0">
                <a:latin typeface="Courier New"/>
                <a:cs typeface="Calibri"/>
              </a:rPr>
              <a:t>function A = </a:t>
            </a:r>
            <a:r>
              <a:rPr lang="en-US" dirty="0" err="1">
                <a:latin typeface="Courier New"/>
                <a:cs typeface="Calibri"/>
              </a:rPr>
              <a:t>areaRectangle</a:t>
            </a:r>
            <a:r>
              <a:rPr lang="en-US" dirty="0">
                <a:latin typeface="Courier New"/>
                <a:cs typeface="Calibri"/>
              </a:rPr>
              <a:t>(length, width)</a:t>
            </a:r>
          </a:p>
        </p:txBody>
      </p:sp>
    </p:spTree>
    <p:extLst>
      <p:ext uri="{BB962C8B-B14F-4D97-AF65-F5344CB8AC3E}">
        <p14:creationId xmlns:p14="http://schemas.microsoft.com/office/powerpoint/2010/main" val="1547111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/>
              <a:t>Exercise 2</a:t>
            </a:r>
            <a:endParaRPr lang="en-US" sz="2400" dirty="0">
              <a:cs typeface="Calibri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FD00BD6-69E2-571B-97BC-C577776C2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245" y="3599831"/>
            <a:ext cx="5600700" cy="2959100"/>
          </a:xfrm>
          <a:prstGeom prst="rect">
            <a:avLst/>
          </a:prstGeom>
        </p:spPr>
      </p:pic>
      <p:pic>
        <p:nvPicPr>
          <p:cNvPr id="6" name="Picture 5" descr="A math problem with numbers&#10;&#10;Description automatically generated">
            <a:extLst>
              <a:ext uri="{FF2B5EF4-FFF2-40B4-BE49-F238E27FC236}">
                <a16:creationId xmlns:a16="http://schemas.microsoft.com/office/drawing/2014/main" id="{E58A176C-E4A2-B96E-8CCD-B5965566E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76" y="1734634"/>
            <a:ext cx="7010400" cy="165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B8BF1D-CD88-4B03-03AF-EAE3190809CD}"/>
              </a:ext>
            </a:extLst>
          </p:cNvPr>
          <p:cNvSpPr txBox="1"/>
          <p:nvPr/>
        </p:nvSpPr>
        <p:spPr>
          <a:xfrm>
            <a:off x="312234" y="869458"/>
            <a:ext cx="7638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we make a custom factorial function?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5B97F1-1FFA-6676-B46D-87E151515003}"/>
              </a:ext>
            </a:extLst>
          </p:cNvPr>
          <p:cNvSpPr txBox="1"/>
          <p:nvPr/>
        </p:nvSpPr>
        <p:spPr>
          <a:xfrm>
            <a:off x="292676" y="3472367"/>
            <a:ext cx="560070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 sz="2400" dirty="0"/>
              <a:t>Call this function in a main script </a:t>
            </a:r>
            <a:r>
              <a:rPr lang="en-US" sz="2400" b="1" dirty="0" err="1"/>
              <a:t>factComp.m</a:t>
            </a:r>
            <a:r>
              <a:rPr lang="en-US" sz="2400" dirty="0"/>
              <a:t> for a value of n = 5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dirty="0"/>
              <a:t>Check your work by using the MATLAB built-in function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sz="2400" dirty="0"/>
              <a:t> 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dirty="0"/>
              <a:t>Compare the times for both methods using the MATLAB functions </a:t>
            </a:r>
            <a:r>
              <a:rPr lang="en-US" sz="2400" dirty="0">
                <a:solidFill>
                  <a:srgbClr val="0432FF"/>
                </a:solidFill>
                <a:latin typeface="Consolas"/>
                <a:cs typeface="Consolas" panose="020B0609020204030204" pitchFamily="49" charset="0"/>
              </a:rPr>
              <a:t>tic &amp; toc</a:t>
            </a:r>
            <a:endParaRPr lang="en-US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391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/>
              <a:t>Exercise 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5C92028-7E3C-6FED-DE82-08123B87EDAC}"/>
              </a:ext>
            </a:extLst>
          </p:cNvPr>
          <p:cNvSpPr txBox="1"/>
          <p:nvPr/>
        </p:nvSpPr>
        <p:spPr>
          <a:xfrm>
            <a:off x="312234" y="701110"/>
            <a:ext cx="1164351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Create a custom Projectile Motion function with initial velocity and initial angle as the input parameters.</a:t>
            </a:r>
          </a:p>
        </p:txBody>
      </p:sp>
      <p:pic>
        <p:nvPicPr>
          <p:cNvPr id="6" name="Picture 5" descr="A graph with a line in the center&#10;&#10;Description automatically generated">
            <a:extLst>
              <a:ext uri="{FF2B5EF4-FFF2-40B4-BE49-F238E27FC236}">
                <a16:creationId xmlns:a16="http://schemas.microsoft.com/office/drawing/2014/main" id="{2D66FAE9-E9DF-C528-CB36-A78C9C60C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174" y="1534913"/>
            <a:ext cx="6651256" cy="498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843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Chapter 5: Abstraction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2EC64CF-226F-2DF1-31FB-CD42118B5CAB}"/>
              </a:ext>
            </a:extLst>
          </p:cNvPr>
          <p:cNvSpPr/>
          <p:nvPr/>
        </p:nvSpPr>
        <p:spPr>
          <a:xfrm>
            <a:off x="9740115" y="-8860"/>
            <a:ext cx="1800672" cy="5936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Recall</a:t>
            </a:r>
            <a:endParaRPr lang="en-US" sz="32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1316E-2B87-14E7-9BE7-254C4D81A040}"/>
              </a:ext>
            </a:extLst>
          </p:cNvPr>
          <p:cNvSpPr txBox="1"/>
          <p:nvPr/>
        </p:nvSpPr>
        <p:spPr>
          <a:xfrm>
            <a:off x="234176" y="4262092"/>
            <a:ext cx="119578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Modify this code and make it a function where: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v0 and theta are function inputs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And the outputs are the x, y positions, and the total range – so, 3 outputs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Call this function in your lect14ExP1.mlx 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Run it for the following values: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l-GR" sz="2000" dirty="0"/>
              <a:t>θ = </a:t>
            </a:r>
            <a:r>
              <a:rPr lang="en-US" sz="2000" dirty="0"/>
              <a:t>30</a:t>
            </a:r>
            <a:r>
              <a:rPr lang="el-GR" sz="2000" dirty="0"/>
              <a:t> </a:t>
            </a:r>
            <a:r>
              <a:rPr lang="en-US" sz="2000" dirty="0"/>
              <a:t>degrees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V0 = 25 m/s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Visualize and annotate your results – That is plot your x and y positions </a:t>
            </a:r>
          </a:p>
        </p:txBody>
      </p:sp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B1BB075-F3FC-C8EA-9669-6DB835967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1363"/>
            <a:ext cx="7270753" cy="417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8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17007</TotalTime>
  <Words>2094</Words>
  <Application>Microsoft Office PowerPoint</Application>
  <PresentationFormat>Widescreen</PresentationFormat>
  <Paragraphs>245</Paragraphs>
  <Slides>16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Observe the workspace</vt:lpstr>
      <vt:lpstr>Call a function in your program (script file)</vt:lpstr>
      <vt:lpstr>PowerPoint Presentation</vt:lpstr>
      <vt:lpstr>Function: Area of square</vt:lpstr>
      <vt:lpstr>Exercise 1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Omair Zubairi</dc:creator>
  <cp:lastModifiedBy>Omair Zubairi</cp:lastModifiedBy>
  <cp:revision>653</cp:revision>
  <cp:lastPrinted>2024-01-09T15:43:08Z</cp:lastPrinted>
  <dcterms:created xsi:type="dcterms:W3CDTF">2023-04-08T15:45:01Z</dcterms:created>
  <dcterms:modified xsi:type="dcterms:W3CDTF">2024-11-04T04:57:11Z</dcterms:modified>
</cp:coreProperties>
</file>
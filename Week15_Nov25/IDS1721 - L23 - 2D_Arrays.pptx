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72" r:id="rId14"/>
    <p:sldId id="269" r:id="rId15"/>
    <p:sldId id="273" r:id="rId16"/>
    <p:sldId id="268" r:id="rId17"/>
    <p:sldId id="270" r:id="rId18"/>
    <p:sldId id="277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10BEB-9C1A-1C91-8C83-905AF979D429}" v="124" dt="2024-11-25T07:31:51.445"/>
    <p1510:client id="{FC30C95E-ADB9-1B0C-C4CB-2B78C28E6AD2}" v="1322" dt="2024-11-25T06:30:30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E510BEB-9C1A-1C91-8C83-905AF979D429}"/>
    <pc:docChg chg="addSld modSld">
      <pc:chgData name="Somak Das" userId="S::sdas@floridapoly.edu::98cebb13-2fc4-4808-95b9-daeb7e6acc01" providerId="AD" clId="Web-{DE510BEB-9C1A-1C91-8C83-905AF979D429}" dt="2024-11-25T07:31:51.445" v="122" actId="1076"/>
      <pc:docMkLst>
        <pc:docMk/>
      </pc:docMkLst>
      <pc:sldChg chg="modSp">
        <pc:chgData name="Somak Das" userId="S::sdas@floridapoly.edu::98cebb13-2fc4-4808-95b9-daeb7e6acc01" providerId="AD" clId="Web-{DE510BEB-9C1A-1C91-8C83-905AF979D429}" dt="2024-11-25T07:29:44.332" v="106" actId="20577"/>
        <pc:sldMkLst>
          <pc:docMk/>
          <pc:sldMk cId="2363445112" sldId="270"/>
        </pc:sldMkLst>
        <pc:spChg chg="mod">
          <ac:chgData name="Somak Das" userId="S::sdas@floridapoly.edu::98cebb13-2fc4-4808-95b9-daeb7e6acc01" providerId="AD" clId="Web-{DE510BEB-9C1A-1C91-8C83-905AF979D429}" dt="2024-11-25T07:29:44.332" v="106" actId="20577"/>
          <ac:spMkLst>
            <pc:docMk/>
            <pc:sldMk cId="2363445112" sldId="270"/>
            <ac:spMk id="3" creationId="{E505AA04-0092-1822-7322-DA12085484E5}"/>
          </ac:spMkLst>
        </pc:spChg>
      </pc:sldChg>
      <pc:sldChg chg="modSp">
        <pc:chgData name="Somak Das" userId="S::sdas@floridapoly.edu::98cebb13-2fc4-4808-95b9-daeb7e6acc01" providerId="AD" clId="Web-{DE510BEB-9C1A-1C91-8C83-905AF979D429}" dt="2024-11-25T06:50:46.085" v="76" actId="14100"/>
        <pc:sldMkLst>
          <pc:docMk/>
          <pc:sldMk cId="1964583200" sldId="275"/>
        </pc:sldMkLst>
        <pc:spChg chg="mod">
          <ac:chgData name="Somak Das" userId="S::sdas@floridapoly.edu::98cebb13-2fc4-4808-95b9-daeb7e6acc01" providerId="AD" clId="Web-{DE510BEB-9C1A-1C91-8C83-905AF979D429}" dt="2024-11-25T06:50:46.085" v="76" actId="14100"/>
          <ac:spMkLst>
            <pc:docMk/>
            <pc:sldMk cId="1964583200" sldId="275"/>
            <ac:spMk id="3" creationId="{8F539F07-04B5-A325-D591-421383872D28}"/>
          </ac:spMkLst>
        </pc:spChg>
      </pc:sldChg>
      <pc:sldChg chg="addSp delSp modSp new mod modClrScheme chgLayout">
        <pc:chgData name="Somak Das" userId="S::sdas@floridapoly.edu::98cebb13-2fc4-4808-95b9-daeb7e6acc01" providerId="AD" clId="Web-{DE510BEB-9C1A-1C91-8C83-905AF979D429}" dt="2024-11-25T07:04:00.405" v="88" actId="1076"/>
        <pc:sldMkLst>
          <pc:docMk/>
          <pc:sldMk cId="1400526240" sldId="276"/>
        </pc:sldMkLst>
        <pc:spChg chg="del">
          <ac:chgData name="Somak Das" userId="S::sdas@floridapoly.edu::98cebb13-2fc4-4808-95b9-daeb7e6acc01" providerId="AD" clId="Web-{DE510BEB-9C1A-1C91-8C83-905AF979D429}" dt="2024-11-25T07:02:48.294" v="78"/>
          <ac:spMkLst>
            <pc:docMk/>
            <pc:sldMk cId="1400526240" sldId="276"/>
            <ac:spMk id="2" creationId="{D221C248-294E-F2DF-20DE-45880993B6F8}"/>
          </ac:spMkLst>
        </pc:spChg>
        <pc:spChg chg="del">
          <ac:chgData name="Somak Das" userId="S::sdas@floridapoly.edu::98cebb13-2fc4-4808-95b9-daeb7e6acc01" providerId="AD" clId="Web-{DE510BEB-9C1A-1C91-8C83-905AF979D429}" dt="2024-11-25T07:02:48.294" v="78"/>
          <ac:spMkLst>
            <pc:docMk/>
            <pc:sldMk cId="1400526240" sldId="276"/>
            <ac:spMk id="3" creationId="{2283C883-F581-707C-FD24-49B1BED443EA}"/>
          </ac:spMkLst>
        </pc:spChg>
        <pc:picChg chg="add mod">
          <ac:chgData name="Somak Das" userId="S::sdas@floridapoly.edu::98cebb13-2fc4-4808-95b9-daeb7e6acc01" providerId="AD" clId="Web-{DE510BEB-9C1A-1C91-8C83-905AF979D429}" dt="2024-11-25T07:04:00.390" v="87" actId="1076"/>
          <ac:picMkLst>
            <pc:docMk/>
            <pc:sldMk cId="1400526240" sldId="276"/>
            <ac:picMk id="4" creationId="{D8F91C95-888B-CC38-0457-C8AD7C3DE7A3}"/>
          </ac:picMkLst>
        </pc:picChg>
        <pc:picChg chg="add mod">
          <ac:chgData name="Somak Das" userId="S::sdas@floridapoly.edu::98cebb13-2fc4-4808-95b9-daeb7e6acc01" providerId="AD" clId="Web-{DE510BEB-9C1A-1C91-8C83-905AF979D429}" dt="2024-11-25T07:04:00.405" v="88" actId="1076"/>
          <ac:picMkLst>
            <pc:docMk/>
            <pc:sldMk cId="1400526240" sldId="276"/>
            <ac:picMk id="5" creationId="{0A7A4C68-9702-B153-4D44-6AFFAA5DD7E1}"/>
          </ac:picMkLst>
        </pc:picChg>
      </pc:sldChg>
      <pc:sldChg chg="addSp delSp modSp new mod modClrScheme chgLayout">
        <pc:chgData name="Somak Das" userId="S::sdas@floridapoly.edu::98cebb13-2fc4-4808-95b9-daeb7e6acc01" providerId="AD" clId="Web-{DE510BEB-9C1A-1C91-8C83-905AF979D429}" dt="2024-11-25T07:31:51.445" v="122" actId="1076"/>
        <pc:sldMkLst>
          <pc:docMk/>
          <pc:sldMk cId="2558215771" sldId="277"/>
        </pc:sldMkLst>
        <pc:spChg chg="del">
          <ac:chgData name="Somak Das" userId="S::sdas@floridapoly.edu::98cebb13-2fc4-4808-95b9-daeb7e6acc01" providerId="AD" clId="Web-{DE510BEB-9C1A-1C91-8C83-905AF979D429}" dt="2024-11-25T07:30:37.084" v="112"/>
          <ac:spMkLst>
            <pc:docMk/>
            <pc:sldMk cId="2558215771" sldId="277"/>
            <ac:spMk id="2" creationId="{A1AE8582-A1B0-B5B0-BE0B-BB82F259D5B9}"/>
          </ac:spMkLst>
        </pc:spChg>
        <pc:spChg chg="del">
          <ac:chgData name="Somak Das" userId="S::sdas@floridapoly.edu::98cebb13-2fc4-4808-95b9-daeb7e6acc01" providerId="AD" clId="Web-{DE510BEB-9C1A-1C91-8C83-905AF979D429}" dt="2024-11-25T07:30:08.911" v="108"/>
          <ac:spMkLst>
            <pc:docMk/>
            <pc:sldMk cId="2558215771" sldId="277"/>
            <ac:spMk id="3" creationId="{61A7E2A6-1B88-D2E3-EC20-7C02F5B1E7A6}"/>
          </ac:spMkLst>
        </pc:spChg>
        <pc:picChg chg="add mod ord">
          <ac:chgData name="Somak Das" userId="S::sdas@floridapoly.edu::98cebb13-2fc4-4808-95b9-daeb7e6acc01" providerId="AD" clId="Web-{DE510BEB-9C1A-1C91-8C83-905AF979D429}" dt="2024-11-25T07:31:51.445" v="122" actId="1076"/>
          <ac:picMkLst>
            <pc:docMk/>
            <pc:sldMk cId="2558215771" sldId="277"/>
            <ac:picMk id="4" creationId="{AD9B78E0-369F-E2DB-D32C-84B486C86B47}"/>
          </ac:picMkLst>
        </pc:picChg>
        <pc:picChg chg="add mod">
          <ac:chgData name="Somak Das" userId="S::sdas@floridapoly.edu::98cebb13-2fc4-4808-95b9-daeb7e6acc01" providerId="AD" clId="Web-{DE510BEB-9C1A-1C91-8C83-905AF979D429}" dt="2024-11-25T07:31:21.069" v="120" actId="1076"/>
          <ac:picMkLst>
            <pc:docMk/>
            <pc:sldMk cId="2558215771" sldId="277"/>
            <ac:picMk id="5" creationId="{96150D8B-FE66-1642-FF3E-C52E69B03E8C}"/>
          </ac:picMkLst>
        </pc:picChg>
      </pc:sldChg>
    </pc:docChg>
  </pc:docChgLst>
  <pc:docChgLst>
    <pc:chgData name="Somak Das" userId="S::sdas@floridapoly.edu::98cebb13-2fc4-4808-95b9-daeb7e6acc01" providerId="AD" clId="Web-{FC30C95E-ADB9-1B0C-C4CB-2B78C28E6AD2}"/>
    <pc:docChg chg="addSld delSld modSld sldOrd">
      <pc:chgData name="Somak Das" userId="S::sdas@floridapoly.edu::98cebb13-2fc4-4808-95b9-daeb7e6acc01" providerId="AD" clId="Web-{FC30C95E-ADB9-1B0C-C4CB-2B78C28E6AD2}" dt="2024-11-25T06:30:30.129" v="1336" actId="20577"/>
      <pc:docMkLst>
        <pc:docMk/>
      </pc:docMkLst>
      <pc:sldChg chg="modSp mod ord modClrScheme chgLayout">
        <pc:chgData name="Somak Das" userId="S::sdas@floridapoly.edu::98cebb13-2fc4-4808-95b9-daeb7e6acc01" providerId="AD" clId="Web-{FC30C95E-ADB9-1B0C-C4CB-2B78C28E6AD2}" dt="2024-11-20T16:28:07.675" v="163" actId="1076"/>
        <pc:sldMkLst>
          <pc:docMk/>
          <pc:sldMk cId="109857222" sldId="256"/>
        </pc:sldMkLst>
        <pc:spChg chg="mod ord">
          <ac:chgData name="Somak Das" userId="S::sdas@floridapoly.edu::98cebb13-2fc4-4808-95b9-daeb7e6acc01" providerId="AD" clId="Web-{FC30C95E-ADB9-1B0C-C4CB-2B78C28E6AD2}" dt="2024-11-19T21:57:28.281" v="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omak Das" userId="S::sdas@floridapoly.edu::98cebb13-2fc4-4808-95b9-daeb7e6acc01" providerId="AD" clId="Web-{FC30C95E-ADB9-1B0C-C4CB-2B78C28E6AD2}" dt="2024-11-20T16:28:07.675" v="163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add">
        <pc:chgData name="Somak Das" userId="S::sdas@floridapoly.edu::98cebb13-2fc4-4808-95b9-daeb7e6acc01" providerId="AD" clId="Web-{FC30C95E-ADB9-1B0C-C4CB-2B78C28E6AD2}" dt="2024-11-19T21:55:40.384" v="0"/>
        <pc:sldMkLst>
          <pc:docMk/>
          <pc:sldMk cId="783844113" sldId="257"/>
        </pc:sldMkLst>
      </pc:sldChg>
      <pc:sldChg chg="addSp modSp add replId">
        <pc:chgData name="Somak Das" userId="S::sdas@floridapoly.edu::98cebb13-2fc4-4808-95b9-daeb7e6acc01" providerId="AD" clId="Web-{FC30C95E-ADB9-1B0C-C4CB-2B78C28E6AD2}" dt="2024-11-20T16:17:39.062" v="25" actId="20577"/>
        <pc:sldMkLst>
          <pc:docMk/>
          <pc:sldMk cId="2358630284" sldId="258"/>
        </pc:sldMkLst>
        <pc:spChg chg="mod">
          <ac:chgData name="Somak Das" userId="S::sdas@floridapoly.edu::98cebb13-2fc4-4808-95b9-daeb7e6acc01" providerId="AD" clId="Web-{FC30C95E-ADB9-1B0C-C4CB-2B78C28E6AD2}" dt="2024-11-20T16:17:39.062" v="25" actId="20577"/>
          <ac:spMkLst>
            <pc:docMk/>
            <pc:sldMk cId="2358630284" sldId="258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19T22:00:34.650" v="16" actId="14100"/>
          <ac:spMkLst>
            <pc:docMk/>
            <pc:sldMk cId="2358630284" sldId="258"/>
            <ac:spMk id="3" creationId="{00000000-0000-0000-0000-000000000000}"/>
          </ac:spMkLst>
        </pc:spChg>
        <pc:picChg chg="add mod">
          <ac:chgData name="Somak Das" userId="S::sdas@floridapoly.edu::98cebb13-2fc4-4808-95b9-daeb7e6acc01" providerId="AD" clId="Web-{FC30C95E-ADB9-1B0C-C4CB-2B78C28E6AD2}" dt="2024-11-19T22:00:55.807" v="19" actId="14100"/>
          <ac:picMkLst>
            <pc:docMk/>
            <pc:sldMk cId="2358630284" sldId="258"/>
            <ac:picMk id="4" creationId="{5BB03566-E4E5-82CC-1805-5E7CB4D2F741}"/>
          </ac:picMkLst>
        </pc:picChg>
      </pc:sldChg>
      <pc:sldChg chg="delSp modSp add replId">
        <pc:chgData name="Somak Das" userId="S::sdas@floridapoly.edu::98cebb13-2fc4-4808-95b9-daeb7e6acc01" providerId="AD" clId="Web-{FC30C95E-ADB9-1B0C-C4CB-2B78C28E6AD2}" dt="2024-11-20T16:21:51.913" v="91" actId="14100"/>
        <pc:sldMkLst>
          <pc:docMk/>
          <pc:sldMk cId="3367762173" sldId="259"/>
        </pc:sldMkLst>
        <pc:spChg chg="mod">
          <ac:chgData name="Somak Das" userId="S::sdas@floridapoly.edu::98cebb13-2fc4-4808-95b9-daeb7e6acc01" providerId="AD" clId="Web-{FC30C95E-ADB9-1B0C-C4CB-2B78C28E6AD2}" dt="2024-11-20T16:20:47.630" v="63" actId="20577"/>
          <ac:spMkLst>
            <pc:docMk/>
            <pc:sldMk cId="3367762173" sldId="259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1:51.913" v="91" actId="14100"/>
          <ac:spMkLst>
            <pc:docMk/>
            <pc:sldMk cId="3367762173" sldId="259"/>
            <ac:spMk id="3" creationId="{00000000-0000-0000-0000-000000000000}"/>
          </ac:spMkLst>
        </pc:spChg>
        <pc:picChg chg="del">
          <ac:chgData name="Somak Das" userId="S::sdas@floridapoly.edu::98cebb13-2fc4-4808-95b9-daeb7e6acc01" providerId="AD" clId="Web-{FC30C95E-ADB9-1B0C-C4CB-2B78C28E6AD2}" dt="2024-11-20T16:19:41.206" v="27"/>
          <ac:picMkLst>
            <pc:docMk/>
            <pc:sldMk cId="3367762173" sldId="259"/>
            <ac:picMk id="4" creationId="{5BB03566-E4E5-82CC-1805-5E7CB4D2F741}"/>
          </ac:picMkLst>
        </pc:picChg>
      </pc:sldChg>
      <pc:sldChg chg="modSp add replId">
        <pc:chgData name="Somak Das" userId="S::sdas@floridapoly.edu::98cebb13-2fc4-4808-95b9-daeb7e6acc01" providerId="AD" clId="Web-{FC30C95E-ADB9-1B0C-C4CB-2B78C28E6AD2}" dt="2024-11-20T16:24:38.122" v="130" actId="1076"/>
        <pc:sldMkLst>
          <pc:docMk/>
          <pc:sldMk cId="2294379482" sldId="260"/>
        </pc:sldMkLst>
        <pc:spChg chg="mod">
          <ac:chgData name="Somak Das" userId="S::sdas@floridapoly.edu::98cebb13-2fc4-4808-95b9-daeb7e6acc01" providerId="AD" clId="Web-{FC30C95E-ADB9-1B0C-C4CB-2B78C28E6AD2}" dt="2024-11-20T16:22:39.806" v="103" actId="20577"/>
          <ac:spMkLst>
            <pc:docMk/>
            <pc:sldMk cId="2294379482" sldId="260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4:38.122" v="130" actId="1076"/>
          <ac:spMkLst>
            <pc:docMk/>
            <pc:sldMk cId="2294379482" sldId="260"/>
            <ac:spMk id="3" creationId="{00000000-0000-0000-0000-000000000000}"/>
          </ac:spMkLst>
        </pc:spChg>
      </pc:sldChg>
      <pc:sldChg chg="modSp add replId">
        <pc:chgData name="Somak Das" userId="S::sdas@floridapoly.edu::98cebb13-2fc4-4808-95b9-daeb7e6acc01" providerId="AD" clId="Web-{FC30C95E-ADB9-1B0C-C4CB-2B78C28E6AD2}" dt="2024-11-20T16:27:41.128" v="162" actId="20577"/>
        <pc:sldMkLst>
          <pc:docMk/>
          <pc:sldMk cId="2391013366" sldId="261"/>
        </pc:sldMkLst>
        <pc:spChg chg="mod">
          <ac:chgData name="Somak Das" userId="S::sdas@floridapoly.edu::98cebb13-2fc4-4808-95b9-daeb7e6acc01" providerId="AD" clId="Web-{FC30C95E-ADB9-1B0C-C4CB-2B78C28E6AD2}" dt="2024-11-20T16:25:46.843" v="139" actId="20577"/>
          <ac:spMkLst>
            <pc:docMk/>
            <pc:sldMk cId="2391013366" sldId="261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7:41.128" v="162" actId="20577"/>
          <ac:spMkLst>
            <pc:docMk/>
            <pc:sldMk cId="2391013366" sldId="261"/>
            <ac:spMk id="3" creationId="{00000000-0000-0000-0000-000000000000}"/>
          </ac:spMkLst>
        </pc:spChg>
      </pc:sldChg>
      <pc:sldChg chg="modSp add replId">
        <pc:chgData name="Somak Das" userId="S::sdas@floridapoly.edu::98cebb13-2fc4-4808-95b9-daeb7e6acc01" providerId="AD" clId="Web-{FC30C95E-ADB9-1B0C-C4CB-2B78C28E6AD2}" dt="2024-11-21T17:19:21.012" v="216" actId="14100"/>
        <pc:sldMkLst>
          <pc:docMk/>
          <pc:sldMk cId="1692234644" sldId="262"/>
        </pc:sldMkLst>
        <pc:spChg chg="mod">
          <ac:chgData name="Somak Das" userId="S::sdas@floridapoly.edu::98cebb13-2fc4-4808-95b9-daeb7e6acc01" providerId="AD" clId="Web-{FC30C95E-ADB9-1B0C-C4CB-2B78C28E6AD2}" dt="2024-11-20T21:33:57.307" v="214" actId="20577"/>
          <ac:spMkLst>
            <pc:docMk/>
            <pc:sldMk cId="1692234644" sldId="262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1T17:19:21.012" v="216" actId="14100"/>
          <ac:spMkLst>
            <pc:docMk/>
            <pc:sldMk cId="1692234644" sldId="262"/>
            <ac:spMk id="3" creationId="{00000000-0000-0000-0000-000000000000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4T21:53:30.666" v="247" actId="20577"/>
        <pc:sldMkLst>
          <pc:docMk/>
          <pc:sldMk cId="3840670357" sldId="263"/>
        </pc:sldMkLst>
        <pc:spChg chg="mod">
          <ac:chgData name="Somak Das" userId="S::sdas@floridapoly.edu::98cebb13-2fc4-4808-95b9-daeb7e6acc01" providerId="AD" clId="Web-{FC30C95E-ADB9-1B0C-C4CB-2B78C28E6AD2}" dt="2024-11-24T21:32:12.623" v="231" actId="20577"/>
          <ac:spMkLst>
            <pc:docMk/>
            <pc:sldMk cId="3840670357" sldId="263"/>
            <ac:spMk id="2" creationId="{F5E31B90-874B-45F9-14C5-7C83FDD90AE0}"/>
          </ac:spMkLst>
        </pc:spChg>
        <pc:spChg chg="mod">
          <ac:chgData name="Somak Das" userId="S::sdas@floridapoly.edu::98cebb13-2fc4-4808-95b9-daeb7e6acc01" providerId="AD" clId="Web-{FC30C95E-ADB9-1B0C-C4CB-2B78C28E6AD2}" dt="2024-11-24T21:53:30.666" v="247" actId="20577"/>
          <ac:spMkLst>
            <pc:docMk/>
            <pc:sldMk cId="3840670357" sldId="263"/>
            <ac:spMk id="3" creationId="{52FA0813-A2B0-DFA3-7C51-494C5871A565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4T21:54:56.906" v="309" actId="20577"/>
        <pc:sldMkLst>
          <pc:docMk/>
          <pc:sldMk cId="93765153" sldId="264"/>
        </pc:sldMkLst>
        <pc:spChg chg="mod">
          <ac:chgData name="Somak Das" userId="S::sdas@floridapoly.edu::98cebb13-2fc4-4808-95b9-daeb7e6acc01" providerId="AD" clId="Web-{FC30C95E-ADB9-1B0C-C4CB-2B78C28E6AD2}" dt="2024-11-24T21:54:06.793" v="283" actId="20577"/>
          <ac:spMkLst>
            <pc:docMk/>
            <pc:sldMk cId="93765153" sldId="264"/>
            <ac:spMk id="2" creationId="{6389E290-7D5D-35E2-7D75-FD9A09EC12FE}"/>
          </ac:spMkLst>
        </pc:spChg>
        <pc:spChg chg="mod">
          <ac:chgData name="Somak Das" userId="S::sdas@floridapoly.edu::98cebb13-2fc4-4808-95b9-daeb7e6acc01" providerId="AD" clId="Web-{FC30C95E-ADB9-1B0C-C4CB-2B78C28E6AD2}" dt="2024-11-24T21:54:56.906" v="309" actId="20577"/>
          <ac:spMkLst>
            <pc:docMk/>
            <pc:sldMk cId="93765153" sldId="264"/>
            <ac:spMk id="3" creationId="{E52390F7-95E8-86B7-55AE-1A30C695C288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2:17:32.666" v="646" actId="20577"/>
        <pc:sldMkLst>
          <pc:docMk/>
          <pc:sldMk cId="2123826678" sldId="265"/>
        </pc:sldMkLst>
        <pc:spChg chg="mod">
          <ac:chgData name="Somak Das" userId="S::sdas@floridapoly.edu::98cebb13-2fc4-4808-95b9-daeb7e6acc01" providerId="AD" clId="Web-{FC30C95E-ADB9-1B0C-C4CB-2B78C28E6AD2}" dt="2024-11-24T21:56:05.785" v="321" actId="20577"/>
          <ac:spMkLst>
            <pc:docMk/>
            <pc:sldMk cId="2123826678" sldId="265"/>
            <ac:spMk id="2" creationId="{6EEA522B-C668-F1A4-B4D7-DA98BF05C531}"/>
          </ac:spMkLst>
        </pc:spChg>
        <pc:spChg chg="mod">
          <ac:chgData name="Somak Das" userId="S::sdas@floridapoly.edu::98cebb13-2fc4-4808-95b9-daeb7e6acc01" providerId="AD" clId="Web-{FC30C95E-ADB9-1B0C-C4CB-2B78C28E6AD2}" dt="2024-11-25T02:17:32.666" v="646" actId="20577"/>
          <ac:spMkLst>
            <pc:docMk/>
            <pc:sldMk cId="2123826678" sldId="265"/>
            <ac:spMk id="3" creationId="{7A12CA3B-1D64-8DED-24FD-132BAC12CD83}"/>
          </ac:spMkLst>
        </pc:spChg>
      </pc:sldChg>
      <pc:sldChg chg="modSp new del">
        <pc:chgData name="Somak Das" userId="S::sdas@floridapoly.edu::98cebb13-2fc4-4808-95b9-daeb7e6acc01" providerId="AD" clId="Web-{FC30C95E-ADB9-1B0C-C4CB-2B78C28E6AD2}" dt="2024-11-25T03:17:22.271" v="683"/>
        <pc:sldMkLst>
          <pc:docMk/>
          <pc:sldMk cId="3399317480" sldId="266"/>
        </pc:sldMkLst>
        <pc:spChg chg="mod">
          <ac:chgData name="Somak Das" userId="S::sdas@floridapoly.edu::98cebb13-2fc4-4808-95b9-daeb7e6acc01" providerId="AD" clId="Web-{FC30C95E-ADB9-1B0C-C4CB-2B78C28E6AD2}" dt="2024-11-24T22:14:48.094" v="448" actId="20577"/>
          <ac:spMkLst>
            <pc:docMk/>
            <pc:sldMk cId="3399317480" sldId="266"/>
            <ac:spMk id="2" creationId="{5CBB9052-BACB-A04B-8D76-685AFEF810A5}"/>
          </ac:spMkLst>
        </pc:spChg>
        <pc:spChg chg="mod">
          <ac:chgData name="Somak Das" userId="S::sdas@floridapoly.edu::98cebb13-2fc4-4808-95b9-daeb7e6acc01" providerId="AD" clId="Web-{FC30C95E-ADB9-1B0C-C4CB-2B78C28E6AD2}" dt="2024-11-24T22:38:02.322" v="452" actId="20577"/>
          <ac:spMkLst>
            <pc:docMk/>
            <pc:sldMk cId="3399317480" sldId="266"/>
            <ac:spMk id="3" creationId="{B58648C1-172F-473F-A78D-7258570779D2}"/>
          </ac:spMkLst>
        </pc:spChg>
      </pc:sldChg>
      <pc:sldChg chg="modSp new ord">
        <pc:chgData name="Somak Das" userId="S::sdas@floridapoly.edu::98cebb13-2fc4-4808-95b9-daeb7e6acc01" providerId="AD" clId="Web-{FC30C95E-ADB9-1B0C-C4CB-2B78C28E6AD2}" dt="2024-11-25T03:01:15.687" v="670" actId="20577"/>
        <pc:sldMkLst>
          <pc:docMk/>
          <pc:sldMk cId="1910010698" sldId="267"/>
        </pc:sldMkLst>
        <pc:spChg chg="mod">
          <ac:chgData name="Somak Das" userId="S::sdas@floridapoly.edu::98cebb13-2fc4-4808-95b9-daeb7e6acc01" providerId="AD" clId="Web-{FC30C95E-ADB9-1B0C-C4CB-2B78C28E6AD2}" dt="2024-11-24T22:11:40.737" v="437" actId="20577"/>
          <ac:spMkLst>
            <pc:docMk/>
            <pc:sldMk cId="1910010698" sldId="267"/>
            <ac:spMk id="2" creationId="{162FCCF9-539D-3638-0F4E-45F2285B83FA}"/>
          </ac:spMkLst>
        </pc:spChg>
        <pc:spChg chg="mod">
          <ac:chgData name="Somak Das" userId="S::sdas@floridapoly.edu::98cebb13-2fc4-4808-95b9-daeb7e6acc01" providerId="AD" clId="Web-{FC30C95E-ADB9-1B0C-C4CB-2B78C28E6AD2}" dt="2024-11-25T03:01:15.687" v="670" actId="20577"/>
          <ac:spMkLst>
            <pc:docMk/>
            <pc:sldMk cId="1910010698" sldId="267"/>
            <ac:spMk id="3" creationId="{D2DFCF12-6FEC-160B-A8E4-F66FC5867341}"/>
          </ac:spMkLst>
        </pc:spChg>
      </pc:sldChg>
      <pc:sldChg chg="addSp modSp new">
        <pc:chgData name="Somak Das" userId="S::sdas@floridapoly.edu::98cebb13-2fc4-4808-95b9-daeb7e6acc01" providerId="AD" clId="Web-{FC30C95E-ADB9-1B0C-C4CB-2B78C28E6AD2}" dt="2024-11-25T04:59:05.561" v="1001" actId="20577"/>
        <pc:sldMkLst>
          <pc:docMk/>
          <pc:sldMk cId="2197045027" sldId="268"/>
        </pc:sldMkLst>
        <pc:spChg chg="mod">
          <ac:chgData name="Somak Das" userId="S::sdas@floridapoly.edu::98cebb13-2fc4-4808-95b9-daeb7e6acc01" providerId="AD" clId="Web-{FC30C95E-ADB9-1B0C-C4CB-2B78C28E6AD2}" dt="2024-11-25T04:39:56.786" v="964" actId="1076"/>
          <ac:spMkLst>
            <pc:docMk/>
            <pc:sldMk cId="2197045027" sldId="268"/>
            <ac:spMk id="2" creationId="{75FB0049-35F0-7BB7-A03D-41BCDB0E6E4C}"/>
          </ac:spMkLst>
        </pc:spChg>
        <pc:spChg chg="mod">
          <ac:chgData name="Somak Das" userId="S::sdas@floridapoly.edu::98cebb13-2fc4-4808-95b9-daeb7e6acc01" providerId="AD" clId="Web-{FC30C95E-ADB9-1B0C-C4CB-2B78C28E6AD2}" dt="2024-11-25T04:59:05.561" v="1001" actId="20577"/>
          <ac:spMkLst>
            <pc:docMk/>
            <pc:sldMk cId="2197045027" sldId="268"/>
            <ac:spMk id="3" creationId="{FF919C56-6026-A042-C858-E17E2BD2B546}"/>
          </ac:spMkLst>
        </pc:spChg>
        <pc:picChg chg="add mod">
          <ac:chgData name="Somak Das" userId="S::sdas@floridapoly.edu::98cebb13-2fc4-4808-95b9-daeb7e6acc01" providerId="AD" clId="Web-{FC30C95E-ADB9-1B0C-C4CB-2B78C28E6AD2}" dt="2024-11-25T04:54:23.585" v="986" actId="14100"/>
          <ac:picMkLst>
            <pc:docMk/>
            <pc:sldMk cId="2197045027" sldId="268"/>
            <ac:picMk id="4" creationId="{7B6EB416-6A74-577B-2B7A-C4DBE9D41724}"/>
          </ac:picMkLst>
        </pc:picChg>
        <pc:picChg chg="add mod">
          <ac:chgData name="Somak Das" userId="S::sdas@floridapoly.edu::98cebb13-2fc4-4808-95b9-daeb7e6acc01" providerId="AD" clId="Web-{FC30C95E-ADB9-1B0C-C4CB-2B78C28E6AD2}" dt="2024-11-25T04:54:48.945" v="988" actId="1076"/>
          <ac:picMkLst>
            <pc:docMk/>
            <pc:sldMk cId="2197045027" sldId="268"/>
            <ac:picMk id="5" creationId="{3EA655AE-D536-ADD8-C0EF-388FAECA4042}"/>
          </ac:picMkLst>
        </pc:picChg>
      </pc:sldChg>
      <pc:sldChg chg="modSp new del">
        <pc:chgData name="Somak Das" userId="S::sdas@floridapoly.edu::98cebb13-2fc4-4808-95b9-daeb7e6acc01" providerId="AD" clId="Web-{FC30C95E-ADB9-1B0C-C4CB-2B78C28E6AD2}" dt="2024-11-24T22:39:03.512" v="457"/>
        <pc:sldMkLst>
          <pc:docMk/>
          <pc:sldMk cId="4034567143" sldId="268"/>
        </pc:sldMkLst>
        <pc:spChg chg="mod">
          <ac:chgData name="Somak Das" userId="S::sdas@floridapoly.edu::98cebb13-2fc4-4808-95b9-daeb7e6acc01" providerId="AD" clId="Web-{FC30C95E-ADB9-1B0C-C4CB-2B78C28E6AD2}" dt="2024-11-24T22:39:01.996" v="456" actId="20577"/>
          <ac:spMkLst>
            <pc:docMk/>
            <pc:sldMk cId="4034567143" sldId="268"/>
            <ac:spMk id="3" creationId="{E6222633-9476-91D7-E17D-5D93B14961F9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3:57:58.449" v="717" actId="20577"/>
        <pc:sldMkLst>
          <pc:docMk/>
          <pc:sldMk cId="29269387" sldId="269"/>
        </pc:sldMkLst>
        <pc:spChg chg="mod">
          <ac:chgData name="Somak Das" userId="S::sdas@floridapoly.edu::98cebb13-2fc4-4808-95b9-daeb7e6acc01" providerId="AD" clId="Web-{FC30C95E-ADB9-1B0C-C4CB-2B78C28E6AD2}" dt="2024-11-24T23:26:42.511" v="531" actId="20577"/>
          <ac:spMkLst>
            <pc:docMk/>
            <pc:sldMk cId="29269387" sldId="269"/>
            <ac:spMk id="2" creationId="{7BFE7669-4B6F-20E0-719B-3E5A4D75AFBD}"/>
          </ac:spMkLst>
        </pc:spChg>
        <pc:spChg chg="mod">
          <ac:chgData name="Somak Das" userId="S::sdas@floridapoly.edu::98cebb13-2fc4-4808-95b9-daeb7e6acc01" providerId="AD" clId="Web-{FC30C95E-ADB9-1B0C-C4CB-2B78C28E6AD2}" dt="2024-11-25T03:57:58.449" v="717" actId="20577"/>
          <ac:spMkLst>
            <pc:docMk/>
            <pc:sldMk cId="29269387" sldId="269"/>
            <ac:spMk id="3" creationId="{57666094-784A-48FF-F5D8-AD981FAE3AB5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6:02:53.372" v="1200" actId="20577"/>
        <pc:sldMkLst>
          <pc:docMk/>
          <pc:sldMk cId="2363445112" sldId="270"/>
        </pc:sldMkLst>
        <pc:spChg chg="mod">
          <ac:chgData name="Somak Das" userId="S::sdas@floridapoly.edu::98cebb13-2fc4-4808-95b9-daeb7e6acc01" providerId="AD" clId="Web-{FC30C95E-ADB9-1B0C-C4CB-2B78C28E6AD2}" dt="2024-11-25T04:59:56.890" v="1006" actId="20577"/>
          <ac:spMkLst>
            <pc:docMk/>
            <pc:sldMk cId="2363445112" sldId="270"/>
            <ac:spMk id="2" creationId="{C7EBF642-2C7D-AF8B-99CB-0285846FB7C7}"/>
          </ac:spMkLst>
        </pc:spChg>
        <pc:spChg chg="mod">
          <ac:chgData name="Somak Das" userId="S::sdas@floridapoly.edu::98cebb13-2fc4-4808-95b9-daeb7e6acc01" providerId="AD" clId="Web-{FC30C95E-ADB9-1B0C-C4CB-2B78C28E6AD2}" dt="2024-11-25T06:02:53.372" v="1200" actId="20577"/>
          <ac:spMkLst>
            <pc:docMk/>
            <pc:sldMk cId="2363445112" sldId="270"/>
            <ac:spMk id="3" creationId="{E505AA04-0092-1822-7322-DA12085484E5}"/>
          </ac:spMkLst>
        </pc:spChg>
      </pc:sldChg>
      <pc:sldChg chg="addSp delSp modSp new mod modClrScheme chgLayout">
        <pc:chgData name="Somak Das" userId="S::sdas@floridapoly.edu::98cebb13-2fc4-4808-95b9-daeb7e6acc01" providerId="AD" clId="Web-{FC30C95E-ADB9-1B0C-C4CB-2B78C28E6AD2}" dt="2024-11-25T02:21:41.908" v="651" actId="1076"/>
        <pc:sldMkLst>
          <pc:docMk/>
          <pc:sldMk cId="1043830976" sldId="271"/>
        </pc:sldMkLst>
        <pc:spChg chg="del">
          <ac:chgData name="Somak Das" userId="S::sdas@floridapoly.edu::98cebb13-2fc4-4808-95b9-daeb7e6acc01" providerId="AD" clId="Web-{FC30C95E-ADB9-1B0C-C4CB-2B78C28E6AD2}" dt="2024-11-25T02:17:47.057" v="648"/>
          <ac:spMkLst>
            <pc:docMk/>
            <pc:sldMk cId="1043830976" sldId="271"/>
            <ac:spMk id="2" creationId="{EDB45919-6B4A-09CE-C6A6-AE150894C76E}"/>
          </ac:spMkLst>
        </pc:spChg>
        <pc:spChg chg="del">
          <ac:chgData name="Somak Das" userId="S::sdas@floridapoly.edu::98cebb13-2fc4-4808-95b9-daeb7e6acc01" providerId="AD" clId="Web-{FC30C95E-ADB9-1B0C-C4CB-2B78C28E6AD2}" dt="2024-11-25T02:17:47.057" v="648"/>
          <ac:spMkLst>
            <pc:docMk/>
            <pc:sldMk cId="1043830976" sldId="271"/>
            <ac:spMk id="3" creationId="{4D61BBA2-45B6-BD30-1444-957E5850939B}"/>
          </ac:spMkLst>
        </pc:spChg>
        <pc:picChg chg="add mod">
          <ac:chgData name="Somak Das" userId="S::sdas@floridapoly.edu::98cebb13-2fc4-4808-95b9-daeb7e6acc01" providerId="AD" clId="Web-{FC30C95E-ADB9-1B0C-C4CB-2B78C28E6AD2}" dt="2024-11-25T02:21:41.908" v="651" actId="1076"/>
          <ac:picMkLst>
            <pc:docMk/>
            <pc:sldMk cId="1043830976" sldId="271"/>
            <ac:picMk id="4" creationId="{E4454811-0212-CB7F-B7FB-1F1602C2716B}"/>
          </ac:picMkLst>
        </pc:picChg>
      </pc:sldChg>
      <pc:sldChg chg="addSp delSp modSp new mod modClrScheme chgLayout">
        <pc:chgData name="Somak Das" userId="S::sdas@floridapoly.edu::98cebb13-2fc4-4808-95b9-daeb7e6acc01" providerId="AD" clId="Web-{FC30C95E-ADB9-1B0C-C4CB-2B78C28E6AD2}" dt="2024-11-25T03:03:36.989" v="682"/>
        <pc:sldMkLst>
          <pc:docMk/>
          <pc:sldMk cId="436203268" sldId="272"/>
        </pc:sldMkLst>
        <pc:spChg chg="del">
          <ac:chgData name="Somak Das" userId="S::sdas@floridapoly.edu::98cebb13-2fc4-4808-95b9-daeb7e6acc01" providerId="AD" clId="Web-{FC30C95E-ADB9-1B0C-C4CB-2B78C28E6AD2}" dt="2024-11-25T03:01:21.047" v="672"/>
          <ac:spMkLst>
            <pc:docMk/>
            <pc:sldMk cId="436203268" sldId="272"/>
            <ac:spMk id="2" creationId="{471DBE6E-BA3C-68BF-F698-DEF48314B8F2}"/>
          </ac:spMkLst>
        </pc:spChg>
        <pc:spChg chg="del">
          <ac:chgData name="Somak Das" userId="S::sdas@floridapoly.edu::98cebb13-2fc4-4808-95b9-daeb7e6acc01" providerId="AD" clId="Web-{FC30C95E-ADB9-1B0C-C4CB-2B78C28E6AD2}" dt="2024-11-25T03:01:21.047" v="672"/>
          <ac:spMkLst>
            <pc:docMk/>
            <pc:sldMk cId="436203268" sldId="272"/>
            <ac:spMk id="3" creationId="{121EC2A7-57A8-7920-F471-847C5CA79267}"/>
          </ac:spMkLst>
        </pc:spChg>
        <pc:picChg chg="add mod">
          <ac:chgData name="Somak Das" userId="S::sdas@floridapoly.edu::98cebb13-2fc4-4808-95b9-daeb7e6acc01" providerId="AD" clId="Web-{FC30C95E-ADB9-1B0C-C4CB-2B78C28E6AD2}" dt="2024-11-25T03:03:06.301" v="681"/>
          <ac:picMkLst>
            <pc:docMk/>
            <pc:sldMk cId="436203268" sldId="272"/>
            <ac:picMk id="4" creationId="{9F04DD91-8F67-A733-6491-9CEC5809CAC7}"/>
          </ac:picMkLst>
        </pc:picChg>
        <pc:picChg chg="add mod">
          <ac:chgData name="Somak Das" userId="S::sdas@floridapoly.edu::98cebb13-2fc4-4808-95b9-daeb7e6acc01" providerId="AD" clId="Web-{FC30C95E-ADB9-1B0C-C4CB-2B78C28E6AD2}" dt="2024-11-25T03:03:36.989" v="682"/>
          <ac:picMkLst>
            <pc:docMk/>
            <pc:sldMk cId="436203268" sldId="272"/>
            <ac:picMk id="5" creationId="{0D90C04C-8CE1-A2A3-46C3-95ED83E5F3E9}"/>
          </ac:picMkLst>
        </pc:picChg>
      </pc:sldChg>
      <pc:sldChg chg="addSp modSp new">
        <pc:chgData name="Somak Das" userId="S::sdas@floridapoly.edu::98cebb13-2fc4-4808-95b9-daeb7e6acc01" providerId="AD" clId="Web-{FC30C95E-ADB9-1B0C-C4CB-2B78C28E6AD2}" dt="2024-11-25T04:08:07.087" v="825" actId="1076"/>
        <pc:sldMkLst>
          <pc:docMk/>
          <pc:sldMk cId="157308000" sldId="273"/>
        </pc:sldMkLst>
        <pc:spChg chg="mod">
          <ac:chgData name="Somak Das" userId="S::sdas@floridapoly.edu::98cebb13-2fc4-4808-95b9-daeb7e6acc01" providerId="AD" clId="Web-{FC30C95E-ADB9-1B0C-C4CB-2B78C28E6AD2}" dt="2024-11-25T03:58:14.746" v="724" actId="20577"/>
          <ac:spMkLst>
            <pc:docMk/>
            <pc:sldMk cId="157308000" sldId="273"/>
            <ac:spMk id="2" creationId="{D9E42132-A592-5B8E-AC18-F285A0CA0A6A}"/>
          </ac:spMkLst>
        </pc:spChg>
        <pc:spChg chg="mod">
          <ac:chgData name="Somak Das" userId="S::sdas@floridapoly.edu::98cebb13-2fc4-4808-95b9-daeb7e6acc01" providerId="AD" clId="Web-{FC30C95E-ADB9-1B0C-C4CB-2B78C28E6AD2}" dt="2024-11-25T04:07:36.602" v="821" actId="14100"/>
          <ac:spMkLst>
            <pc:docMk/>
            <pc:sldMk cId="157308000" sldId="273"/>
            <ac:spMk id="3" creationId="{8B8BB257-2D08-49C6-6D34-41672FFFFBC4}"/>
          </ac:spMkLst>
        </pc:spChg>
        <pc:picChg chg="add mod">
          <ac:chgData name="Somak Das" userId="S::sdas@floridapoly.edu::98cebb13-2fc4-4808-95b9-daeb7e6acc01" providerId="AD" clId="Web-{FC30C95E-ADB9-1B0C-C4CB-2B78C28E6AD2}" dt="2024-11-25T04:08:07.087" v="825" actId="1076"/>
          <ac:picMkLst>
            <pc:docMk/>
            <pc:sldMk cId="157308000" sldId="273"/>
            <ac:picMk id="4" creationId="{AB897228-7565-948E-4FE6-4E78F1716EF6}"/>
          </ac:picMkLst>
        </pc:picChg>
      </pc:sldChg>
      <pc:sldChg chg="modSp new">
        <pc:chgData name="Somak Das" userId="S::sdas@floridapoly.edu::98cebb13-2fc4-4808-95b9-daeb7e6acc01" providerId="AD" clId="Web-{FC30C95E-ADB9-1B0C-C4CB-2B78C28E6AD2}" dt="2024-11-25T06:26:11.105" v="1284" actId="20577"/>
        <pc:sldMkLst>
          <pc:docMk/>
          <pc:sldMk cId="1013954265" sldId="274"/>
        </pc:sldMkLst>
        <pc:spChg chg="mod">
          <ac:chgData name="Somak Das" userId="S::sdas@floridapoly.edu::98cebb13-2fc4-4808-95b9-daeb7e6acc01" providerId="AD" clId="Web-{FC30C95E-ADB9-1B0C-C4CB-2B78C28E6AD2}" dt="2024-11-25T06:22:59.005" v="1212" actId="20577"/>
          <ac:spMkLst>
            <pc:docMk/>
            <pc:sldMk cId="1013954265" sldId="274"/>
            <ac:spMk id="2" creationId="{5A835008-53DB-1B1A-428D-EC0986194C61}"/>
          </ac:spMkLst>
        </pc:spChg>
        <pc:spChg chg="mod">
          <ac:chgData name="Somak Das" userId="S::sdas@floridapoly.edu::98cebb13-2fc4-4808-95b9-daeb7e6acc01" providerId="AD" clId="Web-{FC30C95E-ADB9-1B0C-C4CB-2B78C28E6AD2}" dt="2024-11-25T06:26:11.105" v="1284" actId="20577"/>
          <ac:spMkLst>
            <pc:docMk/>
            <pc:sldMk cId="1013954265" sldId="274"/>
            <ac:spMk id="3" creationId="{66B9BD80-380A-4FAB-E843-7C96D53F9404}"/>
          </ac:spMkLst>
        </pc:spChg>
      </pc:sldChg>
      <pc:sldChg chg="modSp add del replId">
        <pc:chgData name="Somak Das" userId="S::sdas@floridapoly.edu::98cebb13-2fc4-4808-95b9-daeb7e6acc01" providerId="AD" clId="Web-{FC30C95E-ADB9-1B0C-C4CB-2B78C28E6AD2}" dt="2024-11-25T04:51:29.129" v="981"/>
        <pc:sldMkLst>
          <pc:docMk/>
          <pc:sldMk cId="4191126191" sldId="274"/>
        </pc:sldMkLst>
        <pc:spChg chg="mod">
          <ac:chgData name="Somak Das" userId="S::sdas@floridapoly.edu::98cebb13-2fc4-4808-95b9-daeb7e6acc01" providerId="AD" clId="Web-{FC30C95E-ADB9-1B0C-C4CB-2B78C28E6AD2}" dt="2024-11-25T04:50:10.190" v="980" actId="20577"/>
          <ac:spMkLst>
            <pc:docMk/>
            <pc:sldMk cId="4191126191" sldId="274"/>
            <ac:spMk id="3" creationId="{FF919C56-6026-A042-C858-E17E2BD2B546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6:30:30.129" v="1336" actId="20577"/>
        <pc:sldMkLst>
          <pc:docMk/>
          <pc:sldMk cId="1964583200" sldId="275"/>
        </pc:sldMkLst>
        <pc:spChg chg="mod">
          <ac:chgData name="Somak Das" userId="S::sdas@floridapoly.edu::98cebb13-2fc4-4808-95b9-daeb7e6acc01" providerId="AD" clId="Web-{FC30C95E-ADB9-1B0C-C4CB-2B78C28E6AD2}" dt="2024-11-25T06:26:38.887" v="1291" actId="20577"/>
          <ac:spMkLst>
            <pc:docMk/>
            <pc:sldMk cId="1964583200" sldId="275"/>
            <ac:spMk id="2" creationId="{ECAFCA0A-099B-04D4-A6DF-655089C41C5B}"/>
          </ac:spMkLst>
        </pc:spChg>
        <pc:spChg chg="mod">
          <ac:chgData name="Somak Das" userId="S::sdas@floridapoly.edu::98cebb13-2fc4-4808-95b9-daeb7e6acc01" providerId="AD" clId="Web-{FC30C95E-ADB9-1B0C-C4CB-2B78C28E6AD2}" dt="2024-11-25T06:30:30.129" v="1336" actId="20577"/>
          <ac:spMkLst>
            <pc:docMk/>
            <pc:sldMk cId="1964583200" sldId="275"/>
            <ac:spMk id="3" creationId="{8F539F07-04B5-A325-D591-421383872D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FBE90-1C88-4D81-9C5C-5F3433E1089C}" type="datetimeFigureOut">
              <a:t>11/24/2024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739AF-4A20-435C-8361-59E1749C8F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07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The second Dimension</a:t>
            </a:r>
          </a:p>
          <a:p>
            <a:pPr algn="l">
              <a:defRPr/>
            </a:pPr>
            <a:r>
              <a:rPr lang="en-US" dirty="0"/>
              <a:t>Lesson 01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250680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two-dimensional (2D) array, often referred to as a matrix, is a rectangular array of numbers arranged in rows and columns. </a:t>
            </a:r>
          </a:p>
          <a:p>
            <a:r>
              <a:rPr lang="en-US" dirty="0">
                <a:ea typeface="+mn-lt"/>
                <a:cs typeface="+mn-lt"/>
              </a:rPr>
              <a:t>In MATLAB, 2D arrays are a fundamental way to store and manipulate data.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Recall: Creating Two-Dimensional Arrays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20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You can create a 2D array by specifying elements row by row, separating rows with semicolons (</a:t>
            </a:r>
            <a:r>
              <a:rPr lang="en-US" dirty="0">
                <a:latin typeface="Consolas"/>
                <a:ea typeface="+mn-lt"/>
                <a:cs typeface="+mn-lt"/>
              </a:rPr>
              <a:t>;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BB03566-E4E5-82CC-1805-5E7CB4D2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27" y="3163046"/>
            <a:ext cx="10517746" cy="21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3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Recall: Accessing elements</a:t>
            </a:r>
            <a:endParaRPr lang="en-US" sz="700" b="1" dirty="0"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26291" y="1825625"/>
            <a:ext cx="11750963" cy="475591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You can access elements of a 2D array using indices:</a:t>
            </a:r>
            <a:endParaRPr lang="en-US" dirty="0"/>
          </a:p>
          <a:p>
            <a:pPr marL="457200" indent="-457200">
              <a:buFont typeface="Arial"/>
            </a:pPr>
            <a:r>
              <a:rPr lang="en-US" b="1" dirty="0">
                <a:ea typeface="+mn-lt"/>
                <a:cs typeface="+mn-lt"/>
              </a:rPr>
              <a:t>Single Element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element = A(2, 3); % Access element at row 2, column 3
</a:t>
            </a:r>
            <a:endParaRPr lang="en-US"/>
          </a:p>
          <a:p>
            <a:pPr marL="457200" indent="-457200">
              <a:buFont typeface="Arial"/>
            </a:pPr>
            <a:r>
              <a:rPr lang="en-US" b="1" dirty="0">
                <a:ea typeface="+mn-lt"/>
                <a:cs typeface="+mn-lt"/>
              </a:rPr>
              <a:t>Entire Row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row2 = A(2, :); % Access the second row
</a:t>
            </a:r>
            <a:endParaRPr lang="en-US"/>
          </a:p>
          <a:p>
            <a:pPr marL="457200" indent="-457200">
              <a:buFont typeface="Arial"/>
            </a:pPr>
            <a:r>
              <a:rPr lang="en-US" b="1" dirty="0">
                <a:ea typeface="+mn-lt"/>
                <a:cs typeface="+mn-lt"/>
              </a:rPr>
              <a:t>Entire Column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column3 = A(:, 3); % Access the third column
</a:t>
            </a:r>
            <a:endParaRPr lang="en-US"/>
          </a:p>
          <a:p>
            <a:pPr marL="457200" indent="-457200">
              <a:buFont typeface="Arial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62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Recall: Modifying 2D array</a:t>
            </a:r>
            <a:endParaRPr lang="en-US" sz="700" b="1" dirty="0"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33928" y="1906443"/>
            <a:ext cx="11935690" cy="47559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You can modify elements or parts of a 2D array by assigning new values.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A(1, 1) = 10; % Change element in first row, first column</a:t>
            </a:r>
            <a:endParaRPr lang="en-US" dirty="0">
              <a:latin typeface="Aptos" panose="020B0004020202020204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A(2, :) = [11, 12, 13]; % Replace the second row</a:t>
            </a:r>
            <a:endParaRPr lang="en-US" dirty="0">
              <a:latin typeface="Aptos" panose="020B0004020202020204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A(:, 3) = [14; 15; 16]; % Replace the third column</a:t>
            </a:r>
            <a:endParaRPr lang="en-US" dirty="0">
              <a:latin typeface="Aptos" panose="020B0004020202020204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</a:t>
            </a:r>
            <a:r>
              <a:rPr lang="en-US" dirty="0" err="1">
                <a:latin typeface="Consolas"/>
                <a:ea typeface="+mn-lt"/>
                <a:cs typeface="+mn-lt"/>
              </a:rPr>
              <a:t>disp</a:t>
            </a:r>
            <a:r>
              <a:rPr lang="en-US" dirty="0">
                <a:latin typeface="Consolas"/>
                <a:ea typeface="+mn-lt"/>
                <a:cs typeface="+mn-lt"/>
              </a:rPr>
              <a:t>(A);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7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Recall: Basic operations</a:t>
            </a:r>
            <a:endParaRPr lang="en-US" sz="700" b="1" dirty="0"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33928" y="1906443"/>
            <a:ext cx="11935690" cy="4755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Addition and Subtraction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B = A + 5; % Add 5 to every element
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Matrix Multiplication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C = A * B; % Ensure dimensions match
</a:t>
            </a:r>
            <a:endParaRPr lang="en-US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Element-wise Operations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&gt;&gt; D = A .* B; % Element-wise multiplication
</a:t>
            </a:r>
            <a:endParaRPr lang="en-US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1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157307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Common functions</a:t>
            </a:r>
            <a:endParaRPr lang="en-US" sz="700" b="1" dirty="0"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701932" y="1479261"/>
            <a:ext cx="10701465" cy="475591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Finding Size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[rows, cols] = size(A); % Returns the number of rows and columns
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Transposing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A_T = A'; % Transpose rows and columns
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Sum of Elements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 panose="020B000402020202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total = sum(A, 'all'); % Sum all elements
&gt;&gt; </a:t>
            </a:r>
            <a:r>
              <a:rPr lang="en-US" dirty="0" err="1">
                <a:latin typeface="Consolas"/>
              </a:rPr>
              <a:t>row_sums</a:t>
            </a:r>
            <a:r>
              <a:rPr lang="en-US" dirty="0">
                <a:latin typeface="Consolas"/>
              </a:rPr>
              <a:t> = sum(A, 2); % Sum each row
&gt;&gt; </a:t>
            </a:r>
            <a:r>
              <a:rPr lang="en-US" dirty="0" err="1">
                <a:latin typeface="Consolas"/>
              </a:rPr>
              <a:t>column_sums</a:t>
            </a:r>
            <a:r>
              <a:rPr lang="en-US" dirty="0">
                <a:latin typeface="Consolas"/>
              </a:rPr>
              <a:t> = sum(A, 1); % Sum each column
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Finding Maximum/Minimum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Aptos" panose="020B000402020202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</a:t>
            </a:r>
            <a:r>
              <a:rPr lang="en-US" dirty="0" err="1">
                <a:latin typeface="Consolas"/>
              </a:rPr>
              <a:t>max_val</a:t>
            </a:r>
            <a:r>
              <a:rPr lang="en-US" dirty="0">
                <a:latin typeface="Consolas"/>
              </a:rPr>
              <a:t> = max(A, [], 'all'); % Maximum value in the entire array</a:t>
            </a:r>
          </a:p>
        </p:txBody>
      </p:sp>
    </p:spTree>
    <p:extLst>
      <p:ext uri="{BB962C8B-B14F-4D97-AF65-F5344CB8AC3E}">
        <p14:creationId xmlns:p14="http://schemas.microsoft.com/office/powerpoint/2010/main" val="169223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1B90-874B-45F9-14C5-7C83FDD9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0813-A2B0-DFA3-7C51-494C5871A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&gt;&gt; B = reshape(A, 1, []); % Reshape into a 1D array
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Concatenation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C = [A, A]; % Horizontal concatenation
&gt;&gt; D = [A; A]; % Vertical concatenation
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7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E290-7D5D-35E2-7D75-FD9A09EC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2D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90F7-95E8-86B7-55AE-1A30C695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We can visualize 2D arrays using various MATLAB plotting functions: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Heatmap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heatmap(A);
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Surface Plot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surf(A);
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5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522B-C668-F1A4-B4D7-DA98BF05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CA3B-1D64-8DED-24FD-132BAC12C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Create a 4×5 array of random integers between 1 and 20.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Replace all elements in the third row with zeros.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Calculate the sum of each column.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Transpose the array and display it.</a:t>
            </a:r>
            <a:endParaRPr lang="en-US" dirty="0"/>
          </a:p>
          <a:p>
            <a:r>
              <a:rPr lang="en-US" dirty="0"/>
              <a:t>Create a surface plot.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26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E4454811-0212-CB7F-B7FB-1F1602C27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54" y="1054100"/>
            <a:ext cx="5877691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30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CF9-539D-3638-0F4E-45F2285B8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FCF12-6FEC-160B-A8E4-F66FC5867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Create a matrix C of random integers between 10 and 50 for a chosen size of your own.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Find and replace all even numbers in C with their square roots.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Replace all odd numbers in C with zeros.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Display the updated matrix.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10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F04DD91-8F67-A733-6491-9CEC5809C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49" y="530650"/>
            <a:ext cx="6096000" cy="35250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0C04C-8CE1-A2A3-46C3-95ED83E5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251" y="3109949"/>
            <a:ext cx="6714226" cy="3190052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3620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7669-4B6F-20E0-719B-3E5A4D75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Grayscale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66094-784A-48FF-F5D8-AD981FAE3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grayscale image</a:t>
            </a:r>
            <a:r>
              <a:rPr lang="en-US" dirty="0">
                <a:ea typeface="+mn-lt"/>
                <a:cs typeface="+mn-lt"/>
              </a:rPr>
              <a:t> is an image where each pixel intensity represents a shade of gray, ranging from black to white.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intensity values are typically stored as numerical values in a 2D matrix, where: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Each matrix element corresponds to a pixel in the image.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Values range from 0 (black) to 255 (white) for 8-bit images.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r>
              <a:rPr lang="en-US" dirty="0">
                <a:ea typeface="+mn-lt"/>
                <a:cs typeface="+mn-lt"/>
              </a:rPr>
              <a:t>In MATLAB, grayscale images are represented as 2D arrays (or matrices).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I = </a:t>
            </a:r>
            <a:r>
              <a:rPr lang="en-US" dirty="0" err="1">
                <a:latin typeface="Consolas"/>
              </a:rPr>
              <a:t>imread</a:t>
            </a:r>
            <a:r>
              <a:rPr lang="en-US" dirty="0">
                <a:latin typeface="Consolas"/>
              </a:rPr>
              <a:t>('</a:t>
            </a:r>
            <a:r>
              <a:rPr lang="en-US" dirty="0" err="1">
                <a:latin typeface="Consolas"/>
              </a:rPr>
              <a:t>cameraman.tif</a:t>
            </a:r>
            <a:r>
              <a:rPr lang="en-US" dirty="0">
                <a:latin typeface="Consolas"/>
              </a:rPr>
              <a:t>');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ptos"/>
              </a:rPr>
              <a:t>This will store the above image as a matrix from MATLAB library.</a:t>
            </a:r>
            <a:endParaRPr lang="en-US" dirty="0">
              <a:latin typeface="Consolas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2132-A592-5B8E-AC18-F285A0CA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the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BB257-2D08-49C6-6D34-41672FFFF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5"/>
            <a:ext cx="6324600" cy="4325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You can display the image using the following command</a:t>
            </a: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</a:t>
            </a:r>
            <a:r>
              <a:rPr lang="en-US" dirty="0" err="1">
                <a:latin typeface="Consolas"/>
              </a:rPr>
              <a:t>imshow</a:t>
            </a:r>
            <a:r>
              <a:rPr lang="en-US" dirty="0">
                <a:latin typeface="Consolas"/>
              </a:rPr>
              <a:t>(I)</a:t>
            </a:r>
          </a:p>
          <a:p>
            <a:pPr marL="0" indent="0">
              <a:buNone/>
            </a:pP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Save a copy of the image using</a:t>
            </a: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</a:t>
            </a:r>
            <a:r>
              <a:rPr lang="en-US" dirty="0" err="1">
                <a:latin typeface="Consolas"/>
              </a:rPr>
              <a:t>imwrite</a:t>
            </a:r>
            <a:r>
              <a:rPr lang="en-US" dirty="0">
                <a:latin typeface="Consolas"/>
              </a:rPr>
              <a:t>(I,'cameraman.jpg')</a:t>
            </a:r>
          </a:p>
        </p:txBody>
      </p:sp>
      <p:pic>
        <p:nvPicPr>
          <p:cNvPr id="4" name="Picture 3" descr="A person using a camera&#10;&#10;Description automatically generated">
            <a:extLst>
              <a:ext uri="{FF2B5EF4-FFF2-40B4-BE49-F238E27FC236}">
                <a16:creationId xmlns:a16="http://schemas.microsoft.com/office/drawing/2014/main" id="{AB897228-7565-948E-4FE6-4E78F1716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460" y="1003300"/>
            <a:ext cx="42291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8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0049-35F0-7BB7-A03D-41BCDB0E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0"/>
            <a:ext cx="10515600" cy="1325563"/>
          </a:xfrm>
        </p:spPr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19C56-6026-A042-C858-E17E2BD2B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290" y="1074321"/>
            <a:ext cx="6240264" cy="53507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/>
              <a:t>To the matrix in the previous exercise apply </a:t>
            </a:r>
            <a:r>
              <a:rPr lang="en-US" sz="1600" dirty="0">
                <a:ea typeface="+mn-lt"/>
                <a:cs typeface="+mn-lt"/>
              </a:rPr>
              <a:t>the following commands and observe what they do.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I1=I(:,3);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(I1)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I2=I(5,:);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(I2)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I3=I(30:90,90:140);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(I3)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I4=I(1:3:end, 1:3:end);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(I4)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I5=I(end:-1:1, end:-1:1);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(I5)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latin typeface="Consolas"/>
                <a:ea typeface="+mn-lt"/>
                <a:cs typeface="+mn-lt"/>
              </a:rPr>
              <a:t>&gt;&gt; B=I’;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</a:t>
            </a:r>
            <a:r>
              <a:rPr lang="en-US" sz="1600" dirty="0" err="1">
                <a:latin typeface="Consolas"/>
                <a:ea typeface="+mn-lt"/>
                <a:cs typeface="+mn-lt"/>
              </a:rPr>
              <a:t>imshow</a:t>
            </a:r>
            <a:r>
              <a:rPr lang="en-US" sz="1600" dirty="0">
                <a:latin typeface="Consolas"/>
                <a:ea typeface="+mn-lt"/>
                <a:cs typeface="+mn-lt"/>
              </a:rPr>
              <a:t>(B);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C=I;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  <a:ea typeface="+mn-lt"/>
                <a:cs typeface="+mn-lt"/>
              </a:rPr>
              <a:t>&gt;&gt; C(:,4) = 0;</a:t>
            </a:r>
            <a:br>
              <a:rPr lang="en-US" sz="1600" dirty="0">
                <a:latin typeface="Consolas"/>
                <a:ea typeface="+mn-lt"/>
                <a:cs typeface="+mn-lt"/>
              </a:rPr>
            </a:br>
            <a:r>
              <a:rPr lang="en-US" sz="1600" dirty="0">
                <a:latin typeface="Consolas"/>
              </a:rPr>
              <a:t>&gt;&gt; </a:t>
            </a:r>
            <a:r>
              <a:rPr lang="en-US" sz="1600" dirty="0" err="1">
                <a:latin typeface="Consolas"/>
              </a:rPr>
              <a:t>imshow</a:t>
            </a:r>
            <a:r>
              <a:rPr lang="en-US" sz="1600" dirty="0">
                <a:latin typeface="Consolas"/>
              </a:rPr>
              <a:t>(C)</a:t>
            </a:r>
            <a:endParaRPr lang="en-US"/>
          </a:p>
        </p:txBody>
      </p:sp>
      <p:pic>
        <p:nvPicPr>
          <p:cNvPr id="4" name="Picture 3" descr="A person using a camera&#10;&#10;Description automatically generated">
            <a:extLst>
              <a:ext uri="{FF2B5EF4-FFF2-40B4-BE49-F238E27FC236}">
                <a16:creationId xmlns:a16="http://schemas.microsoft.com/office/drawing/2014/main" id="{7B6EB416-6A74-577B-2B7A-C4DBE9D4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121" y="3427994"/>
            <a:ext cx="3171106" cy="3286125"/>
          </a:xfrm>
          <a:prstGeom prst="rect">
            <a:avLst/>
          </a:prstGeom>
        </p:spPr>
      </p:pic>
      <p:pic>
        <p:nvPicPr>
          <p:cNvPr id="5" name="Picture 4" descr="A person with dark hair&#10;&#10;Description automatically generated">
            <a:extLst>
              <a:ext uri="{FF2B5EF4-FFF2-40B4-BE49-F238E27FC236}">
                <a16:creationId xmlns:a16="http://schemas.microsoft.com/office/drawing/2014/main" id="{3EA655AE-D536-ADD8-C0EF-388FAECA4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004" y="308664"/>
            <a:ext cx="2391673" cy="281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4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F642-2C7D-AF8B-99CB-0285846FB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AA04-0092-1822-7322-DA120854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In this task consider the image 'cameraman.jpg' and apply the following transformations.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342900" indent="-342900"/>
            <a:r>
              <a:rPr lang="en-US" sz="2000" dirty="0">
                <a:ea typeface="+mn-lt"/>
                <a:cs typeface="+mn-lt"/>
              </a:rPr>
              <a:t>Reflection of the original image with respect to its middle vertical axis.</a:t>
            </a:r>
          </a:p>
          <a:p>
            <a:pPr marL="342900" indent="-342900"/>
            <a:r>
              <a:rPr lang="en-US" sz="2000" dirty="0">
                <a:ea typeface="+mn-lt"/>
                <a:cs typeface="+mn-lt"/>
              </a:rPr>
              <a:t>Reflection  with respect to its middle horizontal axis.</a:t>
            </a:r>
          </a:p>
          <a:p>
            <a:pPr marL="342900" indent="-342900"/>
            <a:r>
              <a:rPr lang="en-US" sz="2000" dirty="0">
                <a:ea typeface="+mn-lt"/>
                <a:cs typeface="+mn-lt"/>
              </a:rPr>
              <a:t>Reflection  about the origin.</a:t>
            </a:r>
          </a:p>
          <a:p>
            <a:pPr marL="342900" indent="-342900"/>
            <a:r>
              <a:rPr lang="en-US" sz="2000" dirty="0">
                <a:ea typeface="+mn-lt"/>
                <a:cs typeface="+mn-lt"/>
              </a:rPr>
              <a:t>Rotate the image anticlockwise by 90 degrees..</a:t>
            </a:r>
          </a:p>
          <a:p>
            <a:pPr marL="342900" indent="-342900"/>
            <a:r>
              <a:rPr lang="en-US" sz="2000" dirty="0">
                <a:ea typeface="+mn-lt"/>
                <a:cs typeface="+mn-lt"/>
              </a:rPr>
              <a:t>Rotate the image by 180 degrees.</a:t>
            </a:r>
            <a:endParaRPr lang="en-US" dirty="0"/>
          </a:p>
          <a:p>
            <a:pPr marL="342900" indent="-342900"/>
            <a:endParaRPr lang="en-US" sz="2000" dirty="0">
              <a:ea typeface="+mn-lt"/>
              <a:cs typeface="+mn-lt"/>
            </a:endParaRPr>
          </a:p>
          <a:p>
            <a:pPr marL="342900" indent="-342900"/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3445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D9B78E0-369F-E2DB-D32C-84B486C86B4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661359" y="171137"/>
            <a:ext cx="4411306" cy="6580515"/>
          </a:xfrm>
        </p:spPr>
      </p:pic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6150D8B-FE66-1642-FF3E-C52E69B0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896" y="337225"/>
            <a:ext cx="4435008" cy="438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15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5008-53DB-1B1A-428D-EC098619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BD80-380A-4FAB-E843-7C96D53F9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 MATLAB we can visualize 3D data through surface plotting.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b="1"/>
              <a:t>Steps 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Create the grid of x and y</a:t>
            </a:r>
            <a:r>
              <a:rPr lang="en-US" dirty="0">
                <a:ea typeface="+mn-lt"/>
                <a:cs typeface="+mn-lt"/>
              </a:rPr>
              <a:t> values using </a:t>
            </a:r>
            <a:r>
              <a:rPr lang="en-US" err="1">
                <a:latin typeface="Consolas"/>
              </a:rPr>
              <a:t>meshgrid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457200" indent="-457200">
              <a:buFont typeface="Arial"/>
            </a:pPr>
            <a:r>
              <a:rPr lang="en-US">
                <a:ea typeface="+mn-lt"/>
                <a:cs typeface="+mn-lt"/>
              </a:rPr>
              <a:t>Calculate Z based on the given function.</a:t>
            </a:r>
            <a:endParaRPr lang="en-US"/>
          </a:p>
          <a:p>
            <a:pPr marL="457200" indent="-457200">
              <a:buFont typeface="Arial"/>
            </a:pPr>
            <a:r>
              <a:rPr lang="en-US" dirty="0">
                <a:ea typeface="+mn-lt"/>
                <a:cs typeface="+mn-lt"/>
              </a:rPr>
              <a:t>Plot the surface using </a:t>
            </a:r>
            <a:r>
              <a:rPr lang="en-US" dirty="0">
                <a:latin typeface="Consolas"/>
              </a:rPr>
              <a:t>surf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457200" indent="-457200">
              <a:buFont typeface="Arial"/>
            </a:pPr>
            <a:r>
              <a:rPr lang="en-US" dirty="0">
                <a:ea typeface="+mn-lt"/>
                <a:cs typeface="+mn-lt"/>
              </a:rPr>
              <a:t>Customize the appearance of the surface plot.</a:t>
            </a:r>
            <a:endParaRPr lang="en-US" dirty="0"/>
          </a:p>
          <a:p>
            <a:pPr marL="457200" indent="-457200">
              <a:buFont typeface="Arial"/>
            </a:pPr>
            <a:r>
              <a:rPr lang="en-US" dirty="0">
                <a:ea typeface="+mn-lt"/>
                <a:cs typeface="+mn-lt"/>
              </a:rPr>
              <a:t>Optionally, include additional visualizations such as </a:t>
            </a:r>
            <a:r>
              <a:rPr lang="en-US" dirty="0">
                <a:latin typeface="Consolas"/>
              </a:rPr>
              <a:t>contour3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dirty="0">
                <a:latin typeface="Consolas"/>
              </a:rPr>
              <a:t>mesh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54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CA0A-099B-04D4-A6DF-655089C4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9F07-04B5-A325-D591-421383872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25"/>
            <a:ext cx="10515600" cy="46688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a grid of x and y values using </a:t>
            </a:r>
            <a:r>
              <a:rPr lang="en-US" dirty="0">
                <a:latin typeface="Consolas"/>
              </a:rPr>
              <a:t>meshgrid</a:t>
            </a:r>
            <a:r>
              <a:rPr lang="en-US" dirty="0"/>
              <a:t> over the range −10≤x≤10 and −10≤y≤10, with a step size of 0.5.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Create a matrix Z that represents the surface heights, using the function:</a:t>
            </a:r>
          </a:p>
          <a:p>
            <a:pPr marL="0" indent="0">
              <a:buNone/>
            </a:pPr>
            <a:r>
              <a:rPr lang="en-US" dirty="0"/>
              <a:t>     </a:t>
            </a:r>
            <a:r>
              <a:rPr lang="en-US" sz="4000" dirty="0"/>
              <a:t>Z=sin⁡(X) + sin(Y)</a:t>
            </a:r>
            <a:br>
              <a:rPr lang="en-US" sz="4000" dirty="0"/>
            </a:br>
            <a:endParaRPr lang="en-US" dirty="0"/>
          </a:p>
          <a:p>
            <a:r>
              <a:rPr lang="en-US" b="1" dirty="0"/>
              <a:t>Plot the Surface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nsolas"/>
              </a:rPr>
              <a:t>surf</a:t>
            </a:r>
            <a:r>
              <a:rPr lang="en-US" dirty="0"/>
              <a:t> to create a surface plot of Z.</a:t>
            </a:r>
          </a:p>
          <a:p>
            <a:pPr lvl="1"/>
            <a:r>
              <a:rPr lang="en-US" dirty="0"/>
              <a:t>Label the axes, add a title, and include a color bar.</a:t>
            </a:r>
          </a:p>
          <a:p>
            <a:r>
              <a:rPr lang="en-US" b="1" dirty="0"/>
              <a:t>Customize the Plot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Add axis labels for x, y, and z.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Display the same data using the </a:t>
            </a:r>
            <a:r>
              <a:rPr lang="en-US" dirty="0">
                <a:latin typeface="Consolas"/>
              </a:rPr>
              <a:t>mesh</a:t>
            </a:r>
            <a:r>
              <a:rPr lang="en-US" dirty="0"/>
              <a:t> function for comparison.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583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91C95-888B-CC38-0457-C8AD7C3D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887" y="737957"/>
            <a:ext cx="6457890" cy="4862422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A7A4C68-9702-B153-4D44-6AFFAA5D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40" y="738997"/>
            <a:ext cx="5079700" cy="538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2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Review</vt:lpstr>
      <vt:lpstr>Recall: Creating Two-Dimensional Arrays</vt:lpstr>
      <vt:lpstr>Recall: Accessing elements</vt:lpstr>
      <vt:lpstr>Recall: Modifying 2D array</vt:lpstr>
      <vt:lpstr>Recall: Basic operations</vt:lpstr>
      <vt:lpstr>Common functions</vt:lpstr>
      <vt:lpstr>Reshaping</vt:lpstr>
      <vt:lpstr>Visualizing 2D Arrays</vt:lpstr>
      <vt:lpstr>Exercise 1</vt:lpstr>
      <vt:lpstr>PowerPoint Presentation</vt:lpstr>
      <vt:lpstr>Exercise 2</vt:lpstr>
      <vt:lpstr>PowerPoint Presentation</vt:lpstr>
      <vt:lpstr>Grayscale Images</vt:lpstr>
      <vt:lpstr>Display the image</vt:lpstr>
      <vt:lpstr>Exercise 3</vt:lpstr>
      <vt:lpstr>Exercise 4</vt:lpstr>
      <vt:lpstr>PowerPoint Presentation</vt:lpstr>
      <vt:lpstr>Surface plot</vt:lpstr>
      <vt:lpstr>Exercise 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554</cp:revision>
  <dcterms:created xsi:type="dcterms:W3CDTF">2024-11-19T21:55:28Z</dcterms:created>
  <dcterms:modified xsi:type="dcterms:W3CDTF">2024-11-25T07:32:01Z</dcterms:modified>
</cp:coreProperties>
</file>